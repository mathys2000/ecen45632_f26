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4" r:id="rId2"/>
    <p:sldId id="256" r:id="rId3"/>
    <p:sldId id="257" r:id="rId4"/>
    <p:sldId id="258" r:id="rId5"/>
    <p:sldId id="259" r:id="rId6"/>
    <p:sldId id="295" r:id="rId7"/>
    <p:sldId id="296" r:id="rId8"/>
    <p:sldId id="260" r:id="rId9"/>
    <p:sldId id="261" r:id="rId10"/>
    <p:sldId id="262" r:id="rId11"/>
    <p:sldId id="263" r:id="rId12"/>
    <p:sldId id="264" r:id="rId13"/>
    <p:sldId id="265" r:id="rId14"/>
    <p:sldId id="298" r:id="rId15"/>
    <p:sldId id="299" r:id="rId16"/>
    <p:sldId id="300" r:id="rId17"/>
    <p:sldId id="266" r:id="rId18"/>
    <p:sldId id="267" r:id="rId19"/>
    <p:sldId id="268" r:id="rId20"/>
    <p:sldId id="269" r:id="rId21"/>
    <p:sldId id="270" r:id="rId22"/>
    <p:sldId id="271" r:id="rId23"/>
    <p:sldId id="297" r:id="rId24"/>
    <p:sldId id="27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147"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0:16.347"/>
    </inkml:context>
    <inkml:brush xml:id="br0">
      <inkml:brushProperty name="width" value="0.05" units="cm"/>
      <inkml:brushProperty name="height" value="0.05" units="cm"/>
      <inkml:brushProperty name="color" value="#E71224"/>
    </inkml:brush>
  </inkml:definitions>
  <inkml:trace contextRef="#ctx0" brushRef="#br0">4656 46 24575,'4'0'0,"-6"0"0,-10 2 0,-19 2 0,11-1 0,0-1 0,-30 1 0,3-2 0,-3 6 0,32-4 0,-26 2 0,-225-6 0,162-6 0,9-1 0,-179 8 0,129 1 0,48 6 0,1 1 0,-51-10 0,-106 4 0,175 5 0,-35 1 0,108-8 0,-43 0 0,-92-10 0,-146-22 0,25 28 0,153 5 0,-291-1 0,374-1 0,-29-6 0,-26-1 0,50 8 0,-46-8 0,33 4 0,1 1 0,-49 4 0,-35-1 0,60-7 0,-24-1 0,-500 9 0,590-2-105,-1 1 0,1 0 0,-1 1 0,1-1 0,0 1 0,-1-1 0,1 1 0,0 0 0,-1 0 0,1 1 0,0-1 0,-4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0:19.527"/>
    </inkml:context>
    <inkml:brush xml:id="br0">
      <inkml:brushProperty name="width" value="0.05" units="cm"/>
      <inkml:brushProperty name="height" value="0.05" units="cm"/>
      <inkml:brushProperty name="color" value="#E71224"/>
    </inkml:brush>
  </inkml:definitions>
  <inkml:trace contextRef="#ctx0" brushRef="#br0">6622 16 24575,'-32'0'0,"-56"9"0,37-4 0,-1-2 0,-59-4 0,30 0 0,-13 1 0,-106-1 0,106-6 0,-30-1 0,-296 9 0,331 6 0,7 1 0,-172-8 0,239-1 0,0-1 0,-17-3 0,16 2 0,-25-2 0,-41-2 0,-13-1 0,-822 9 0,831 7 0,5-1 0,53-6 0,-225-3 0,179-5 0,-18 0 0,78 6 0,-199 3 0,134 5 0,-30 0 0,-772-7 0,861 1 0,-32 5 0,33-2 0,-32 0 0,-742-3 0,364-2 0,345 7 0,18 1 0,-123 8-1365,166-14-5461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53.821"/>
    </inkml:context>
    <inkml:brush xml:id="br0">
      <inkml:brushProperty name="width" value="0.05" units="cm"/>
      <inkml:brushProperty name="height" value="0.05" units="cm"/>
      <inkml:brushProperty name="color" value="#E71224"/>
    </inkml:brush>
  </inkml:definitions>
  <inkml:trace contextRef="#ctx0" brushRef="#br0">4340 0 24575,'36'9'0,"-36"-9"0,0 0 0,0 0 0,0 0 0,0 0 0,0 0 0,0 0 0,0 1 0,0-1 0,0 0 0,0 0 0,0 0 0,0 0 0,0 0 0,-1 0 0,1 0 0,0 0 0,0 0 0,0 0 0,0 0 0,0 0 0,0 0 0,0 0 0,0 0 0,0 0 0,0 0 0,0 0 0,0 1 0,0-1 0,0 0 0,0 0 0,0 0 0,0 0 0,0 0 0,0 0 0,0 0 0,0 0 0,0 0 0,0 0 0,0 0 0,0 0 0,0 0 0,0 0 0,0 0 0,1 1 0,-1-1 0,0 0 0,0 0 0,0 0 0,0 0 0,0 0 0,0 0 0,0 0 0,0 0 0,0 0 0,0 0 0,0 0 0,0 0 0,0 0 0,0 0 0,0 0 0,0 0 0,-9 2 0,-13 0 0,-73-3 0,-126 7 0,-78 3 0,228-9 0,-35-8 0,2 1 0,-83 16 0,46-3 0,3 0 0,70-1 0,0-2 0,-109-11 0,10 3 0,-8-2 0,58-2 0,-124 8 0,118 2 0,40-2 0,-94 3 0,95 5 0,-23 0 0,-439-6 0,261-2 0,272 0 0,0 0 0,-19-5 0,18 4 0,0 0 0,-14-1 0,-237 2 0,127 2 0,125-1-176,1-2-1,-21-3 0,24 3-658,-6 0-5991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58.132"/>
    </inkml:context>
    <inkml:brush xml:id="br0">
      <inkml:brushProperty name="width" value="0.05" units="cm"/>
      <inkml:brushProperty name="height" value="0.05" units="cm"/>
      <inkml:brushProperty name="color" value="#E71224"/>
    </inkml:brush>
  </inkml:definitions>
  <inkml:trace contextRef="#ctx0" brushRef="#br0">7971 106 24575,'22'1'0,"0"1"0,0 2 0,39 10 0,-48-11 0,29 5 0,7 1 0,-63-12 0,-1 0 0,1 1 0,-23-1 0,-54 2 0,60 1 0,16 1 0,0 1 0,-16 3 0,-20 2 0,-101-6 0,80-2 0,-15-7 0,1 1 0,32 7 0,-164-9 0,-65 2 0,178 9 0,-407-2 0,484-2 0,-29-4 0,-26-2 0,40 9 0,19 0 0,0-2 0,-45-5 0,22 0 0,0 2 0,-91 4 0,57 1 0,-743-1 0,813 1 0,-1 0 0,-22 6 0,2-1 0,6-2 0,0 1 0,-54 1 0,-186-6 0,251 0 0,1 2 0,-18 3 0,16-2 0,-25 2 0,-192-5 0,112-1 0,104 1 0,1-2 0,-15-3 0,13 2 0,-24-2 0,-85-4 0,112 7 0,-215-2 0,135 5 0,60-1 0,1 1 0,0-2 0,-55-8 0,65 6 0,1 1 0,-1 0 0,-26 3 0,-36-1 0,37-7 0,31 3 0,-33 0 0,-28-4 0,53 5 0,-32-1 0,43 3 0,0 0 0,-16-4 0,15 2 0,-25-2 0,-2 5 0,16 0 0,0-1 0,-38-6 0,-19-2 0,19 3 0,-28 0 0,63 6 0,-38-6 0,2-1 0,1 3 0,-68 5 0,43 0 0,62-1 0,-4 0 0,-1 1 0,-51 7 0,40 0 0,0-1 0,-75-1 0,108-5 0,0 0 0,-21 5 0,20-4 0,0 0 0,-13 1 0,-302-2 0,159-2 0,6 0 0,-175 2 0,297 1-682,-69 12-1,90-10-6143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58.444"/>
    </inkml:context>
    <inkml:brush xml:id="br0">
      <inkml:brushProperty name="width" value="0.05" units="cm"/>
      <inkml:brushProperty name="height" value="0.05" units="cm"/>
      <inkml:brushProperty name="color" value="#E71224"/>
    </inkml:brush>
  </inkml:definitions>
  <inkml:trace contextRef="#ctx0" brushRef="#br0">1 30 24575,'2'-5'0,"4"-2"0,3 1 0,3 1 0,1 1 0,4 2 0,4 3 0,4 2 0,2 0 0,4 0 0,5-1 0,5 2 0,5 0 0,-2 0 0,-8-2-8191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2.221"/>
    </inkml:context>
    <inkml:brush xml:id="br0">
      <inkml:brushProperty name="width" value="0.05" units="cm"/>
      <inkml:brushProperty name="height" value="0.05" units="cm"/>
    </inkml:brush>
  </inkml:definitions>
  <inkml:trace contextRef="#ctx0" brushRef="#br0">10 35 24575,'-3'-7'0,"2"5"0,0 0 0,0 0 0,0-1 0,1 1 0,-1 0 0,1-1 0,-1 1 0,1 0 0,0-5 0,14 18 0,8 12 0,36 49 0,-19-22 0,272 376 0,-306-418 0,-4-5 0,1-1 0,-1 1 0,1-1 0,-1 0 0,1 1 0,0-1 0,0 0 0,0 0 0,0 0 0,3 1 0,-3-4 0,-4-4 0,-4-6 0,6 11 0,-54-89-1365,45 74-5461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2.857"/>
    </inkml:context>
    <inkml:brush xml:id="br0">
      <inkml:brushProperty name="width" value="0.05" units="cm"/>
      <inkml:brushProperty name="height" value="0.05" units="cm"/>
    </inkml:brush>
  </inkml:definitions>
  <inkml:trace contextRef="#ctx0" brushRef="#br0">216 43 24575,'4'-14'0,"-3"12"0,0-1 0,0 0 0,0 0 0,-1 0 0,1 0 0,-1 0 0,0-5 0,-13 26 0,1 4 0,1 0 0,0 0 0,2 1 0,1 1 0,-9 36 0,-24 161 0,27-166 0,-23 57 0,29-86 0,2-12-23,-15 28-1,10-22-1294,6-10-5508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3.543"/>
    </inkml:context>
    <inkml:brush xml:id="br0">
      <inkml:brushProperty name="width" value="0.05" units="cm"/>
      <inkml:brushProperty name="height" value="0.05" units="cm"/>
    </inkml:brush>
  </inkml:definitions>
  <inkml:trace contextRef="#ctx0" brushRef="#br0">191 22 24575,'5'-19'0,"-5"19"0,0-1 0,0 1 0,-1 0 0,1 0 0,0 0 0,0 0 0,0 0 0,0 0 0,0 0 0,0 0 0,0 0 0,0-1 0,0 1 0,0 0 0,0 0 0,0 0 0,0 0 0,0 0 0,-1 0 0,1 0 0,0 0 0,0 0 0,0 0 0,0 0 0,0 0 0,0 0 0,0 0 0,0 0 0,0 0 0,-1 0 0,1 0 0,0 0 0,0 0 0,0 0 0,0 0 0,0 0 0,0 0 0,0 0 0,0 0 0,-1 0 0,1 0 0,0 0 0,0 0 0,0 0 0,0 0 0,-10 8 0,3-1 0,1 0 0,0 0 0,-9 16 0,-3 6 0,14-24 0,-62 87 0,58-79 0,1 0 0,0 1 0,1 0 0,1 0 0,-6 21 0,6-15 0,1 0 0,1 0 0,1 0 0,1 0 0,0 0 0,2 0 0,0 0 0,1 1 0,1-1 0,1-1 0,10 29 0,23 46 0,-29-78 0,0-2 0,1 1 0,0-1 0,12 13 0,-6-9 0,-8-8 0,1-1 0,16 15 0,-22-23-1365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4.102"/>
    </inkml:context>
    <inkml:brush xml:id="br0">
      <inkml:brushProperty name="width" value="0.05" units="cm"/>
      <inkml:brushProperty name="height" value="0.05" units="cm"/>
    </inkml:brush>
  </inkml:definitions>
  <inkml:trace contextRef="#ctx0" brushRef="#br0">1 75 24575,'0'7'0,"1"-1"0,0 1 0,0 0 0,1 0 0,0-1 0,0 1 0,4 7 0,24 44 0,-17-35 0,0-2 0,1 0 0,1-1 0,0 0 0,27 24 0,-60-62 0,1 0 0,-18-27 0,25 31 0,1-1 0,1 0 0,-12-30 0,17 35 0,0 1 0,1-1 0,0 1 0,1-1 0,0 0 0,0 0 0,1 0 0,1-12 0,0 18 6,0 1 0,0 0 0,0-1 0,0 1 0,1 0 0,-1 0 0,1 0 0,0 0 0,0 0 0,0 0 0,0 0 0,1 1 0,-1-1 0,1 1 0,-1-1 0,1 1 0,0 0 0,0 0 0,4-2 0,-3 2-105,0 0 0,0 0 0,0 1 0,0-1 0,1 1 0,-1-1 0,1 2 0,-1-1 0,1 0 0,-1 1 0,1 0 0,-1 0 0,1 0 0,7 2 0,-3 1-6727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4.491"/>
    </inkml:context>
    <inkml:brush xml:id="br0">
      <inkml:brushProperty name="width" value="0.05" units="cm"/>
      <inkml:brushProperty name="height" value="0.05" units="cm"/>
    </inkml:brush>
  </inkml:definitions>
  <inkml:trace contextRef="#ctx0" brushRef="#br0">56 0 24575,'-3'9'0,"1"-1"0,0 0 0,0 1 0,1-1 0,0 1 0,1 0 0,0-1 0,0 1 0,1 0 0,0-1 0,0 1 0,1-1 0,0 0 0,1 1 0,-1-1 0,2 0 0,4 9 0,-6-13 0,0-1 0,0 1 0,-1 0 0,1-1 0,-1 1 0,0 0 0,1 8 0,-2-11 0,0 0 0,-1 0 0,1 0 0,0 0 0,0 0 0,0 0 0,-1 0 0,1 0 0,-1 0 0,1 0 0,0-1 0,-1 1 0,0 0 0,1 0 0,-1 0 0,1 0 0,-1-1 0,0 1 0,0 0 0,0-1 0,1 1 0,-1 0 0,0-1 0,0 1 0,0-1 0,0 1 0,0-1 0,0 0 0,0 1 0,0-1 0,0 0 0,0 0 0,0 0 0,-2 0 0,-1 1-170,-1-1-1,0 0 0,1 0 1,-1-1-1,0 1 0,1-1 1,-7-2-1,-2 0-6655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5.846"/>
    </inkml:context>
    <inkml:brush xml:id="br0">
      <inkml:brushProperty name="width" value="0.05" units="cm"/>
      <inkml:brushProperty name="height" value="0.05" units="cm"/>
    </inkml:brush>
  </inkml:definitions>
  <inkml:trace contextRef="#ctx0" brushRef="#br0">1 0 24575,'21'10'0,"1"1"0,-1 1 0,0 1 0,28 24 0,-38-27 0,0 0 0,-1 1 0,0 0 0,-1 1 0,-1 0 0,1 0 0,-2 1 0,11 23 0,-8-10 0,-1 1 0,-2 0 0,6 37 0,1 84 0,-13-126 0,0 44 0,-1-59 0,-1 0 0,0 0 0,0 0 0,-1 0 0,1 0 0,-7 12 0,6-15 0,0-1 0,0 0 0,-1 0 0,1 0 0,-1 0 0,0 0 0,0 0 0,0-1 0,0 0 0,-1 1 0,1-1 0,-1 0 0,-3 1 0,-9 4 0,-28 7 0,34-11 0,-8 2-1365,2-2-5461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33.394"/>
    </inkml:context>
    <inkml:brush xml:id="br0">
      <inkml:brushProperty name="width" value="0.05" units="cm"/>
      <inkml:brushProperty name="height" value="0.05" units="cm"/>
    </inkml:brush>
  </inkml:definitions>
  <inkml:trace contextRef="#ctx0" brushRef="#br0">2 77 24575,'0'-1'0,"1"0"0,-1 1 0,1-1 0,-1 0 0,1 1 0,0-1 0,-1 1 0,1-1 0,0 1 0,0-1 0,-1 1 0,1-1 0,0 1 0,1-1 0,-2 2 0,1 0 0,-1 0 0,0 0 0,0 0 0,0 0 0,0 0 0,0 0 0,-1 0 0,1 0 0,0 0 0,0 0 0,-1 0 0,1 0 0,-1 1 0,-2 11 0,0-1 0,1 1 0,1 0 0,0 0 0,0 0 0,1 0 0,4 25 0,2-8 0,1-1 0,13 38 0,-19-64 0,0 0 0,1-1 0,-1 1 0,1 0 0,-1-1 0,1 1 0,0-1 0,0 1 0,0-1 0,0 0 0,0 0 0,1 0 0,-1 0 0,1 0 0,-1 0 0,1-1 0,-1 1 0,1-1 0,0 0 0,0 0 0,0 0 0,4 1 0,5 0 0,0-1 0,1 0 0,-1 0 0,17-3 0,-4 1 0,-23 2 0,0-1 0,1-1 0,-1 1 0,0 0 0,0 0 0,0-1 0,0 1 0,0-1 0,0 0 0,0 1 0,0-1 0,0 0 0,0 0 0,3-2 0,-4 2 0,0-1 0,0 1 0,-1 0 0,1 0 0,0-1 0,-1 1 0,1-1 0,0 1 0,-1 0 0,0-1 0,1 1 0,-1-1 0,0 1 0,0-1 0,0 1 0,0-1 0,0 1 0,0-1 0,0 1 0,0-1 0,-1-2 0,-3-10 0,-8-25 0,-2-5 0,19 52 0,1 0 0,0 0 0,0-1 0,9 8 0,-7-9 0,0 0 0,0 0 0,0-1 0,1 0 0,0 0 0,0-1 0,17 6 0,-23-9 0,0 0 0,0-1 0,0 1 0,0-1 0,0 1 0,0-1 0,0 0 0,0 0 0,0-1 0,0 1 0,0 0 0,0-1 0,0 0 0,-1 0 0,1 0 0,0 0 0,0 0 0,-1-1 0,1 1 0,0-1 0,-1 1 0,0-1 0,1 0 0,-1 0 0,0 0 0,0 0 0,0-1 0,0 1 0,3-6 0,17-25 0,-17 28 0,0-1 0,-1 0 0,0-1 0,0 1 0,-1-1 0,0 1 0,0-1 0,0 0 0,-1 0 0,0 0 0,-1-1 0,2-8 0,-3 8 0,0 0 0,-1 0 0,0 0 0,0 0 0,0 1 0,-1-1 0,-1 0 0,1 1 0,-7-13 0,7 15 0,-1 0 0,-1 0 0,1 0 0,-1 0 0,0 0 0,0 1 0,0-1 0,-1 1 0,1 0 0,-1 1 0,0-1 0,0 1 0,-7-4 0,-6-2-22,9 5-425,1 0-1,-14-5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38.423"/>
    </inkml:context>
    <inkml:brush xml:id="br0">
      <inkml:brushProperty name="width" value="0.05" units="cm"/>
      <inkml:brushProperty name="height" value="0.05" units="cm"/>
    </inkml:brush>
  </inkml:definitions>
  <inkml:trace contextRef="#ctx0" brushRef="#br0">294 0 24575,'1'0'0,"0"0"0,0 0 0,-1 0 0,1 0 0,0 0 0,0 0 0,-1 1 0,1-1 0,0 0 0,0 0 0,-1 1 0,1-1 0,0 0 0,0 1 0,0 0 0,-1-1 0,0 0 0,0 0 0,0 1 0,1-1 0,-1 0 0,0 0 0,0 1 0,0-1 0,0 0 0,0 1 0,0-1 0,0 0 0,0 0 0,0 1 0,0-1 0,1 0 0,-1 1 0,-1-1 0,1 0 0,0 1 0,0-1 0,0 0 0,0 1 0,0 0 0,-1 0 0,1 0 0,-1 0 0,0 0 0,1-1 0,-1 1 0,0 0 0,1 0 0,-1-1 0,0 1 0,0 0 0,0-1 0,0 1 0,1 0 0,-1-1 0,0 1 0,0-1 0,0 0 0,-2 1 0,-8 2 0,-1-1 0,1-1 0,-1 0 0,0 0 0,-11-1 0,-60-9 0,53 4 0,-40 0 0,56 5-1365,2 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38.890"/>
    </inkml:context>
    <inkml:brush xml:id="br0">
      <inkml:brushProperty name="width" value="0.05" units="cm"/>
      <inkml:brushProperty name="height" value="0.05" units="cm"/>
    </inkml:brush>
  </inkml:definitions>
  <inkml:trace contextRef="#ctx0" brushRef="#br0">369 31 24575,'0'-1'0,"0"1"0,0-1 0,-1 0 0,1 1 0,0-1 0,-1 1 0,1-1 0,0 0 0,-1 1 0,1-1 0,-1 1 0,1-1 0,-1 1 0,0 0 0,1-1 0,-1 1 0,1-1 0,-1 1 0,0 0 0,1-1 0,-1 1 0,0 0 0,1 0 0,-1 0 0,0 0 0,1-1 0,-2 1 0,-23-2 0,22 2 0,-63-2 0,-33-3 0,-48-4-1365,133 9-5461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0.851"/>
    </inkml:context>
    <inkml:brush xml:id="br0">
      <inkml:brushProperty name="width" value="0.05" units="cm"/>
      <inkml:brushProperty name="height" value="0.05" units="cm"/>
    </inkml:brush>
  </inkml:definitions>
  <inkml:trace contextRef="#ctx0" brushRef="#br0">682 15 24575,'30'-4'0,"6"-1"0,0 1 0,40 2 0,-75 2 0,0 0 0,1 0 0,-1 0 0,0 1 0,1-1 0,-1 0 0,0 1 0,0-1 0,1 0 0,-1 1 0,0 0 0,0-1 0,2 2 0,-3-2 0,0 0 0,0 0 0,0 0 0,0 1 0,0-1 0,0 0 0,1 0 0,-1 0 0,0 0 0,0 1 0,0-1 0,0 0 0,0 0 0,0 0 0,0 1 0,0-1 0,0 0 0,0 0 0,0 0 0,0 1 0,0-1 0,0 0 0,0 0 0,0 0 0,0 0 0,0 1 0,0-1 0,-1 0 0,1 0 0,0 1 0,-9 6 0,3-5 0,1 1 0,-1-1 0,0-1 0,0 1 0,1-1 0,-1 0 0,-11 0 0,-45-2 0,27 0 0,-562 1 0,589 0 0,0 1 0,-1 0 0,1 0 0,0 1 0,0 0 0,0 0 0,0 1 0,1 0 0,-1 0 0,1 1 0,0 0 0,-13 10 0,19-14 0,1 0 0,0 1 0,-1-1 0,1 0 0,0 0 0,0 1 0,-1-1 0,1 0 0,0 1 0,0-1 0,-1 0 0,1 1 0,0-1 0,0 0 0,0 1 0,-1-1 0,1 1 0,0-1 0,0 0 0,0 1 0,0-1 0,0 1 0,0-1 0,0 0 0,0 1 0,0-1 0,0 1 0,0-1 0,0 0 0,0 1 0,1-1 0,-1 1 0,0-1 0,0 0 0,0 1 0,1-1 0,-1 0 0,0 1 0,0-1 0,0 0 0,1 1 0,-1-1 0,0 0 0,1 0 0,-1 1 0,0-1 0,1 0 0,-1 0 0,0 0 0,1 1 0,-1-1 0,1 0 0,-1 0 0,0 0 0,1 0 0,0 0 0,28 8 0,-23-7 0,282 79 0,-254-69 0,2 0 0,-11-4 0,0 0 0,-1 2 0,36 19 0,-57-27 0,0 1 0,0 0 0,0 0 0,-1 0 0,1 0 0,0 1 0,-1-1 0,1 1 0,-1 0 0,0-1 0,0 1 0,2 3 0,-4-4 0,1 0 0,-1-1 0,0 1 0,1-1 0,-1 1 0,0 0 0,0-1 0,0 1 0,0 0 0,0-1 0,-1 1 0,1-1 0,0 1 0,-1 0 0,1-1 0,-1 1 0,0-1 0,0 1 0,1-1 0,-1 1 0,0-1 0,0 0 0,0 1 0,0-1 0,0 0 0,-1 0 0,0 1 0,-10 9 0,-1-1 0,0-1 0,-25 15 0,0-1 0,16-9 0,0-1 0,0-1 0,-2-1 0,-30 11 0,-57 21 0,96-36 0,1 1 0,0 0 0,1 1 0,-1 0 0,-15 15 0,28-23 0,1 0 0,-1 0 0,0-1 0,0 1 0,0 0 0,0 0 0,1 0 0,-1 0 0,0 0 0,1 0 0,-1 0 0,1 0 0,-1 0 0,1 0 0,-1 1 0,1-1 0,0 0 0,0 0 0,-1 0 0,1 1 0,0-1 0,0 1 0,1-1 0,0 0 0,-1 0 0,1 0 0,0 0 0,-1 0 0,1 0 0,0-1 0,0 1 0,0 0 0,0-1 0,0 1 0,0 0 0,0-1 0,0 1 0,0-1 0,0 0 0,0 1 0,0-1 0,0 0 0,0 0 0,1 1 0,-1-1 0,2 0 0,44 1 0,-34-1 0,0 1 0,21 2 0,63 10 0,-43-7 0,24 0 0,105-6 0,-83-1 0,206 16 0,-264-9-1365,-28-3-5461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2.687"/>
    </inkml:context>
    <inkml:brush xml:id="br0">
      <inkml:brushProperty name="width" value="0.05" units="cm"/>
      <inkml:brushProperty name="height" value="0.05" units="cm"/>
    </inkml:brush>
  </inkml:definitions>
  <inkml:trace contextRef="#ctx0" brushRef="#br0">11 3 24575,'0'0'0,"-1"0"0,1 0 0,-1 1 0,1-1 0,-1 0 0,0 0 0,1 0 0,0 1 0,-1-1 0,1 0 0,-1 1 0,1-1 0,-1 0 0,1 1 0,0-1 0,-1 1 0,1-1 0,-1 1 0,1-1 0,0 1 0,0-1 0,-1 1 0,1-1 0,0 1 0,0-1 0,0 1 0,0-1 0,-1 1 0,1-1 0,0 1 0,0 0 0,0-1 0,0 1 0,1 0 0,1 21 0,2-8 0,0 0 0,8 14 0,4 15 0,-16-43 0,7 19 0,-7-18 0,1 0 0,-1 0 0,1 0 0,-1 0 0,1 0 0,-1-1 0,1 1 0,-1 0 0,1-1 0,0 1 0,-1 0 0,1-1 0,0 1 0,0-1 0,-1 1 0,1-1 0,0 1 0,1 0 0,-2-1 0,1-1 0,-1 1 0,1 0 0,-1 0 0,1 0 0,-1 0 0,1 0 0,-1-1 0,0 1 0,1 0 0,-1 0 0,1-1 0,-1 1 0,0 0 0,1-1 0,-1 1 0,0 0 0,0-1 0,1 1 0,-1-1 0,0 1 0,0 0 0,1-1 0,-1 1 0,0-1 0,0 1 0,0-1 0,0 1 0,0-1 0,0 1 0,0 0 0,0-2 0,3-17 0,-3 18 0,1-16 0,-1 8 0,0 0 0,1 0 0,4-17 0,-4 23 0,0 0 0,0 0 0,1 0 0,-1 0 0,1 0 0,0 1 0,0-1 0,0 0 0,0 1 0,0-1 0,0 1 0,1 0 0,-1 0 0,6-3 0,-6 4 0,0 0 0,1 0 0,-1 0 0,0 0 0,1 1 0,-1 0 0,1-1 0,-1 1 0,1 0 0,-1 0 0,1 0 0,-1 0 0,0 1 0,1-1 0,-1 1 0,1-1 0,-1 1 0,0 0 0,1 0 0,-1 0 0,4 2 0,5 4 0,0 0 0,18 13 0,-29-19 0,11 7 0,0 1 0,-1 0 0,0 1 0,-1 0 0,0 0 0,-1 1 0,8 12 0,-13-14 0,-6-10 0,-8-12 0,7 6 0,1 0 0,-1-1 0,2 1 0,-1-1 0,1 1 0,0-1 0,0 0 0,0-9 0,2 14 0,0 0 0,0 0 0,0 1 0,0-1 0,1 0 0,-1 0 0,1 1 0,0-1 0,0 1 0,0-1 0,0 1 0,0-1 0,1 1 0,-1-1 0,1 1 0,-1 0 0,1 0 0,0 0 0,0 0 0,0 0 0,0 0 0,0 0 0,0 1 0,1-1 0,-1 1 0,0 0 0,5-2 0,-3 1 0,0 1 0,0-1 0,0 1 0,0 0 0,0 0 0,0 1 0,0-1 0,0 1 0,0 0 0,1 0 0,-1 0 0,0 1 0,0-1 0,0 1 0,0 0 0,4 2 0,-2 0 0,0-1 0,0 2 0,0-1 0,0 1 0,-1 0 0,0 0 0,0 0 0,0 1 0,5 6 0,70 77 0,-46-53-1365,-25-26-5461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8.802"/>
    </inkml:context>
    <inkml:brush xml:id="br0">
      <inkml:brushProperty name="width" value="0.05" units="cm"/>
      <inkml:brushProperty name="height" value="0.05" units="cm"/>
    </inkml:brush>
  </inkml:definitions>
  <inkml:trace contextRef="#ctx0" brushRef="#br0">0 2 24575,'2'-1'0,"4"4"0,8 9 0,-11-9 0,47 39 0,138 125 0,-180-158 0,1 0 0,0 0 0,1-1 0,-1 0 0,1 0 0,1-1 0,0-1 0,17 9 0,-15-11-1365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9.469"/>
    </inkml:context>
    <inkml:brush xml:id="br0">
      <inkml:brushProperty name="width" value="0.05" units="cm"/>
      <inkml:brushProperty name="height" value="0.05" units="cm"/>
    </inkml:brush>
  </inkml:definitions>
  <inkml:trace contextRef="#ctx0" brushRef="#br0">234 60 24575,'1'-5'0,"5"-24"0,-6 28 0,0-1 0,0 1 0,0 0 0,0 0 0,0 0 0,0-1 0,0 1 0,0 0 0,0 0 0,0-1 0,-1 1 0,1 0 0,0 0 0,-1 0 0,1 0 0,-1-1 0,0 1 0,-1-2 0,2 3 0,-1 0 0,0 0 0,1 0 0,-1 0 0,0 0 0,0-1 0,1 1 0,-1 1 0,0-1 0,1 0 0,-1 0 0,0 0 0,1 0 0,-1 0 0,0 1 0,1-1 0,-1 0 0,0 0 0,1 1 0,-1-1 0,0 1 0,1-1 0,-1 0 0,1 1 0,-1-1 0,1 1 0,-1 0 0,-14 16 0,-3 15 0,14-24 0,-1 0 0,-7 12 0,-18 25 0,21-31 0,0-1 0,-1 0 0,-13 15 0,-2-5-37,18-17-185,-1 0 1,1 1 0,0 0 0,1 1-1,-11 14 1,12-12-6605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0.603"/>
    </inkml:context>
    <inkml:brush xml:id="br0">
      <inkml:brushProperty name="width" value="0.05" units="cm"/>
      <inkml:brushProperty name="height" value="0.05" units="cm"/>
    </inkml:brush>
  </inkml:definitions>
  <inkml:trace contextRef="#ctx0" brushRef="#br0">196 1 24575,'-11'0'0,"0"0"0,0 0 0,0 1 0,0 1 0,1 0 0,-1 0 0,0 1 0,-17 7 0,0-1 0,24-8 0,-1 0 0,1 0 0,0 1 0,0-1 0,0 1 0,-4 3 0,7-4 0,-1 0 0,1 0 0,-1 1 0,1-1 0,0 0 0,0 1 0,0-1 0,0 1 0,0 0 0,0-1 0,0 1 0,0 0 0,1 0 0,-1-1 0,1 1 0,-1 0 0,1 0 0,0 2 0,-2 25 0,3 49 0,1-21 0,-2-43 0,2 1 0,3 17 0,-2-16 0,2 25 0,2 34 0,-3-47 0,0 31 0,-5-41 0,0-12 0,1 1 0,0 0 0,0-1 0,2 12 0,-1-16 0,-1-1 0,0 0 0,1 1 0,-1-1 0,1 0 0,0 1 0,-1-1 0,1 0 0,0 0 0,0 1 0,0-1 0,0 0 0,0 0 0,0 0 0,0 0 0,0 0 0,0-1 0,0 1 0,1 0 0,-1 0 0,0-1 0,0 1 0,1-1 0,-1 1 0,1-1 0,1 1 0,15 1 0,1-1 0,-1 0 0,26-4 0,6 1 0,-23-1-1365,-18 0-5461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1.728"/>
    </inkml:context>
    <inkml:brush xml:id="br0">
      <inkml:brushProperty name="width" value="0.05" units="cm"/>
      <inkml:brushProperty name="height" value="0.05" units="cm"/>
    </inkml:brush>
  </inkml:definitions>
  <inkml:trace contextRef="#ctx0" brushRef="#br0">2 11 24575,'-1'0'0,"1"-1"0,0 1 0,0 0 0,0 0 0,0-1 0,0 1 0,0 0 0,0-1 0,0 1 0,0 0 0,0-1 0,0 1 0,0 0 0,0-1 0,0 1 0,0 0 0,0 0 0,0-1 0,1 1 0,-1 0 0,0-1 0,0 1 0,0 0 0,0 0 0,1-1 0,-1 1 0,0 0 0,0 0 0,0 0 0,1-1 0,-1 1 0,0 0 0,0 0 0,1 0 0,-1 0 0,0-1 0,1 1 0,-1 0 0,1 0 0,0 0 0,0 1 0,0-1 0,0 1 0,0-1 0,0 1 0,-1 0 0,1-1 0,0 1 0,0 0 0,0 0 0,0 1 0,20 26 0,-15-19 0,-1 0 0,-1 0 0,0 1 0,0 0 0,0-1 0,-2 1 0,1 0 0,-1 1 0,0-1 0,-1 0 0,0 19 0,-2 9 0,1-38 0,0 0 0,0 0 0,0 0 0,0 0 0,0 1 0,0-1 0,0 0 0,0 0 0,0 0 0,0 0 0,0 0 0,0 0 0,0 0 0,0 0 0,0 0 0,0 0 0,0 0 0,0 0 0,0 0 0,0 0 0,0 0 0,0 1 0,0-1 0,0 0 0,0 0 0,0 0 0,0 0 0,0 0 0,0 0 0,0 0 0,0 0 0,0 0 0,1 0 0,-1 0 0,0 0 0,0 0 0,0 0 0,0 0 0,0 0 0,0 0 0,0 0 0,0 0 0,0 0 0,0 0 0,0 0 0,0 0 0,0 0 0,0 0 0,0 0 0,0 0 0,1 0 0,-1 0 0,0 0 0,0 0 0,0 0 0,0 0 0,0 0 0,0 0 0,0 0 0,0 0 0,0 0 0,0 0 0,0 0 0,0 0 0,0 0 0,0 0 0,0 0 0,4-6 0,1-10 0,-5 16 0,4-22 0,9-32 0,-12 49 0,1-1 0,0 1 0,1 0 0,-1 0 0,1 0 0,0 0 0,0 0 0,0 1 0,1-1 0,0 1 0,6-6 0,-7 8 0,0 0 0,0 1 0,0 0 0,0-1 0,0 1 0,1 0 0,-1 1 0,0-1 0,0 0 0,1 1 0,-1 0 0,1 0 0,-1 0 0,0 0 0,1 0 0,-1 1 0,0-1 0,1 1 0,-1 0 0,0 0 0,4 3 0,9 2 0,-1 1 0,27 19 0,-36-23 0,71 49 0,-77-52 0,1 1 0,-1-1 0,1 0 0,-1 1 0,1-1 0,0 0 0,-1 0 0,1 1 0,-1-1 0,1 0 0,0 0 0,-1 0 0,1 0 0,0 0 0,-1 0 0,1 0 0,-1 0 0,1 0 0,0 0 0,-1 0 0,1 0 0,0 0 0,-1-1 0,1 1 0,-1 0 0,1 0 0,0-1 0,-1 1 0,1 0 0,-1-1 0,1 1 0,-1-1 0,1 1 0,-1-1 0,0 1 0,1-1 0,-1 1 0,1-1 0,-1 0 0,4-4 0,-1-1 0,0 1 0,3-10 0,3-3 0,-8 16 0,0 0 0,0 0 0,1 1 0,-1-1 0,0 0 0,1 1 0,0-1 0,-1 1 0,1 0 0,0 0 0,-1-1 0,1 1 0,0 0 0,0 1 0,0-1 0,0 0 0,0 0 0,4 0 0,-4 1 0,1 0 0,-1 1 0,0-1 0,0 0 0,1 1 0,-1 0 0,0-1 0,0 1 0,0 0 0,0 0 0,0 0 0,0 1 0,0-1 0,0 0 0,-1 1 0,1-1 0,2 3 0,6 7 0,17 23 0,-2-1 0,-13-18 0,0 1 0,10 17 0,-22-32-76,1 0 1,-1 0-1,1-1 0,-1 1 0,0 0 0,1 0 0,-1 0 0,0 0 1,1 0-1,-1 0 0,0-1 0,0 1 0,0 0 0,0 0 1,0 0-1,0 0 0,0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2.571"/>
    </inkml:context>
    <inkml:brush xml:id="br0">
      <inkml:brushProperty name="width" value="0.05" units="cm"/>
      <inkml:brushProperty name="height" value="0.05" units="cm"/>
    </inkml:brush>
  </inkml:definitions>
  <inkml:trace contextRef="#ctx0" brushRef="#br0">0 78 24575,'4'-7'0,"0"1"0,1 0 0,0 0 0,0 0 0,0 1 0,0 0 0,1 0 0,11-8 0,-12 10 0,-1 1 0,1 0 0,0-1 0,0 2 0,0-1 0,0 0 0,0 1 0,0 0 0,0 0 0,0 1 0,1-1 0,-1 1 0,8 1 0,-11-1 0,0 1 0,0-1 0,0 1 0,1 0 0,-1 0 0,0 0 0,0 0 0,0 0 0,0 0 0,-1 0 0,1 0 0,0 1 0,0-1 0,-1 1 0,1 0 0,-1-1 0,1 1 0,-1 0 0,0 0 0,2 3 0,1 4 0,1 0 0,-2 1 0,4 13 0,0-3 0,1 3 0,0 1 0,-2 0 0,-1 0 0,0 1 0,-2-1 0,0 34 0,-3-34 0,-1-8 0,1 1 0,0-1 0,1 1 0,1 0 0,1-1 0,6 21 0,2-4 0,-6-16 0,1 0 0,0-1 0,16 29 0,-19-41 0,0 0 0,-1 0 0,0 0 0,0 1 0,4 7 0,-6-11 0,0 0 0,0 0 0,1 0 0,-1 0 0,0 0 0,0 0 0,0 0 0,0 0 0,0 0 0,0 0 0,-1 0 0,1 0 0,0-1 0,0 1 0,-1 0 0,1 0 0,0 0 0,-1 0 0,1 0 0,-1-1 0,1 1 0,-1 0 0,1 0 0,-1-1 0,0 1 0,1 0 0,-1-1 0,0 1 0,0 0 0,-1 0 0,-7 3 5,0-1 0,0 1 0,0-2-1,0 1 1,-1-1 0,1-1 0,-17 2-1,-15 2-1407,28-3-5423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3.178"/>
    </inkml:context>
    <inkml:brush xml:id="br0">
      <inkml:brushProperty name="width" value="0.05" units="cm"/>
      <inkml:brushProperty name="height" value="0.05" units="cm"/>
    </inkml:brush>
  </inkml:definitions>
  <inkml:trace contextRef="#ctx0" brushRef="#br0">1 0 24575,'0'3'0,"2"0"0,2 3 0,-1 2 0,0 3 0,-2 2 0,1-2-8191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35.359"/>
    </inkml:context>
    <inkml:brush xml:id="br0">
      <inkml:brushProperty name="width" value="0.05" units="cm"/>
      <inkml:brushProperty name="height" value="0.05" units="cm"/>
      <inkml:brushProperty name="color" value="#00A0D7"/>
    </inkml:brush>
  </inkml:definitions>
  <inkml:trace contextRef="#ctx0" brushRef="#br0">1 3 24575,'0'0'0,"0"0"0,0 0 0,0 0 0,0 0 0,0 0 0,0 0 0,0 0 0,0 0 0,0 0 0,0 0 0,0 0 0,0-1 0,0 1 0,0 0 0,0 0 0,0 0 0,0 0 0,0 0 0,0 0 0,0 0 0,0 0 0,0 0 0,0 0 0,0 0 0,0 0 0,0 0 0,0 0 0,0 0 0,0-1 0,0 1 0,0 0 0,0 0 0,0 0 0,0 0 0,0 0 0,0 0 0,0 0 0,0 0 0,0 0 0,0 0 0,0 0 0,0 0 0,0 0 0,0 0 0,1 0 0,-1 0 0,0 0 0,0 0 0,0 0 0,0 0 0,0 0 0,0 0 0,0 0 0,0 0 0,0 0 0,0 0 0,0 0 0,0 0 0,0 0 0,0 0 0,0 0 0,1 0 0,-1 0 0,0 0 0,3 5 0,4 9 0,5 73 0,9 103 0,-14-124 0,1 47 0,-8-95-80,1-10-177,-1 0 0,-1 0 0,1 0 0,-3 14 0,-1-13-6569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38.167"/>
    </inkml:context>
    <inkml:brush xml:id="br0">
      <inkml:brushProperty name="width" value="0.05" units="cm"/>
      <inkml:brushProperty name="height" value="0.05" units="cm"/>
      <inkml:brushProperty name="color" value="#00A0D7"/>
    </inkml:brush>
  </inkml:definitions>
  <inkml:trace contextRef="#ctx0" brushRef="#br0">9775 31 24575,'-799'0'0,"785"1"0,-1 0 0,-17 5 0,16-3 0,-25 1 0,12-3 0,1-1 0,-1-2 0,-32-6 0,-43-7 0,77 11 0,-1 1 0,0 2 0,-52 4 0,25 3 0,-28 3 0,-127-19 0,-16-5 0,-56 8 0,176 9 0,-5 5 0,2 1 0,32-9 0,-66 2 0,97 6 0,31-4 0,-28 2 0,33-4 0,-1 0 0,1 1 0,-1 0 0,-14 6 0,14-4 0,0-1 0,0 0 0,-21 2 0,-183-4 0,105-2 0,-576 1 0,537-9 0,81 3 0,-2 0 0,-87-3 0,-102 18 0,78 6 0,88-8 0,-8 1 0,32-2 0,-101-5 0,81-2 0,-1613 1 0,1649 2 0,-59 11 0,-47 2 0,61-8 0,-9 0 0,-604-7 0,690 1 0,-31 5 0,-16 2 0,-206-8 0,130 0 0,31-9 0,53 2 0,4 1 0,-48-3 0,74 9 0,-50-8 0,-2 1 0,-2-1 0,41 3-8,0 2-1,-63 4 0,34 1-1330,58-2-5487</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38.633"/>
    </inkml:context>
    <inkml:brush xml:id="br0">
      <inkml:brushProperty name="width" value="0.05" units="cm"/>
      <inkml:brushProperty name="height" value="0.05" units="cm"/>
      <inkml:brushProperty name="color" value="#00A0D7"/>
    </inkml:brush>
  </inkml:definitions>
  <inkml:trace contextRef="#ctx0" brushRef="#br0">35 1 24575,'-1'0'0,"1"0"0,-1 0 0,0 1 0,1-1 0,-1 0 0,0 1 0,1-1 0,-1 1 0,1-1 0,-1 0 0,1 1 0,-1-1 0,1 1 0,-1 0 0,1-1 0,0 1 0,-1-1 0,1 1 0,0 0 0,-1-1 0,1 1 0,0 0 0,0-1 0,0 1 0,0 0 0,-1-1 0,1 2 0,-2 23 0,1-23 0,-5 52 0,4-39 0,0-1 0,1 1 0,0 0 0,1 0 0,3 17 0,3 16 0,-2 1 0,-2 0 0,-5 50 0,1-83-341,0 0 0,0 0-1,-6 16 1,3-17-6485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2.318"/>
    </inkml:context>
    <inkml:brush xml:id="br0">
      <inkml:brushProperty name="width" value="0.05" units="cm"/>
      <inkml:brushProperty name="height" value="0.05" units="cm"/>
      <inkml:brushProperty name="color" value="#00A0D7"/>
    </inkml:brush>
  </inkml:definitions>
  <inkml:trace contextRef="#ctx0" brushRef="#br0">9630 75 24575,'-53'1'0,"-57"-2"0,68-6 0,32 4 0,-1 1 0,-15-1 0,-196 3 0,208 1 0,-1 1 0,-17 3 0,16-2 0,-25 2 0,-151-6 0,178 0 0,-1 0 0,-17-4 0,16 2 0,-25-2 0,35 5 0,-31-1 0,-41-7 0,-7-7 0,-35-6 0,82 16 0,17 1 0,-37-1 0,14 5 0,-66 9 0,80-6 0,-40-1 0,4 0 0,12 5 0,34-4 0,-29 1 0,25-4 0,-36-7 0,36 3 0,-31 0 0,39 3 0,-29-6 0,32 5 0,0 0 0,0 0 0,-19 1 0,-10 9 0,31-6 0,1 0 0,-16 1 0,-237-2 0,128-2 0,20-7 0,3 1 0,53 6 0,-85 11 0,95-3 0,-133 24 0,38-6 0,82-21 0,-73-4 0,50-2 0,-49-7 0,110 7 0,-158-2 0,117 4 0,-23 8 0,14-1 0,-35 2 0,45-3 0,3 0 0,-75 3 0,27 1 0,71-5 0,-69 10 0,62-9 0,15-2 0,-34 1 0,-6-5 0,-114-1 0,63-14 0,-17 0 0,35 8 0,-19-1 0,-17 0 0,82 3 0,-76 3 0,74 3 0,43 0 0,-30 5 0,-9 1 0,-142-5 0,101-3 0,75 0 0,-31-6 0,31 4 0,-25-1 0,-4 3 0,-95 11 0,-1 5 0,79-10 0,-81-4 0,71-2 0,62 1 0,0-2 0,-17-3 0,16 2 0,-27-2 0,-251 5 0,140 1 0,130-2 0,-31-6 0,-18 0 0,-22-1 0,-3 1 0,74 7 0,-152-9 0,127 4 0,0 3 0,-60 4 0,55 5 0,33-4 0,-25 2 0,-33 2 0,50-3 0,-31 0 0,29-4 0,-53 8 0,-18-1 0,69-6 0,-40 6 0,53-5 0,-24 1 0,3-2 0,1 6 0,29-4 0,-1-1 0,-13 1 0,2-2 0,1-1 0,-1-1 0,1-1 0,-28-6 0,35 5-96,8 2-116,-1-1 1,1 0-1,0 0 1,0-1-1,-9-4 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2.551"/>
    </inkml:context>
    <inkml:brush xml:id="br0">
      <inkml:brushProperty name="width" value="0.05" units="cm"/>
      <inkml:brushProperty name="height" value="0.05" units="cm"/>
      <inkml:brushProperty name="color" value="#00A0D7"/>
    </inkml:brush>
  </inkml:definitions>
  <inkml:trace contextRef="#ctx0" brushRef="#br0">111 1 24575,'-26'5'0,"-7"4"0,4 1 0,6-2-8191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4.584"/>
    </inkml:context>
    <inkml:brush xml:id="br0">
      <inkml:brushProperty name="width" value="0.05" units="cm"/>
      <inkml:brushProperty name="height" value="0.05" units="cm"/>
      <inkml:brushProperty name="color" value="#00A0D7"/>
    </inkml:brush>
  </inkml:definitions>
  <inkml:trace contextRef="#ctx0" brushRef="#br0">1 7 24575,'0'-1'0,"0"1"0,0 0 0,0 0 0,0 0 0,0-1 0,0 1 0,0 0 0,0 0 0,0-1 0,0 1 0,0 0 0,0 0 0,0 0 0,0-1 0,1 1 0,-1 0 0,0 0 0,0 0 0,0-1 0,0 1 0,0 0 0,0 0 0,1 0 0,-1 0 0,0 0 0,0-1 0,0 1 0,0 0 0,1 0 0,-1 0 0,0 0 0,0 0 0,0 0 0,1 0 0,-1 0 0,0 0 0,0-1 0,1 1 0,10 4 0,7 9 0,43 37 0,79 49 0,-84-60-1365,-48-35-5461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4.976"/>
    </inkml:context>
    <inkml:brush xml:id="br0">
      <inkml:brushProperty name="width" value="0.05" units="cm"/>
      <inkml:brushProperty name="height" value="0.05" units="cm"/>
      <inkml:brushProperty name="color" value="#00A0D7"/>
    </inkml:brush>
  </inkml:definitions>
  <inkml:trace contextRef="#ctx0" brushRef="#br0">182 23 24575,'-4'-3'0,"2"1"0,-1 0 0,1 0 0,-1 0 0,1 0 0,-1 0 0,0 1 0,0 0 0,0-1 0,0 1 0,-6-1 0,9 2 0,0 0 0,0 0 0,-1 0 0,1 0 0,0 0 0,0 0 0,0 0 0,-1 1 0,1-1 0,0 0 0,0 0 0,0 0 0,0 0 0,-1 0 0,1 1 0,0-1 0,0 0 0,0 0 0,0 0 0,0 1 0,-1-1 0,1 0 0,0 0 0,0 1 0,0-1 0,0 0 0,0 0 0,0 0 0,0 1 0,0-1 0,0 0 0,0 0 0,0 1 0,0-1 0,0 0 0,0 0 0,0 1 0,0-1 0,0 0 0,1 0 0,3 13 0,-3-8 0,1-1 0,-1-1 0,0 1 0,-1 0 0,1 0 0,-1-1 0,0 1 0,0 0 0,0 0 0,0 0 0,0 0 0,-1 0 0,0-1 0,0 1 0,0 0 0,0-1 0,-1 1 0,1-1 0,-1 1 0,0-1 0,0 1 0,0-1 0,0 0 0,-1 0 0,1 0 0,-1 0 0,0-1 0,0 1 0,0-1 0,0 0 0,0 0 0,0 0 0,-8 3 0,9-4-43,-8 3-122,1 0 0,0 1-1,0 0 1,0 0 0,0 1 0,1 0-1,-13 13 1,13-11-6661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5.847"/>
    </inkml:context>
    <inkml:brush xml:id="br0">
      <inkml:brushProperty name="width" value="0.05" units="cm"/>
      <inkml:brushProperty name="height" value="0.05" units="cm"/>
      <inkml:brushProperty name="color" value="#00A0D7"/>
    </inkml:brush>
  </inkml:definitions>
  <inkml:trace contextRef="#ctx0" brushRef="#br0">0 0 24575,'13'10'0,"3"4"-8191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6.833"/>
    </inkml:context>
    <inkml:brush xml:id="br0">
      <inkml:brushProperty name="width" value="0.05" units="cm"/>
      <inkml:brushProperty name="height" value="0.05" units="cm"/>
      <inkml:brushProperty name="color" value="#00A0D7"/>
    </inkml:brush>
  </inkml:definitions>
  <inkml:trace contextRef="#ctx0" brushRef="#br0">168 27 24575,'-3'-2'0,"0"-1"0,-1 0 0,1 1 0,-1 0 0,1-1 0,-1 1 0,0 1 0,0-1 0,0 1 0,0-1 0,0 1 0,0 0 0,0 0 0,-8 0 0,3 1 0,-1 0 0,1 1 0,0 0 0,-1 0 0,-12 5 0,20-6 0,0 1 0,0 0 0,0 0 0,1-1 0,-1 1 0,0 0 0,1 1 0,-1-1 0,1 0 0,-1 0 0,1 1 0,0-1 0,-1 1 0,1-1 0,0 1 0,0-1 0,0 1 0,0 0 0,0 0 0,1-1 0,-1 1 0,0 0 0,1 0 0,-1 0 0,1 3 0,-1 6 0,0-1 0,1 1 0,2 18 0,0-7 0,-1 166 0,-2-109 0,1-76 0,0 0 0,0 0 0,1 0 0,-1 0 0,1 0 0,-1 0 0,1 0 0,0-1 0,0 1 0,0 0 0,1 0 0,-1-1 0,1 1 0,-1-1 0,1 1 0,0-1 0,3 3 0,-2-2 0,0-1 0,0 0 0,0 0 0,0 0 0,1 0 0,-1-1 0,1 1 0,-1-1 0,1 0 0,-1 0 0,1 0 0,0-1 0,6 1 0,-10-1-9,12 1-217,-1 0 0,1-1 0,0 0 0,-1-1 0,16-3 0,-17 1-6600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7.554"/>
    </inkml:context>
    <inkml:brush xml:id="br0">
      <inkml:brushProperty name="width" value="0.05" units="cm"/>
      <inkml:brushProperty name="height" value="0.05" units="cm"/>
      <inkml:brushProperty name="color" value="#00A0D7"/>
    </inkml:brush>
  </inkml:definitions>
  <inkml:trace contextRef="#ctx0" brushRef="#br0">8 58 24575,'-6'-15'0,"4"13"0,5 9 0,0-1 0,1 0 0,-1 0 0,1-1 0,0 1 0,8 8 0,-10-12 0,0 0 0,0 0 0,0-1 0,0 1 0,0-1 0,0 1 0,0-1 0,0 0 0,0 1 0,1-1 0,-1-1 0,0 1 0,1 0 0,-1 0 0,1-1 0,-1 1 0,1-1 0,3 0 0,-5 0 0,0-1 0,0 1 0,0 0 0,0-1 0,0 1 0,0-1 0,0 0 0,0 1 0,-1-1 0,1 0 0,0 1 0,0-1 0,0 0 0,-1 0 0,1 0 0,0 0 0,-1 0 0,1 0 0,-1 0 0,1 0 0,-1 0 0,0 0 0,1 0 0,-1-1 0,6-32 0,-4 22 0,-1 8 0,-1 1 0,1 0 0,0 0 0,0-1 0,0 1 0,1 0 0,-1 0 0,1 0 0,3-4 0,-5 6 0,1 0 0,0 0 0,0 1 0,0-1 0,0 0 0,0 0 0,0 1 0,0-1 0,0 1 0,0-1 0,0 1 0,1 0 0,-1-1 0,0 1 0,0 0 0,0 0 0,0 0 0,1 0 0,-1 0 0,0 0 0,0 0 0,0 0 0,1 0 0,-1 0 0,0 1 0,0-1 0,0 1 0,0-1 0,0 1 0,2 0 0,2 2 0,1 1 0,-1 0 0,0 0 0,0 0 0,-1 0 0,1 1 0,-1 0 0,7 9 0,-6-7 0,0-1 0,0 0 0,0-1 0,12 11 0,-16-16 0,-1 0 0,0 0 0,0 0 0,1 1 0,-1-1 0,0 0 0,1 0 0,-1 0 0,0 0 0,1 0 0,-1 1 0,0-1 0,1 0 0,-1 0 0,0 0 0,1 0 0,-1 0 0,0 0 0,1 0 0,-1 0 0,0 0 0,1 0 0,-1-1 0,0 1 0,1 0 0,-1 0 0,0 0 0,1 0 0,-1 0 0,0-1 0,0 1 0,1 0 0,-1 0 0,0 0 0,0-1 0,1 1 0,-1 0 0,0 0 0,1-1 0,6-16 0,1 0 0,-7 16 0,0 0 0,0 1 0,0-1 0,1 0 0,-1 1 0,0-1 0,1 1 0,-1 0 0,0-1 0,1 1 0,-1 0 0,0 0 0,1 0 0,-1 0 0,1 0 0,-1 0 0,0 0 0,1 0 0,-1 0 0,0 1 0,1-1 0,-1 1 0,0-1 0,1 1 0,-1-1 0,0 1 0,0 0 0,0-1 0,0 1 0,0 0 0,1 0 0,-1 0 0,0 1 0,6 4 0,-2 0 0,1 0 0,8 14 0,-7-9-1365,-1-2-5461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8.196"/>
    </inkml:context>
    <inkml:brush xml:id="br0">
      <inkml:brushProperty name="width" value="0.05" units="cm"/>
      <inkml:brushProperty name="height" value="0.05" units="cm"/>
      <inkml:brushProperty name="color" value="#00A0D7"/>
    </inkml:brush>
  </inkml:definitions>
  <inkml:trace contextRef="#ctx0" brushRef="#br0">0 61 24575,'27'-10'0,"70"-23"0,-80 28 0,0 2 0,0-1 0,32-1 0,-47 5 0,0 0 0,0 0 0,0 0 0,1 0 0,-1 1 0,0-1 0,0 0 0,0 1 0,0 0 0,0-1 0,1 1 0,-1 0 0,-1 0 0,1 0 0,0 1 0,0-1 0,0 0 0,-1 1 0,1-1 0,0 1 0,-1-1 0,1 1 0,-1 0 0,0-1 0,2 5 0,-1-1 0,0 1 0,0-1 0,-1 0 0,0 1 0,0 0 0,0-1 0,-1 1 0,1-1 0,-2 7 0,1 6 0,6 35 0,0 11 0,-4-37 0,5 35 0,-5-48 0,8 60 0,-10-72 0,1-1 0,-1 1 0,1 0 0,-1 0 0,0 0 0,0-1 0,0 1 0,0 0 0,0 0 0,0 0 0,-1 0 0,1-1 0,0 1 0,-1 0 0,0 0 0,-1 2 0,1-3 0,0 0 0,0 1 0,0-1 0,-1 0 0,1 0 0,0-1 0,-1 1 0,1 0 0,-1 0 0,1-1 0,-1 1 0,0-1 0,1 1 0,-1-1 0,1 0 0,-1 1 0,0-1 0,1 0 0,-3 0 0,-12 0-73,-28 4-1219,31-1-5534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56.787"/>
    </inkml:context>
    <inkml:brush xml:id="br0">
      <inkml:brushProperty name="width" value="0.05" units="cm"/>
      <inkml:brushProperty name="height" value="0.05" units="cm"/>
      <inkml:brushProperty name="color" value="#008C3A"/>
    </inkml:brush>
  </inkml:definitions>
  <inkml:trace contextRef="#ctx0" brushRef="#br0">33 6 24575,'4'-5'0,"-4"5"0,0-1 0,0 1 0,0 0 0,0 0 0,0 0 0,0 0 0,0 0 0,1 0 0,-1 1 0,0-1 0,0 0 0,0 0 0,0 0 0,0 0 0,0 0 0,0 0 0,0 0 0,1 0 0,-1 0 0,0 0 0,0 0 0,0 0 0,0 0 0,0 0 0,0 0 0,0 1 0,0-1 0,0 0 0,0 0 0,0 0 0,0 0 0,1 0 0,-1 0 0,0 0 0,0 0 0,0 1 0,0-1 0,0 0 0,0 0 0,0 0 0,0 0 0,0 0 0,0 0 0,0 0 0,0 1 0,0-1 0,0 0 0,0 0 0,0 0 0,-1 0 0,1 0 0,0 0 0,0 0 0,0 0 0,0 1 0,0-1 0,0 0 0,0 0 0,0 0 0,-9 27 0,7-22 0,0 1 0,0-1 0,0 1 0,0 5 0,0 11-87,2-16-29,-1-1 0,1 1 0,-1-1-1,0 0 1,0 1 0,-1-1 0,1 0 0,-1 0-1,0 0 1,-4 7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58.803"/>
    </inkml:context>
    <inkml:brush xml:id="br0">
      <inkml:brushProperty name="width" value="0.05" units="cm"/>
      <inkml:brushProperty name="height" value="0.05" units="cm"/>
      <inkml:brushProperty name="color" value="#008C3A"/>
    </inkml:brush>
  </inkml:definitions>
  <inkml:trace contextRef="#ctx0" brushRef="#br0">1924 162 24575,'-14'-1'0,"-1"1"0,1-2 0,-22-4 0,-26-3 0,10 2 0,25 4 0,0 1 0,-53 2 0,-22 0 0,62-7 0,29 4 0,0 1 0,-16-1 0,-314 2 0,165 2 0,165-1 0,0-2 0,-20-3 0,19 2 0,0 1 0,-14-1 0,-166 3 0,165 3 0,-1 0 0,1 2 0,1 0 0,-29 11 0,16-7 0,-54 7 0,48-12 0,-76-4 0,50-1 0,69 1 0,-1 0 0,0 0 0,0 0 0,0-1 0,1 1 0,-1-1 0,0 1 0,1-1 0,-1 0 0,0 0 0,1 0 0,-1 0 0,1-1 0,0 1 0,-4-3 0,4 2 0,1 0 0,-1 0 0,1 0 0,0 0 0,-1-1 0,1 1 0,0-1 0,0 1 0,0 0 0,1-1 0,-1 1 0,1-1 0,-1 0 0,1 1 0,0-1 0,0-3 0,-1-4 0,1 0 0,0 0 0,1 0 0,0 0 0,0 1 0,1-1 0,5-17 0,-2 20-1365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2.872"/>
    </inkml:context>
    <inkml:brush xml:id="br0">
      <inkml:brushProperty name="width" value="0.05" units="cm"/>
      <inkml:brushProperty name="height" value="0.05" units="cm"/>
      <inkml:brushProperty name="color" value="#008C3A"/>
    </inkml:brush>
  </inkml:definitions>
  <inkml:trace contextRef="#ctx0" brushRef="#br0">1 14 24575,'1'12'0,"1"0"0,1-1 0,6 17 0,3 13 0,-8-24 0,1 0 0,10 25 0,-14-39 0,1 1 0,-1-1 0,1 1 0,0-1 0,0 0 0,0 0 0,1 0 0,-1 0 0,1 0 0,-1 0 0,1 0 0,0-1 0,0 0 0,0 1 0,1-1 0,-1 0 0,0-1 0,5 3 0,-7-4 0,1 0 0,-1 1 0,0-1 0,1 0 0,-1 0 0,1 0 0,-1 0 0,0 0 0,1 0 0,-1 0 0,0 0 0,1 0 0,-1-1 0,1 1 0,-1 0 0,0-1 0,0 0 0,1 1 0,-1-1 0,0 0 0,0 1 0,0-1 0,1 0 0,-1 0 0,0 0 0,0 0 0,-1 0 0,1 0 0,0 0 0,0 0 0,0-1 0,-1 1 0,1 0 0,-1 0 0,1-1 0,-1 1 0,1 0 0,-1-1 0,1-1 0,0-7 0,1 0 0,-2 1 0,1-1 0,-2-15 0,1 16 0,1-16 0,-1 24 0,0 1 0,0-1 0,0 1 0,1-1 0,-1 1 0,0-1 0,0 1 0,0-1 0,1 1 0,-1-1 0,0 1 0,0-1 0,1 1 0,-1 0 0,0-1 0,1 1 0,-1 0 0,1-1 0,-1 1 0,1 0 0,-1 0 0,1 0 0,-1 0 0,1 0 0,-1 0 0,0 0 0,1 0 0,-1 1 0,1-1 0,-1 0 0,0 0 0,1 0 0,-1 0 0,1 1 0,-1-1 0,0 0 0,1 1 0,-1-1 0,0 0 0,0 0 0,1 1 0,-1-1 0,0 1 0,0-1 0,1 1 0,13 15 0,43 50 0,-48-57 0,1-1 0,0 1 0,0-2 0,21 13 0,-25-18 0,-1 2 0,1-1 0,0 0 0,0-1 0,0 0 0,8 2 0,-13-3 0,0-1 0,0 0 0,0 0 0,0 0 0,0 0 0,0 0 0,0 0 0,0 0 0,0 0 0,0 0 0,0 0 0,0-1 0,0 1 0,0 0 0,0-1 0,0 1 0,0-1 0,0 1 0,0-1 0,0 1 0,-1-1 0,1 0 0,0 1 0,0-1 0,-1 0 0,1 0 0,0 0 0,-1 1 0,1-1 0,-1 0 0,1 0 0,-1 0 0,0 0 0,1 0 0,-1 0 0,0 0 0,1 0 0,-1 0 0,0 0 0,0-1 0,1-5 0,-1 0 0,0 0 0,0 1 0,0-1 0,-1 0 0,0 0 0,-3-9 0,-18-48 0,10 30 0,8 24-117,0-2-195,0-1 0,0 1 0,-2-19 0,5 19-6514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6.343"/>
    </inkml:context>
    <inkml:brush xml:id="br0">
      <inkml:brushProperty name="width" value="0.05" units="cm"/>
      <inkml:brushProperty name="height" value="0.05" units="cm"/>
      <inkml:brushProperty name="color" value="#008C3A"/>
    </inkml:brush>
  </inkml:definitions>
  <inkml:trace contextRef="#ctx0" brushRef="#br0">196 43 24575,'-19'-14'0,"13"9"0,0 1 0,0 0 0,-11-5 0,14 7 0,0 1 0,0 1 0,0-1 0,0 0 0,0 1 0,1-1 0,-1 1 0,0 0 0,0 0 0,0 0 0,0 0 0,-5 2 0,-14 2 0,15-4 0,0 2 0,0-1 0,0 1 0,0 0 0,-6 3 0,11-4 0,0 0 0,1 0 0,-1 0 0,0 0 0,1 0 0,-1 1 0,1-1 0,-1 1 0,1-1 0,0 1 0,0-1 0,0 1 0,0 0 0,0 0 0,0-1 0,0 1 0,0 0 0,1 0 0,-1 0 0,1 0 0,-1 0 0,1 2 0,-2 29 0,3 50 0,1-20 0,-3-7 0,2 64 0,-1-118 0,1-1 0,-1 1 0,0-1 0,1 1 0,-1-1 0,1 1 0,-1-1 0,1 0 0,0 1 0,0-1 0,0 0 0,-1 0 0,1 1 0,0-1 0,0 0 0,0 0 0,1 0 0,-1 0 0,0 0 0,0-1 0,1 1 0,-1 0 0,0 0 0,1-1 0,-1 1 0,0-1 0,1 1 0,-1-1 0,1 0 0,1 1 0,6 0 0,0-1 0,0 1 0,0-1 0,10-2 0,-3 1 0,-7 1-105,-4 0-210,1-1 0,0 1 0,10-3 0,-6 0-6511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7.187"/>
    </inkml:context>
    <inkml:brush xml:id="br0">
      <inkml:brushProperty name="width" value="0.05" units="cm"/>
      <inkml:brushProperty name="height" value="0.05" units="cm"/>
      <inkml:brushProperty name="color" value="#008C3A"/>
    </inkml:brush>
  </inkml:definitions>
  <inkml:trace contextRef="#ctx0" brushRef="#br0">9 54 24575,'-7'-15'0,"6"13"0,4 9 0,18 33 0,-19-37 0,1 1 0,-1-1 0,1 1 0,0-1 0,0 0 0,0 0 0,0-1 0,5 5 0,-7-7 0,0 0 0,0 1 0,0-1 0,0 0 0,0 0 0,0 0 0,0 0 0,0 0 0,0 0 0,0 0 0,0 0 0,-1 0 0,1 0 0,0-1 0,0 1 0,0 0 0,0 0 0,0-1 0,0 1 0,-1-1 0,1 1 0,0-1 0,0 1 0,-1-1 0,1 0 0,0 1 0,-1-1 0,1 0 0,0 1 0,-1-1 0,1 0 0,-1 0 0,1 0 0,-1-1 0,5-5 0,-1 0 0,5-16 0,-7 17 0,2-3 0,-3 4 0,1 1 0,-1 0 0,1 0 0,0 0 0,0 0 0,0 0 0,1 0 0,-1 1 0,1-1 0,5-4 0,-7 7 0,0 1 0,0 0 0,0 0 0,0-1 0,0 1 0,0 0 0,0 0 0,1 0 0,-1 0 0,0 0 0,0 0 0,0 0 0,0 0 0,0 1 0,0-1 0,0 0 0,0 1 0,0-1 0,0 1 0,0-1 0,0 1 0,0-1 0,0 1 0,0 0 0,-1-1 0,2 2 0,23 23 0,-21-20 0,16 21 0,-15-18 0,1-1 0,1 1 0,-1-1 0,10 8 0,-15-14 0,-1-1 0,1 1 0,0-1 0,-1 0 0,1 1 0,0-1 0,-1 1 0,1-1 0,0 0 0,-1 0 0,1 1 0,0-1 0,0 0 0,-1 0 0,1 0 0,0 0 0,0 0 0,0 0 0,-1 0 0,1 0 0,0 0 0,0 0 0,-1-1 0,1 1 0,0 0 0,0 0 0,-1-1 0,1 1 0,0 0 0,-1-1 0,1 1 0,0-1 0,-1 1 0,1-1 0,-1 1 0,1-1 0,-1 1 0,1-1 0,-1 0 0,1 1 0,-1-1 0,0 0 0,1-1 0,3-4 0,-2-1 0,1 1 0,-1-1 0,2-7 0,0 1 0,-4 12 0,1 0 0,-1 0 0,1 0 0,-1 0 0,0 0 0,1 0 0,0 0 0,-1 0 0,1 0 0,0 0 0,-1 0 0,1 1 0,0-1 0,0 0 0,0 0 0,0 1 0,-1-1 0,1 1 0,0-1 0,0 1 0,0-1 0,0 1 0,3-1 0,-3 1 0,1 0 0,0 0 0,0 0 0,-1 0 0,1 1 0,0-1 0,-1 1 0,1-1 0,0 1 0,-1-1 0,1 1 0,-1 0 0,3 2 0,4 2 0,0 2 0,-1-1 0,0 1 0,7 9 0,-2-3-104,-3-4-211,-1 1-1,0 0 1,7 12 0,-9-10-6511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7.833"/>
    </inkml:context>
    <inkml:brush xml:id="br0">
      <inkml:brushProperty name="width" value="0.05" units="cm"/>
      <inkml:brushProperty name="height" value="0.05" units="cm"/>
      <inkml:brushProperty name="color" value="#008C3A"/>
    </inkml:brush>
  </inkml:definitions>
  <inkml:trace contextRef="#ctx0" brushRef="#br0">0 19 24575,'15'-4'0,"0"-1"0,29-3 0,-36 7 0,-1 1 0,0 0 0,0 0 0,0 0 0,1 1 0,-1 0 0,0 0 0,11 4 0,-16-4 0,0 0 0,-1 0 0,1 0 0,0 1 0,0-1 0,0 0 0,-1 1 0,1-1 0,-1 1 0,1-1 0,-1 1 0,0 0 0,1 0 0,-1 0 0,0-1 0,0 1 0,0 0 0,-1 0 0,1 1 0,0-1 0,-1 0 0,1 0 0,-1 4 0,1 5 0,0 0 0,-1 0 0,-2 18 0,0-6 0,3 12 0,1 0 0,13 60 0,-4-22 0,-8-60 0,-2-10 0,-1 0 0,1 0 0,-1 1 0,1-1 0,-1 0 0,-1 6 0,1-8 0,0 0 0,0 0 0,-1 0 0,1-1 0,0 1 0,-1 0 0,1 0 0,-1 0 0,1-1 0,-1 1 0,0 0 0,1 0 0,-1-1 0,0 1 0,1-1 0,-1 1 0,0 0 0,0-1 0,0 1 0,1-1 0,-1 0 0,0 1 0,0-1 0,0 0 0,0 0 0,0 1 0,0-1 0,-1 0 0,-6 1-376,0 0 0,-16-2 0,22 1 139,-11 0-6589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0.080"/>
    </inkml:context>
    <inkml:brush xml:id="br0">
      <inkml:brushProperty name="width" value="0.05" units="cm"/>
      <inkml:brushProperty name="height" value="0.05" units="cm"/>
      <inkml:brushProperty name="color" value="#008C3A"/>
    </inkml:brush>
  </inkml:definitions>
  <inkml:trace contextRef="#ctx0" brushRef="#br0">45 136 24575,'1'4'0,"0"1"0,0-1 0,0 0 0,0 1 0,1-1 0,-1 0 0,1 0 0,0 0 0,0 0 0,1 0 0,-1 0 0,1-1 0,3 4 0,-3-4 0,0 1 0,-1-1 0,1 1 0,-1-1 0,0 1 0,0 0 0,0 0 0,0 0 0,-1 0 0,0 0 0,0 0 0,1 6 0,-2-10 0,0 0 0,0 1 0,0-1 0,0 0 0,0 0 0,1 1 0,-1-1 0,-1 0 0,1 1 0,0-1 0,0 0 0,0 0 0,0 1 0,0-1 0,0 0 0,0 0 0,0 1 0,0-1 0,0 0 0,-1 0 0,1 1 0,0-1 0,0 0 0,0 0 0,0 0 0,-1 1 0,1-1 0,0 0 0,0 0 0,-1 0 0,1 0 0,0 0 0,0 1 0,-1-1 0,1 0 0,-11-4 0,-8-12 0,19 16 0,-6-7 0,1 0 0,-1 0 0,1 0 0,0 0 0,1-1 0,0 0 0,0 0 0,-2-9 0,1 3 0,1 0 0,1-1 0,0 1 0,-1-16 0,4 27 6,0 0 0,0 0-1,0 0 1,0 0 0,0 0-1,1 0 1,-1 0 0,1 0 0,0 1-1,0-1 1,0 0 0,0 0-1,0 1 1,1-1 0,-1 1-1,1-1 1,0 1 0,0 0 0,0-1-1,3-2 1,-2 3-84,0 0 0,0 0 0,0 1-1,0-1 1,0 1 0,0 0 0,0 0 0,0 0 0,0 0-1,0 1 1,1-1 0,-1 1 0,0 0 0,0 0 0,1 0-1,-1 0 1,0 1 0,5 0 0,5 3-6748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0.515"/>
    </inkml:context>
    <inkml:brush xml:id="br0">
      <inkml:brushProperty name="width" value="0.05" units="cm"/>
      <inkml:brushProperty name="height" value="0.05" units="cm"/>
      <inkml:brushProperty name="color" value="#008C3A"/>
    </inkml:brush>
  </inkml:definitions>
  <inkml:trace contextRef="#ctx0" brushRef="#br0">177 7 24575,'-15'-3'0,"-8"0"0,1 2 0,1 2 0,4 3 0,2 1 0,2-1 0,0-1 0,0 0 0,0-2 0,2 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0.918"/>
    </inkml:context>
    <inkml:brush xml:id="br0">
      <inkml:brushProperty name="width" value="0.05" units="cm"/>
      <inkml:brushProperty name="height" value="0.05" units="cm"/>
      <inkml:brushProperty name="color" value="#008C3A"/>
    </inkml:brush>
  </inkml:definitions>
  <inkml:trace contextRef="#ctx0" brushRef="#br0">146 0 24575,'-10'0'0,"-5"0"0,-2 3 0,2 0 0,-1 0 0,0 2 0,1 0 0,0 0 0,0-2 0,3-1-8191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1.545"/>
    </inkml:context>
    <inkml:brush xml:id="br0">
      <inkml:brushProperty name="width" value="0.05" units="cm"/>
      <inkml:brushProperty name="height" value="0.05" units="cm"/>
      <inkml:brushProperty name="color" value="#008C3A"/>
    </inkml:brush>
  </inkml:definitions>
  <inkml:trace contextRef="#ctx0" brushRef="#br0">81 8 24575,'6'-2'0,"0"1"0,1 0 0,-1 0 0,1 0 0,-1 1 0,11 1 0,-13 0 0,0-1 0,0 1 0,-1 0 0,1 1 0,0-1 0,-1 1 0,1-1 0,-1 1 0,0 0 0,0 0 0,1 1 0,3 3 0,1 1 0,2 2 0,0 1 0,-1 0 0,10 13 0,-17-21 0,0 1 0,-1-1 0,1 0 0,-1 1 0,0-1 0,0 1 0,0-1 0,0 1 0,0-1 0,0 1 0,-1 0 0,1 0 0,-1-1 0,0 1 0,0 0 0,0 0 0,0-1 0,0 1 0,-1 0 0,1-1 0,-1 1 0,-1 3 0,1-4 0,0-1 0,0 1 0,-1 0 0,1 0 0,-1-1 0,1 1 0,-1-1 0,0 0 0,0 1 0,1-1 0,-1 0 0,0 0 0,0 0 0,0 0 0,0-1 0,0 1 0,-1 0 0,1-1 0,0 0 0,0 1 0,0-1 0,-4 0 0,-4 0 0,1 0 0,-1 0 0,-17-4 0,17 1 0,-1 1 0,0-2 0,1 0 0,-1 0 0,1-1 0,-13-8 0,17 10 0,0-1 0,1 0 0,-1-1 0,1 1 0,0-1 0,1 0 0,-1 0 0,1 0 0,0-1 0,0 0 0,-5-9 0,9 13-52,-1 0-1,1 0 1,-1-1-1,1 1 1,0 0-1,-1 0 1,1-1-1,0 1 1,1 0-1,-1 0 1,0-1-1,1 1 1,-1 0-1,1 0 1,0 0-1,-1 0 1,1 0-1,0 0 1,1 0-1,-1 0 1,0 0-1,0 0 0,1 0 1,-1 1-1,4-4 1,6-4-6774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8.658"/>
    </inkml:context>
    <inkml:brush xml:id="br0">
      <inkml:brushProperty name="width" value="0.05" units="cm"/>
      <inkml:brushProperty name="height" value="0.05" units="cm"/>
      <inkml:brushProperty name="color" value="#F6630D"/>
    </inkml:brush>
  </inkml:definitions>
  <inkml:trace contextRef="#ctx0" brushRef="#br0">1 2 24575,'6'-1'0,"-2"1"0,-1 7 0,14 105 0,-3-44 0,-9-52 0,-2 0 0,0 1 0,2 28 0,-5-32 0,5 22 0,-2-18 0,-3-16-76,0 0 1,0 0-1,0 0 0,0 0 0,0 0 0,0 0 0,0 0 0,0 0 1,-1-1-1,1 1 0,0 0 0,0 0 0,-1 0 0,1 0 1,0-1-1,-1 1 0,0 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0.485"/>
    </inkml:context>
    <inkml:brush xml:id="br0">
      <inkml:brushProperty name="width" value="0.05" units="cm"/>
      <inkml:brushProperty name="height" value="0.05" units="cm"/>
      <inkml:brushProperty name="color" value="#F6630D"/>
    </inkml:brush>
  </inkml:definitions>
  <inkml:trace contextRef="#ctx0" brushRef="#br0">5 454 24575,'0'-1'0,"-1"1"0,1 0 0,0 0 0,-1-1 0,1 1 0,0 0 0,0-1 0,-1 1 0,1-1 0,0 1 0,0 0 0,-1-1 0,1 1 0,0-1 0,0 1 0,0-1 0,0 1 0,0 0 0,0-1 0,0 1 0,0-1 0,0 1 0,0-1 0,0 1 0,0-1 0,0 1 0,0 0 0,0-1 0,0 1 0,0-1 0,1 0 0,-1 0 0,1 1 0,0-1 0,0 0 0,0 0 0,0 0 0,-1 1 0,1-1 0,0 1 0,0-1 0,0 0 0,3 0 0,1-1 0,1 1 0,-1-1 0,12 0 0,160 1 0,-86 2 0,-76 0 0,-1 0 0,18 5 0,-16-3 0,25 1 0,-12-3 0,0-1 0,0-2 0,32-6 0,-38 5 0,1 1 0,0 0 0,26 3 0,36-1 0,-37-7 0,-31 4 0,33-2 0,362 5 0,-403 1 0,-1 0 0,0 0 0,11 4 0,21 2 0,7 0 0,-35-4 0,0-1 0,16 1 0,-21-2 0,1-2 0,-1 1 0,0-1 0,0 0 0,12-3 0,-18 3 0,0 0 0,1 1 0,-1-1 0,0 0 0,0-1 0,1 1 0,-1 0 0,0 0 0,0-1 0,0 1 0,-1-1 0,1 0 0,0 0 0,-1 0 0,1 1 0,-1-1 0,1-1 0,-1 1 0,0 0 0,0 0 0,0 0 0,1-4 0,2-12 0,0 0 0,2-27 0,-6 36 0,0 0 0,-1 0 0,0 0 0,0 0 0,-1 0 0,0 0 0,-3-8 0,-7-17 0,2 0 0,2-1 0,-7-55 0,14 52 0,13 88 0,3 21 72,-9-50-551,-1 1 0,2 31 0,-6-40-6347</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1.747"/>
    </inkml:context>
    <inkml:brush xml:id="br0">
      <inkml:brushProperty name="width" value="0.05" units="cm"/>
      <inkml:brushProperty name="height" value="0.05" units="cm"/>
      <inkml:brushProperty name="color" value="#F6630D"/>
    </inkml:brush>
  </inkml:definitions>
  <inkml:trace contextRef="#ctx0" brushRef="#br0">15 3 24575,'-1'0'0,"1"0"0,0 0 0,0 0 0,0 0 0,0-1 0,0 1 0,-1 0 0,1 0 0,0 0 0,0 0 0,0 0 0,-1-1 0,1 1 0,0 0 0,0 0 0,0 0 0,-1 0 0,1 0 0,0 0 0,0 0 0,0 0 0,-1 0 0,1 0 0,0 0 0,0 0 0,-1 0 0,1 0 0,0 0 0,0 0 0,0 0 0,-1 0 0,1 0 0,0 0 0,0 0 0,-1 1 0,-3 7 0,2 14 0,2-15 0,1 0 0,0-1 0,0 1 0,1 0 0,0 0 0,4 8 0,21 39 0,0 0 0,-15-25-1365,-8-16-5461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3.346"/>
    </inkml:context>
    <inkml:brush xml:id="br0">
      <inkml:brushProperty name="width" value="0.05" units="cm"/>
      <inkml:brushProperty name="height" value="0.05" units="cm"/>
      <inkml:brushProperty name="color" value="#F6630D"/>
    </inkml:brush>
  </inkml:definitions>
  <inkml:trace contextRef="#ctx0" brushRef="#br0">0 19 24575,'1'19'0,"1"0"0,0 0 0,2-1 0,7 26 0,24 74 0,-35-117 0,0 1 0,1-1 0,-1 1 0,1-1 0,-1 0 0,1 1 0,0-1 0,-1 0 0,1 1 0,0-1 0,0 0 0,0 0 0,0 1 0,0-1 0,0 0 0,0 0 0,0 0 0,1-1 0,-1 1 0,0 0 0,1 0 0,-1-1 0,0 1 0,1 0 0,-1-1 0,1 0 0,-1 1 0,1-1 0,-1 0 0,1 0 0,-1 0 0,1 1 0,-1-2 0,1 1 0,-1 0 0,1 0 0,-1 0 0,1-1 0,-1 1 0,3-2 0,0 0 0,0 0 0,0 0 0,0-1 0,0 1 0,0-1 0,-1 0 0,1 0 0,-1 0 0,0-1 0,0 1 0,0-1 0,3-5 0,-3 3 0,1 0 0,-1-1 0,-1 1 0,1-1 0,-1 0 0,0 0 0,-1 0 0,0 0 0,1-12 0,-2 3 0,-1 1 0,-1-1 0,-4-19 0,4 25 0,4 8 0,8 14 0,-4-4 0,20 21 0,56 49 0,-61-59 0,-10-9 0,19 17 0,-28-25 0,0-1 0,1 1 0,-1-1 0,0 0 0,1 1 0,-1-1 0,0 0 0,1-1 0,-1 1 0,1 0 0,4 0 0,-5-1 0,-1 0 0,0-1 0,0 1 0,1 0 0,-1-1 0,0 1 0,0 0 0,0-1 0,1 0 0,-1 1 0,0-1 0,0 0 0,0 1 0,0-1 0,0 0 0,0 0 0,-1 0 0,1 0 0,0 0 0,0 0 0,0 0 0,-1 0 0,1 0 0,-1 0 0,1 0 0,-1-1 0,1 1 0,-1 0 0,0 0 0,0-1 0,1-1 0,0-5 0,0 0 0,0-1 0,-2-12 0,1 16 0,0-36 0,1 20 0,-2 0 0,-4-33 0,4 49-273,-1-1 0,0 0 0,0 1 0,-5-11 0,1 7-6553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4.235"/>
    </inkml:context>
    <inkml:brush xml:id="br0">
      <inkml:brushProperty name="width" value="0.05" units="cm"/>
      <inkml:brushProperty name="height" value="0.05" units="cm"/>
      <inkml:brushProperty name="color" value="#F6630D"/>
    </inkml:brush>
  </inkml:definitions>
  <inkml:trace contextRef="#ctx0" brushRef="#br0">246 29 24575,'-39'-6'0,"-12"-4"0,-75-2 0,125 11 0,-1 1 0,0 0 0,0 0 0,1 0 0,-1 0 0,0 1 0,0-1 0,1 0 0,-1 1 0,0-1 0,1 1 0,-1-1 0,1 1 0,-3 1 0,4-1 0,-1-1 0,1 1 0,0 0 0,-1 0 0,1 0 0,0 0 0,0 0 0,0 0 0,0 0 0,0 0 0,0-1 0,0 1 0,0 0 0,0 0 0,0 0 0,0 0 0,0 0 0,1 0 0,-1 0 0,0 0 0,1-1 0,-1 1 0,1 0 0,-1 0 0,2 1 0,0 2 0,3 5 0,0 1 0,-1 0 0,0 1 0,0-1 0,-1 1 0,0 0 0,1 16 0,3 32 0,-3-37 0,0 30 0,-5 1 0,2 42 0,-1-94 0,0 0 0,0 0 0,0 1 0,0-1 0,1 0 0,-1 0 0,0 1 0,1-1 0,-1 0 0,1 0 0,0 0 0,-1 0 0,1 0 0,0 0 0,0 0 0,0 0 0,-1 0 0,1 0 0,0 0 0,0-1 0,0 1 0,0 0 0,1-1 0,-1 1 0,0 0 0,0-1 0,0 1 0,0-1 0,1 0 0,-1 1 0,0-1 0,0 0 0,1 0 0,-1 0 0,0 0 0,0 0 0,1 0 0,-1 0 0,0 0 0,2-1 0,6-1 0,1 0 0,-1-1 0,0 0 0,11-5 0,-12 5 0,-6 2-45,6-1-144,0-2 1,0 1-1,0-1 1,-1-1-1,1 1 1,7-7-1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5.092"/>
    </inkml:context>
    <inkml:brush xml:id="br0">
      <inkml:brushProperty name="width" value="0.05" units="cm"/>
      <inkml:brushProperty name="height" value="0.05" units="cm"/>
      <inkml:brushProperty name="color" value="#F6630D"/>
    </inkml:brush>
  </inkml:definitions>
  <inkml:trace contextRef="#ctx0" brushRef="#br0">2 9 24575,'0'0'0,"0"0"0,0 0 0,0 0 0,0 0 0,0 0 0,0 1 0,0-1 0,0 0 0,0 0 0,0 0 0,0 0 0,0 0 0,0 0 0,0 0 0,0 0 0,0 0 0,0 0 0,0 0 0,0 0 0,0 0 0,0 0 0,0 0 0,0 0 0,0 0 0,0 0 0,0 1 0,0-1 0,0 0 0,0 0 0,0 0 0,0 0 0,0 0 0,0 0 0,0 0 0,0 0 0,0 0 0,-1 0 0,1 0 0,0 0 0,0 0 0,0 0 0,0 0 0,0 0 0,0 0 0,0 0 0,0 0 0,0 0 0,0 0 0,0 0 0,0 0 0,0 0 0,0 0 0,0 0 0,0 0 0,-1 0 0,4 10 0,5 11 0,-6-15 0,1 0 0,0-1 0,1 1 0,0-1 0,-1 0 0,2 0 0,-1 0 0,0 0 0,10 7 0,-13-12 0,-1 0 0,1 0 0,0 1 0,-1-1 0,1 0 0,-1 0 0,1 0 0,0 0 0,-1 0 0,1 0 0,0 0 0,-1 0 0,1 0 0,-1 0 0,1 0 0,0 0 0,-1 0 0,1 0 0,0 0 0,-1-1 0,1 1 0,-1 0 0,1-1 0,-1 1 0,1 0 0,-1-1 0,1 1 0,-1 0 0,1-1 0,-1 1 0,1-1 0,-1 1 0,0-1 0,1 1 0,-1-1 0,0 1 0,1-1 0,-1 0 0,0 1 0,0-1 0,0 1 0,1-2 0,8-29 0,-8 28 0,0-2 0,0-1 0,1 1 0,-1-1 0,1 1 0,5-11 0,-7 15 0,1 0 0,0 0 0,-1 1 0,1-1 0,-1 0 0,1 0 0,0 0 0,0 1 0,-1-1 0,1 0 0,0 1 0,0-1 0,0 0 0,0 1 0,0 0 0,0-1 0,0 1 0,0-1 0,0 1 0,0 0 0,0 0 0,0-1 0,0 1 0,0 0 0,0 0 0,0 0 0,0 0 0,0 0 0,0 0 0,0 1 0,0-1 0,0 0 0,2 1 0,5 3 0,1 1 0,-1 0 0,-1 0 0,1 1 0,-1 0 0,0 0 0,9 10 0,-7-7 0,0 0 0,21 14 0,-29-23 0,0 1 0,0 0 0,0-1 0,0 1 0,0-1 0,0 1 0,0-1 0,0 0 0,0 1 0,0-1 0,1 0 0,-1 0 0,0 0 0,0 0 0,1 0 0,-1 0 0,0 0 0,-1-1 0,1 1 0,-1 0 0,1 0 0,-1-1 0,1 1 0,-1 0 0,1-1 0,-1 1 0,1-1 0,-1 1 0,0 0 0,1-1 0,-1 1 0,0-1 0,1 1 0,-1-1 0,0 0 0,1 0 0,0-4 0,0 0 0,0 0 0,0 0 0,-1 0 0,1-9 0,0-10 0,0 24 0,-1-1 0,0 0 0,0 0 0,0 1 0,1-1 0,-1 0 0,0 1 0,1-1 0,-1 1 0,1-1 0,-1 0 0,1 1 0,-1-1 0,1 1 0,-1-1 0,1 1 0,-1-1 0,1 1 0,0 0 0,-1-1 0,1 1 0,-1 0 0,1-1 0,1 1 0,-1 0 0,1 0 0,-1 0 0,0 0 0,1 0 0,-1 0 0,0 0 0,0 1 0,1-1 0,-1 0 0,0 1 0,0-1 0,3 2 0,2 2 0,1 1 0,-1 0 0,9 9 0,-13-13 0,62 60-1365,-57-53-5461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5.903"/>
    </inkml:context>
    <inkml:brush xml:id="br0">
      <inkml:brushProperty name="width" value="0.05" units="cm"/>
      <inkml:brushProperty name="height" value="0.05" units="cm"/>
      <inkml:brushProperty name="color" value="#F6630D"/>
    </inkml:brush>
  </inkml:definitions>
  <inkml:trace contextRef="#ctx0" brushRef="#br0">206 1 24575,'0'0'0,"0"0"0,0 0 0,0 0 0,0 0 0,0-1 0,0 1 0,0 0 0,0 0 0,0 0 0,0 0 0,0 0 0,0 0 0,0 0 0,0 0 0,1 0 0,-1 0 0,0 0 0,0 0 0,0 0 0,0 0 0,0 0 0,0 0 0,0 0 0,0 0 0,0 0 0,0 0 0,0 0 0,0 0 0,0 0 0,0 1 0,0-1 0,0 0 0,1 0 0,-1 0 0,0 0 0,0 0 0,0 0 0,0 0 0,0 0 0,0 0 0,0 0 0,0 0 0,0 0 0,0 0 0,0 0 0,0 0 0,0 0 0,0 0 0,0 0 0,0 0 0,0 1 0,0-1 0,0 0 0,0 0 0,0 0 0,0 0 0,0 0 0,0 0 0,0 0 0,0 0 0,0 0 0,0 0 0,0 0 0,0 0 0,-5 4 0,-9 2 0,-10-3-1,0-1 0,0-1 0,-30-2 0,4-1-1360,37 2-5465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7.006"/>
    </inkml:context>
    <inkml:brush xml:id="br0">
      <inkml:brushProperty name="width" value="0.05" units="cm"/>
      <inkml:brushProperty name="height" value="0.05" units="cm"/>
      <inkml:brushProperty name="color" value="#F6630D"/>
    </inkml:brush>
  </inkml:definitions>
  <inkml:trace contextRef="#ctx0" brushRef="#br0">61 92 24575,'-4'14'0,"2"0"0,0 0 0,0 0 0,1 1 0,1-1 0,1 1 0,0-1 0,0 0 0,2 0 0,6 23 0,-5-26 0,0-1 0,7 13 0,-33-61 0,8 15 0,-12-27 0,22 41 0,0 0 0,1 0 0,0 0 0,1 0 0,0-1 0,-1-19 0,2 24 0,1 0 0,0 0 0,1 0 0,0 0 0,-1 0 0,1-1 0,1 1 0,2-7 0,-2 9 0,-1 0 0,1-1 0,1 1 0,-1 0 0,0 0 0,1 0 0,-1 1 0,1-1 0,0 1 0,0-1 0,0 1 0,4-3 0,1 1 0,0 0 0,0 1 0,0 0 0,0 0 0,0 0 0,1 1 0,14-1 0,-8 1 0,1 1 0,0 1 0,21 3 0,-34-3 0,-1 1 0,1-1 0,0 1 0,-1 0 0,1-1 0,0 1 0,-1 0 0,1 1 0,-1-1 0,1 0 0,-1 1 0,0-1 0,0 1 0,0 0 0,0 0 0,0 0 0,0 0 0,3 4 0,-4-4 0,0-1 0,-1 1 0,1-1 0,-1 1 0,1 0 0,-1-1 0,0 1 0,0 0 0,0-1 0,0 1 0,0 0 0,0-1 0,0 1 0,0 0 0,0-1 0,-1 1 0,1 0 0,-1-1 0,0 1 0,1-1 0,-1 1 0,0-1 0,0 1 0,0-1 0,0 1 0,0-1 0,0 0 0,0 0 0,0 1 0,-1-1 0,-1 1 0,-11 9 0,-21 14 0,26-20 0,1 0 0,-1 1 0,1 0 0,1 0 0,-1 1 0,1 0 0,0 0 0,1 1 0,-7 8 0,13-15 0,-1 0 0,1 0 0,0 0 0,-1-1 0,1 1 0,-1 0 0,1 0 0,0 0 0,0 0 0,0 0 0,-1-1 0,1 1 0,0 0 0,0 0 0,0 0 0,0 0 0,1 0 0,-1 0 0,0 0 0,0 0 0,0-1 0,1 1 0,-1 0 0,0 0 0,1 0 0,-1 0 0,1-1 0,-1 1 0,1 0 0,-1 0 0,1-1 0,0 1 0,-1-1 0,1 1 0,0 0 0,0-1 0,-1 1 0,1-1 0,1 1 0,4 2 0,0-1 0,0 1 0,1-1 0,10 2 0,0 0 0,139 34-1187,-152-37 1009,10 2-6648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7.927"/>
    </inkml:context>
    <inkml:brush xml:id="br0">
      <inkml:brushProperty name="width" value="0.05" units="cm"/>
      <inkml:brushProperty name="height" value="0.05" units="cm"/>
      <inkml:brushProperty name="color" value="#F6630D"/>
    </inkml:brush>
  </inkml:definitions>
  <inkml:trace contextRef="#ctx0" brushRef="#br0">1 41 24575,'6'-5'0,"1"0"0,-1 0 0,1 1 0,0 0 0,0 1 0,0-1 0,1 1 0,8-2 0,-11 4 0,0 0 0,0 1 0,0-1 0,0 1 0,0 0 0,1 0 0,-1 1 0,0 0 0,0 0 0,0 0 0,0 0 0,0 1 0,7 2 0,4 4 0,0 0 0,0 1 0,18 14 0,-33-22 0,0-1 0,0 1 0,-1-1 0,1 1 0,0 0 0,-1-1 0,1 1 0,0 0 0,-1 0 0,1-1 0,-1 1 0,1 0 0,-1 0 0,1 0 0,-1 0 0,0 0 0,0 0 0,1 0 0,-1-1 0,0 1 0,0 0 0,0 0 0,0 0 0,0 0 0,0 0 0,0 0 0,0 2 0,-2 0 0,1 0 0,-1 0 0,1 0 0,-1 0 0,0 0 0,-4 4 0,4-4 0,-1 0 0,1 0 0,0 0 0,0 1 0,-2 4 0,2-2 0,1 1 0,-1-1 0,1 1 0,0 0 0,1 0 0,0 0 0,0-1 0,0 1 0,1 0 0,0 0 0,3 9 0,2 4 0,2 0 0,12 25 0,-10-23 0,10 29 0,-19-47 0,0-1 0,0 1 0,0 0 0,0 0 0,-1-1 0,0 1 0,0 0 0,0 4 0,-1-7 0,1 0 0,0-1 0,0 1 0,0 0 0,-1 0 0,1 0 0,-1 0 0,1 0 0,-1 0 0,1 0 0,-1-1 0,1 1 0,-1 0 0,1 0 0,-1-1 0,0 1 0,0 0 0,1-1 0,-1 1 0,0-1 0,0 1 0,0-1 0,0 0 0,1 1 0,-1-1 0,0 0 0,0 1 0,0-1 0,0 0 0,0 0 0,0 0 0,0 0 0,0 0 0,0 0 0,-2 0 0,-7-1 25,0-1 0,-1 0 0,1-1-1,-10-3 1,10 2-397,-1 1-1,1 0 1,-18-1 0,16 3-6454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39.859"/>
    </inkml:context>
    <inkml:brush xml:id="br0">
      <inkml:brushProperty name="width" value="0.05" units="cm"/>
      <inkml:brushProperty name="height" value="0.05" units="cm"/>
      <inkml:brushProperty name="color" value="#5B2D90"/>
    </inkml:brush>
  </inkml:definitions>
  <inkml:trace contextRef="#ctx0" brushRef="#br0">1 0 24575,'1'16'0,"5"21"0,-3-16 0,2 24 0,-6 117-1365,1-149-5461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1.177"/>
    </inkml:context>
    <inkml:brush xml:id="br0">
      <inkml:brushProperty name="width" value="0.05" units="cm"/>
      <inkml:brushProperty name="height" value="0.05" units="cm"/>
      <inkml:brushProperty name="color" value="#5B2D90"/>
    </inkml:brush>
  </inkml:definitions>
  <inkml:trace contextRef="#ctx0" brushRef="#br0">0 377 24575,'19'-11'0,"-16"8"0,1 1 0,0 0 0,0 0 0,0 0 0,0 0 0,1 1 0,7-2 0,17 0 0,0 1 0,46 3 0,-15 1 0,442-2 0,-491 1 0,0 0 0,20 5 0,-19-4 0,0 0 0,14 1 0,-7-2 0,6-1 0,50 8 0,-41-4 0,1-1 0,68-3 0,-39-1 0,-38 1 0,0-2 0,40-5 0,-40 3 0,0 2 0,0 1 0,31 2 0,44-2 0,-99 1 0,-1 0 0,1-1 0,0 1 0,-1-1 0,1 1 0,-1-1 0,1 0 0,-1 0 0,0 1 0,1-1 0,-1 0 0,0 0 0,1-1 0,-1 1 0,0 0 0,0 0 0,0-1 0,0 1 0,0 0 0,0-1 0,0 1 0,-1-1 0,1 1 0,-1-1 0,1 1 0,-1-1 0,1 0 0,-1 1 0,0-1 0,0 0 0,1-1 0,-1-8 0,1 1 0,-2-1 0,-1-17 0,1 24 0,-2-12 0,-1 0 0,0 1 0,-1 0 0,-1 0 0,-8-15 0,8 17 0,0 0 0,0 0 0,2-1 0,-1 1 0,2-1 0,-3-22 0,8 15 0,-2 20 0,0 1 0,0-1 0,1 0 0,-1 0 0,0 1 0,0-1 0,1 0 0,-1 0 0,0 1 0,1-1 0,-1 1 0,1-1 0,-1 0 0,1 1 0,-1-1 0,1 1 0,0-1 0,-1 1 0,1-1 0,0 1 0,-1-1 0,1 1 0,1-1 0,-2 1-47,1 0 0,-1 1 0,0-1 0,1 0 0,-1 0 0,1 0 0,-1 0 0,0 0 0,1 1-1,-1-1 1,1 0 0,-1 0 0,0 1 0,1-1 0,-1 0 0,0 1 0,1-1 0,-1 0 0,0 1 0,0-1 0,1 0 0,-1 1-1,0-1 1,0 0 0,0 1 0,0-1 0,1 1 0,-1 0 0,3 7-6779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2.257"/>
    </inkml:context>
    <inkml:brush xml:id="br0">
      <inkml:brushProperty name="width" value="0.05" units="cm"/>
      <inkml:brushProperty name="height" value="0.05" units="cm"/>
      <inkml:brushProperty name="color" value="#5B2D90"/>
    </inkml:brush>
  </inkml:definitions>
  <inkml:trace contextRef="#ctx0" brushRef="#br0">1 0 24575,'0'2'0,"0"0"0,1 0 0,-1 0 0,1 0 0,0 0 0,0 0 0,-1 0 0,1-1 0,0 1 0,1 0 0,-1-1 0,0 1 0,0 0 0,1-1 0,-1 0 0,1 1 0,-1-1 0,1 0 0,-1 0 0,1 0 0,0 0 0,0 0 0,0 0 0,3 1 0,6 2 0,0 0 0,21 4 0,-31-8 0,136 33 0,399 48-187,-159-28-1034,145 40 681,-447-79-300,-37-7-4563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4.225"/>
    </inkml:context>
    <inkml:brush xml:id="br0">
      <inkml:brushProperty name="width" value="0.05" units="cm"/>
      <inkml:brushProperty name="height" value="0.05" units="cm"/>
      <inkml:brushProperty name="color" value="#5B2D90"/>
    </inkml:brush>
  </inkml:definitions>
  <inkml:trace contextRef="#ctx0" brushRef="#br0">0 49 24575,'1'13'0,"0"1"0,1-1 0,0-1 0,7 21 0,22 54 0,-17-51 0,-13-32 0,1 0 0,0 1 0,0-1 0,0 0 0,0 0 0,1-1 0,-1 1 0,1 0 0,0-1 0,6 6 0,-6-7 0,-1-1 0,1 1 0,-1-1 0,1 0 0,-1 0 0,1 0 0,0 0 0,0 0 0,-1-1 0,1 1 0,0-1 0,0 0 0,0 0 0,0 0 0,-1 0 0,1 0 0,0-1 0,4 0 0,-3 0 0,-1 0 0,1 0 0,-1 0 0,1 0 0,-1-1 0,0 0 0,1 1 0,-1-1 0,0 0 0,0 0 0,-1-1 0,1 1 0,0-1 0,-1 1 0,1-1 0,-1 0 0,0 0 0,3-5 0,-2 1 0,0 0 0,0 1 0,-1-1 0,-1 0 0,1 0 0,-1 0 0,0 0 0,0-13 0,-1 15 0,0 3 0,0 0 0,0 0 0,0 0 0,0 0 0,0 0 0,0 0 0,1 0 0,-1 0 0,1 1 0,-1-1 0,1 0 0,1-3 0,-1 5 0,-1 0 0,0 0 0,1 0 0,-1 0 0,0 0 0,0-1 0,1 1 0,-1 0 0,0 0 0,0 0 0,1 0 0,-1 0 0,0 1 0,1-1 0,-1 0 0,0 0 0,0 0 0,1 0 0,-1 0 0,0 0 0,0 0 0,1 0 0,-1 1 0,0-1 0,0 0 0,0 0 0,1 0 0,-1 1 0,0-1 0,0 0 0,8 7 0,-8-6 0,7 7 0,48 50 0,-49-53 0,1 1 0,-1-1 0,1-1 0,0 1 0,0-1 0,1 0 0,9 4 0,-15-8 0,-1 1 0,1-1 0,-1 1 0,1-1 0,0 0 0,-1 1 0,1-1 0,-1 0 0,1 0 0,0 0 0,-1 0 0,1 0 0,-1-1 0,1 1 0,-1 0 0,1-1 0,-1 0 0,1 1 0,-1-1 0,1 0 0,-1 1 0,0-1 0,1 0 0,-1 0 0,0 0 0,0 0 0,1 0 0,-1 0 0,0-1 0,0 1 0,0 0 0,-1-1 0,1 1 0,0 0 0,0-1 0,-1 1 0,1-1 0,-1 1 0,1-1 0,-1-1 0,2-4 0,-1 0 0,0 0 0,0 1 0,-1-1 0,0 0 0,0 0 0,0 0 0,-3-9 0,-1-6 0,1 0 0,0 0 0,2 0 0,2-39 0,4 38-1365,-1 14-5461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6.173"/>
    </inkml:context>
    <inkml:brush xml:id="br0">
      <inkml:brushProperty name="width" value="0.05" units="cm"/>
      <inkml:brushProperty name="height" value="0.05" units="cm"/>
      <inkml:brushProperty name="color" value="#5B2D90"/>
    </inkml:brush>
  </inkml:definitions>
  <inkml:trace contextRef="#ctx0" brushRef="#br0">225 41 24575,'-13'-3'0,"-33"-10"0,-70-10 0,112 22 0,1 1 0,-1 0 0,0 0 0,0 0 0,1 0 0,-1 1 0,-6 1 0,9-2 0,0 1 0,0-1 0,1 0 0,-1 1 0,0-1 0,0 0 0,1 1 0,-1-1 0,1 1 0,-1-1 0,0 1 0,1-1 0,-1 1 0,1 0 0,-1-1 0,1 1 0,-1 0 0,1-1 0,0 1 0,-1 0 0,1 0 0,0-1 0,0 1 0,-1 0 0,1 0 0,0 0 0,0-1 0,0 1 0,0 0 0,0 0 0,0 0 0,0-1 0,0 1 0,0 0 0,1 0 0,-1-1 0,0 1 0,0 0 0,1 0 0,-1-1 0,1 2 0,3 6 0,0 0 0,1-1 0,5 8 0,9 15 0,-11-15 0,-1-1 0,0 2 0,-2-1 0,1 1 0,-2 0 0,0 0 0,-1 0 0,-1 0 0,-1 1 0,0 19 0,-2 9 0,2 73 0,13-45 0,-13-70 0,0 0 0,-1 0 0,1 0 0,0-1 0,0 1 0,1 0 0,-1-1 0,0 1 0,1-1 0,0 1 0,-1-1 0,1 0 0,0 1 0,0-1 0,0 0 0,1-1 0,-1 1 0,0 0 0,1 0 0,-1-1 0,1 0 0,0 1 0,-1-1 0,1 0 0,4 1 0,2 0 0,0-1 0,0 0 0,0 0 0,0 0 0,0-1 0,18-3 0,-22 3-170,0-1-1,0 0 0,0-1 1,0 1-1,0-1 0,0 0 1,6-4-1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6.942"/>
    </inkml:context>
    <inkml:brush xml:id="br0">
      <inkml:brushProperty name="width" value="0.05" units="cm"/>
      <inkml:brushProperty name="height" value="0.05" units="cm"/>
      <inkml:brushProperty name="color" value="#5B2D90"/>
    </inkml:brush>
  </inkml:definitions>
  <inkml:trace contextRef="#ctx0" brushRef="#br0">0 11 24575,'32'39'0,"16"20"0,-45-56 0,-1 1 0,1-1 0,-1 0 0,1 0 0,0 0 0,5 3 0,-8-5 0,1-1 0,0 1 0,0-1 0,-1 0 0,1 1 0,0-1 0,0 0 0,-1 0 0,1 1 0,0-1 0,0 0 0,0 0 0,0 0 0,-1 0 0,1 0 0,0 0 0,0 0 0,0 0 0,-1-1 0,1 1 0,0 0 0,0 0 0,-1-1 0,1 1 0,0 0 0,0-1 0,-1 1 0,1-1 0,0 1 0,-1-1 0,1 1 0,0-1 0,-1 1 0,1-1 0,-1 0 0,1 1 0,-1-1 0,1-1 0,3-6 0,0 1 0,0-1 0,-1 0 0,4-13 0,-5 15 0,0 0 0,0-1 0,0 1 0,1 0 0,0 0 0,0 1 0,0-1 0,1 1 0,8-10 0,-11 14 0,0 0 0,0 1 0,1-1 0,-1 0 0,0 1 0,1-1 0,-1 1 0,0 0 0,1-1 0,-1 1 0,1 0 0,-1 0 0,1 0 0,-1 0 0,0 0 0,1 0 0,-1 0 0,1 0 0,-1 0 0,1 1 0,-1-1 0,0 1 0,1-1 0,-1 1 0,0 0 0,0-1 0,1 1 0,-1 0 0,2 2 0,5 3 0,1 0 0,-2 1 0,9 9 0,-7-7 0,0 1 0,-3-4 0,-1 0 0,1 0 0,1-1 0,-1 0 0,1 0 0,12 6 0,-19-11 0,1 1 0,-1-1 0,1 0 0,0 0 0,-1 0 0,1 0 0,-1 1 0,1-1 0,0 0 0,-1 0 0,1 0 0,0 0 0,-1-1 0,1 1 0,0 0 0,-1 0 0,1 0 0,-1 0 0,1-1 0,0 1 0,-1 0 0,1 0 0,-1-1 0,1 1 0,-1-1 0,1 1 0,-1 0 0,1-1 0,-1 1 0,1-1 0,-1 1 0,0-1 0,1 0 0,1-3 0,0 1 0,-1-1 0,1 0 0,1-6 0,5-12 0,-7 21 0,-1 0 0,1 1 0,-1-1 0,1 0 0,0 1 0,-1-1 0,1 1 0,0-1 0,0 1 0,-1-1 0,1 1 0,0 0 0,0-1 0,0 1 0,-1 0 0,1 0 0,0-1 0,0 1 0,0 0 0,0 0 0,1 0 0,0 0 0,0 1 0,-1-1 0,1 1 0,0-1 0,0 1 0,0 0 0,-1-1 0,1 1 0,2 2 0,2 1 0,0 0 0,-1 1 0,0 0 0,7 7 0,31 44-1365,-35-46-5461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7.504"/>
    </inkml:context>
    <inkml:brush xml:id="br0">
      <inkml:brushProperty name="width" value="0.05" units="cm"/>
      <inkml:brushProperty name="height" value="0.05" units="cm"/>
      <inkml:brushProperty name="color" value="#5B2D90"/>
    </inkml:brush>
  </inkml:definitions>
  <inkml:trace contextRef="#ctx0" brushRef="#br0">326 32 24575,'-27'-5'0,"-13"-2"0,-1 1 0,2 1 0,4 1 0,6 2 0,5 0 0,4 2 0,4 0 0,1 0 0,1 0 0,0 1 0,3-1-8191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8.908"/>
    </inkml:context>
    <inkml:brush xml:id="br0">
      <inkml:brushProperty name="width" value="0.05" units="cm"/>
      <inkml:brushProperty name="height" value="0.05" units="cm"/>
      <inkml:brushProperty name="color" value="#5B2D90"/>
    </inkml:brush>
  </inkml:definitions>
  <inkml:trace contextRef="#ctx0" brushRef="#br0">4 45 24575,'0'0'0,"0"0"0,-1-1 0,1 1 0,0 0 0,-1-1 0,1 1 0,0 0 0,0-1 0,-1 1 0,1-1 0,0 1 0,0 0 0,0-1 0,0 1 0,-1-1 0,1 1 0,0 0 0,0-1 0,0 1 0,0-1 0,0 1 0,0-1 0,0 1 0,0-1 0,0 1 0,0 0 0,1-2 0,-1 2 0,1-1 0,-1 0 0,1 1 0,-1-1 0,1 0 0,0 1 0,-1-1 0,1 0 0,0 1 0,-1-1 0,1 1 0,1-1 0,25-7 0,-19 6 0,57-10 0,-55 11 0,-1 0 0,0 1 0,1 0 0,-1 0 0,10 2 0,-17-1 0,0-1 0,1 1 0,-1 0 0,0 0 0,0 0 0,0 0 0,-1 0 0,1 1 0,0-1 0,0 0 0,-1 1 0,1-1 0,-1 1 0,1 0 0,-1-1 0,0 1 0,1 0 0,-1 0 0,0 0 0,0 0 0,0 0 0,-1 0 0,2 4 0,1 5 0,-1 0 0,0 0 0,0 17 0,-1-12 0,0-12 0,-1 1 0,0-1 0,0 0 0,0 0 0,0 0 0,-1 1 0,1-1 0,-1 0 0,0 0 0,-1 0 0,1 0 0,-1 0 0,1 0 0,-1 0 0,0-1 0,-1 1 0,1-1 0,-1 1 0,1-1 0,-1 0 0,0 0 0,0 0 0,-4 3 0,-68 67 0,72-71 0,1 1 0,-1 0 0,1 0 0,-1 0 0,1 0 0,0 1 0,0-1 0,-1 4 0,2-6 0,1 0 0,0-1 0,0 1 0,0 0 0,-1 0 0,1-1 0,0 1 0,0 0 0,0 0 0,0-1 0,0 1 0,0 0 0,1-1 0,-1 1 0,0 0 0,0 0 0,0-1 0,1 1 0,-1 0 0,0-1 0,1 1 0,-1-1 0,1 1 0,-1 0 0,0-1 0,1 1 0,-1-1 0,1 1 0,0-1 0,-1 1 0,1-1 0,-1 1 0,1-1 0,0 0 0,-1 1 0,1-1 0,0 0 0,-1 0 0,1 0 0,0 1 0,0-1 0,-1 0 0,1 0 0,0 0 0,0 0 0,1 0 0,25 2 0,1-1 0,33-3 0,-4 0 0,23 2-1365,-67 0-5461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9.688"/>
    </inkml:context>
    <inkml:brush xml:id="br0">
      <inkml:brushProperty name="width" value="0.05" units="cm"/>
      <inkml:brushProperty name="height" value="0.05" units="cm"/>
      <inkml:brushProperty name="color" value="#5B2D90"/>
    </inkml:brush>
  </inkml:definitions>
  <inkml:trace contextRef="#ctx0" brushRef="#br0">57 225 24575,'-2'13'0,"-10"54"0,11-58 0,1 0 0,-1 1 0,1-1 0,1 0 0,2 12 0,-3-19 0,1 0 0,0 0 0,0 0 0,0 0 0,0 0 0,0-1 0,0 1 0,3 3 0,-4-5 0,0 1 0,0-1 0,1 0 0,-1 0 0,0 0 0,0 1 0,0-1 0,1 0 0,-1 0 0,0 0 0,0 0 0,1 1 0,-1-1 0,0 0 0,1 0 0,-1 0 0,0 0 0,0 0 0,1 0 0,-1 0 0,0 0 0,1 0 0,-1 0 0,0 0 0,1 0 0,-1 0 0,1-1 0,-1 1 0,1-1 0,-1 1 0,0-1 0,1 1 0,-1-1 0,0 1 0,1-1 0,-1 1 0,0-1 0,0 1 0,1-1 0,-1 0 0,0 1 0,0-1 0,0 1 0,0-2 0,1-4 0,-1 0 0,0 1 0,0-1 0,0 0 0,-1 0 0,0 0 0,-3-10 0,-18-41 0,15 40 0,-7-24 0,12 36 0,-3-12 0,1-1 0,1 1 0,0-1 0,0-26 0,3 40 0,1-1 0,-1 1 0,1-1 0,0 0 0,0 1 0,0-1 0,1 1 0,-1 0 0,5-8 0,-4 10 0,0-1 0,0 0 0,0 1 0,0-1 0,1 1 0,-1 0 0,1 0 0,-1 0 0,1 0 0,0 0 0,0 1 0,-1-1 0,1 1 0,1 0 0,3-2 0,5 1 0,0 0 0,0 0 0,0 1 0,0 0 0,0 1 0,0 1 0,0 0 0,0 0 0,0 2 0,0-1 0,0 1 0,-1 1 0,1 0 0,-1 1 0,0 0 0,20 13 0,-28-16 0,0 0 0,0 0 0,0 0 0,0 0 0,0 1 0,-1 0 0,1-1 0,-1 1 0,0 0 0,0 0 0,0 0 0,0 0 0,2 7 0,-4-8 0,1 0 0,-1 0 0,0 0 0,1 0 0,-1 0 0,0 0 0,-1 0 0,1 0 0,0 0 0,0 0 0,-1 0 0,1 0 0,-1 0 0,0 0 0,0-1 0,1 1 0,-1 0 0,0 0 0,-1-1 0,1 1 0,0 0 0,0-1 0,-1 1 0,1-1 0,-3 2 0,-3 3 0,0-1 0,-1 0 0,1 0 0,-1-1 0,0 0 0,0-1 0,0 0 0,-1 0 0,-15 3 0,-7 0 0,-45 1 0,49-6 0,23 0 0,0-1 0,0 1 0,0-1 0,0 1 0,1 0 0,-1 1 0,0-1 0,0 1 0,-4 2 0,7-4 0,1 1 0,-1 0 0,0-1 0,0 1 0,1 0 0,-1 0 0,0-1 0,1 1 0,-1 0 0,1 0 0,-1 0 0,1 0 0,-1 0 0,1 0 0,0 0 0,-1 0 0,1 0 0,0 0 0,0 0 0,0 0 0,0 0 0,0 0 0,0 0 0,0 0 0,0 0 0,0 0 0,0 0 0,1 0 0,-1 0 0,0 0 0,1 0 0,-1 0 0,1 0 0,-1 0 0,1 0 0,-1 0 0,1-1 0,-1 1 0,2 1 0,4 5 0,1-1 0,-1 0 0,1-1 0,0 1 0,0-1 0,1-1 0,0 1 0,12 4 0,-2 0 0,139 64 0,-137-65-341,0 0 0,0-2-1,28 6 1,-35-10-6485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50.560"/>
    </inkml:context>
    <inkml:brush xml:id="br0">
      <inkml:brushProperty name="width" value="0.05" units="cm"/>
      <inkml:brushProperty name="height" value="0.05" units="cm"/>
      <inkml:brushProperty name="color" value="#5B2D90"/>
    </inkml:brush>
  </inkml:definitions>
  <inkml:trace contextRef="#ctx0" brushRef="#br0">1 35 24575,'9'-5'0,"0"0"0,1 0 0,0 0 0,0 1 0,15-4 0,-22 8 0,1-1 0,-1 0 0,0 1 0,1 0 0,-1 0 0,0 0 0,1 0 0,-1 0 0,0 1 0,0 0 0,1-1 0,-1 1 0,0 0 0,0 1 0,0-1 0,0 0 0,0 1 0,0 0 0,0-1 0,-1 1 0,5 4 0,-4-3 0,0 1 0,0-1 0,0 0 0,-1 1 0,0-1 0,1 1 0,-1 0 0,-1 0 0,1 0 0,0 0 0,-1 0 0,1 5 0,0 3 0,-1-1 0,-1 1 0,0 13 0,0-21 0,-7 66 0,4-55 0,1 0 0,1 0 0,0 0 0,1 0 0,3 24 0,2-11 0,1-1 0,1-1 0,2 1 0,0-1 0,2-1 0,17 31 0,-26-52 0,0-1 0,-1 0 0,1 0 0,-1 1 0,1-1 0,-1 1 0,1 5 0,-2-8 0,0 0 0,0 0 0,0 0 0,0 0 0,0 0 0,0 0 0,0 0 0,0 0 0,-1-1 0,1 1 0,0 0 0,-1 0 0,1 0 0,0 0 0,-1 0 0,1-1 0,-1 1 0,1 0 0,-1 0 0,0-1 0,1 1 0,-1 0 0,0-1 0,1 1 0,-1-1 0,0 1 0,0-1 0,0 1 0,0-1 0,1 1 0,-1-1 0,0 0 0,0 0 0,0 1 0,-1-1 0,-30 3 134,7-1-1633,12 1-5327</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55.055"/>
    </inkml:context>
    <inkml:brush xml:id="br0">
      <inkml:brushProperty name="width" value="0.05" units="cm"/>
      <inkml:brushProperty name="height" value="0.05" units="cm"/>
      <inkml:brushProperty name="color" value="#5B2D90"/>
    </inkml:brush>
  </inkml:definitions>
  <inkml:trace contextRef="#ctx0" brushRef="#br0">1 1 24575,'0'12'0,"0"10"0,0 3 0,2 3 0,2 1 0,-1 1 0,-1 0 0,0 1 0,-1-1 0,0 0 0,-1 22 0,0 8 0,0-4 0,0-9 0,0-13-8191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56.361"/>
    </inkml:context>
    <inkml:brush xml:id="br0">
      <inkml:brushProperty name="width" value="0.05" units="cm"/>
      <inkml:brushProperty name="height" value="0.05" units="cm"/>
      <inkml:brushProperty name="color" value="#5B2D90"/>
    </inkml:brush>
  </inkml:definitions>
  <inkml:trace contextRef="#ctx0" brushRef="#br0">0 1 24575,'9'4'0,"-7"-4"0,-1 1 0,1-1 0,-1 1 0,0 0 0,1 0 0,-1 0 0,0-1 0,1 1 0,-1 0 0,0 1 0,0-1 0,0 0 0,0 0 0,0 0 0,0 1 0,0-1 0,0 1 0,1 2 0,1 7 0,1 0 0,-2 0 0,0 1 0,0 0 0,-1-1 0,-1 20 0,2 7 0,9 310-1365,-11-328-5461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04.663"/>
    </inkml:context>
    <inkml:brush xml:id="br0">
      <inkml:brushProperty name="width" value="0.05" units="cm"/>
      <inkml:brushProperty name="height" value="0.05" units="cm"/>
      <inkml:brushProperty name="color" value="#F6630D"/>
    </inkml:brush>
  </inkml:definitions>
  <inkml:trace contextRef="#ctx0" brushRef="#br0">5 21 24575,'-5'-17'0,"5"14"0,5 11 0,2 11 0,0 1 0,7 37 0,-9-33 0,8 31 0,-2 0 0,-3 0 0,2 90 0,-10-136-120,0-3-4,0-1-1,0 0 1,0 0-1,-1 0 1,1 1-1,-2-1 1,1 0-1,0 0 0,-3 6 1,-3-1-6702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05.999"/>
    </inkml:context>
    <inkml:brush xml:id="br0">
      <inkml:brushProperty name="width" value="0.05" units="cm"/>
      <inkml:brushProperty name="height" value="0.05" units="cm"/>
      <inkml:brushProperty name="color" value="#F6630D"/>
    </inkml:brush>
  </inkml:definitions>
  <inkml:trace contextRef="#ctx0" brushRef="#br0">48 10 24575,'0'-1'0,"0"1"0,0 0 0,0-1 0,0 1 0,0 0 0,0-1 0,0 1 0,0 0 0,0-1 0,0 1 0,0 0 0,0-1 0,0 1 0,0 0 0,-1-1 0,1 1 0,0 0 0,0-1 0,0 1 0,-1 0 0,1 0 0,0-1 0,0 1 0,-1 0 0,1 0 0,0 0 0,0-1 0,-1 1 0,0 0 0,-9 2 0,8-1 0,0 1 0,-1-1 0,1 0 0,0 1 0,1 0 0,-1-1 0,-2 4 0,1-1 0,1 0 0,0 1 0,1-1 0,-1 0 0,1 1 0,0 0 0,0-1 0,0 1 0,1-1 0,0 1 0,0 5 0,1 9 0,5 27 0,-2-16 0,5 113 0,-2-9 0,-6-117-273,0-1 0,-1 1 0,0 0 0,-5 25 0,2-29-6553</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11.609"/>
    </inkml:context>
    <inkml:brush xml:id="br0">
      <inkml:brushProperty name="width" value="0.05" units="cm"/>
      <inkml:brushProperty name="height" value="0.05" units="cm"/>
      <inkml:brushProperty name="color" value="#008C3A"/>
    </inkml:brush>
  </inkml:definitions>
  <inkml:trace contextRef="#ctx0" brushRef="#br0">1 69 24575,'1'-2'0,"0"0"0,-1 0 0,1 0 0,-1 0 0,1 0 0,-1 0 0,0 0 0,1 0 0,-1 0 0,0-1 0,-1 1 0,1 0 0,0 0 0,-1-3 0,0-3 0,1 4 0,-1-15 0,0 16 0,1 12 0,1 15 0,5 33 0,2 13 0,-7 160 0,-2-119 0,0-96-455,0 1 0,-6 25 0,4-28-6371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12.552"/>
    </inkml:context>
    <inkml:brush xml:id="br0">
      <inkml:brushProperty name="width" value="0.05" units="cm"/>
      <inkml:brushProperty name="height" value="0.05" units="cm"/>
      <inkml:brushProperty name="color" value="#008C3A"/>
    </inkml:brush>
  </inkml:definitions>
  <inkml:trace contextRef="#ctx0" brushRef="#br0">0 1 24575,'0'516'-1365,"0"-494"-5461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19.402"/>
    </inkml:context>
    <inkml:brush xml:id="br0">
      <inkml:brushProperty name="width" value="0.05" units="cm"/>
      <inkml:brushProperty name="height" value="0.05" units="cm"/>
    </inkml:brush>
  </inkml:definitions>
  <inkml:trace contextRef="#ctx0" brushRef="#br0">1 1 24575,'0'423'-1365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0.104"/>
    </inkml:context>
    <inkml:brush xml:id="br0">
      <inkml:brushProperty name="width" value="0.05" units="cm"/>
      <inkml:brushProperty name="height" value="0.05" units="cm"/>
    </inkml:brush>
  </inkml:definitions>
  <inkml:trace contextRef="#ctx0" brushRef="#br0">1 56 24575,'41'-14'0,"1"2"0,0 2 0,51-7 0,-77 16 0,0 0 0,0 1 0,0 0 0,0 1 0,-1 1 0,1 1 0,0 0 0,-1 1 0,0 0 0,0 1 0,0 1 0,16 9 0,-28-14 0,-1 1 0,1-1 0,-1 1 0,0 0 0,0-1 0,0 1 0,1 0 0,-2 1 0,1-1 0,0 0 0,0 0 0,-1 1 0,1-1 0,-1 1 0,0 0 0,0-1 0,0 1 0,0 0 0,0 0 0,0-1 0,-1 1 0,0 0 0,1 4 0,-1-4 0,-1 1 0,1-1 0,-1 1 0,0-1 0,0 1 0,0-1 0,0 1 0,-1-1 0,1 0 0,-1 0 0,0 0 0,0 0 0,0 0 0,0 0 0,-1 0 0,1-1 0,-1 1 0,-4 3 0,-4 2 0,-1 0 0,0 0 0,-1-1 0,-15 6 0,-54 16 0,36-13 0,44-15 0,-37 14 0,37-13 0,0-1 0,0 0 0,0 0 0,0 1 0,0-1 0,0 1 0,0 0 0,0-1 0,1 1 0,-1 0 0,0 0 0,1 0 0,-2 4 0,2-5 0,1 0 0,0 0 0,0 1 0,0-1 0,0 0 0,0 0 0,1 0 0,-1 0 0,0 0 0,0 0 0,1 0 0,-1 0 0,1 0 0,-1 0 0,1 0 0,-1 0 0,1 0 0,-1 0 0,1 0 0,0 0 0,0-1 0,-1 1 0,1 0 0,0 0 0,0-1 0,0 1 0,0-1 0,0 1 0,1 0 0,32 16 0,-32-16 0,25 11 0,242 100 0,-224-93 0,39 14 0,-72-31 120,-11-4-321,-5-2-1083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0.647"/>
    </inkml:context>
    <inkml:brush xml:id="br0">
      <inkml:brushProperty name="width" value="0.05" units="cm"/>
      <inkml:brushProperty name="height" value="0.05" units="cm"/>
    </inkml:brush>
  </inkml:definitions>
  <inkml:trace contextRef="#ctx0" brushRef="#br0">1 1 24575,'2'2'0,"2"4"0,1 3 0,1 3 0,-1-2-8191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0.835"/>
    </inkml:context>
    <inkml:brush xml:id="br0">
      <inkml:brushProperty name="width" value="0.05" units="cm"/>
      <inkml:brushProperty name="height" value="0.05" units="cm"/>
    </inkml:brush>
  </inkml:definitions>
  <inkml:trace contextRef="#ctx0" brushRef="#br0">6 0 24575,'0'8'0,"0"4"0,-3 1 0,0-2-8191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1.553"/>
    </inkml:context>
    <inkml:brush xml:id="br0">
      <inkml:brushProperty name="width" value="0.05" units="cm"/>
      <inkml:brushProperty name="height" value="0.05" units="cm"/>
    </inkml:brush>
  </inkml:definitions>
  <inkml:trace contextRef="#ctx0" brushRef="#br0">32 1 24575,'-1'0'0,"0"0"0,1 1 0,-1-1 0,0 0 0,1 1 0,-1-1 0,0 1 0,1-1 0,-1 1 0,1-1 0,-1 1 0,1-1 0,-1 1 0,1 0 0,-1-1 0,1 1 0,-1 0 0,1-1 0,0 1 0,-1 1 0,-6 15 0,7-16 0,-3 10 0,0 0 0,0 0 0,2 1 0,-2 16 0,4 49 0,0-36 0,-1-6 0,3 1 0,0-1 0,11 39 0,-4-7 0,-10-67 0,0 0 0,0 0 0,0 0 0,0 0 0,0 0 0,0 0 0,0 0 0,0 0 0,0 0 0,0 0 0,0 0 0,0 1 0,0-1 0,0 0 0,0 0 0,0 0 0,0 0 0,0 0 0,0 0 0,0 0 0,0 0 0,0 0 0,0 0 0,1 0 0,-1 0 0,0 0 0,0 1 0,0-1 0,0 0 0,0 0 0,0 0 0,0 0 0,0 0 0,0 0 0,0 0 0,0 0 0,0 0 0,0 0 0,0 0 0,1 0 0,-1 0 0,0 0 0,0 0 0,0 0 0,0 0 0,0 0 0,0 0 0,0 0 0,0 0 0,0 0 0,0 0 0,0 0 0,0 0 0,1 0 0,-1 0 0,0 0 0,0 0 0,0 0 0,0 0 0,0 0 0,0 0 0,0 0 0,0-1 0,0 1 0,0 0 0,6-7 0,3-10 0,-4 7 0,0 1 0,1 0 0,0 0 0,0 1 0,1 0 0,0 0 0,1 0 0,8-7 0,-10 11 0,1-1 0,-1 1 0,1 0 0,-1 1 0,1-1 0,1 2 0,-1-1 0,0 1 0,1 0 0,-1 0 0,15-1 0,-15 3 0,-1-1 0,1 1 0,0 1 0,-1-1 0,1 1 0,-1 1 0,1-1 0,-1 1 0,1 0 0,-1 0 0,0 1 0,0 0 0,0 0 0,0 0 0,-1 1 0,1 0 0,-1 0 0,0 0 0,0 1 0,-1-1 0,1 1 0,-1 0 0,0 1 0,0-1 0,-1 1 0,1 0 0,2 6 0,-3-4 0,0-1 0,-1 1 0,1 0 0,-2 0 0,1 0 0,-1 0 0,0 9 0,0-15 0,-1 0 0,0 0 0,0-1 0,0 1 0,0 0 0,-1 0 0,1-1 0,0 1 0,-1 0 0,0-1 0,1 1 0,-1 0 0,0-1 0,1 1 0,-1-1 0,0 1 0,0-1 0,0 0 0,-1 1 0,1-1 0,0 0 0,0 0 0,-1 1 0,1-1 0,0 0 0,-1 0 0,1-1 0,-1 1 0,0 0 0,1 0 0,-1-1 0,0 1 0,1-1 0,-1 0 0,0 1 0,1-1 0,-1 0 0,0 0 0,-2 0 0,3 0-72,-1 0 1,0-1-1,0 1 0,0 0 0,0-1 0,0 0 0,1 1 0,-1-1 1,0 0-1,1 0 0,-1 0 0,0 0 0,1 0 0,-1 0 0,1 0 1,0-1-1,-1 1 0,0-2 0,-6-7-6754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1.802"/>
    </inkml:context>
    <inkml:brush xml:id="br0">
      <inkml:brushProperty name="width" value="0.05" units="cm"/>
      <inkml:brushProperty name="height" value="0.05" units="cm"/>
    </inkml:brush>
  </inkml:definitions>
  <inkml:trace contextRef="#ctx0" brushRef="#br0">1 0 24575,'0'10'0,"0"6"0,0 3 0,0 0 0,0 0 0,2-4 0,2-1 0,2-1 0,-1 0 0,3-2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2.006"/>
    </inkml:context>
    <inkml:brush xml:id="br0">
      <inkml:brushProperty name="width" value="0.05" units="cm"/>
      <inkml:brushProperty name="height" value="0.05" units="cm"/>
    </inkml:brush>
  </inkml:definitions>
  <inkml:trace contextRef="#ctx0" brushRef="#br0">1 1 24575,'2'7'0,"2"6"0,-1 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3.099"/>
    </inkml:context>
    <inkml:brush xml:id="br0">
      <inkml:brushProperty name="width" value="0.05" units="cm"/>
      <inkml:brushProperty name="height" value="0.05" units="cm"/>
    </inkml:brush>
  </inkml:definitions>
  <inkml:trace contextRef="#ctx0" brushRef="#br0">75 41 24575,'4'-3'0,"0"0"0,1 1 0,-1-1 0,1 1 0,0 0 0,0 1 0,0-1 0,0 1 0,0 0 0,9-1 0,-11 2 0,1 0 0,0 0 0,-1 1 0,1-1 0,-1 1 0,1 0 0,0 0 0,-1 1 0,0-1 0,1 1 0,-1-1 0,0 1 0,0 0 0,0 0 0,5 4 0,2 5 0,0 0 0,-1 0 0,0 0 0,0 1 0,-1 1 0,-1-1 0,0 1 0,-1 0 0,-1 1 0,0-1 0,0 1 0,-1 0 0,2 18 0,-6-29 0,1 0 0,-1 1 0,0-1 0,0 0 0,0 1 0,-1-1 0,1 0 0,-1 0 0,0 1 0,1-1 0,-2 0 0,1 0 0,0 0 0,0 0 0,-1 0 0,-2 3 0,1-2 0,0-1 0,0 0 0,0 0 0,0 0 0,0-1 0,-1 1 0,1-1 0,-1 1 0,0-1 0,0-1 0,-5 3 0,0-1 0,0-1 0,0 1 0,0-2 0,0 1 0,-1-2 0,1 1 0,0-1 0,-1 0 0,1-1 0,-17-3 0,19 2 0,1-1 0,-1 1 0,1-1 0,-1 0 0,1 0 0,0-1 0,0 0 0,1 0 0,-1-1 0,1 1 0,0-1 0,0 0 0,1 0 0,-7-9 0,7 6 0,0 0 0,1 0 0,0 0 0,0-1 0,1 1 0,0-1 0,0 1 0,1-1 0,0 0 0,1-13 0,1 8 0,2 0 0,-1 1 0,2-1 0,0 1 0,6-14 0,-8 22 0,0 1 0,1-1 0,-1 1 0,1-1 0,0 1 0,0 0 0,0 0 0,0 1 0,1-1 0,0 1 0,7-6 0,-9 7 0,1 1 0,-1 0 0,1 0 0,-1-1 0,1 1 0,0 1 0,-1-1 0,1 0 0,0 1 0,0 0 0,0-1 0,-1 1 0,1 0 0,0 0 0,0 1 0,0-1 0,-1 1 0,1-1 0,0 1 0,0 0 0,-1 0 0,4 1 0,7 5-151,0 1-1,0 0 0,-1 1 0,0 0 1,-1 0-1,0 2 0,0-1 1,10 15-1,-12-13-6674</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3.946"/>
    </inkml:context>
    <inkml:brush xml:id="br0">
      <inkml:brushProperty name="width" value="0.05" units="cm"/>
      <inkml:brushProperty name="height" value="0.05" units="cm"/>
    </inkml:brush>
  </inkml:definitions>
  <inkml:trace contextRef="#ctx0" brushRef="#br0">151 150 24575,'-7'35'0,"2"0"0,2 1 0,2 50 0,2-70 0,0-1 0,1 1 0,1-1 0,1 0 0,0 0 0,1 0 0,0-1 0,1 0 0,1 0 0,12 19 0,15 15 0,-63-73 0,1-7 0,2-2 0,1-1 0,-36-67 0,51 84 0,2-1 0,0 0 0,1-1 0,1 0 0,1 1 0,1-2 0,0 1 0,2 0 0,0-42 0,2 57 0,0-1 0,1 0 0,0 0 0,0 1 0,1-1 0,0 1 0,0-1 0,0 1 0,0 0 0,1-1 0,4-5 0,-5 8 0,1 0 0,0 0 0,-1 0 0,1 1 0,0 0 0,0-1 0,0 1 0,1 0 0,-1 1 0,0-1 0,1 1 0,-1-1 0,1 1 0,0 0 0,-1 0 0,1 0 0,0 1 0,5-1 0,-2 1 0,1 0 0,-1 1 0,1 0 0,-1 0 0,0 1 0,1 0 0,-1 0 0,0 0 0,0 1 0,-1 0 0,1 1 0,8 4 0,-6-1 0,0-1 0,0 1 0,-1 1 0,0 0 0,0 0 0,0 0 0,8 15 0,-13-20 0,-1 0 0,-1 0 0,1 0 0,0 0 0,-1 1 0,0-1 0,0 0 0,0 1 0,0-1 0,0 1 0,-1 0 0,1 5 0,-2-7 0,1 0 0,0 0 0,-1 0 0,1 0 0,-1 0 0,0 0 0,0 0 0,1 0 0,-1-1 0,-1 1 0,1 0 0,0-1 0,0 1 0,0-1 0,-1 1 0,1-1 0,-1 1 0,1-1 0,-1 0 0,0 0 0,0 0 0,1 0 0,-1 0 0,-2 1 0,-10 3 24,0 0 0,0-1 0,-1 0 0,-25 3 0,-60 0-1509,81-7-5341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6.191"/>
    </inkml:context>
    <inkml:brush xml:id="br0">
      <inkml:brushProperty name="width" value="0.05" units="cm"/>
      <inkml:brushProperty name="height" value="0.05" units="cm"/>
    </inkml:brush>
  </inkml:definitions>
  <inkml:trace contextRef="#ctx0" brushRef="#br0">119 538 24575,'9'-18'0,"0"-1"0,0 0 0,-2 0 0,0-1 0,4-26 0,-8 32 0,-2 0 0,0 0 0,0-1 0,-1 1 0,-1 0 0,0 0 0,-2 0 0,-4-21 0,-33-90 0,6 20 0,34 104 0,-1 0 0,1 0 0,0 0 0,0 0 0,-1 0 0,1 0 0,0 1 0,-1-1 0,1 0 0,-1 0 0,1 0 0,-1 1 0,1-1 0,-1 0 0,1 1 0,-1-1 0,0 0 0,1 1 0,-1-1 0,0 1 0,0-1 0,1 1 0,-3-1 0,2 1 0,0 0 0,0 0 0,0 0 0,1 0 0,-1 1 0,0-1 0,0 0 0,0 1 0,0-1 0,0 1 0,0-1 0,1 0 0,-1 1 0,0 0 0,0-1 0,1 1 0,-1 0 0,-1 0 0,-3 5 0,1 0 0,-1 0 0,1 0 0,-5 9 0,4-4 0,0-1 0,1 1 0,0-1 0,0 1 0,1 0 0,1 0 0,0 1 0,0-1 0,1 1 0,1-1 0,0 0 0,0 1 0,1-1 0,1 1 0,0-1 0,0 0 0,1 0 0,1 0 0,7 17 0,0-2 0,2-1 0,21 33 0,-24-45 0,-1 0 0,2 0 0,0-1 0,0-1 0,22 17 0,-9-10 0,-6-4 0,1 0 0,0-1 0,22 10 0,-36-21 0,1 1 0,0-1 0,0 0 0,0 0 0,0 0 0,0-1 0,1 0 0,-1-1 0,0 1 0,1-1 0,-1 0 0,0-1 0,0 1 0,1-1 0,10-4 0,-13 4 0,-1-1 0,1 0 0,-1 0 0,0 0 0,0 0 0,0-1 0,0 1 0,-1-1 0,1 0 0,-1 0 0,1 0 0,-1 0 0,0 0 0,0-1 0,0 1 0,-1 0 0,1-1 0,-1 1 0,0-1 0,2-7 0,0-2 0,-1 0 0,0 0 0,-1 0 0,-1-23 0,-1 26 0,0-1 0,-1 1 0,0 0 0,0 0 0,-1 0 0,-1 1 0,1-1 0,-1 1 0,-1 0 0,0 0 0,0 0 0,-1 1 0,0-1 0,-9-7 0,15 15 0,-1 0 0,1 1 0,-1-1 0,1 0 0,-1 1 0,0-1 0,1 1 0,-1-1 0,0 1 0,1-1 0,-1 1 0,0 0 0,1-1 0,-1 1 0,0 0 0,0 0 0,0-1 0,1 1 0,-1 0 0,0 0 0,0 0 0,0 0 0,0 0 0,1 0 0,-3 1 0,2-1 0,0 1 0,1-1 0,-1 1 0,0 0 0,0 0 0,0-1 0,0 1 0,1 0 0,-1 0 0,0 0 0,1 0 0,-1 0 0,0 0 0,1 0 0,-1 2 0,-1 4 0,0 0 0,0 0 0,1 0 0,-1 12 0,1-6 0,1-1 0,1 0 0,0 0 0,1 0 0,5 23 0,-4-28 0,-1 0 0,1 0 0,1 0 0,-1 0 0,1-1 0,0 1 0,1-1 0,0 0 0,0 0 0,9 8 0,-1-3 0,0-1 0,0 0 0,29 15 0,-34-21 0,0-1 0,0 1 0,0-2 0,0 1 0,0-1 0,1 0 0,-1-1 0,0 0 0,15 0 0,-20-1 0,0 0 0,0-1 0,0 1 0,0-1 0,0 0 0,-1 0 0,1 0 0,0 0 0,0 0 0,-1-1 0,1 1 0,0-1 0,-1 0 0,0 1 0,5-5 0,-4 2 0,0 0 0,0 0 0,0-1 0,0 1 0,-1-1 0,1 1 0,-1-1 0,2-7 0,0-5 0,-1 1 0,0-1 0,-1 0 0,-1-26 0,-1 42 0,0 1 0,0-1 0,0 1 0,0-1 0,0 1 0,0-1 0,0 1 0,0-1 0,0 1 0,1-1 0,-1 1 0,0 0 0,0-1 0,0 1 0,0-1 0,1 1 0,-1-1 0,0 1 0,0 0 0,1-1 0,0 0 0,-1 1 0,0 0 0,1 0 0,-1 0 0,0 0 0,1 0 0,-1 0 0,0 1 0,1-1 0,-1 0 0,0 0 0,1 0 0,-1 0 0,0 0 0,1 1 0,-1-1 0,0 0 0,1 0 0,-1 1 0,0-1 0,0 0 0,1 0 0,-1 1 0,18 23 0,-13-16 0,9 10 0,0 1 0,33 28 0,-41-41 0,1 0 0,0 0 0,1-1 0,-1 0 0,1-1 0,0 0 0,0 0 0,0-1 0,1 0 0,13 3 0,-20-5 0,0-1 0,-1 0 0,1 1 0,0-1 0,-1 0 0,1 0 0,-1 0 0,1 0 0,0-1 0,-1 1 0,1 0 0,-1-1 0,1 1 0,0-1 0,-1 1 0,1-1 0,-1 0 0,0 0 0,1 0 0,0-1 0,0 1 0,-1-1 0,0 0 0,0 0 0,1 0 0,-1 1 0,-1-1 0,1 0 0,0 0 0,0 0 0,-1-1 0,1 1 0,-1 0 0,0 0 0,0 0 0,0-2 0,1-7 0,-1 7 0,0 0 0,0 0 0,0 0 0,1 0 0,0 0 0,0 0 0,2-5 0,-3 8 0,1 0 0,0 0 0,-1 0 0,1 0 0,0 0 0,0 1 0,-1-1 0,1 0 0,0 1 0,0-1 0,0 0 0,0 1 0,0-1 0,0 1 0,0-1 0,0 1 0,0 0 0,0 0 0,1-1 0,-1 1 0,0 0 0,0 0 0,0 0 0,0 0 0,0 0 0,0 0 0,1 0 0,-1 1 0,0-1 0,0 0 0,0 1 0,2 0 0,0 0 10,1 0 0,-1 1 0,1-1 0,-1 1 0,0 0 0,0 0 0,1 0 0,-2 1 0,1-1 0,0 1 0,3 3 0,2 4-753,14 21 1,-14-18-6084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6.804"/>
    </inkml:context>
    <inkml:brush xml:id="br0">
      <inkml:brushProperty name="width" value="0.05" units="cm"/>
      <inkml:brushProperty name="height" value="0.05" units="cm"/>
    </inkml:brush>
  </inkml:definitions>
  <inkml:trace contextRef="#ctx0" brushRef="#br0">170 52 24575,'-8'-5'0,"-11"-6"0,-27-13 0,41 22 0,0 0 0,0 0 0,0 1 0,0-1 0,0 1 0,0 0 0,0 1 0,-1-1 0,1 1 0,0 0 0,-8 1 0,12-1 0,-1 1 0,1-1 0,0 0 0,0 1 0,-1-1 0,1 1 0,0 0 0,0-1 0,-1 1 0,1 0 0,0-1 0,0 1 0,0 0 0,0 0 0,0 0 0,0 0 0,1 0 0,-1 0 0,0 0 0,0 1 0,0 0 0,0 0 0,1 1 0,-1-1 0,1 0 0,-1 1 0,1-1 0,0 1 0,0-1 0,0 1 0,0-1 0,1 5 0,1 2 0,0 1 0,1-1 0,1 0 0,6 15 0,-6-18 0,-1 0 0,1 0 0,0 0 0,1-1 0,-1 0 0,1 0 0,0 0 0,1 0 0,-1-1 0,1 1 0,9 4 0,-13-8 0,0 0 0,0 0 0,0 0 0,0 0 0,1 0 0,-1 0 0,0-1 0,1 1 0,-1-1 0,1 0 0,-1 0 0,0 0 0,1 0 0,-1 0 0,1 0 0,-1 0 0,0-1 0,1 0 0,-1 1 0,0-1 0,1 0 0,-1 0 0,0 0 0,0 0 0,0 0 0,0-1 0,0 1 0,0-1 0,0 1 0,0-1 0,-1 0 0,1 0 0,-1 1 0,1-1 0,1-5 0,1 0 0,0-1 0,-1 0 0,0 0 0,-1 0 0,1 0 0,0-12 0,3-8 0,-6 28 0,0-1 0,0 1 0,0 0 0,0-1 0,0 1 0,0 0 0,0-1 0,1 1 0,-1 0 0,0-1 0,0 1 0,0 0 0,0-1 0,0 1 0,1 0 0,-1 0 0,0-1 0,0 1 0,0 0 0,1 0 0,-1-1 0,0 1 0,0 0 0,1 0 0,-1 0 0,0-1 0,1 1 0,-1 0 0,1 0 0,4 7 0,3 19 0,-8-26 0,24 119 0,-7-27 0,-13-72 0,23 125 0,-26-141 0,-1-1 0,0 0 0,1 0 0,-2 1 0,1-1 0,0 0 0,-1 1 0,1-1 0,-1 0 0,0 0 0,-1 4 0,1-5 0,0-1 0,0 1 0,0-1 0,-1 1 0,1-1 0,0 0 0,-1 1 0,1-1 0,0 0 0,-1 0 0,1 0 0,-1 0 0,0 0 0,1-1 0,-1 1 0,0 0 0,1-1 0,-1 1 0,0-1 0,0 0 0,-3 1 0,-9-1-195,0 0 0,0-1 0,-1-1 0,1 0 0,0-1 0,-17-5 0,11 2-6631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7.308"/>
    </inkml:context>
    <inkml:brush xml:id="br0">
      <inkml:brushProperty name="width" value="0.05" units="cm"/>
      <inkml:brushProperty name="height" value="0.05" units="cm"/>
    </inkml:brush>
  </inkml:definitions>
  <inkml:trace contextRef="#ctx0" brushRef="#br0">0 0 24575,'26'77'0,"27"82"0,-36-100 0,50 180 0,-43-163-1365,-21-64-5461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7.479"/>
    </inkml:context>
    <inkml:brush xml:id="br0">
      <inkml:brushProperty name="width" value="0.05" units="cm"/>
      <inkml:brushProperty name="height" value="0.05" units="cm"/>
    </inkml:brush>
  </inkml:definitions>
  <inkml:trace contextRef="#ctx0" brushRef="#br0">368 75 24575,'-30'-7'0,"-12"-6"0,-5 0 0,4 3 0,6 2 0,7 2 0,7 1 0,4 0 0,3 2 0,1 0 0,2 2 0,-1 1 0,1-1 0,-1 2 0,2-1-8191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8.024"/>
    </inkml:context>
    <inkml:brush xml:id="br0">
      <inkml:brushProperty name="width" value="0.05" units="cm"/>
      <inkml:brushProperty name="height" value="0.05" units="cm"/>
    </inkml:brush>
  </inkml:definitions>
  <inkml:trace contextRef="#ctx0" brushRef="#br0">0 0 24575,'22'160'0,"-16"-99"0,18 75 0,16-19 0,-23-70 0,-7-10 0,-10-43 0,0 0 0,1 0 0,0 0 0,2-9 0,3-13 0,-5 17 0,1 0 0,0 0 0,0 1 0,1-1 0,1 1 0,4-11 0,-7 19 0,0 0 0,0 0 0,1 0 0,-1 0 0,0 0 0,1 0 0,-1 1 0,1-1 0,0 0 0,-1 1 0,1 0 0,0-1 0,0 1 0,0 0 0,0 0 0,0 0 0,0 0 0,0 0 0,1 0 0,-1 1 0,0-1 0,0 1 0,1-1 0,-1 1 0,0 0 0,1 0 0,-1 0 0,0 0 0,0 1 0,1-1 0,-1 1 0,0-1 0,0 1 0,4 1 0,10 5 0,0 0 0,-1 2 0,25 17 0,-5-3 0,-20-13-146,0 1-1,-1 1 1,15 16-1,-20-19-632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1.328"/>
    </inkml:context>
    <inkml:brush xml:id="br0">
      <inkml:brushProperty name="width" value="0.05" units="cm"/>
      <inkml:brushProperty name="height" value="0.05" units="cm"/>
    </inkml:brush>
  </inkml:definitions>
  <inkml:trace contextRef="#ctx0" brushRef="#br0">75 222 24575,'42'-14'0,"54"-19"0,-86 28 0,-1 1 0,0-2 0,0 1 0,0-1 0,-1 0 0,1-1 0,9-11 0,-14 15 0,-1 0 0,-1-1 0,1 0 0,0 1 0,-1-1 0,0 0 0,0 0 0,2-4 0,-4 6 0,0 1 0,1-1 0,-1 1 0,0-1 0,0 1 0,0-1 0,0 0 0,0 1 0,0-1 0,-1 1 0,1-1 0,0 1 0,-1 0 0,1-1 0,-1 1 0,1-1 0,-1 1 0,0 0 0,0-1 0,0 1 0,0 0 0,1 0 0,-2 0 0,1 0 0,0-1 0,0 2 0,-2-3 0,-5-2 0,-1 0 0,1 0 0,-1 0 0,0 1 0,-1 1 0,1 0 0,-1 0 0,1 0 0,-1 1 0,-12 0 0,14 2 0,-1 0 0,1 1 0,0 0 0,-1 1 0,1-1 0,0 2 0,0-1 0,0 1 0,1 0 0,-1 1 0,1 0 0,0 0 0,-1 1 0,-10 9 0,12-8 0,1 1 0,-1 0 0,1 1 0,-6 11 0,8-14 0,-1 4 0,-1 1 0,2-1 0,0 1 0,0 0 0,0-1 0,1 1 0,1 0 0,0 1 0,0-1 0,1 14 0,1-20 0,0 1 0,0-1 0,0 0 0,0 0 0,1 1 0,0-1 0,0 0 0,0-1 0,0 1 0,1 0 0,-1-1 0,1 1 0,0-1 0,0 0 0,4 4 0,2 1 0,1 0 0,0-1 0,1 0 0,12 6 0,-17-11 0,1 1 0,-1-1 0,1-1 0,0 1 0,0-1 0,-1 0 0,1-1 0,8 1 0,26 2 0,40 8 0,-23-4 0,-49-6-108,36 4 350,-42-5-379,1 0 1,-1 0 0,1 0 0,-1-1-1,1 1 1,-1-1 0,0 0 0,1 0-1,-1 0 1,4-3 0,3-2-6690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2.585"/>
    </inkml:context>
    <inkml:brush xml:id="br0">
      <inkml:brushProperty name="width" value="0.05" units="cm"/>
      <inkml:brushProperty name="height" value="0.05" units="cm"/>
    </inkml:brush>
  </inkml:definitions>
  <inkml:trace contextRef="#ctx0" brushRef="#br0">235 63 24575,'21'3'0,"-16"-4"0,-15-3 0,-4 1 0,0 0 0,0 0 0,-1 1 0,1 1 0,-17 1 0,-16-2 0,19-3 0,27 5 0,0 0 0,-1-1 0,1 1 0,0 0 0,0-1 0,0 1 0,-1-1 0,1 0 0,0 1 0,0-1 0,0 0 0,0 0 0,0 1 0,0-1 0,0 0 0,0 0 0,1 0 0,-2-2 0,2 3 0,0-1 0,0 0 0,0 0 0,0 0 0,1 1 0,-1-1 0,0 0 0,0 0 0,1 1 0,-1-1 0,0 0 0,1 1 0,-1-1 0,1 0 0,-1 1 0,1-1 0,-1 1 0,1-1 0,-1 0 0,1 1 0,0 0 0,-1-1 0,1 1 0,0-1 0,-1 1 0,1 0 0,0-1 0,0 1 0,-1 0 0,1 0 0,0 0 0,1-1 0,26-5 0,-16 6 0,-1 0 0,0 0 0,0 1 0,20 5 0,16 1 0,-42-7 0,-1 0 0,0 0 0,-1 1 0,1-1 0,0 1 0,-1 0 0,1 0 0,4 2 0,-8-3 0,0 0 0,0 0 0,0 0 0,0 0 0,0 0 0,0 0 0,0 0 0,0 0 0,-1 0 0,1 0 0,0 0 0,0 1 0,0-1 0,0 0 0,0 0 0,0 0 0,0 0 0,0 0 0,0 0 0,0 0 0,0 0 0,0 0 0,0 1 0,0-1 0,0 0 0,0 0 0,0 0 0,0 0 0,0 0 0,0 0 0,0 0 0,0 0 0,0 1 0,0-1 0,0 0 0,0 0 0,0 0 0,0 0 0,0 0 0,0 0 0,0 0 0,0 0 0,0 1 0,0-1 0,0 0 0,0 0 0,0 0 0,0 0 0,0 0 0,1 0 0,-1 0 0,-11 0 0,-61-13-33,-11-1 153,73 13-362,-1 0 0,0 1 0,1 0 0,-1 1 0,-18 4 0,17-2-6584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6.084"/>
    </inkml:context>
    <inkml:brush xml:id="br0">
      <inkml:brushProperty name="width" value="0.05" units="cm"/>
      <inkml:brushProperty name="height" value="0.05" units="cm"/>
    </inkml:brush>
  </inkml:definitions>
  <inkml:trace contextRef="#ctx0" brushRef="#br0">17 3 24575,'0'0'0,"0"0"0,0-1 0,0 1 0,0 0 0,1 0 0,-1 0 0,0 0 0,0 0 0,0-1 0,1 1 0,-1 0 0,0 0 0,0 0 0,0 0 0,1 0 0,-1 0 0,0 0 0,0 0 0,0 0 0,1 0 0,-1-1 0,0 1 0,0 0 0,0 0 0,1 0 0,-1 1 0,0-1 0,0 0 0,1 0 0,-1 0 0,0 0 0,0 0 0,0 0 0,1 0 0,-1 0 0,4 9 0,-1 12 0,-3-21 0,2 54 0,-2-35 0,0 0 0,2 1 0,0-1 0,7 24 0,8 14 0,49 108 0,-56-146 0,6 22 0,-14-34 0,0 0 0,0 1 0,0-1 0,-1 1 0,0-1 0,-1 12 0,0-17 0,0-1 0,0 0 0,0 0 0,-1 1 0,1-1 0,0 0 0,-1 0 0,1 0 0,-1 1 0,0-1 0,1 0 0,-1 0 0,0 0 0,1 0 0,-1 0 0,0 0 0,0 0 0,0 0 0,0 0 0,-1 0 0,-1 1 0,1-1 0,0 0 0,-1 0 0,1 0 0,-1-1 0,1 1 0,-1 0 0,1-1 0,-5 1 0,0-1 0,-1 0 0,1-1 0,0 0 0,0 0 0,0 0 0,-11-4 0,14 3 0,0 1 0,0-1 0,1 0 0,-1-1 0,0 1 0,1 0 0,0-1 0,-1 0 0,1 0 0,0 0 0,1 0 0,-1-1 0,-4-6 0,6 8 0,-1-1 0,1 0 0,0 0 0,0 1 0,0-1 0,0 0 0,0 0 0,1 0 0,-1 0 0,1 0 0,0-1 0,0 1 0,0 0 0,0 0 0,1 0 0,-1 0 0,1 0 0,0 0 0,2-5 0,-2 6 0,1-1 0,-1 1 0,1 0 0,0 0 0,0 0 0,0 0 0,0 0 0,0 0 0,0 1 0,1-1 0,-1 0 0,1 1 0,-1 0 0,4-2 0,40-12 0,-41 13 0,8-1 0,-1 0 0,0 0 0,1-1 0,-2-1 0,1 1 0,0-2 0,18-12 0,-28 17-91,0-1 0,-1 1 0,1-1 0,-1 0 0,0 0 0,1 0 0,-1 0 0,0 0 0,0 0 0,0 0 0,0 0 0,-1 0 0,1 0 0,0-5 0,1-4-6735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6.507"/>
    </inkml:context>
    <inkml:brush xml:id="br0">
      <inkml:brushProperty name="width" value="0.05" units="cm"/>
      <inkml:brushProperty name="height" value="0.05" units="cm"/>
    </inkml:brush>
  </inkml:definitions>
  <inkml:trace contextRef="#ctx0" brushRef="#br0">117 32 24575,'0'-10'0,"0"-1"0,0 4 0,-3 3 0,-3 5 0,-3 3 0,-2-1 0,-3 3 0,0 0 0,-1-1 0,-1-1 0,1 1 0,2-1-8191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8.333"/>
    </inkml:context>
    <inkml:brush xml:id="br0">
      <inkml:brushProperty name="width" value="0.05" units="cm"/>
      <inkml:brushProperty name="height" value="0.05" units="cm"/>
    </inkml:brush>
  </inkml:definitions>
  <inkml:trace contextRef="#ctx0" brushRef="#br0">1 45 24575,'0'16'0,"0"1"0,0 0 0,3 18 0,-2-29 0,1 0 0,-1 0 0,1-1 0,0 1 0,0 0 0,1-1 0,0 0 0,0 1 0,6 7 0,7 6 0,1 0 0,1-1 0,1 0 0,32 21 0,-49-37 0,1 0 0,0 0 0,0-1 0,0 1 0,0-1 0,0 0 0,0 0 0,0 0 0,1 0 0,-1 0 0,0-1 0,1 1 0,-1-1 0,6 0 0,-7-1 0,-1 1 0,1-1 0,0 1 0,-1-1 0,1 0 0,-1 1 0,1-1 0,-1 0 0,1 0 0,-1 0 0,1 0 0,-1 0 0,0-1 0,1 1 0,-1 0 0,0-1 0,0 1 0,0 0 0,0-1 0,0 1 0,-1-1 0,1 0 0,0 1 0,-1-1 0,1 0 0,-1 1 0,0-1 0,1 0 0,-1-1 0,1-8 0,0 1 0,-1 0 0,-2-14 0,1 13 0,1 0 0,1-14 0,-1 25 0,0 0 0,0 0 0,0 0 0,0-1 0,0 1 0,0 0 0,0 0 0,0 0 0,0 0 0,0 0 0,0-1 0,0 1 0,1 0 0,-1 0 0,0 0 0,0 0 0,0 0 0,0-1 0,0 1 0,0 0 0,0 0 0,1 0 0,-1 0 0,0 0 0,0 0 0,0 0 0,0 0 0,0 0 0,1 0 0,-1 0 0,0 0 0,0 0 0,0-1 0,0 1 0,1 0 0,7 3 0,11 10 0,-14-9 0,9 5 0,68 43 0,-70-45 0,0-1 0,0-1 0,1 0 0,-1 0 0,17 2 0,-27-6 0,1-1 0,-1 1 0,0-1 0,1 0 0,-1 0 0,0 0 0,1 0 0,-1 0 0,0-1 0,1 1 0,-1-1 0,0 1 0,0-1 0,0 0 0,1 0 0,-1 0 0,0 0 0,0 0 0,0-1 0,0 1 0,-1 0 0,1-1 0,0 0 0,-1 1 0,1-1 0,-1 0 0,1 0 0,-1 0 0,0 0 0,1 0 0,0-3 0,0 0 0,-1 0 0,1 0 0,-1 0 0,0 1 0,-1-1 0,1 0 0,-1-1 0,0 1 0,0 0 0,-1 0 0,1 0 0,-1 0 0,-3-9 0,-1 0 17,0 0 0,-2 0 1,1 0-1,-2 1 0,0 0 0,-10-13 0,12 19-141,0 0 0,-1 0 1,1 1-1,-1 0 0,-1 0 0,1 0 1,-1 1-1,0 0 0,0 1 0,0-1 1,-11-2-1,5 3-6702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9.409"/>
    </inkml:context>
    <inkml:brush xml:id="br0">
      <inkml:brushProperty name="width" value="0.05" units="cm"/>
      <inkml:brushProperty name="height" value="0.05" units="cm"/>
    </inkml:brush>
  </inkml:definitions>
  <inkml:trace contextRef="#ctx0" brushRef="#br0">10 20 24575,'-7'-15'0,"4"14"0,5 11 0,16 60 0,3 43 0,-20-109 0,0 0 0,-1-1 0,2 1 0,-1-1 0,0 1 0,1-1 0,0 1 0,0-1 0,0 0 0,0 0 0,0 0 0,1 0 0,2 2 0,-4-4 0,0 0 0,-1 0 0,1 0 0,0-1 0,0 1 0,0 0 0,0-1 0,1 1 0,-1-1 0,0 1 0,0-1 0,0 1 0,0-1 0,0 0 0,1 0 0,-1 1 0,0-1 0,0 0 0,0 0 0,1 0 0,-1 0 0,0-1 0,0 1 0,0 0 0,1 0 0,-1-1 0,0 1 0,0-1 0,0 1 0,0-1 0,0 1 0,0-1 0,0 0 0,0 1 0,0-1 0,0 0 0,0 0 0,0 0 0,-1 0 0,1 0 0,0 0 0,1-2 0,0-1 0,1-1 0,-1 1 0,0-1 0,0 0 0,0 0 0,-1 1 0,0-1 0,0-1 0,0 1 0,0-6 0,0-10 0,-3-26 0,1 16 0,0 16 0,1-19 0,0 32 0,0-1 0,1 1 0,-1 0 0,0 0 0,1 0 0,0 0 0,-1 0 0,1 0 0,0 0 0,0 0 0,0 0 0,2-2 0,-3 4 0,1-1 0,-1 1 0,0 0 0,1-1 0,-1 1 0,0 0 0,1 0 0,-1 0 0,1-1 0,-1 1 0,1 0 0,-1 0 0,1 0 0,-1 0 0,0 0 0,1 0 0,-1 0 0,1 0 0,-1 0 0,1 0 0,-1 0 0,1 0 0,-1 0 0,1 0 0,-1 1 0,0-1 0,1 0 0,-1 0 0,1 0 0,-1 1 0,0-1 0,1 0 0,-1 0 0,0 1 0,1-1 0,-1 0 0,0 1 0,1 0 0,12 15 0,-13-16 0,76 106 0,-61-89 0,-1 0 0,2-2 0,33 27 0,-46-39 0,0-1 0,0 0 0,0 0 0,0-1 0,1 1 0,-1-1 0,1 1 0,4 0 0,-7-2 0,0 0 0,0 0 0,0 0 0,0 0 0,0 0 0,0 0 0,-1 0 0,1 0 0,0-1 0,0 1 0,0 0 0,0 0 0,0-1 0,-1 1 0,1-1 0,0 1 0,0-1 0,-1 1 0,1-1 0,0 1 0,0-1 0,-1 0 0,1 1 0,-1-1 0,1 0 0,-1 0 0,1 1 0,-1-1 0,1 0 0,-1 0 0,0 0 0,1 0 0,-1 1 0,0-1 0,0 0 0,0 0 0,0 0 0,0 0 0,0-1 0,2-12 0,-1 1 0,-2-25 0,0 21 0,2-23 0,-1 35 0,1-1 0,0 1 0,0 0 0,1 0 0,-1 0 0,1 0 0,0 0 0,5-7 0,-6 10 0,-1 1 0,1 0 0,0 0 0,0-1 0,0 1 0,0 0 0,0 0 0,1 0 0,-1 0 0,0 0 0,0 1 0,1-1 0,-1 0 0,0 0 0,1 1 0,-1-1 0,1 1 0,-1-1 0,0 1 0,1 0 0,-1 0 0,1 0 0,-1-1 0,1 1 0,0 0 0,-1 1 0,1-1 0,-1 0 0,0 0 0,1 1 0,-1-1 0,1 1 0,1 0 0,5 3 0,-1 0 0,0 0 0,0 1 0,12 10 0,-12-10 0,22 22 0,-1 0 0,27 34 0,-35-38 0,-15-17-195,1 1 0,-1 0 0,0 0 0,0 0 0,-1 0 0,4 10 0,-4-4-6631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3.271"/>
    </inkml:context>
    <inkml:brush xml:id="br0">
      <inkml:brushProperty name="width" value="0.05" units="cm"/>
      <inkml:brushProperty name="height" value="0.05" units="cm"/>
    </inkml:brush>
  </inkml:definitions>
  <inkml:trace contextRef="#ctx0" brushRef="#br0">0 94 24575,'6'-7'0,"6"-3"0,-12 10 0,1 0 0,-1 0 0,1 0 0,0 0 0,-1 0 0,1 0 0,0 0 0,-1 0 0,1 0 0,-1 0 0,1 1 0,0-1 0,-1 0 0,1 0 0,-1 1 0,1-1 0,-1 0 0,1 1 0,-1-1 0,1 0 0,-1 1 0,1-1 0,-1 1 0,1-1 0,0 2 0,3 3 0,0 0 0,0 1 0,0-1 0,-1 1 0,6 12 0,10 36 0,-9-25 0,-4-12 0,20 52 0,-22-60 0,0-1 0,1 1 0,0-1 0,1 1 0,8 8 0,-13-16 0,0 0 0,0 1 0,1-1 0,-1 0 0,1 0 0,-1 0 0,1 0 0,-1 0 0,1 0 0,0 0 0,0 0 0,-1-1 0,1 1 0,0 0 0,0-1 0,0 0 0,-1 1 0,1-1 0,0 0 0,0 0 0,0 0 0,0 0 0,0-1 0,-1 1 0,1 0 0,0-1 0,0 1 0,3-2 0,-3 0 0,1 1 0,0-1 0,-1 0 0,1 0 0,-1 0 0,0 0 0,0 0 0,0 0 0,0-1 0,0 1 0,0-1 0,-1 1 0,1-1 0,-1 0 0,1 0 0,1-5 0,3-17 0,-2 0 0,0 1 0,-1-2 0,-1-48 0,-3 72 0,1 1 0,0-1 0,0 1 0,0-1 0,0 0 0,1 1 0,-1-1 0,0 1 0,1-1 0,-1 1 0,1-1 0,-1 1 0,2-2 0,-1 2 0,-1 1 0,0 0 0,0 0 0,0 0 0,1 0 0,-1-1 0,0 1 0,1 0 0,-1 0 0,0 0 0,0 0 0,1 0 0,-1 0 0,0 0 0,1 0 0,-1 0 0,0 0 0,0 0 0,1 0 0,-1 0 0,0 0 0,1 0 0,-1 0 0,0 0 0,1 1 0,11 8 0,-1 3 0,-1 0 0,16 27 0,-18-24 0,2-1 0,15 18 0,-7-7 0,-16-21 0,1 0 0,0 0 0,-1 0 0,1 0 0,1-1 0,5 6 0,-8-8 0,-1-1 0,0 0 0,1 0 0,-1 0 0,0 1 0,1-1 0,-1 0 0,0 0 0,1 0 0,-1 0 0,0 0 0,1 0 0,-1 0 0,0 0 0,1 1 0,-1-1 0,1 0 0,-1-1 0,0 1 0,1 0 0,-1 0 0,0 0 0,1 0 0,-1 0 0,0 0 0,1 0 0,-1-1 0,0 1 0,1 0 0,0 0 0,7-13 0,1-18 0,-9 30 0,7-35 0,2-4 0,-2-1 0,-1 1 0,-1-43 0,-5 79-109,0 2 13,0 0-1,0 0 0,0 0 1,0 0-1,0 0 0,1-1 1,-1 1-1,0 0 0,1 0 1,0 0-1,0 0 1,1-2-1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5.384"/>
    </inkml:context>
    <inkml:brush xml:id="br0">
      <inkml:brushProperty name="width" value="0.05" units="cm"/>
      <inkml:brushProperty name="height" value="0.05" units="cm"/>
    </inkml:brush>
  </inkml:definitions>
  <inkml:trace contextRef="#ctx0" brushRef="#br0">225 24 24575,'-81'-10'0,"-2"-1"0,80 10 0,0 0 0,1 1 0,-1 0 0,0-1 0,0 1 0,1 0 0,-1 0 0,0 1 0,1-1 0,-1 0 0,0 1 0,-4 1 0,5-1 0,1 0 0,0 0 0,-1 0 0,1 0 0,0 0 0,0 0 0,0 1 0,0-1 0,0 0 0,0 1 0,0-1 0,0 0 0,1 1 0,-1-1 0,0 1 0,1-1 0,-1 1 0,1 0 0,0-1 0,-1 1 0,1-1 0,0 4 0,-1 25 0,2 35 0,1-11 0,-2-39 0,1-1 0,1 1 0,7 28 0,19 41 0,0-1 0,8 70 0,-31-120 0,0 1 0,-1 54 0,-4-81 0,0-4 0,0 1 0,0-1 0,0 0 0,0 0 0,1 1 0,-1-1 0,2 4 0,-2-6 0,1 0 0,0 0 0,-1 0 0,1 0 0,-1-1 0,1 1 0,0 0 0,0 0 0,-1-1 0,1 1 0,0-1 0,0 1 0,0-1 0,0 1 0,0-1 0,-1 1 0,1-1 0,0 0 0,0 1 0,0-1 0,0 0 0,0 0 0,0 0 0,0 0 0,0 0 0,0 0 0,0 0 0,2 0 0,44-3 0,49-1 0,-65 1-1365,-20 0-5461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6.540"/>
    </inkml:context>
    <inkml:brush xml:id="br0">
      <inkml:brushProperty name="width" value="0.05" units="cm"/>
      <inkml:brushProperty name="height" value="0.05" units="cm"/>
    </inkml:brush>
  </inkml:definitions>
  <inkml:trace contextRef="#ctx0" brushRef="#br0">0 27 24575,'2'-13'0,"-2"13"0,0-1 0,1 1 0,-1 0 0,0 0 0,0 0 0,0-1 0,0 1 0,0 0 0,0 0 0,1 0 0,-1 0 0,0 0 0,0 0 0,0-1 0,0 1 0,0 0 0,1 0 0,-1 0 0,0 0 0,0 0 0,0 0 0,1 0 0,-1 0 0,0 0 0,0 0 0,0 0 0,1 0 0,-1 0 0,0 0 0,0 0 0,1 0 0,0 0 0,0 1 0,1 0 0,-1 0 0,0 0 0,0 0 0,1 0 0,-1 0 0,0 0 0,0 0 0,0 1 0,0-1 0,0 2 0,5 6 0,0 1 0,-1-1 0,0 1 0,-1 1 0,6 18 0,-4-3 0,4 34 0,-9-58 0,-1 1 0,1 0 0,-1 0 0,1-1 0,0 1 0,0 0 0,3 3 0,-4-6 0,0 1 0,0-1 0,0 0 0,0 0 0,0 0 0,0 1 0,1-1 0,-1 0 0,0 0 0,0 0 0,0 0 0,0 0 0,1 1 0,-1-1 0,0 0 0,0 0 0,1 0 0,-1 0 0,0 0 0,0 0 0,0 0 0,1 0 0,-1 0 0,0 0 0,0 0 0,1 0 0,-1 0 0,0 0 0,0 0 0,1 0 0,-1 0 0,0 0 0,1-1 0,0 1 0,-1-1 0,1 0 0,0 1 0,-1-1 0,1 0 0,-1 0 0,1 1 0,-1-1 0,0 0 0,1 0 0,-1 0 0,1-2 0,19-81 0,-13 54 0,11-35 0,-10 51 0,-8 14 0,0 0 0,1 0 0,-1-1 0,0 1 0,1 0 0,-1 0 0,0 0 0,1 0 0,-1-1 0,0 1 0,1 0 0,-1 0 0,1 0 0,-1 0 0,0 0 0,1 0 0,-1 0 0,1 0 0,-1 0 0,0 0 0,1 0 0,0 0 0,1 2 0,0-1 0,0 0 0,1 1 0,-1-1 0,0 1 0,-1 0 0,1 0 0,2 2 0,0 0 0,11 12 0,9 9 0,34 29 0,-45-44 0,0 0 0,0-1 0,1-1 0,16 7 0,-30-14 0,1-1 0,-1 0 0,1 0 0,-1 1 0,1-1 0,-1 0 0,1 0 0,0 0 0,-1 0 0,1 0 0,-1 0 0,1 0 0,-1 0 0,1 0 0,0 0 0,-1 0 0,1 0 0,-1 0 0,1 0 0,-1-1 0,1 1 0,-1 0 0,1 0 0,-1-1 0,1 1 0,0-1 0,0 0 0,0 0 0,-1 0 0,1 0 0,-1 0 0,1 0 0,-1 0 0,1 0 0,-1 0 0,1 0 0,-1 0 0,0-2 0,1-4 0,0 0 0,-1-1 0,-1-9 0,1 11 0,-6-42 0,2 19 0,3 27 0,1 1 0,0 0 0,0-1 0,0 1 0,0-1 0,0 1 0,0 0 0,0-1 0,0 1 0,0 0 0,1-1 0,-1 1 0,0 0 0,1-1 0,-1 1 0,1 0 0,0 0 0,-1-1 0,1 1 0,0 0 0,0 0 0,-1 0 0,1 0 0,0 0 0,0 0 0,0 0 0,1 0 0,-1 1 0,0-1 0,0 0 0,0 1 0,2-2 0,0 2 0,-1-1 0,1 1 0,-1 0 0,0 0 0,1 0 0,-1 0 0,1 0 0,-1 1 0,1-1 0,-1 1 0,0-1 0,1 1 0,-1 0 0,0 0 0,0 0 0,0 0 0,4 3 0,3 3 0,0 0 0,0 0 0,-1 1 0,0 0 0,7 11 0,31 47 0,-22-29 0,-8-12-1365,-12-16-5461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7.040"/>
    </inkml:context>
    <inkml:brush xml:id="br0">
      <inkml:brushProperty name="width" value="0.05" units="cm"/>
      <inkml:brushProperty name="height" value="0.05" units="cm"/>
    </inkml:brush>
  </inkml:definitions>
  <inkml:trace contextRef="#ctx0" brushRef="#br0">191 45 24575,'25'-3'0,"-17"2"0,-1 0 0,0 0 0,0-1 0,0 0 0,0 0 0,9-5 0,-16 7 0,0 0 0,0 0 0,1 0 0,-1 0 0,0 0 0,0 0 0,0 0 0,0 0 0,1 0 0,-1 0 0,0-1 0,0 1 0,0 0 0,0 0 0,0 0 0,0 0 0,0 0 0,1 0 0,-1-1 0,0 1 0,0 0 0,0 0 0,0 0 0,0 0 0,0-1 0,0 1 0,0 0 0,0 0 0,0 0 0,0 0 0,0-1 0,0 1 0,0 0 0,-5-4 0,-14 0 0,15 3 0,-32-5-81,-1 2-1,0 1 0,-48 4 1,44-1-958,27 0-5787</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7.837"/>
    </inkml:context>
    <inkml:brush xml:id="br0">
      <inkml:brushProperty name="width" value="0.05" units="cm"/>
      <inkml:brushProperty name="height" value="0.05" units="cm"/>
    </inkml:brush>
  </inkml:definitions>
  <inkml:trace contextRef="#ctx0" brushRef="#br0">0 74 24575,'14'16'0,"-1"1"0,-1 0 0,0 0 0,10 22 0,15 22 0,-35-58 0,19 30 0,-19-31 0,-1 1 0,0 0 0,1-1 0,-1 1 0,0 0 0,-1 0 0,1 0 0,0 0 0,-1 0 0,1 3 0,-1-6 0,0 1 0,0-1 0,0 0 0,0 0 0,0 0 0,0 1 0,0-1 0,-1 0 0,1 0 0,0 1 0,0-1 0,0 0 0,0 0 0,0 0 0,0 1 0,0-1 0,0 0 0,-1 0 0,1 0 0,0 1 0,0-1 0,0 0 0,0 0 0,-1 0 0,1 0 0,0 0 0,0 1 0,0-1 0,-1 0 0,1 0 0,0 0 0,0 0 0,-1 0 0,1 0 0,0 0 0,0 0 0,0 0 0,-1 0 0,-10-5 0,-8-10 0,12 8 0,0-1 0,1 0 0,0 0 0,0-1 0,1 1 0,0-1 0,0 0 0,-3-13 0,5 15 0,1-1 0,0 1 0,0-1 0,1 0 0,0 1 0,1-1 0,-1 0 0,1 1 0,1-1 0,0 0 0,2-11 0,-1 14 0,0-1 0,0 1 0,0 1 0,1-1 0,0 0 0,0 1 0,0-1 0,0 1 0,1 0 0,0 0 0,0 0 0,0 1 0,0-1 0,0 1 0,1 0 0,-1 0 0,1 0 0,0 1 0,6-3 0,4 0 0,0 0 0,0 1 0,0 1 0,0 0 0,24-1 0,-36 4 10,1-1 0,-1 2 0,1-1 0,-1 0 0,1 1 0,-1-1 0,0 1 0,1 0 0,-1 0 0,0 0 0,6 4 0,-2-1-307,-1 0 0,0 1 0,-1 0 0,8 7 0,-4-3-6529</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9.185"/>
    </inkml:context>
    <inkml:brush xml:id="br0">
      <inkml:brushProperty name="width" value="0.05" units="cm"/>
      <inkml:brushProperty name="height" value="0.05" units="cm"/>
    </inkml:brush>
  </inkml:definitions>
  <inkml:trace contextRef="#ctx0" brushRef="#br0">46 264 24575,'1'25'0,"1"0"0,1 0 0,0 0 0,2 0 0,2-1 0,12 35 0,-8-32 0,2 0 0,29 47 0,-20-39 0,-40-62 0,-13-19 0,-44-113 0,63 128 0,2 1 0,1-2 0,-6-44 0,13 62 0,1 1 0,1-1 0,0 1 0,1-1 0,0 1 0,5-21 0,-4 27 0,0 0 0,0 1 0,0-1 0,1 1 0,0 0 0,0 0 0,1 0 0,0 0 0,0 0 0,0 1 0,0-1 0,1 1 0,0 0 0,8-6 0,-8 8 0,1 1 0,-1-1 0,1 1 0,-1 0 0,1 0 0,0 1 0,7-2 0,3 1 0,23-1 0,-19 4 0,0 1 0,-1 0 0,1 2 0,-1 0 0,0 1 0,0 1 0,0 1 0,-1 1 0,32 18 0,-45-23 0,-1 0 0,1 0 0,-1 0 0,1 1 0,-1-1 0,0 1 0,-1 0 0,1 1 0,-1-1 0,1 1 0,-1-1 0,2 7 0,-3-8 0,-1 0 0,-1-1 0,1 1 0,0 0 0,-1 0 0,1 0 0,-1 0 0,0 0 0,0 0 0,0 0 0,0 0 0,0-1 0,-1 1 0,1 0 0,-1 0 0,0 0 0,0 0 0,0-1 0,0 1 0,-1 0 0,1-1 0,-1 1 0,1-1 0,-4 4 0,-3 3 0,-1 0 0,0-1 0,-1 1 0,1-2 0,-2 1 0,-15 8 0,-6 0 0,-33 13 0,0-9 0,43-14 0,-24 10 0,45-15 0,0-1 0,0 0 0,0 1 0,0-1 0,0 1 0,0-1 0,0 1 0,0 0 0,0-1 0,0 1 0,0 0 0,1 0 0,-1-1 0,0 1 0,0 0 0,1 0 0,-1 0 0,1 0 0,-1 0 0,1 0 0,-1 0 0,1 0 0,-1 2 0,1-2 0,0 1 0,1-1 0,-1 1 0,0-1 0,1 0 0,-1 1 0,1-1 0,-1 1 0,1-1 0,-1 0 0,1 1 0,0-1 0,0 0 0,0 0 0,1 2 0,4 3 0,0 0 0,1 0 0,0 0 0,11 6 0,31 17 0,103 43 0,-79-39 0,-61-28-118,-4-2-90,0 0 0,-1 1 0,0 0 1,0 0-1,13 11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20.038"/>
    </inkml:context>
    <inkml:brush xml:id="br0">
      <inkml:brushProperty name="width" value="0.05" units="cm"/>
      <inkml:brushProperty name="height" value="0.05" units="cm"/>
    </inkml:brush>
  </inkml:definitions>
  <inkml:trace contextRef="#ctx0" brushRef="#br0">1 1 24575,'23'2'0,"-6"-1"0,0 1 0,16 4 0,-29-5 0,0 0 0,0 0 0,-1 1 0,1-1 0,0 1 0,-1 0 0,0-1 0,1 2 0,-1-1 0,0 0 0,0 1 0,0-1 0,0 1 0,2 4 0,-3-4 0,0 0 0,-1 0 0,1 0 0,-1 1 0,0-1 0,0 0 0,0 1 0,-1-1 0,1 1 0,-1-1 0,0 5 0,-4 44 0,1-19 0,2 11 0,10 83 0,-1-61 0,26 146 0,-22-148 0,5 19 0,-16-80 0,-1-1 0,1 0 0,-1 0 0,1 1 0,-1-1 0,0 0 0,0 1 0,0-1 0,-1 4 0,1-5 0,0 0 0,-1 0 0,1-1 0,0 1 0,-1 0 0,1-1 0,-1 1 0,1-1 0,-1 1 0,1-1 0,-1 1 0,0-1 0,1 1 0,-1-1 0,1 1 0,-1-1 0,0 1 0,0-1 0,1 0 0,-1 0 0,0 1 0,1-1 0,-1 0 0,0 0 0,0 0 0,0 0 0,1 0 0,-1 0 0,0 0 0,0 0 0,1 0 0,-3-1 0,-13-1 49,-29-8 0,31 6-415,0 1 1,1 0-1,-19 0 0,19 3-6460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0.552"/>
    </inkml:context>
    <inkml:brush xml:id="br0">
      <inkml:brushProperty name="width" value="0.05" units="cm"/>
      <inkml:brushProperty name="height" value="0.05" units="cm"/>
    </inkml:brush>
  </inkml:definitions>
  <inkml:trace contextRef="#ctx0" brushRef="#br0">14 1 24575,'-3'0'0,"2"0"0,1 2 0,-1 2 0,-2 1 0,-2 1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6.399"/>
    </inkml:context>
    <inkml:brush xml:id="br0">
      <inkml:brushProperty name="width" value="0.05" units="cm"/>
      <inkml:brushProperty name="height" value="0.05" units="cm"/>
    </inkml:brush>
  </inkml:definitions>
  <inkml:trace contextRef="#ctx0" brushRef="#br0">761 43 24575,'25'-17'0,"-19"12"0,0 0 0,1 1 0,12-6 0,-10 8 0,-8 6 0,-2-3 0,0 0 0,1 0 0,-1 0 0,0 0 0,0 0 0,0 0 0,0 0 0,0 0 0,-2 2 0,-5 1 0,-1 1 0,0-1 0,1-1 0,-1 0 0,-14 4 0,-51 5 0,47-8 0,-130 16 0,-122 24 0,244-33-341,-1 2 0,2 1-1,-63 36 1,79-40-6485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7.341"/>
    </inkml:context>
    <inkml:brush xml:id="br0">
      <inkml:brushProperty name="width" value="0.05" units="cm"/>
      <inkml:brushProperty name="height" value="0.05" units="cm"/>
    </inkml:brush>
  </inkml:definitions>
  <inkml:trace contextRef="#ctx0" brushRef="#br0">287 164 24575,'8'-11'0,"0"0"0,1 0 0,0 1 0,1 0 0,0 1 0,0 0 0,1 1 0,0 0 0,1 0 0,-1 2 0,1-1 0,1 1 0,-1 1 0,27-8 0,0 6 0,-27 5 0,0 0 0,1-1 0,-1 0 0,0-1 0,11-6 0,-21 10 0,-6 2 0,-12 7 0,-26 12 0,-213 59 0,160-54 0,74-20 0,-54 17 0,65-19 0,0 1 0,0-1 0,0 2 0,-17 12 0,25-16 0,0-1 0,0 1 0,0 0 0,0 0 0,0 0 0,1 0 0,-1 0 0,1 1 0,-1-1 0,-1 4 0,3-5 0,0-1 0,0 1 0,0 0 0,0-1 0,-1 1 0,1 0 0,0-1 0,0 1 0,0-1 0,0 1 0,1 0 0,-1-1 0,0 1 0,0-1 0,0 1 0,0 0 0,1-1 0,-1 1 0,1 0 0,0 0 0,-1 0 0,1-1 0,0 1 0,0 0 0,0-1 0,0 1 0,0 0 0,0-1 0,0 0 0,0 1 0,0-1 0,0 1 0,0-1 0,0 0 0,1 0 0,14 3 0,1-2 0,-1 0 0,28-3 0,-24 1 0,40 2 0,261 27 0,-207-15 0,-100-10-1365,-4 1-5461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8.116"/>
    </inkml:context>
    <inkml:brush xml:id="br0">
      <inkml:brushProperty name="width" value="0.05" units="cm"/>
      <inkml:brushProperty name="height" value="0.05" units="cm"/>
    </inkml:brush>
  </inkml:definitions>
  <inkml:trace contextRef="#ctx0" brushRef="#br0">0 0 24575,'1'23'0,"0"-1"0,1 1 0,1 0 0,7 24 0,-6-32 0,1 0 0,1 0 0,0-1 0,2 1 0,-1-1 0,17 22 0,-16-25 0,-6-7 0,1-1 0,-1 1 0,1-1 0,-1 0 0,1 0 0,4 4 0,-4-6 50,-5-3-1465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8.490"/>
    </inkml:context>
    <inkml:brush xml:id="br0">
      <inkml:brushProperty name="width" value="0.05" units="cm"/>
      <inkml:brushProperty name="height" value="0.05" units="cm"/>
    </inkml:brush>
  </inkml:definitions>
  <inkml:trace contextRef="#ctx0" brushRef="#br0">0 38 24575,'17'-7'0,"0"0"0,0 2 0,0 0 0,0 1 0,1 0 0,0 2 0,0 0 0,0 1 0,0 0 0,0 2 0,23 3 0,-29-2 0,0 1 0,0 0 0,0 0 0,0 1 0,0 1 0,-1 0 0,0 1 0,0 0 0,0 1 0,-1 0 0,0 0 0,0 1 0,-1 0 0,0 1 0,-1 0 0,0 1 0,8 10 0,-10-11 0,0 1 0,-1-1 0,-1 1 0,1 0 0,-1 0 0,-1 0 0,0 0 0,-1 1 0,0 0 0,2 18 0,-4-23 0,0 1 0,-1-1 0,1 0 0,-1 1 0,-1-1 0,1 0 0,-1 0 0,0 0 0,0 0 0,-1 0 0,0 0 0,0 0 0,0-1 0,0 0 0,-1 1 0,0-1 0,0-1 0,-1 1 0,-6 6 0,2-4 0,0-1 0,-1 0 0,1 0 0,-1 0 0,0-1 0,0-1 0,-16 5 0,11-5 0,0-1 0,0-1 0,0 0 0,0-1 0,-15-1 0,-31-1-1365,49 1-5461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8.962"/>
    </inkml:context>
    <inkml:brush xml:id="br0">
      <inkml:brushProperty name="width" value="0.05" units="cm"/>
      <inkml:brushProperty name="height" value="0.05" units="cm"/>
    </inkml:brush>
  </inkml:definitions>
  <inkml:trace contextRef="#ctx0" brushRef="#br0">4 0 24575,'0'0'0,"0"0"0,0 0 0,0 0 0,0 0 0,-1 0 0,1 0 0,0 0 0,0 0 0,0 0 0,0 1 0,0-1 0,0 0 0,-1 0 0,1 0 0,0 0 0,0 0 0,0 0 0,0 0 0,0 0 0,0 0 0,0 1 0,-1-1 0,1 0 0,0 0 0,0 0 0,0 0 0,0 0 0,0 0 0,0 1 0,0-1 0,0 0 0,0 0 0,0 0 0,0 0 0,0 0 0,0 1 0,0-1 0,0 0 0,0 0 0,2 9 0,6 8 0,42 48 0,-38-51 0,0 1 0,-1 1 0,0 0 0,-1 0 0,15 35 0,-23-36 120,-2-15-150,0 1-1,0-1 1,0 0 0,0 0-1,0 1 1,-1-1 0,1 0 0,0 0-1,0 1 1,0-1 0,0 0-1,-1 0 1,1 0 0,0 1-1,0-1 1,0 0 0,-1 0-1,1 0 1,0 0 0,0 0 0,-1 0-1,1 1 1,0-1 0,0 0-1,-1 0 1,1 0 0,0 0-1,-1 0 1,1 0 0,0 0-1,0 0 1,-1 0 0,1 0 0,0 0-1,0 0 1,-1 0 0,1 0-1,0 0 1,0-1 0,-1 1-1,1 0 1,0 0 0,0 0 0,-1 0-1,1 0 1,0-1 0,0 1-1,-1 0 1,-7-4-6796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9.259"/>
    </inkml:context>
    <inkml:brush xml:id="br0">
      <inkml:brushProperty name="width" value="0.05" units="cm"/>
      <inkml:brushProperty name="height" value="0.05" units="cm"/>
    </inkml:brush>
  </inkml:definitions>
  <inkml:trace contextRef="#ctx0" brushRef="#br0">496 22 24575,'-30'-5'0,"-15"-2"0,-5 1 0,3 3 0,6 3 0,6 1 0,7 2 0,3 2 0,1 2 0,2 2 0,0 3 0,0-2 0,0 1 0,1 0 0,-1 0 0,0-1 0,5-2-8191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9.652"/>
    </inkml:context>
    <inkml:brush xml:id="br0">
      <inkml:brushProperty name="width" value="0.05" units="cm"/>
      <inkml:brushProperty name="height" value="0.05" units="cm"/>
    </inkml:brush>
  </inkml:definitions>
  <inkml:trace contextRef="#ctx0" brushRef="#br0">1 0 24575,'12'28'0,"8"11"0,-1 2 0,-1-4 0,-3-5 0,-1-6 0,-4-5 0,-1-6 0,-2-2 0,1-5 0,-2-5 0,-3-4 0,-4-3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9.917"/>
    </inkml:context>
    <inkml:brush xml:id="br0">
      <inkml:brushProperty name="width" value="0.05" units="cm"/>
      <inkml:brushProperty name="height" value="0.05" units="cm"/>
    </inkml:brush>
  </inkml:definitions>
  <inkml:trace contextRef="#ctx0" brushRef="#br0">0 165 24575,'13'-20'0,"9"-9"0,3 0 0,0 3 0,-2 5 0,-2 7 0,-2 3 0,-2 3 0,-2 4 0,-5 1 0,-7 5 0,-7 2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0.167"/>
    </inkml:context>
    <inkml:brush xml:id="br0">
      <inkml:brushProperty name="width" value="0.05" units="cm"/>
      <inkml:brushProperty name="height" value="0.05" units="cm"/>
    </inkml:brush>
  </inkml:definitions>
  <inkml:trace contextRef="#ctx0" brushRef="#br0">1 96 24575,'22'-5'0,"13"-4"0,3-3 0,-3 0 0,-4 3 0,-6 0 0,-3 1 0,-7 0 0,-3 1 0,-3 0 0,-3-2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0.545"/>
    </inkml:context>
    <inkml:brush xml:id="br0">
      <inkml:brushProperty name="width" value="0.05" units="cm"/>
      <inkml:brushProperty name="height" value="0.05" units="cm"/>
    </inkml:brush>
  </inkml:definitions>
  <inkml:trace contextRef="#ctx0" brushRef="#br0">0 1 24575,'8'10'0,"4"8"0,4 4 0,0 3 0,1 0 0,0-2 0,0 0 0,-4-1 0,-1-4 0,0-4 0,-2 0 0,-3-1 0,0-2 0,-1-1 0,-2-5 0,-1-5 0,-4-3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0.764"/>
    </inkml:context>
    <inkml:brush xml:id="br0">
      <inkml:brushProperty name="width" value="0.05" units="cm"/>
      <inkml:brushProperty name="height" value="0.05" units="cm"/>
    </inkml:brush>
  </inkml:definitions>
  <inkml:trace contextRef="#ctx0" brushRef="#br0">376 0 24575,'-28'0'0,"-13"3"0,-4 2 0,5 2 0,3 1 0,6 2 0,3 2 0,1 2 0,1 0 0,-1 1 0,1-3 0,7-2-8191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1.895"/>
    </inkml:context>
    <inkml:brush xml:id="br0">
      <inkml:brushProperty name="width" value="0.05" units="cm"/>
      <inkml:brushProperty name="height" value="0.05" units="cm"/>
    </inkml:brush>
  </inkml:definitions>
  <inkml:trace contextRef="#ctx0" brushRef="#br0">58 63 24575,'9'-8'0,"1"1"0,1 0 0,-1 1 0,1 0 0,0 1 0,1 0 0,-1 0 0,1 2 0,18-5 0,-25 7 0,0 1 0,0-1 0,0 1 0,0 0 0,0 0 0,0 0 0,0 1 0,1 0 0,-2 0 0,1 0 0,0 0 0,0 1 0,0 0 0,-1 0 0,1 0 0,-1 1 0,1 0 0,-1-1 0,0 2 0,0-1 0,0 0 0,-1 1 0,1-1 0,-1 1 0,5 7 0,-4-5 0,0 0 0,-1 1 0,1 0 0,-1-1 0,0 1 0,-1 0 0,0 0 0,0 1 0,1 7 0,-3-12 0,0-1 0,0 1 0,0-1 0,0 0 0,0 1 0,-1-1 0,1 0 0,-1 1 0,1-1 0,-1 0 0,0 0 0,0 1 0,0-1 0,0 0 0,0 0 0,0 0 0,-1 0 0,1 0 0,-1-1 0,1 1 0,-1 0 0,0-1 0,0 1 0,0-1 0,0 1 0,0-1 0,0 0 0,0 0 0,0 0 0,0 0 0,0 0 0,-3 0 0,-5 2 0,0-1 0,0-1 0,-1 1 0,1-2 0,0 1 0,0-2 0,-16-1 0,0-2 0,-45-13 0,61 14 0,0-1 0,0 0 0,0 0 0,-10-7 0,17 10 0,0-1 0,0 0 0,0 0 0,1-1 0,-1 1 0,0 0 0,1-1 0,0 0 0,0 1 0,-1-1 0,2 0 0,-1 0 0,0 0 0,0 0 0,1-1 0,-2-3 0,3 5 0,0 0 0,0 0 0,0 0 0,0 0 0,0 0 0,1 0 0,-1 0 0,1 0 0,-1 0 0,1 0 0,0 0 0,-1 1 0,1-1 0,0 0 0,0 0 0,0 1 0,0-1 0,1 1 0,-1-1 0,0 1 0,1-1 0,-1 1 0,1 0 0,-1 0 0,1 0 0,0 0 0,-1 0 0,3-1 0,3-1 0,0-1 0,0 2 0,0-1 0,0 1 0,0 0 0,8-1 0,-7 2-195,-1 0 0,1 0 0,-1 1 0,0 0 0,1 1 0,7 1 0,-2 1-6631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2.283"/>
    </inkml:context>
    <inkml:brush xml:id="br0">
      <inkml:brushProperty name="width" value="0.05" units="cm"/>
      <inkml:brushProperty name="height" value="0.05" units="cm"/>
    </inkml:brush>
  </inkml:definitions>
  <inkml:trace contextRef="#ctx0" brushRef="#br0">269 75 24575,'-16'-8'0,"-69"-32"0,70 34 0,-1 1 0,1 0 0,-27-4 0,39 8 0,0 1 0,0-1 0,1 1 0,-1 0 0,0 0 0,0 0 0,1 1 0,-1-1 0,0 1 0,0 0 0,1-1 0,-1 1 0,1 0 0,-1 0 0,1 1 0,-1-1 0,1 1 0,-3 1 0,2 0 0,1-1 0,0 1 0,-1 0 0,1 0 0,1 0 0,-1 0 0,0 0 0,1 0 0,-1 0 0,1 1 0,0-1 0,0 0 0,1 1 0,-1 3 0,-1 8 0,1 1 0,1-1 0,1 0 0,0 1 0,1-1 0,1 0 0,0 0 0,1 0 0,1-1 0,0 1 0,9 17 0,11 16 0,55 80 0,-75-120 0,28 42 0,114 160 0,-140-201-455,1 0 0,9 8 0,-4-6-6371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2.453"/>
    </inkml:context>
    <inkml:brush xml:id="br0">
      <inkml:brushProperty name="width" value="0.05" units="cm"/>
      <inkml:brushProperty name="height" value="0.05" units="cm"/>
    </inkml:brush>
  </inkml:definitions>
  <inkml:trace contextRef="#ctx0" brushRef="#br0">223 0 24575,'-28'0'0,"-14"0"0,-2 0 0,1 3 0,6 0 0,8 0-8191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3.005"/>
    </inkml:context>
    <inkml:brush xml:id="br0">
      <inkml:brushProperty name="width" value="0.05" units="cm"/>
      <inkml:brushProperty name="height" value="0.05" units="cm"/>
    </inkml:brush>
  </inkml:definitions>
  <inkml:trace contextRef="#ctx0" brushRef="#br0">6 15 24575,'-3'-7'0,"0"-1"0,8 13 0,53 81 0,54 109 0,-106-183 0,0 0 0,-1 1 0,0-1 0,-1 1 0,-1 0 0,0 0 0,0 0 0,0 16 0,-3-29 0,0 1 0,0 0 0,0 0 0,0 0 0,0 0 0,0 0 0,-1 0 0,1 0 0,0 0 0,0-1 0,-1 1 0,1 0 0,-1 0 0,1 0 0,-2 1 0,2-2 0,0 0 0,-1 1 0,1-1 0,0 0 0,-1 0 0,1 0 0,-1 1 0,1-1 0,0 0 0,-1 0 0,1 0 0,-1 0 0,1 0 0,-1 0 0,1 0 0,0 0 0,-1 0 0,1 0 0,-1 0 0,1 0 0,-1 0 0,1 0 0,-1-1 0,-1 1 0,1-1 0,-1 0 0,0 0 0,0 0 0,1 0 0,-1-1 0,1 1 0,-1 0 0,1-1 0,0 1 0,-1-1 0,1 1 0,-1-3 0,-2-3 0,1 1 0,0-1 0,0-1 0,1 1 0,-1 0 0,2 0 0,-1-1 0,1 0 0,0 1 0,1-1 0,0-9 0,0 14 0,0 0 0,0 0 0,1 0 0,-1 1 0,1-1 0,0 0 0,0 1 0,0-1 0,0 0 0,0 1 0,0-1 0,1 1 0,-1 0 0,1-1 0,0 1 0,0 0 0,0 0 0,0 0 0,0 0 0,0 0 0,0 1 0,1-1 0,-1 1 0,1-1 0,-1 1 0,1 0 0,-1 0 0,1 0 0,0 0 0,-1 0 0,1 1 0,5-1 0,8 0 0,-1 0 0,1 1 0,-1 1 0,1 0 0,26 6 0,-36-6 0,-1 1 0,1-1 0,0 1 0,-1 1 0,1-1 0,-1 1 0,0 0 0,1 0 0,-1 0 0,-1 1 0,1-1 0,0 1 0,-1 0 0,0 1 0,0-1 0,0 1 0,5 9 0,-7-11 0,-1 0 0,0-1 0,1 1 0,-1 0 0,0 0 0,0 0 0,-1 0 0,1 0 0,-1 0 0,1 0 0,-1 0 0,0 0 0,0 0 0,-1 0 0,1 0 0,0 0 0,-1 0 0,0 0 0,0 0 0,0 0 0,0 0 0,0-1 0,0 1 0,-1 0 0,0-1 0,1 1 0,-1-1 0,0 1 0,0-1 0,0 0 0,0 0 0,-1 0 0,1 0 0,-1 0 0,1-1 0,-4 2 0,-4 3 0,0-1 0,-1 0 0,0-1 0,0-1 0,0 1 0,-1-2 0,1 0 0,-15 1 0,-11 0 0,0-2 0,-39-4 0,71 3-170,1-1-1,-1 1 0,1-1 1,0 0-1,-1-1 0,1 1 1,-7-4-1,2-1-6655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3.411"/>
    </inkml:context>
    <inkml:brush xml:id="br0">
      <inkml:brushProperty name="width" value="0.05" units="cm"/>
      <inkml:brushProperty name="height" value="0.05" units="cm"/>
    </inkml:brush>
  </inkml:definitions>
  <inkml:trace contextRef="#ctx0" brushRef="#br0">1 0 24575,'49'76'0,"66"93"0,-97-148 0,0 0 0,27 21 0,-20-19 0,-8-11-1365,-8-8-5461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3.786"/>
    </inkml:context>
    <inkml:brush xml:id="br0">
      <inkml:brushProperty name="width" value="0.05" units="cm"/>
      <inkml:brushProperty name="height" value="0.05" units="cm"/>
    </inkml:brush>
  </inkml:definitions>
  <inkml:trace contextRef="#ctx0" brushRef="#br0">81 45 24575,'-6'0'0,"1"-1"0,-1 0 0,1 1 0,-1 0 0,1 1 0,-1-1 0,1 1 0,-1 0 0,-5 2 0,10-3 0,0 1 0,0-1 0,0 1 0,-1 0 0,1-1 0,0 1 0,0 0 0,0 0 0,0 0 0,0 0 0,0-1 0,0 1 0,0 1 0,1-1 0,-1 0 0,0 0 0,0 1 0,0 0 0,1 0 0,0-1 0,-1 1 0,1 0 0,0-1 0,0 1 0,0-1 0,0 1 0,1 0 0,-1-1 0,0 1 0,1 0 0,-1-1 0,1 1 0,-1-1 0,1 1 0,1 1 0,2 5 0,1-1 0,0 0 0,0-1 0,0 1 0,1-1 0,0 0 0,0-1 0,1 1 0,-1-1 0,1-1 0,12 7 0,-9-5 0,1-1 0,-1-1 0,1 0 0,0-1 0,0 0 0,0 0 0,0-1 0,13 0 0,-21-1 0,0-1 0,0 0 0,0-1 0,0 1 0,0 0 0,0-1 0,0 0 0,0 1 0,0-1 0,0 0 0,0-1 0,0 1 0,-1 0 0,1-1 0,-1 0 0,1 1 0,-1-1 0,1 0 0,-1 0 0,0-1 0,0 1 0,0 0 0,0-1 0,0 1 0,-1-1 0,1 1 0,-1-1 0,0 0 0,0 0 0,0 0 0,0 0 0,0 0 0,0 0 0,-1 0 0,1 0 0,-1 0 0,0 0 0,0 0 0,0 0 0,-1 0 0,1 0 0,-1 0 0,1 0 0,-1 0 0,0 0 0,-3-5 0,1 0 0,-1 1 0,0-1 0,0 1 0,-1 0 0,0 0 0,-1 0 0,1 1 0,-1 0 0,-1 0 0,-12-10 0,15 14 0,1-1 0,-1 1 0,0 0 0,0 0 0,0 1 0,0-1 0,0 1 0,0 0 0,0 0 0,-1 0 0,1 0 0,0 1 0,0 0 0,-1 0 0,1 0 0,0 0 0,-1 1 0,1-1 0,0 1 0,0 0 0,0 1 0,0-1 0,-5 3 0,0 0-341,2 1 0,-1 0-1,-10 8 1,9-4-6485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4.315"/>
    </inkml:context>
    <inkml:brush xml:id="br0">
      <inkml:brushProperty name="width" value="0.05" units="cm"/>
      <inkml:brushProperty name="height" value="0.05" units="cm"/>
    </inkml:brush>
  </inkml:definitions>
  <inkml:trace contextRef="#ctx0" brushRef="#br0">149 1 24575,'-22'5'0,"-26"9"0,41-11 0,0-1 0,1 2 0,-1-1 0,1 1 0,0 0 0,0 0 0,-10 9 0,15-12 0,-1 1 0,0-1 0,1 1 0,0 0 0,-1 0 0,1-1 0,0 1 0,0 0 0,0 0 0,0 0 0,0 0 0,1 0 0,-1 1 0,0-1 0,1 0 0,0 0 0,0 0 0,-1 0 0,2 4 0,-1-3 0,1 0 0,0 0 0,0 0 0,0 0 0,0 0 0,1 0 0,-1 0 0,1 0 0,0-1 0,-1 1 0,1-1 0,3 3 0,4 4 0,1-1 0,0-1 0,0 0 0,0 0 0,21 10 0,-14-9 0,1-1 0,0-1 0,1 0 0,-1-1 0,24 2 0,-29-5 0,-1-1 0,1 0 0,0-2 0,-1 1 0,1-1 0,-1-1 0,1 0 0,22-8 0,-32 9-105,0 0 0,1 0 0,-1-1 0,0 1 0,0-1 0,-1 0 0,1 0 0,0 0 0,0 0 0,-1-1 0,0 1 0,5-5 0,-1-4-6721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4.672"/>
    </inkml:context>
    <inkml:brush xml:id="br0">
      <inkml:brushProperty name="width" value="0.05" units="cm"/>
      <inkml:brushProperty name="height" value="0.05" units="cm"/>
    </inkml:brush>
  </inkml:definitions>
  <inkml:trace contextRef="#ctx0" brushRef="#br0">1 1 24575,'28'72'0,"3"-2"0,71 117 0,-87-166 0,1 0 0,0-1 0,2 0 0,33 27 0,-21-25-1365,-22-18-5461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4.997"/>
    </inkml:context>
    <inkml:brush xml:id="br0">
      <inkml:brushProperty name="width" value="0.05" units="cm"/>
      <inkml:brushProperty name="height" value="0.05" units="cm"/>
    </inkml:brush>
  </inkml:definitions>
  <inkml:trace contextRef="#ctx0" brushRef="#br0">109 1 24575,'-14'11'0,"1"0"0,0 1 0,1 1 0,0 0 0,-12 18 0,21-27 0,1 0 0,-1 1 0,1-1 0,0 1 0,0 0 0,1 0 0,-1 0 0,1 0 0,-1 9 0,2-10 0,0-1 0,0 1 0,1-1 0,-1 0 0,1 1 0,0-1 0,0 0 0,0 1 0,0-1 0,1 0 0,-1 0 0,1 0 0,0 0 0,0 0 0,0 0 0,3 2 0,-2-2 0,0 0 0,0 0 0,1 0 0,0-1 0,-1 0 0,1 0 0,0 0 0,0 0 0,0 0 0,0-1 0,0 0 0,0 0 0,7 1 0,6 0 0,1 0 0,17-2 0,-25 0 0,16 0 0,41 1 0,93-12 0,-125 7-1365,-21 3-5461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5.417"/>
    </inkml:context>
    <inkml:brush xml:id="br0">
      <inkml:brushProperty name="width" value="0.05" units="cm"/>
      <inkml:brushProperty name="height" value="0.05" units="cm"/>
    </inkml:brush>
  </inkml:definitions>
  <inkml:trace contextRef="#ctx0" brushRef="#br0">62 0 24575,'-5'2'0,"1"0"0,0-1 0,0 2 0,0-1 0,0 0 0,1 1 0,-1 0 0,1 0 0,0 0 0,-1 0 0,1 0 0,-3 6 0,4-6 0,1-1 0,-1 1 0,1 0 0,0 0 0,0 0 0,1 0 0,-1 0 0,1 0 0,-1 0 0,1 0 0,0 0 0,0 0 0,0 0 0,0 0 0,1 0 0,-1 0 0,1 0 0,0 0 0,1 4 0,3 4 0,0-1 0,1 1 0,0-1 0,1 0 0,0-1 0,0 1 0,11 10 0,3 0 0,42 32 0,-42-38 0,12 7 0,-32-19 0,1-1 0,-1 0 0,1 1 0,-1-1 0,1 1 0,-1 0 0,0-1 0,0 1 0,0 0 0,0 0 0,0 0 0,0 0 0,0 0 0,0 3 0,-1-4 0,0 1 0,0-1 0,0 1 0,0-1 0,-1 1 0,1-1 0,0 1 0,-1-1 0,1 1 0,-1-1 0,0 0 0,1 1 0,-1-1 0,0 0 0,0 1 0,0-1 0,0 0 0,0 0 0,0 0 0,0 0 0,0 0 0,-1 0 0,1 0 0,-3 1 0,-3 2 0,0 0 0,-1 0 0,-9 3 0,15-7 0,-67 21 126,24-9-1617,28-6-5335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7.242"/>
    </inkml:context>
    <inkml:brush xml:id="br0">
      <inkml:brushProperty name="width" value="0.05" units="cm"/>
      <inkml:brushProperty name="height" value="0.05" units="cm"/>
    </inkml:brush>
  </inkml:definitions>
  <inkml:trace contextRef="#ctx0" brushRef="#br0">132 74 24575,'0'-3'0,"0"0"0,0 0 0,0 0 0,1 0 0,-1 0 0,1 1 0,0-1 0,0 0 0,0 0 0,0 1 0,0-1 0,0 1 0,1-1 0,3-3 0,-3 3 0,1 0 0,0 1 0,0 0 0,0 0 0,0 0 0,0 0 0,0 0 0,1 0 0,-1 1 0,0 0 0,6-2 0,-6 2 0,1 0 0,-1 1 0,1-1 0,0 1 0,0-1 0,-1 1 0,1 1 0,0-1 0,-1 0 0,1 1 0,0-1 0,-1 1 0,1 0 0,-1 1 0,1-1 0,-1 1 0,0-1 0,1 1 0,-1 0 0,0 0 0,0 0 0,3 3 0,-3-1 0,1 0 0,0 0 0,-1 0 0,0 1 0,0-1 0,0 1 0,-1 0 0,0-1 0,1 1 0,-2 0 0,1 1 0,-1-1 0,1 0 0,0 10 0,-2-11 0,1 0 0,-1 1 0,0-1 0,-1 0 0,1 1 0,-1-1 0,0 0 0,0 0 0,0 0 0,0 1 0,-1-1 0,0 0 0,1 0 0,-4 4 0,3-5 0,-1 0 0,1-1 0,-1 1 0,0 0 0,0-1 0,0 1 0,0-1 0,0 0 0,-1 0 0,1 0 0,0-1 0,-1 1 0,0-1 0,1 0 0,-1 0 0,-5 1 0,-9 0 0,-1 0 0,1-1 0,-25-3 0,6 1 0,32 0 0,-1 1 0,1-1 0,0 0 0,0 0 0,0 0 0,0-1 0,0 0 0,0 0 0,0 0 0,1-1 0,-1 1 0,1-1 0,-1 0 0,1 0 0,-5-6 0,7 8 0,1-1 0,-1 0 0,0 0 0,1 0 0,0 0 0,-1-1 0,1 1 0,0 0 0,0-1 0,0 1 0,0 0 0,1-1 0,-1 1 0,1-1 0,-1 1 0,1-1 0,0 0 0,0 1 0,0-1 0,0 1 0,0-1 0,1 1 0,-1-1 0,1 1 0,0-1 0,0 1 0,0-1 0,0 1 0,0 0 0,0 0 0,0-1 0,4-2 0,21-23-1365,-18 20-5461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7.838"/>
    </inkml:context>
    <inkml:brush xml:id="br0">
      <inkml:brushProperty name="width" value="0.05" units="cm"/>
      <inkml:brushProperty name="height" value="0.05" units="cm"/>
    </inkml:brush>
  </inkml:definitions>
  <inkml:trace contextRef="#ctx0" brushRef="#br0">131 89 24575,'-1'-2'0,"-24"-43"0,22 40 0,0 1 0,-1 0 0,1 0 0,-1 0 0,1 1 0,-1-1 0,-7-4 0,10 7 0,0 1 0,0-1 0,0 1 0,0-1 0,0 1 0,0-1 0,0 1 0,0 0 0,0-1 0,0 1 0,0 0 0,0 0 0,0 0 0,0 0 0,0 0 0,-1 0 0,1 0 0,0 0 0,0 0 0,0 1 0,0-1 0,-2 1 0,2 0 0,-1 0 0,1 0 0,0 0 0,-1 0 0,1 1 0,0-1 0,-1 0 0,1 1 0,0-1 0,0 1 0,0 0 0,0 1 0,-3 7 0,0 0 0,1-1 0,-3 20 0,5-24 0,-2 11 0,0 0 0,1 0 0,1 0 0,1 0 0,0 0 0,1 1 0,0-1 0,2 0 0,0 0 0,0-1 0,2 1 0,0-1 0,1 0 0,8 17 0,6 3 0,1 0 0,47 56 0,64 55 0,-77-86 0,0-2 0,54 62 0,-108-118 11,1-1 0,-1 1 0,0 0 0,0 0 0,0 0 0,0 0-1,0 0 1,0 0 0,0 1 0,0 2 0,-1-5-57,0 1-1,0 0 1,0 0-1,0 0 1,0-1 0,0 1-1,0 0 1,-1 0-1,1 0 1,0-1 0,0 1-1,-1 0 1,1-1-1,0 1 1,-1 0-1,1 0 1,-1-1 0,1 1-1,-1-1 1,1 1-1,-1-1 1,0 1 0,1 0-1,-1-1 1,1 0-1,-1 1 1,0-1 0,0 1-1,1-1 1,-1 0-1,-1 1 1,-7 2-6780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8.011"/>
    </inkml:context>
    <inkml:brush xml:id="br0">
      <inkml:brushProperty name="width" value="0.05" units="cm"/>
      <inkml:brushProperty name="height" value="0.05" units="cm"/>
    </inkml:brush>
  </inkml:definitions>
  <inkml:trace contextRef="#ctx0" brushRef="#br0">123 1 24575,'-13'2'0,"-6"4"0,-3 1 0,-2 1 0,0 0 0,4-2-8191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9.449"/>
    </inkml:context>
    <inkml:brush xml:id="br0">
      <inkml:brushProperty name="width" value="0.05" units="cm"/>
      <inkml:brushProperty name="height" value="0.05" units="cm"/>
    </inkml:brush>
  </inkml:definitions>
  <inkml:trace contextRef="#ctx0" brushRef="#br0">1 8 24575,'0'0'0,"0"-1"0,0 1 0,0-1 0,0 1 0,0 0 0,1-1 0,-1 1 0,0 0 0,0 0 0,0-1 0,0 1 0,1 0 0,-1-1 0,0 1 0,0 0 0,1 0 0,-1-1 0,0 1 0,1 0 0,-1 0 0,0 0 0,1-1 0,-1 1 0,0 0 0,1 0 0,-1 0 0,0 0 0,1 0 0,-1 0 0,0 0 0,1 0 0,-1 0 0,0 0 0,1 0 0,-1 0 0,0 0 0,1 0 0,-1 0 0,0 0 0,1 0 0,17 5 0,-18-5 0,26 10 0,27 16 0,19 7 0,251 87 0,-321-119 0,0 0 0,1 0 0,-1 0 0,0 0 0,0 0 0,1 1 0,1 1 0,-4-1-1365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9.749"/>
    </inkml:context>
    <inkml:brush xml:id="br0">
      <inkml:brushProperty name="width" value="0.05" units="cm"/>
      <inkml:brushProperty name="height" value="0.05" units="cm"/>
    </inkml:brush>
  </inkml:definitions>
  <inkml:trace contextRef="#ctx0" brushRef="#br0">115 0 24575,'-1'0'0,"1"0"0,-1 1 0,1-1 0,-1 0 0,1 0 0,-1 1 0,1-1 0,-1 0 0,1 1 0,-1-1 0,1 0 0,-1 1 0,1-1 0,-1 1 0,1-1 0,0 1 0,-1-1 0,1 1 0,0-1 0,-1 1 0,-6 15 0,4-11 0,-5 14 0,1 1 0,1 0 0,1 0 0,0 0 0,1 0 0,1 1 0,2-1 0,0 1 0,1 21 0,1-35 17,-1-1 0,-1 0 1,1 1-1,-1-1 0,0 0 0,-3 8 0,3-11-88,1-1 1,-1 0-1,0 0 0,-1 0 0,1 0 1,0-1-1,0 1 0,-1 0 1,1 0-1,-1-1 0,0 1 0,0-1 1,1 1-1,-1-1 0,0 0 1,0 0-1,0 0 0,0 0 0,0 0 1,-4 1-1,-6 1-6755</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0.472"/>
    </inkml:context>
    <inkml:brush xml:id="br0">
      <inkml:brushProperty name="width" value="0.05" units="cm"/>
      <inkml:brushProperty name="height" value="0.05" units="cm"/>
    </inkml:brush>
  </inkml:definitions>
  <inkml:trace contextRef="#ctx0" brushRef="#br0">124 11 24575,'-2'-1'0,"1"0"0,-1 0 0,1 0 0,-1 0 0,1 0 0,-1 0 0,0 1 0,1-1 0,-1 0 0,0 1 0,0-1 0,0 1 0,1 0 0,-1 0 0,0 0 0,0 0 0,0 0 0,1 0 0,-1 0 0,0 0 0,0 1 0,0-1 0,1 1 0,-1-1 0,-3 2 0,-4 3 0,0-1 0,0 1 0,-11 10 0,10-9 0,9-5 0,-1 0 0,1 0 0,0 0 0,-1 0 0,1 0 0,0 0 0,0 0 0,0 0 0,0 0 0,0 1 0,0-1 0,0 0 0,1 1 0,-1-1 0,0 1 0,1-1 0,-1 1 0,0 2 0,1-1 0,0 1 0,0-1 0,1 1 0,-1-1 0,1 0 0,0 1 0,2 5 0,9 21 0,2-1 0,19 32 0,11 24 0,51 105 0,-92-184 0,0-1 0,0 1 0,1-1 0,0 0 0,-1-1 0,2 1 0,-1-1 0,5 5 0,-5-7 0,-1 0 0,1 0 0,-1 0 0,1 0 0,0-1 0,0 1 0,0-1 0,0 0 0,0 0 0,0-1 0,0 1 0,0-1 0,4 0 0,9 0 0,-1-1 0,22-4 0,-32 4 0,0 0 0,0-1 0,0 0 0,0 0 0,0 0 0,0-1 0,-1 0 0,1 0 0,5-4 0,-4-1-1365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1.205"/>
    </inkml:context>
    <inkml:brush xml:id="br0">
      <inkml:brushProperty name="width" value="0.05" units="cm"/>
      <inkml:brushProperty name="height" value="0.05" units="cm"/>
    </inkml:brush>
  </inkml:definitions>
  <inkml:trace contextRef="#ctx0" brushRef="#br0">0 92 24575,'0'1'0,"1"0"0,-1 1 0,1-1 0,-1 1 0,1-1 0,-1 0 0,1 0 0,0 1 0,-1-1 0,1 0 0,0 0 0,0 0 0,2 2 0,16 14 0,-14-13 0,3 3 0,0 0 0,0-1 0,1 0 0,0 0 0,0-1 0,1-1 0,-1 1 0,1-1 0,0-1 0,0 0 0,1 0 0,-1-1 0,0 0 0,1-1 0,-1 0 0,1-1 0,13-1 0,-22 1 0,-1 0 0,0-1 0,1 1 0,-1 0 0,0-1 0,1 1 0,-1-1 0,0 1 0,1-1 0,-1 0 0,0 1 0,0-1 0,1 0 0,-1 0 0,0 0 0,0 0 0,0 0 0,0 0 0,-1 0 0,1 0 0,0-1 0,0 1 0,-1 0 0,1 0 0,0-1 0,-1 1 0,1 0 0,-1-1 0,0 1 0,1 0 0,-1-1 0,0 1 0,0-1 0,0 1 0,0-3 0,-1-2 0,1 1 0,-1-1 0,0 1 0,-1-1 0,1 1 0,-1-1 0,-4-7 0,5 12 0,1 1 0,0 0 0,0-1 0,0 1 0,-1 0 0,1-1 0,0 1 0,0 0 0,0-1 0,0 1 0,-1-1 0,1 1 0,0 0 0,0-1 0,0 1 0,0 0 0,0-1 0,0 1 0,0-1 0,0 1 0,0 0 0,0-1 0,1 1 0,-1-1 0,0 1 0,0 0 0,0-1 0,0 1 0,0 0 0,1-1 0,-1 1 0,0 0 0,0-1 0,1 1 0,-1 0 0,0 0 0,1-1 0,-1 1 0,0 0 0,1 0 0,-1-1 0,0 1 0,1 0 0,-1 0 0,0 0 0,1 0 0,-1 0 0,0-1 0,1 1 0,-1 0 0,1 0 0,-1 0 0,0 0 0,1 0 0,-1 0 0,1 0 0,-1 0 0,0 1 0,1-1 0,-1 0 0,1 0 0,32 7 0,-22-4 0,-2-2 0,0 1 0,0-1 0,0-1 0,0 1 0,13-2 0,-20 1 0,-1-1 0,1 1 0,0-1 0,0 1 0,0-1 0,0 1 0,0-1 0,-1 0 0,1 0 0,0 0 0,-1 0 0,1 0 0,-1 0 0,1-1 0,-1 1 0,1 0 0,-1-1 0,0 1 0,0-1 0,0 1 0,0-1 0,0 0 0,0 0 0,0 1 0,0-1 0,-1 0 0,1 0 0,-1 0 0,1 0 0,-1 0 0,0-2 0,1-10 0,-1 10 0,0 1 0,1-1 0,-1 0 0,1 1 0,1-8 0,-1 10 0,0 0 0,-1 0 0,1-1 0,0 1 0,-1 0 0,1 0 0,0 0 0,0 1 0,0-1 0,0 0 0,0 0 0,0 0 0,0 1 0,0-1 0,0 0 0,0 1 0,0-1 0,1 1 0,-1-1 0,0 1 0,3-1 0,2 0 0,0 1 0,1-1 0,-1 1 0,0 0 0,1 1 0,-1-1 0,12 4 0,46 16 0,-15-4 0,13 1-1365,-49-15-5461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1.894"/>
    </inkml:context>
    <inkml:brush xml:id="br0">
      <inkml:brushProperty name="width" value="0.05" units="cm"/>
      <inkml:brushProperty name="height" value="0.05" units="cm"/>
    </inkml:brush>
  </inkml:definitions>
  <inkml:trace contextRef="#ctx0" brushRef="#br0">1 37 24575,'12'-6'0,"1"0"0,-1 1 0,1 1 0,1 0 0,-1 0 0,0 2 0,21-3 0,-29 5 0,1 0 0,0 0 0,-1 0 0,1 1 0,-1 0 0,1 0 0,-1 0 0,0 1 0,1 0 0,-1 0 0,0 0 0,0 0 0,0 1 0,0 0 0,-1 0 0,1 0 0,-1 1 0,0 0 0,0-1 0,0 2 0,4 4 0,-2 1 0,0 1 0,-1 0 0,0 0 0,-1 0 0,0 0 0,-1 1 0,2 12 0,6 18 0,-3-18 0,1 0 0,1 0 0,22 38 0,-23-48 0,1 0 0,0-1 0,0 0 0,2-1 0,-1 0 0,25 19 0,-35-31 0,12 9 0,-1 1 0,0 0 0,0 1 0,16 19 0,-26-28 6,-1 0-1,0 1 1,1-1-1,-1 1 0,0-1 1,0 1-1,0 0 1,-1-1-1,1 1 1,0 0-1,-1 0 1,0 0-1,0-1 0,0 1 1,0 0-1,0 0 1,-1 0-1,1-1 1,-1 1-1,0 0 1,-1 3-1,1-2-111,-1 0 0,0-1 0,0 1 0,0-1 0,-1 1 0,1-1-1,-1 0 1,0 0 0,0 0 0,0 0 0,0-1 0,0 1 0,-7 3 0,-1-1-6720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2.435"/>
    </inkml:context>
    <inkml:brush xml:id="br0">
      <inkml:brushProperty name="width" value="0.05" units="cm"/>
      <inkml:brushProperty name="height" value="0.05" units="cm"/>
    </inkml:brush>
  </inkml:definitions>
  <inkml:trace contextRef="#ctx0" brushRef="#br0">0 0 24575,'8'0'0,"4"3"0,4 0 0,0 0 0,1 0 0,-2 1 0,-2 1 0,-3-2-8191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4.092"/>
    </inkml:context>
    <inkml:brush xml:id="br0">
      <inkml:brushProperty name="width" value="0.05" units="cm"/>
      <inkml:brushProperty name="height" value="0.05" units="cm"/>
    </inkml:brush>
  </inkml:definitions>
  <inkml:trace contextRef="#ctx0" brushRef="#br0">1 139 24575,'11'6'0,"1"1"0,12 11 0,11 7 0,-24-18 0,0-1 0,1 0 0,13 4 0,-22-8 0,1-1 0,0 0 0,0 0 0,0 0 0,-1-1 0,1 1 0,0-1 0,0 0 0,0 0 0,0 0 0,0-1 0,0 1 0,0-1 0,6-2 0,-9 2 0,1 0 0,-1 0 0,1 0 0,-1-1 0,1 1 0,-1 0 0,0-1 0,0 1 0,0-1 0,1 1 0,-2-1 0,1 0 0,0 1 0,0-1 0,0 0 0,-1 0 0,1 0 0,-1 1 0,0-1 0,1 0 0,-1 0 0,0 0 0,0 0 0,0 0 0,0 0 0,0 1 0,-1-3 0,0-5 0,-1 1 0,1 0 0,-1 0 0,-6-14 0,2 9 0,3 6 0,0 1 0,1-1 0,-1 0 0,-1-10 0,4 17 0,0 0 0,0-1 0,0 1 0,0 0 0,0-1 0,0 1 0,0 0 0,0-1 0,0 1 0,0 0 0,0-1 0,0 1 0,0 0 0,0-1 0,1 1 0,-1 0 0,0 0 0,0-1 0,0 1 0,0 0 0,1 0 0,-1-1 0,0 1 0,0 0 0,1 0 0,-1-1 0,0 1 0,0 0 0,1 0 0,-1 0 0,0 0 0,1-1 0,-1 1 0,0 0 0,0 0 0,1 0 0,-1 0 0,0 0 0,1 0 0,-1 0 0,0 0 0,1 0 0,-1 0 0,0 0 0,1 0 0,-1 0 0,0 0 0,1 0 0,18 6 0,-17-5 0,16 7 0,0 0 0,17 12 0,13 7 0,-31-19 0,2 2 0,0-1 0,0-1 0,1-1 0,21 4 0,-39-10 0,0-1 0,0 1 0,0-1 0,0 0 0,0 0 0,0 0 0,0 0 0,0 0 0,0-1 0,0 1 0,0 0 0,0-1 0,-1 0 0,1 1 0,0-1 0,0 0 0,0 0 0,-1 0 0,1 0 0,0 0 0,2-3 0,-2 2 0,-1 0 0,1-1 0,-1 1 0,1-1 0,-1 0 0,0 1 0,0-1 0,0 0 0,0 0 0,0 0 0,-1 0 0,1 1 0,-1-1 0,0-4 0,0 1 0,-1 0 0,0-1 0,0 1 0,0 0 0,-1 0 0,0-1 0,0 2 0,-1-1 0,-4-8 0,3 6 0,1 1 0,0-1 0,0 0 0,-2-9 0,5 16 0,0 1 0,0 0 0,0 0 0,0-1 0,0 1 0,0 0 0,0 0 0,0-1 0,0 1 0,0 0 0,0 0 0,0-1 0,0 1 0,0 0 0,0 0 0,0-1 0,0 1 0,0 0 0,0 0 0,1-1 0,-1 1 0,0 0 0,0 0 0,0-1 0,0 1 0,0 0 0,1 0 0,-1 0 0,0 0 0,0-1 0,0 1 0,1 0 0,-1 0 0,0 0 0,0 0 0,1 0 0,-1 0 0,0-1 0,0 1 0,1 0 0,-1 0 0,0 0 0,0 0 0,1 0 0,-1 0 0,0 0 0,0 0 0,1 0 0,-1 0 0,0 0 0,0 0 0,1 0 0,-1 1 0,0-1 0,0 0 0,1 0 0,-1 0 0,0 0 0,0 0 0,1 0 0,-1 1 0,21 10 0,-16-7 0,34 17 0,-14-6 0,0-2 0,1 0 0,37 12 0,-33-20-1365,-18-4-5461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4.870"/>
    </inkml:context>
    <inkml:brush xml:id="br0">
      <inkml:brushProperty name="width" value="0.05" units="cm"/>
      <inkml:brushProperty name="height" value="0.05" units="cm"/>
    </inkml:brush>
  </inkml:definitions>
  <inkml:trace contextRef="#ctx0" brushRef="#br0">4 600 24575,'0'0'0,"-1"0"0,1 0 0,0 1 0,-1-1 0,1 1 0,0-1 0,0 0 0,-1 1 0,1-1 0,0 0 0,0 1 0,0-1 0,0 1 0,-1-1 0,1 1 0,0-1 0,0 1 0,0-1 0,0 0 0,0 1 0,0-1 0,0 1 0,0-1 0,0 1 0,0-1 0,0 1 0,1-1 0,-1 0 0,0 1 0,0 0 0,1 0 0,0 0 0,0 1 0,0-1 0,0 0 0,0 0 0,1 0 0,-1 0 0,0 0 0,2 1 0,3 1 0,-1-1 0,1 1 0,9 2 0,-11-4 0,47 11 0,-45-11 0,0 0 0,0 0 0,-1-1 0,1 0 0,0 0 0,10-2 0,-14 1 0,-1 1 0,1-1 0,-1 1 0,1-1 0,-1 1 0,0-1 0,1 0 0,-1 0 0,0 0 0,1 0 0,-1 0 0,0 0 0,0 0 0,0 0 0,0 0 0,0-1 0,0 1 0,0 0 0,0-1 0,-1 1 0,1 0 0,0-1 0,0-1 0,0-3 0,0 1 0,0-1 0,0 0 0,-1-11 0,0 3 0,0 14 0,0-1 0,0 1 0,0-1 0,0 1 0,0-1 0,0 1 0,0-1 0,0 1 0,0-1 0,0 1 0,1-1 0,-1 1 0,0-1 0,0 1 0,0-1 0,1 1 0,-1 0 0,0-1 0,1 1 0,-1-1 0,0 1 0,1 0 0,-1-1 0,0 1 0,1 0 0,-1 0 0,1-1 0,-1 1 0,0 0 0,1 0 0,-1-1 0,1 1 0,-1 0 0,1 0 0,-1 0 0,1 0 0,-1 0 0,1 0 0,-1 0 0,1 0 0,-1 0 0,1 0 0,-1 0 0,1 0 0,-1 0 0,1 0 0,-1 0 0,1 0 0,-1 1 0,0-1 0,1 0 0,-1 0 0,1 1 0,5 2 0,-1 0 0,0 0 0,8 7 0,-5-5 0,2 2 0,1 0 0,0-2 0,1 1 0,-1-1 0,1-1 0,14 4 0,-19-6 0,1-1 0,0 0 0,0 0 0,0 0 0,-1-1 0,1 0 0,0-1 0,0 0 0,0 0 0,-1-1 0,9-2 0,-14 3 0,1 0 0,-1-1 0,1 1 0,-1-1 0,0 1 0,0-1 0,1 0 0,-1 0 0,-1 1 0,1-2 0,0 1 0,0 0 0,-1 0 0,1 0 0,-1-1 0,0 1 0,0-1 0,0 1 0,0-1 0,0 0 0,0 1 0,-1-1 0,1 0 0,0-5 0,-1-2 0,0 0 0,0-1 0,-1 1 0,0 0 0,-3-14 0,-5-9 0,-23-56 0,-2-6 0,16 26 0,10 37 0,0 1 0,-2 0 0,-28-59 0,37 88 0,0 1 0,0-1 0,0 1 0,0-1 0,0 1 0,-1-1 0,1 1 0,-1 0 0,1 0 0,-1 0 0,1 0 0,-1 0 0,1 0 0,-4-1 0,4 1 0,1 1 0,-1 0 0,1 0 0,0 0 0,-1 0 0,1 0 0,-1 0 0,1 0 0,0 0 0,-1 0 0,1 0 0,-1 0 0,1 0 0,-1 1 0,1-1 0,0 0 0,-1 0 0,1 0 0,0 0 0,-1 1 0,1-1 0,0 0 0,-1 0 0,0 1 0,1 0 0,-1 0 0,1 0 0,-1 0 0,1 0 0,0 0 0,-1 0 0,1 0 0,0 0 0,0 0 0,0 0 0,0 0 0,0 1 0,0-1 0,0 2 0,1 7 0,1 0 0,0 0 0,0 0 0,1-1 0,0 1 0,1 0 0,0-1 0,8 12 0,4 6 0,29 33 0,-24-35 0,1 0 0,2-2 0,49 38 0,90 46 0,-156-103-79,13 9-243,0-1 1,1-1-1,43 15 1,-54-24-6505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5.492"/>
    </inkml:context>
    <inkml:brush xml:id="br0">
      <inkml:brushProperty name="width" value="0.05" units="cm"/>
      <inkml:brushProperty name="height" value="0.05" units="cm"/>
    </inkml:brush>
  </inkml:definitions>
  <inkml:trace contextRef="#ctx0" brushRef="#br0">0 0 24575,'257'257'0,"-216"-216"0,40 53 0,-79-91 0,6 7 0,0 1 0,9 19 0,-15-28 0,-1 0 0,0 1 0,0-1 0,0 0 0,0 1 0,-1-1 0,1 1 0,-1-1 0,1 1 0,-1 0 0,0-1 0,0 1 0,0-1 0,0 1 0,-1-1 0,1 1 0,-1-1 0,1 1 0,-1-1 0,-1 4 0,1-4 0,-1-1 0,1 1 0,-1-1 0,1 1 0,-1-1 0,0 0 0,1 1 0,-1-1 0,0 0 0,0 0 0,0 0 0,0-1 0,0 1 0,0 0 0,0-1 0,0 1 0,0-1 0,0 0 0,-3 1 0,-7-1 0,0 0 0,-15-1 0,9-1 0,12 2 0,0-1 0,0 0 0,0 0 0,0 0 0,0-1 0,0 0 0,0 0 0,0-1 0,1 0 0,-1 0 0,-9-6 0,13 7 0,1 1 0,-1-1 0,0 0 0,0 0 0,1 1 0,-1-1 0,1 0 0,-1 0 0,1 0 0,0-1 0,0 1 0,0 0 0,0 0 0,0-1 0,0 1 0,1-1 0,-1 1 0,1 0 0,-1-1 0,1 1 0,0-1 0,0 1 0,0-1 0,1 1 0,-1-1 0,1 1 0,-1 0 0,1-1 0,0 1 0,0 0 0,0-1 0,1-2 0,2-2 0,1 1 0,-1-1 0,1 1 0,0 0 0,1 0 0,-1 1 0,1 0 0,0 0 0,1 0 0,-1 1 0,1-1 0,0 1 0,0 1 0,13-5 0,-5 3 0,0 0 0,0 1 0,0 1 0,0 1 0,1 0 0,23 0 0,-32 2 0,0 1 0,0-1 0,0 1 0,0 0 0,0 1 0,0 0 0,-1 0 0,1 0 0,0 1 0,-1 0 0,0 0 0,0 1 0,0 0 0,0 0 0,-1 0 0,1 0 0,-1 1 0,0 0 0,0 0 0,6 10 0,-8-11-227,1 1-1,-1 0 1,0 0-1,-1 0 1,3 6-1,-1 1-6598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5.680"/>
    </inkml:context>
    <inkml:brush xml:id="br0">
      <inkml:brushProperty name="width" value="0.05" units="cm"/>
      <inkml:brushProperty name="height" value="0.05" units="cm"/>
    </inkml:brush>
  </inkml:definitions>
  <inkml:trace contextRef="#ctx0" brushRef="#br0">0 30 24575,'0'-10'0,"0"-1"0,0 4 0,3 6 0,0 5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6.179"/>
    </inkml:context>
    <inkml:brush xml:id="br0">
      <inkml:brushProperty name="width" value="0.05" units="cm"/>
      <inkml:brushProperty name="height" value="0.05" units="cm"/>
    </inkml:brush>
  </inkml:definitions>
  <inkml:trace contextRef="#ctx0" brushRef="#br0">1 61 24575,'9'34'0,"2"0"0,1-1 0,2-1 0,1 0 0,1-1 0,2 0 0,26 33 0,-27-41 0,-9-12 0,0 0 0,1-1 0,0 0 0,0-1 0,13 11 0,-17-19 0,-7-6 0,-9-14 0,8 14 0,-58-86 0,40 61 0,0 0 0,2-1 0,-20-46 0,36 69 0,-3-5 0,1 0 0,0-1 0,1 0 0,0 0 0,1 0 0,-2-23 0,5 36 0,0 0 0,0 0 0,0 0 0,0-1 0,0 1 0,0 0 0,0 0 0,1 0 0,-1 0 0,0 0 0,1-1 0,-1 1 0,0 0 0,1 0 0,0 0 0,-1 0 0,1 0 0,-1 0 0,1 0 0,0 0 0,0 1 0,0-1 0,0 0 0,-1 0 0,1 1 0,0-1 0,0 0 0,0 1 0,0-1 0,1 1 0,-1-1 0,0 1 0,0 0 0,0 0 0,0-1 0,0 1 0,0 0 0,1 0 0,-1 0 0,2 0 0,0 0 0,1 1 0,0 0 0,-1 0 0,1 0 0,-1 0 0,0 0 0,1 0 0,-1 1 0,0 0 0,0 0 0,0 0 0,3 2 0,1 2 0,-1 1 0,1-1 0,-2 1 0,1 0 0,-1 1 0,0-1 0,0 1 0,-1 0 0,0 0 0,5 15 0,-8-18 0,0-1 0,0 1 0,0 0 0,0 0 0,-1 0 0,1 0 0,-1-1 0,-1 1 0,1 0 0,-1 0 0,1 0 0,-2 0 0,1-1 0,0 1 0,-1-1 0,0 1 0,0-1 0,0 1 0,0-1 0,-1 0 0,-3 4 0,-1 0-151,0-2-1,-1 1 0,1-1 0,-1 0 1,-1 0-1,1-1 0,-1 0 1,-15 6-1,-1-1-6674</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7.008"/>
    </inkml:context>
    <inkml:brush xml:id="br0">
      <inkml:brushProperty name="width" value="0.05" units="cm"/>
      <inkml:brushProperty name="height" value="0.05" units="cm"/>
    </inkml:brush>
  </inkml:definitions>
  <inkml:trace contextRef="#ctx0" brushRef="#br0">277 575 24575,'-224'-462'0,"205"417"0,-9-18 0,24 58 0,3 14 0,5 23 0,-2-16 0,-1 1 0,4 38 0,2 0 0,20 79 0,-23-119 0,1 1 0,1-1 0,0 0 0,1-1 0,0 0 0,2 0 0,-1 0 0,2-1 0,0-1 0,0 1 0,1-2 0,0 1 0,17 11 0,-21-18 0,1 0 0,0 0 0,0-1 0,0-1 0,1 1 0,0-1 0,-1 0 0,1-1 0,0 0 0,0-1 0,0 0 0,11 0 0,-16-1 0,0 0 0,0 0 0,0 0 0,0-1 0,0 0 0,-1 0 0,1 0 0,0 0 0,-1 0 0,1-1 0,0 0 0,-1 1 0,0-1 0,1-1 0,-1 1 0,0 0 0,0-1 0,0 0 0,-1 1 0,1-1 0,-1 0 0,1-1 0,-1 1 0,0 0 0,0-1 0,0 1 0,-1-1 0,1 1 0,-1-1 0,1-5 0,6-47 0,-8 55 0,0 1 0,0 0 0,0 0 0,0-1 0,0 1 0,0 0 0,0-1 0,0 1 0,1 0 0,-1 0 0,0-1 0,0 1 0,0 0 0,0 0 0,1-1 0,-1 1 0,0 0 0,0 0 0,1 0 0,-1-1 0,0 1 0,0 0 0,1 0 0,-1 0 0,0 0 0,0 0 0,1-1 0,-1 1 0,0 0 0,1 0 0,-1 0 0,0 0 0,0 0 0,1 0 0,10 7 0,8 15 0,-5-1 0,-7-9 0,1 0 0,1 0 0,15 16 0,36 34-1365,-53-53-5461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7.443"/>
    </inkml:context>
    <inkml:brush xml:id="br0">
      <inkml:brushProperty name="width" value="0.05" units="cm"/>
      <inkml:brushProperty name="height" value="0.05" units="cm"/>
    </inkml:brush>
  </inkml:definitions>
  <inkml:trace contextRef="#ctx0" brushRef="#br0">0 0 24575,'107'181'0,"-34"-53"0,-68-120 0,0-1 0,0 0 0,0 0 0,1-1 0,0 0 0,1 0 0,-1 0 0,1-1 0,11 8 0,-8-8 0,0 0 0,0-1 0,0 0 0,1-1 0,-1 0 0,1 0 0,12 0 0,-8 0 0,1-2 0,-1 0 0,0-1 0,1-1 0,-1 0 0,25-5 0,-34 5 0,-1-1 0,0 0 0,1 0 0,-1 0 0,0 0 0,0-1 0,0 0 0,0 0 0,0 0 0,-1 0 0,0-1 0,1 0 0,-1 0 0,-1 0 0,1 0 0,0-1 0,-1 0 0,0 1 0,0-1 0,-1 0 0,3-7 0,-1 1 0,0 0 0,-1 0 0,-1-1 0,2-17 0,-4 23 0,1-1 0,-2 1 0,1-1 0,-1 1 0,0 0 0,0-1 0,0 1 0,-1 0 0,0 0 0,-3-6 0,4 11 0,1 0 0,-1-1 0,1 1 0,-1 0 0,0 0 0,0 0 0,0 0 0,0 0 0,0 0 0,0 0 0,0 0 0,0 0 0,-1 0 0,1 0 0,1 1 0,-1 0 0,1 0 0,-1 0 0,0 0 0,1 0 0,-1-1 0,1 1 0,-1 0 0,1 0 0,-1 0 0,0 1 0,1-1 0,-1 0 0,1 0 0,-1 0 0,1 0 0,-1 0 0,1 1 0,-1-1 0,1 0 0,-1 1 0,-1 0 0,0 1 0,1-1 0,0 1 0,-1-1 0,1 1 0,0 0 0,0 0 0,0-1 0,0 1 0,0 0 0,0 0 0,1 0 0,-1 0 0,0 0 0,1 3 0,-2 9 0,0-1 0,1 0 0,1 1 0,1-1 0,0 0 0,0 1 0,1-1 0,5 15 0,-5-21 0,0 1 0,1-1 0,0 0 0,1 0 0,-1 0 0,1-1 0,1 0 0,-1 1 0,1-1 0,0 0 0,0-1 0,1 0 0,0 0 0,0 0 0,9 6 0,-8-7-151,0 0-1,0-1 0,0 0 0,1 0 1,-1-1-1,1 0 0,-1 0 1,10 1-1,-4-3-6674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7.864"/>
    </inkml:context>
    <inkml:brush xml:id="br0">
      <inkml:brushProperty name="width" value="0.05" units="cm"/>
      <inkml:brushProperty name="height" value="0.05" units="cm"/>
    </inkml:brush>
  </inkml:definitions>
  <inkml:trace contextRef="#ctx0" brushRef="#br0">0 366 24575,'10'39'0,"30"71"0,-30-89 0,0 0 0,2-1 0,0-1 0,27 33 0,-33-45 0,0 0 0,1 0 0,0-1 0,0 0 0,1-1 0,12 8 0,-19-12 0,1 0 0,-1 0 0,1-1 0,0 1 0,0 0 0,-1-1 0,1 1 0,0-1 0,0 1 0,0-1 0,-1 0 0,1 0 0,0 0 0,0 0 0,0 0 0,0 0 0,0-1 0,-1 1 0,1-1 0,0 1 0,0-1 0,-1 0 0,1 1 0,0-1 0,-1 0 0,1 0 0,-1 0 0,1 0 0,-1 0 0,1-1 0,-1 1 0,0 0 0,1-1 0,-1 1 0,0-1 0,0 1 0,0-1 0,0 0 0,0-2 0,2-2 0,-1-1 0,0 0 0,0 1 0,0-1 0,-1 0 0,0 0 0,-1 0 0,1 0 0,-2-8 0,0-3 0,-1-1 0,-6-22 0,0 10 0,-2 0 0,-20-43 0,-35-57 0,38 79 0,1 2 0,-38-104 0,69 175 0,11 44 0,8 1 45,50 92 1,47 56-822,-94-168 96,-13-22-6146</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9.174"/>
    </inkml:context>
    <inkml:brush xml:id="br0">
      <inkml:brushProperty name="width" value="0.05" units="cm"/>
      <inkml:brushProperty name="height" value="0.05" units="cm"/>
    </inkml:brush>
  </inkml:definitions>
  <inkml:trace contextRef="#ctx0" brushRef="#br0">16 23 24575,'-4'-6'0,"-6"-9"0,9 14 0,4 7 0,70 117 0,56 110 0,-127-229 0,1 1 0,-1 1 0,1 0 0,-1 0 0,1 8 0,-3-9 0,-3-8 0,-3-10 0,5 8 0,0-1 0,0 0 0,0 1 0,1-1 0,0 0 0,0 0 0,0 0 0,1 0 0,2-10 0,-2 14 0,0-1 0,0 0 0,0 0 0,1 1 0,-1-1 0,1 1 0,0-1 0,0 1 0,0 0 0,0 0 0,0 0 0,0 0 0,0 0 0,1 0 0,-1 1 0,1-1 0,0 1 0,-1-1 0,1 1 0,5-2 0,1 1 0,-1 1 0,0-1 0,0 1 0,1 0 0,-1 1 0,0 0 0,1 1 0,-1-1 0,0 2 0,10 1 0,-6 0 0,-1 1 0,1 0 0,-1 0 0,1 1 0,-1 1 0,13 8 0,-21-12 0,0 0 0,0 1 0,0-1 0,0 1 0,-1 0 0,1-1 0,-1 1 0,0 0 0,1 1 0,-2-1 0,1 0 0,3 7 0,-5-8 0,1 0 0,-1 0 0,1 0 0,-1 0 0,0 1 0,0-1 0,0 0 0,0 0 0,0 0 0,0 0 0,-1 0 0,1 0 0,-1 0 0,1 0 0,-1 0 0,0 0 0,0-1 0,0 1 0,0 0 0,0 0 0,0-1 0,0 1 0,-1 0 0,-2 2 0,-3 1 0,0 1 0,0-1 0,0-1 0,-1 1 0,0-1 0,0-1 0,0 1 0,0-2 0,0 1 0,-1-1 0,-13 2 0,-8 0 0,-58-1 0,68-2 0,12 0 0,1-1 0,0 0 0,-1 0 0,1-1 0,0 1 0,-15-5 0,21 5-39,0-1 0,0 0 0,0 1 0,1-1 0,-1 1 0,0-1 0,0 0 0,0 0 0,1 0 0,-1 1 0,0-1 0,1 0 0,-1 0 0,1 0 0,-1 0 0,1 0 0,-1 0 0,1 0 0,0 0 0,-1 0 0,1 0 0,0 0 0,0 0 0,0-1 0,0 1 0,0 0 0,0 0 0,0 0 0,0 0 0,0 0 0,1 0 0,-1 0 0,0 0 0,1-2 0,2-6-6787</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0.255"/>
    </inkml:context>
    <inkml:brush xml:id="br0">
      <inkml:brushProperty name="width" value="0.05" units="cm"/>
      <inkml:brushProperty name="height" value="0.05" units="cm"/>
    </inkml:brush>
  </inkml:definitions>
  <inkml:trace contextRef="#ctx0" brushRef="#br0">180 188 24575,'-3'-2'0,"-24"-12"0,-34-26 0,54 35 0,0-1 0,0 0 0,1 0 0,0-1 0,0 0 0,0 0 0,1 0 0,0-1 0,-5-9 0,7 12 0,1 0 0,-1 0 0,0 1 0,-1-1 0,-4-4 0,7 8 0,40 87 0,-35-78 0,1 0 0,0-1 0,0 0 0,1 0 0,0 0 0,0-1 0,1 1 0,0-1 0,0-1 0,0 0 0,1 0 0,-1 0 0,1-1 0,0 0 0,1 0 0,-1-1 0,1 0 0,-1-1 0,1 0 0,0 0 0,0-1 0,0 0 0,11 0 0,-18-1 0,1 0 0,-1-1 0,1 1 0,-1-1 0,1 1 0,-1-1 0,1 0 0,-1 0 0,0 0 0,1 0 0,-1 0 0,0-1 0,0 1 0,0 0 0,0-1 0,0 0 0,0 0 0,-1 1 0,1-1 0,0 0 0,-1 0 0,1 0 0,-1-1 0,0 1 0,0 0 0,0-1 0,0 1 0,0 0 0,1-6 0,0-4 0,-1-1 0,0 1 0,0-1 0,-3-23 0,1 13 0,0-37 0,10 87 0,1 3 0,1 0 0,1-1 0,1 0 0,19 29 0,-29-53 0,117 182 0,-41-69 0,-46-61 0,-30-50 0,0 1 0,0-1 0,-1 1 0,1-1 0,-2 1 0,2 8 0,-3-15 0,0 0 0,0 1 0,0-1 0,0 0 0,0 0 0,0 0 0,0 0 0,0 1 0,0-1 0,-1 0 0,1 0 0,-1 0 0,1 0 0,-1 0 0,1 0 0,-1 0 0,1 0 0,-1 0 0,0 0 0,0 0 0,-1 1 0,1-1 0,-1 0 0,0 0 0,0 0 0,1 0 0,-1 0 0,0-1 0,0 1 0,0-1 0,0 1 0,0-1 0,-3 0 0,-6 0 0,1 0 0,-1-1 0,-19-4 0,24 4 0,-16-4 0,0-1 0,1 0 0,-1-2 0,1 0 0,0-2 0,1 0 0,-32-22 0,43 25 0,1 1 0,0-2 0,1 1 0,-1-1 0,1 0 0,-9-16 0,13 21 0,1-1 0,0 0 0,1 0 0,-1 0 0,1-1 0,-1 1 0,1 0 0,0-6 0,1 7 0,0 0 0,0 1 0,0-1 0,0 0 0,0 1 0,1-1 0,0 1 0,-1-1 0,1 1 0,0-1 0,0 1 0,0-1 0,1 1 0,2-4 0,1-2-91,1 1 0,1 0 0,-1 1 0,1-1 0,0 1 0,1 0 0,-1 1 0,1 0 0,0 0 0,1 1 0,-1 0 0,1 0 0,0 1 0,16-4 0,-10 5-6735</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051"/>
    </inkml:context>
    <inkml:brush xml:id="br0">
      <inkml:brushProperty name="width" value="0.05" units="cm"/>
      <inkml:brushProperty name="height" value="0.05" units="cm"/>
    </inkml:brush>
  </inkml:definitions>
  <inkml:trace contextRef="#ctx0" brushRef="#br0">0 192 24575,'3'9'0,"-1"0"0,1-1 0,1 1 0,0 0 0,0-1 0,1 0 0,0 0 0,0 0 0,0-1 0,1 0 0,1 0 0,-1 0 0,1-1 0,0 0 0,0 0 0,1-1 0,11 7 0,-8-6 0,1 0 0,-1-1 0,1 0 0,0-1 0,0 0 0,1-1 0,-1-1 0,1 0 0,-1 0 0,1-1 0,0-1 0,16-1 0,-28 1 0,1 0 0,-1-1 0,1 1 0,-1 0 0,0-1 0,1 1 0,-1-1 0,0 1 0,1-1 0,-1 0 0,0 0 0,0 1 0,0-1 0,0 0 0,1 0 0,-1 0 0,0 0 0,-1 0 0,1-1 0,0 1 0,1-2 0,-1 1 0,0-1 0,0 0 0,0 0 0,0 1 0,-1-1 0,1 0 0,-1 0 0,0 0 0,0 0 0,0-3 0,-1 0 0,1 0 0,-1 0 0,0 0 0,-1 1 0,1-1 0,-1 0 0,-1 1 0,1 0 0,-1-1 0,-3-4 0,9 13 0,1 1 0,0 0 0,-1-1 0,1 0 0,1 0 0,-1 0 0,0-1 0,1 1 0,-1-1 0,1 0 0,0 0 0,0 0 0,-1-1 0,1 0 0,0 0 0,1 0 0,-1-1 0,0 1 0,9-2 0,-9 1 0,0 0 0,0-1 0,0 0 0,0 0 0,0-1 0,-1 1 0,1-1 0,0 0 0,-1 0 0,1 0 0,-1-1 0,0 0 0,0 0 0,0 0 0,0 0 0,-1 0 0,1-1 0,-1 0 0,0 0 0,5-7 0,-5 5 0,0 1 0,0-1 0,-1-1 0,0 1 0,0 0 0,-1-1 0,0 1 0,0 0 0,0-1 0,-1 0 0,0 1 0,0-1 0,0 1 0,-1-1 0,0 1 0,-1-1 0,1 1 0,-1 0 0,-3-8 0,2 7 0,0 1 0,-1 0 0,1 0 0,-1 0 0,-1 0 0,1 0 0,-1 1 0,0 0 0,0 0 0,0 0 0,-1 1 0,1 0 0,-1 0 0,0 0 0,0 1 0,-1-1 0,-9-2 0,7 3-151,0 1-1,-1 0 0,1 1 0,0 0 1,-1 0-1,1 1 0,0 1 1,-15 1-1,3 1-6674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397"/>
    </inkml:context>
    <inkml:brush xml:id="br0">
      <inkml:brushProperty name="width" value="0.05" units="cm"/>
      <inkml:brushProperty name="height" value="0.05" units="cm"/>
    </inkml:brush>
  </inkml:definitions>
  <inkml:trace contextRef="#ctx0" brushRef="#br0">1 1 24575,'2'5'0,"2"4"0,1 3 0,1 2 0,2 1 0,1-1 0,3-2 0,-2 0 0,1 1 0,-2 1 0,-2-3-8191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572"/>
    </inkml:context>
    <inkml:brush xml:id="br0">
      <inkml:brushProperty name="width" value="0.05" units="cm"/>
      <inkml:brushProperty name="height" value="0.05" units="cm"/>
    </inkml:brush>
  </inkml:definitions>
  <inkml:trace contextRef="#ctx0" brushRef="#br0">0 0 24575,'0'5'0,"0"5"0,0-1-8191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946"/>
    </inkml:context>
    <inkml:brush xml:id="br0">
      <inkml:brushProperty name="width" value="0.05" units="cm"/>
      <inkml:brushProperty name="height" value="0.05" units="cm"/>
    </inkml:brush>
  </inkml:definitions>
  <inkml:trace contextRef="#ctx0" brushRef="#br0">1 61 24575,'23'17'0,"31"18"0,-48-32 0,0 0 0,0 0 0,1 0 0,-1-1 0,1 0 0,12 2 0,-17-4 0,0 1 0,1-1 0,-1 0 0,0 0 0,0-1 0,1 1 0,-1 0 0,0-1 0,0 1 0,1-1 0,-1 0 0,0 0 0,0 0 0,0 0 0,0 0 0,0 0 0,0-1 0,0 1 0,-1-1 0,1 1 0,0-1 0,-1 1 0,2-3 0,2-4 0,0 0 0,0 0 0,-1 0 0,5-14 0,7-15 0,-15 36 0,0-1 0,0 1 0,0-1 0,0 1 0,0 0 0,1 0 0,-1-1 0,0 1 0,1 0 0,-1 0 0,1 0 0,-1 0 0,1 0 0,0 1 0,-1-1 0,1 0 0,0 1 0,-1-1 0,1 1 0,0 0 0,0-1 0,-1 1 0,1 0 0,0 0 0,0 0 0,0 0 0,-1 1 0,1-1 0,0 0 0,0 1 0,-1-1 0,1 1 0,0 0 0,2 1 0,6 3 0,-1 0 0,1 1 0,-1 1 0,12 10 0,-10-9 0,15 16-1365,-16-13-5461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2.433"/>
    </inkml:context>
    <inkml:brush xml:id="br0">
      <inkml:brushProperty name="width" value="0.05" units="cm"/>
      <inkml:brushProperty name="height" value="0.05" units="cm"/>
    </inkml:brush>
  </inkml:definitions>
  <inkml:trace contextRef="#ctx0" brushRef="#br0">220 395 24575,'-7'0'0,"0"0"0,-1 0 0,1 1 0,0 0 0,-1 1 0,1-1 0,0 1 0,-8 4 0,12-4 0,0-1 0,0 1 0,1 0 0,-1 0 0,1 0 0,-1 0 0,1 0 0,0 0 0,0 1 0,0-1 0,0 1 0,0 0 0,0-1 0,1 1 0,-1 0 0,1 0 0,0 0 0,0 0 0,0 0 0,0 0 0,0 5 0,1-4 0,0 0 0,0 0 0,0-1 0,1 1 0,0 0 0,-1 0 0,1 0 0,1-1 0,-1 1 0,0 0 0,1-1 0,0 0 0,0 1 0,0-1 0,0 0 0,0 0 0,4 4 0,-5-6 0,0 1 0,1-1 0,-1 0 0,0 0 0,0 0 0,1 0 0,-1 0 0,1 0 0,-1 0 0,1 0 0,-1 0 0,1-1 0,0 1 0,-1-1 0,1 1 0,0-1 0,-1 1 0,1-1 0,0 0 0,-1 0 0,1 0 0,0 0 0,0 0 0,-1-1 0,1 1 0,0 0 0,-1-1 0,1 1 0,0-1 0,-1 1 0,1-1 0,-1 0 0,1 0 0,-1 0 0,1 0 0,-1 0 0,0 0 0,1 0 0,-1 0 0,1-2 0,0 0 0,0 1 0,-1-1 0,1 0 0,-1 1 0,0-1 0,1 0 0,-1 0 0,0 0 0,-1 0 0,1 0 0,-1 0 0,1 0 0,-1 0 0,0-1 0,0 1 0,-1-5 0,0-5 0,-2 0 0,-4-19 0,-12-21 0,-1 0 0,-47-83 0,36 75 0,-28-58 0,88 176 0,28 61 0,-33-63 0,2-2 0,3 0 0,57 80 0,-74-117-1365,-3-3-5461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2.870"/>
    </inkml:context>
    <inkml:brush xml:id="br0">
      <inkml:brushProperty name="width" value="0.05" units="cm"/>
      <inkml:brushProperty name="height" value="0.05" units="cm"/>
    </inkml:brush>
  </inkml:definitions>
  <inkml:trace contextRef="#ctx0" brushRef="#br0">99 77 24575,'-2'-3'0,"-28"-23"0,29 26 0,0-1 0,0 0 0,0 0 0,-1 0 0,1 0 0,0 1 0,-1-1 0,1 1 0,0-1 0,-1 1 0,1-1 0,0 1 0,-1 0 0,1 0 0,-1 0 0,1 0 0,-1 0 0,1 0 0,0 0 0,-1 0 0,1 0 0,-3 1 0,3 0 0,0 0 0,0 0 0,0 0 0,0 0 0,0 0 0,0 0 0,0 1 0,1-1 0,-1 0 0,0 0 0,1 1 0,-1-1 0,1 0 0,0 1 0,-1-1 0,1 0 0,0 1 0,0-1 0,-1 1 0,2 2 0,-1 2 0,0 0 0,0 0 0,3 9 0,-1-7 0,0-1 0,1 1 0,0-1 0,0 1 0,1-1 0,-1 0 0,8 8 0,-9-12 0,0 0 0,0 0 0,1 0 0,0 0 0,-1-1 0,1 1 0,0-1 0,0 0 0,0 0 0,1 0 0,-1 0 0,0 0 0,1-1 0,-1 1 0,1-1 0,-1 0 0,8 1 0,-9-2 0,0 0 0,0-1 0,0 1 0,0-1 0,0 1 0,0-1 0,0 0 0,0 1 0,0-1 0,0 0 0,0 0 0,0-1 0,0 1 0,-1 0 0,1 0 0,0-1 0,-1 1 0,1-1 0,-1 0 0,0 1 0,0-1 0,1 0 0,-1 0 0,0 0 0,0 0 0,-1 0 0,2-3 0,0-1 0,0 1 0,0-1 0,-1 1 0,0-1 0,0 0 0,-1 1 0,0-1 0,0 0 0,-1-8 0,0 7 0,0 1 0,0-1 0,-1 1 0,0 0 0,-1-1 0,0 1 0,0 1 0,0-1 0,-6-8 0,7 11 0,-1 0 0,0 0 0,0 0 0,0 1 0,0-1 0,0 1 0,-1 0 0,1 0 0,-1 0 0,1 0 0,-1 0 0,0 1 0,0 0 0,0 0 0,1 0 0,-8-1 0,-50 1-1365,44 1-5461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3.651"/>
    </inkml:context>
    <inkml:brush xml:id="br0">
      <inkml:brushProperty name="width" value="0.05" units="cm"/>
      <inkml:brushProperty name="height" value="0.05" units="cm"/>
    </inkml:brush>
  </inkml:definitions>
  <inkml:trace contextRef="#ctx0" brushRef="#br0">3 1 24575,'-2'2'0,"1"2"0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4.495"/>
    </inkml:context>
    <inkml:brush xml:id="br0">
      <inkml:brushProperty name="width" value="0.05" units="cm"/>
      <inkml:brushProperty name="height" value="0.05" units="cm"/>
    </inkml:brush>
  </inkml:definitions>
  <inkml:trace contextRef="#ctx0" brushRef="#br0">1 190 24575,'0'3'0,"1"0"0,-1 0 0,1 0 0,-1 0 0,1 0 0,0 0 0,1 0 0,-1 0 0,0-1 0,1 1 0,-1 0 0,1-1 0,0 1 0,0-1 0,4 4 0,4 3 0,0 0 0,16 9 0,-16-10 0,0-1 0,10 7 0,30 17 0,-44-28 0,0 0 0,0 0 0,0-1 0,1 0 0,-1 0 0,1-1 0,-1 1 0,1-1 0,-1-1 0,9 1 0,-14-1 0,1 0 0,-1-1 0,0 1 0,0 0 0,1 0 0,-1-1 0,0 1 0,0-1 0,0 1 0,1-1 0,-1 1 0,0-1 0,0 0 0,0 0 0,0 1 0,0-1 0,0 0 0,0 0 0,0 0 0,0-2 0,1 1 0,-1 0 0,0-1 0,0 1 0,0 0 0,-1-1 0,1 1 0,-1-1 0,1 1 0,-1-6 0,0-2 0,0 0 0,-2 0 0,1 1 0,-4-13 0,3 14 0,1 4 0,-1 0 0,1 0 0,1 0 0,-1 0 0,0 0 0,1-1 0,0 1 0,0 0 0,0 0 0,1-4 0,-1 7 0,1 1 0,-1-1 0,0 1 0,0 0 0,0-1 0,1 1 0,-1-1 0,0 1 0,0 0 0,1-1 0,-1 1 0,0 0 0,1 0 0,-1-1 0,0 1 0,1 0 0,-1 0 0,0-1 0,1 1 0,-1 0 0,1 0 0,-1 0 0,0 0 0,1-1 0,-1 1 0,2 0 0,12 3 0,14 14 0,-26-16 0,5 4 0,16 11 0,1 0 0,0-1 0,1-1 0,38 14 0,-61-27 0,0 0 0,0-1 0,0 1 0,0-1 0,0 0 0,0 1 0,0-1 0,0 0 0,0 0 0,0 0 0,0 0 0,0-1 0,0 1 0,0 0 0,0-1 0,0 0 0,0 1 0,3-3 0,-3 2 0,-1 0 0,0 0 0,1-1 0,-1 1 0,0-1 0,0 1 0,0-1 0,0 0 0,0 1 0,0-1 0,0 0 0,0 0 0,-1 1 0,1-1 0,-1 0 0,1 0 0,-1 0 0,0 0 0,0 0 0,0-2 0,1-3 0,-2 0 0,1-1 0,-1 1 0,0 0 0,-1 0 0,0 0 0,0 0 0,0 0 0,-7-12 0,-3-2 0,-24-32 0,2 5 0,33 45-66,-3-3-150,0-1-1,-1 1 1,1 0-1,-1 0 1,-8-8-1,2 6-6609</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6.142"/>
    </inkml:context>
    <inkml:brush xml:id="br0">
      <inkml:brushProperty name="width" value="0.05" units="cm"/>
      <inkml:brushProperty name="height" value="0.05" units="cm"/>
    </inkml:brush>
  </inkml:definitions>
  <inkml:trace contextRef="#ctx0" brushRef="#br0">1 212 24575,'0'2'0,"1"0"0,0 0 0,1 0 0,-1 0 0,0-1 0,0 1 0,1 0 0,-1 0 0,1-1 0,-1 1 0,3 1 0,2 2 0,62 63 0,7 7 0,-1 2 0,-74-77 0,1 1 0,-1-1 0,1 1 0,-1-1 0,1 1 0,-1-1 0,1 1 0,0-1 0,-1 1 0,1-1 0,-1 0 0,1 1 0,0-1 0,0 0 0,-1 1 0,1-1 0,0 0 0,-1 0 0,1 0 0,0 0 0,0 0 0,-1 0 0,2 0 0,-1 0 0,0-1 0,-1 1 0,1-1 0,-1 1 0,1-1 0,-1 1 0,1-1 0,-1 1 0,1-1 0,-1 0 0,1 1 0,-1-1 0,0 0 0,0 1 0,1-1 0,-1 0 0,0 1 0,0-1 0,0-1 0,2-6 0,-1 0 0,-1 0 0,0-11 0,0 14 0,-1-28 0,0-35 0,1 61 0,1 1 0,0-1 0,0 1 0,1 0 0,-1-1 0,2 1 0,-1 0 0,3-6 0,-5 12 0,1 0 0,-1-1 0,0 1 0,0 0 0,0 0 0,1-1 0,-1 1 0,0 0 0,0 0 0,0-1 0,1 1 0,-1 0 0,0 0 0,0 0 0,1-1 0,-1 1 0,0 0 0,1 0 0,-1 0 0,0 0 0,1 0 0,-1 0 0,0 0 0,1 0 0,-1 0 0,0 0 0,1 0 0,-1 0 0,1 0 0,9 6 0,8 18 0,-15-20 0,10 13 0,1-1 0,0-1 0,1 0 0,1-1 0,32 23 0,-48-37 0,1 0 0,-1 1 0,0-1 0,1 0 0,-1 0 0,1 1 0,-1-1 0,0 0 0,1 0 0,-1 0 0,1 1 0,-1-1 0,1 0 0,-1 0 0,1 0 0,-1 0 0,0 0 0,1 0 0,-1 0 0,1 0 0,-1 0 0,1 0 0,-1 0 0,1-1 0,-1 1 0,1 0 0,0 0 0,-1-1 0,1 0 0,-1 1 0,1-1 0,-1 0 0,1 1 0,-1-1 0,0 0 0,1 1 0,-1-1 0,0 0 0,1 0 0,-1 0 0,0 1 0,0-2 0,1-6 0,-1 1 0,-1-14 0,1 14 0,-1-18 0,-1 0 0,-2 0 0,0 0 0,-2 0 0,-17-46 0,12 36 0,-9-39 0,20 72-80,-1 1 0,1-1-1,0 1 1,-1-1 0,1 1-1,0-1 1,0 1 0,0-1-1,0 1 1,0-1 0,0 1 0,1-1-1,-1 1 1,0-1 0,1 1-1,0-2 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1:59.246"/>
    </inkml:context>
    <inkml:brush xml:id="br0">
      <inkml:brushProperty name="width" value="0.05" units="cm"/>
      <inkml:brushProperty name="height" value="0.05" units="cm"/>
    </inkml:brush>
  </inkml:definitions>
  <inkml:trace contextRef="#ctx0" brushRef="#br0">0 32 24575,'26'-5'0,"9"-2"0,3 1 0,-1 0 0,-3 3 0,-6 0 0,-3 2 0,-2 1 0,-3 0 0,0 0 0,-1 0 0,2 1 0,-1 1 0,-1 2 0,2-1 0,-1 0 0,-4-1-8191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1:59.853"/>
    </inkml:context>
    <inkml:brush xml:id="br0">
      <inkml:brushProperty name="width" value="0.05" units="cm"/>
      <inkml:brushProperty name="height" value="0.05" units="cm"/>
    </inkml:brush>
  </inkml:definitions>
  <inkml:trace contextRef="#ctx0" brushRef="#br0">1366 22 24575,'192'28'0,"-205"-31"0,-26-5 0,-1 1 0,-77-4 0,31 11 0,-75 1 0,80 6 0,-39 1 0,-245-8 0,350 1 0,-1 0 0,-15 4 0,-23 2 0,-122-7 0,152-3 0,0-1 0,-44-14 0,19 5 0,37 10 0,5 0 0,-1 1 0,1 1 0,-1-1 0,1 1 0,-14 0 0,12 4-1365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00.594"/>
    </inkml:context>
    <inkml:brush xml:id="br0">
      <inkml:brushProperty name="width" value="0.05" units="cm"/>
      <inkml:brushProperty name="height" value="0.05" units="cm"/>
    </inkml:brush>
  </inkml:definitions>
  <inkml:trace contextRef="#ctx0" brushRef="#br0">583 350 24575,'-212'-141'0,"166"111"0,-1 2 0,-63-27 0,9 4 0,88 44 0,1 1 0,0 0 0,-12-10 0,24 16 0,-1-1 0,1 1 0,0 0 0,-1 0 0,1 0 0,0 0 0,-1 0 0,1-1 0,0 1 0,0 0 0,-1 0 0,1-1 0,0 1 0,0 0 0,0 0 0,-1-1 0,1 1 0,0 0 0,0-1 0,0 1 0,0 0 0,0 0 0,0-1 0,-1 1 0,1 0 0,0-1 0,0 1 0,0 0 0,0-1 0,0 0 0,10 0 0,15 7 0,40 18 0,0 4 0,74 43 0,-27-13 0,-71-39 0,52 29 0,-90-47 0,0 1 0,-1 0 0,1 0 0,-1 0 0,1 1 0,-1-1 0,0 0 0,0 1 0,0-1 0,2 6 0,-3-7 0,-1 0 0,1 0 0,-1 0 0,0 0 0,0 0 0,1 1 0,-1-1 0,0 0 0,0 0 0,0 0 0,0 0 0,0 0 0,0 0 0,-1 1 0,1-1 0,0 0 0,-1 0 0,1 0 0,0 0 0,-1 0 0,0 0 0,1 0 0,-1 0 0,1 0 0,-1 0 0,0 0 0,0 0 0,1-1 0,-1 1 0,0 0 0,0-1 0,0 1 0,-1 0 0,-6 3 0,0 0 0,0-1 0,0 0 0,0-1 0,0 0 0,0 0 0,-17 1 0,10-1 0,-74 8 0,51-6 0,0 1 0,-42 11 0,70-13-341,0 0 0,0 1-1,-15 8 1,10-3-6485</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01.523"/>
    </inkml:context>
    <inkml:brush xml:id="br0">
      <inkml:brushProperty name="width" value="0.05" units="cm"/>
      <inkml:brushProperty name="height" value="0.05" units="cm"/>
    </inkml:brush>
  </inkml:definitions>
  <inkml:trace contextRef="#ctx0" brushRef="#br0">0 1 24575,'1'0'0,"0"0"0,-1 1 0,1-1 0,0 0 0,-1 1 0,1-1 0,0 0 0,-1 1 0,1-1 0,-1 1 0,1-1 0,-1 1 0,1-1 0,-1 1 0,1-1 0,-1 1 0,0 0 0,1-1 0,-1 1 0,1 0 0,6 16 0,-6-15 0,2 8 0,-1-1 0,1 1 0,-1 0 0,-1 0 0,1 12 0,-4 53 0,1-28 0,1 204 0,0-247 0,0-1 0,0 1 0,1-1 0,-1 1 0,1-1 0,0 0 0,0 1 0,0-1 0,0 0 0,0 0 0,1 1 0,-1-1 0,1 0 0,0-1 0,4 5 0,-4-5 0,0 0 0,0 0 0,0-1 0,0 1 0,1-1 0,-1 0 0,0 1 0,1-1 0,-1 0 0,1-1 0,0 1 0,-1 0 0,1-1 0,0 1 0,-1-1 0,1 0 0,0 0 0,-1 0 0,1 0 0,4-1 0,16-3-227,0 0-1,0-2 1,-1 0-1,1-2 1,39-19-1,-50 20-6598</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01.767"/>
    </inkml:context>
    <inkml:brush xml:id="br0">
      <inkml:brushProperty name="width" value="0.05" units="cm"/>
      <inkml:brushProperty name="height" value="0.05" units="cm"/>
    </inkml:brush>
  </inkml:definitions>
  <inkml:trace contextRef="#ctx0" brushRef="#br0">281 82 24575,'-28'-15'0,"-11"-5"0,-2 1 0,4 3 0,5 8 0,6 5 0,2 5 0,3 2 0,3 4 0,3-1-8191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03.214"/>
    </inkml:context>
    <inkml:brush xml:id="br0">
      <inkml:brushProperty name="width" value="0.05" units="cm"/>
      <inkml:brushProperty name="height" value="0.05" units="cm"/>
    </inkml:brush>
  </inkml:definitions>
  <inkml:trace contextRef="#ctx0" brushRef="#br0">63 4 24575,'0'0'0,"-1"0"0,1-1 0,-1 1 0,0 0 0,1-1 0,-1 1 0,1 0 0,-1 0 0,0-1 0,1 1 0,-1 0 0,1 0 0,-1 0 0,0 0 0,1 0 0,-1 0 0,0 0 0,1 0 0,-1 0 0,0 0 0,1 0 0,-1 0 0,1 1 0,-1-1 0,0 0 0,1 0 0,-1 1 0,1-1 0,-1 0 0,1 1 0,-1-1 0,1 1 0,-1-1 0,1 1 0,-1-1 0,1 1 0,-1-1 0,1 1 0,-1 0 0,-1 2 0,0 0 0,0 0 0,0 0 0,0 0 0,-2 6 0,-2 11 0,0 0 0,2 0 0,0 0 0,2 0 0,0 1 0,1 21 0,13 124 0,-12-161 0,19 151 0,-3-34 0,0 141 0,-17-248 0,0 1 0,0-1 0,-2 0 0,0 0 0,-5 17 0,8-64-1365,1 19-5461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03.773"/>
    </inkml:context>
    <inkml:brush xml:id="br0">
      <inkml:brushProperty name="width" value="0.05" units="cm"/>
      <inkml:brushProperty name="height" value="0.05" units="cm"/>
    </inkml:brush>
  </inkml:definitions>
  <inkml:trace contextRef="#ctx0" brushRef="#br0">165 125 24575,'-22'-55'0,"42"97"0,34 62 0,-48-94 0,0-1 0,1 0 0,0 0 0,1-1 0,0 1 0,0-2 0,1 1 0,9 6 0,-17-14 0,-1 0 0,0 0 0,0 0 0,0 1 0,1-1 0,-1 0 0,0 0 0,0 0 0,1 0 0,-1 1 0,0-1 0,1 0 0,-1 0 0,0 0 0,0 0 0,1 0 0,-1 0 0,0 0 0,1 0 0,-1 0 0,0 0 0,1 0 0,-1 0 0,0 0 0,0 0 0,1 0 0,-1-1 0,0-6 0,-7-11 0,-8-7 0,-29-35 0,5 6 0,-42-68 0,80 120 0,0 1 0,0 0 0,0-1 0,0 1 0,0 0 0,0 0 0,-1 0 0,1 0 0,-2-1 0,2 2 0,1-1 0,-1 1 0,1 0 0,0 0 0,-1 0 0,1 0 0,-1 0 0,1 0 0,0 1 0,-1-1 0,1 0 0,-1 0 0,1 0 0,0 0 0,-1 0 0,1 1 0,0-1 0,-1 0 0,1 0 0,0 0 0,-1 1 0,1-1 0,0 0 0,0 0 0,-1 1 0,1-1 0,0 0 0,0 1 0,-1-1 0,1 0 0,0 1 0,0-1 0,0 1 0,0-1 0,0 0 0,0 1 0,-1-1 0,1 1 0,0-1 0,0 0 0,0 1 0,-4 16 0,-4 32 0,8-38 0,-2-1 0,1 1 0,-2 0 0,1-1 0,-1 1 0,-1-1 0,0 0 0,-7 13 0,8-18-170,-1-1-1,0 1 0,0-1 1,-1 0-1,1 0 0,-1-1 1,-6 4-1,2-1-6655</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05.223"/>
    </inkml:context>
    <inkml:brush xml:id="br0">
      <inkml:brushProperty name="width" value="0.05" units="cm"/>
      <inkml:brushProperty name="height" value="0.05" units="cm"/>
    </inkml:brush>
  </inkml:definitions>
  <inkml:trace contextRef="#ctx0" brushRef="#br0">228 113 24575,'-11'-10'0,"-12"-11"0,-35-24 0,51 40 0,0 0 0,0 1 0,-1 0 0,1 1 0,-1 0 0,0 0 0,0 0 0,0 1 0,0 0 0,-11 0 0,18 1 0,-1 1 0,1 0 0,-1 0 0,1 0 0,-1 0 0,1 1 0,-1-1 0,1 0 0,-1 1 0,1-1 0,0 1 0,-1-1 0,1 1 0,-1 0 0,1-1 0,0 1 0,0 0 0,-1 0 0,1 0 0,0 0 0,0 0 0,0 0 0,0 0 0,0 0 0,0 1 0,1-1 0,-1 0 0,0 1 0,1-1 0,-1 0 0,0 1 0,1-1 0,0 1 0,-1-1 0,1 3 0,-1 5 0,0 0 0,1 0 0,0 0 0,3 17 0,-1-7 0,2 36 0,18 85 0,0-28 0,24 97 0,-41-192 0,37 160 0,-42-176 0,0 0 0,1 0 0,-1 1 0,0-1 0,0 0 0,0 0 0,0 0 0,0 0 0,0 1 0,-1-1 0,1 0 0,0 0 0,-1 2 0,-4-1 0,-5-8 0,-5-9-1365</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05.455"/>
    </inkml:context>
    <inkml:brush xml:id="br0">
      <inkml:brushProperty name="width" value="0.05" units="cm"/>
      <inkml:brushProperty name="height" value="0.05" units="cm"/>
    </inkml:brush>
  </inkml:definitions>
  <inkml:trace contextRef="#ctx0" brushRef="#br0">264 61 24575,'-27'-10'0,"-13"-4"0,-1 2 0,4 1 0,6 4 0,5 2 0,2 3 0,3 4 0,5 1-8191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1:52.821"/>
    </inkml:context>
    <inkml:brush xml:id="br0">
      <inkml:brushProperty name="width" value="0.05" units="cm"/>
      <inkml:brushProperty name="height" value="0.05" units="cm"/>
    </inkml:brush>
  </inkml:definitions>
  <inkml:trace contextRef="#ctx0" brushRef="#br0">1 9 24575,'0'-1'0,"1"1"0,-1-1 0,1 1 0,-1-1 0,1 0 0,-1 1 0,1-1 0,0 1 0,-1 0 0,1-1 0,0 1 0,-1-1 0,1 1 0,0 0 0,0 0 0,-1-1 0,1 1 0,0 0 0,0 0 0,-1 0 0,1 0 0,0 0 0,0 0 0,1 0 0,-1 0 0,0 1 0,-1 0 0,1-1 0,0 1 0,-1 0 0,1-1 0,-1 1 0,1 0 0,-1-1 0,1 1 0,-1 0 0,1 0 0,-1 0 0,0-1 0,1 1 0,-1 0 0,0 2 0,2 6 0,-1-1 0,-1 1 0,1 12 0,-1-18 0,-2 60 0,3 69 0,12-18 0,-6-48 0,2 80 0,-10-98 0,2 80 0,6-79 0,-3-31 0,0 27 0,-4 162 0,0-97 0,-2-79 0,-5 34 0,1-13 0,1-4 0,-6 91 0,12 722 0,7-758 0,-1-1 0,-6-21 0,-3 146 0,-5-157 0,0 17 0,7 194 0,2-231 0,11 61 0,-6-61 0,1 60 0,-8 478 0,0-573 0,2 0 0,3 16 0,2 20 0,3 22 0,-5-36 0,1-9-14,-4-22-155,0-1 0,-1 1 0,0 0 1,-1-1-1,1 1 0,-1 0 0,-1 11 0,-1-7-6657</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1:53.928"/>
    </inkml:context>
    <inkml:brush xml:id="br0">
      <inkml:brushProperty name="width" value="0.05" units="cm"/>
      <inkml:brushProperty name="height" value="0.05" units="cm"/>
    </inkml:brush>
  </inkml:definitions>
  <inkml:trace contextRef="#ctx0" brushRef="#br0">1 45 24575,'10'-1'0,"0"0"0,0-1 0,0-1 0,-1 0 0,19-8 0,-17 6 0,1 1 0,0 0 0,1 1 0,-1 0 0,15-2 0,-14 5 0,0 1 0,0 0 0,0 0 0,17 5 0,51 17 0,-50-13 0,40 8 0,-56-15 0,12 2 0,1-2 0,35 2 0,-43-5 0,-11 0 0,0 1 0,-1-1 0,1-1 0,0 0 0,0 0 0,-1-1 0,1 0 0,-1 0 0,13-5 0,-20 6-114,1 0 1,0 0-1,0 0 0,-1 1 0,1-1 1,0 0-1,0 1 0,0 0 0,0-1 1,0 1-1,3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1:56.029"/>
    </inkml:context>
    <inkml:brush xml:id="br0">
      <inkml:brushProperty name="width" value="0.05" units="cm"/>
      <inkml:brushProperty name="height" value="0.05" units="cm"/>
    </inkml:brush>
  </inkml:definitions>
  <inkml:trace contextRef="#ctx0" brushRef="#br0">2 1 24575,'-1'44'0,"2"75"0,6-69 0,-4-32 0,2 32 0,-6 20 0,2 52 0,2-97 0,10 36 0,0 1 0,-6-30 0,-4-20 0,-1 0 0,1 20 0,-3-16 0,2 0 0,-1 0 0,5 16 0,2 1 0,2 8 0,6 57 0,-1 0 0,-9-65 0,-1 1 0,0 37 0,-4-52 0,5 30 0,-2-28 0,0 21 0,3 34 0,0 3 0,1 11 0,-1 5 0,-6-78 0,6 29 0,-1 8 0,2 13 0,-4-41 0,0 32 0,-3-35 0,5 27 0,-2-26 0,0 27 0,-5 243 0,1-283 0,-2 0 0,-3 20 0,2-19 0,1 0 0,-1 14 0,3-4 0,0-5 0,-1 0 0,-1 0 0,-4 20 0,3-13 0,0 0 0,1 0 0,1 0 0,3 27 0,0 3 0,-2 487 0,1-523 0,5 31 0,-3-30 0,2 25 0,2 41 0,1 15 0,-9 580 0,3-663 0,0 1 0,1-1 0,10 33 0,-6-20 0,-1-10 0,-3-9 0,0 0 0,-1 1 0,2 23 0,-4 12-69,-1-21-255,2-1 0,0 1 0,6 27 0,-4-40-6502</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1:56.699"/>
    </inkml:context>
    <inkml:brush xml:id="br0">
      <inkml:brushProperty name="width" value="0.05" units="cm"/>
      <inkml:brushProperty name="height" value="0.05" units="cm"/>
    </inkml:brush>
  </inkml:definitions>
  <inkml:trace contextRef="#ctx0" brushRef="#br0">618 74 24575,'-8'-5'0,"0"0"0,0 0 0,-1 0 0,0 1 0,1 1 0,-1-1 0,0 1 0,-1 1 0,-13-3 0,-5 2 0,-53 2 0,45 2 0,6-2 0,0-2 0,-40-9 0,45 7 0,1 1 0,-1 1 0,0 1 0,-35 2 0,56 0-68,0 0 0,0 1-1,-1-1 1,1 1 0,0 0 0,0 0-1,0 1 1,0-1 0,0 1 0,0 0-1,0 0 1,1 0 0,-1 1 0,1-1-1,-1 1 1,1-1 0,0 1-1,0 1 1,-3 3 0,1 1-6758</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3.857"/>
    </inkml:context>
    <inkml:brush xml:id="br0">
      <inkml:brushProperty name="width" value="0.05" units="cm"/>
      <inkml:brushProperty name="height" value="0.05" units="cm"/>
    </inkml:brush>
  </inkml:definitions>
  <inkml:trace contextRef="#ctx0" brushRef="#br0">3 67 24575,'0'0'0,"0"0"0,0-1 0,0 1 0,0 0 0,-1 0 0,1 0 0,0 0 0,0-1 0,0 1 0,0 0 0,0 0 0,0 0 0,-1-1 0,1 1 0,0 0 0,0 0 0,0 0 0,0-1 0,0 1 0,0 0 0,0 0 0,0 0 0,0-1 0,0 1 0,0 0 0,0 0 0,0-1 0,0 1 0,0 0 0,0 0 0,0 0 0,0-1 0,0 1 0,1 0 0,-1 0 0,8-5 0,13 2 0,-20 3 0,25-1 0,0-2 0,0-1 0,-1-1 0,36-11 0,-48 11 0,1 0 0,0 2 0,-1-1 0,1 2 0,16-2 0,-30 4-22,0 0-1,0 0 1,0 0 0,0 0-1,0 0 1,1 0 0,-1 0-1,0 0 1,0 0-1,0 0 1,0 0 0,0 0-1,0 0 1,1 0 0,-1 0-1,0 0 1,0 1-1,0-1 1,0 0 0,0 0-1,0 0 1,0 0-1,1 0 1,-1 0 0,0 0-1,0 0 1,0 0 0,0 0-1,0 1 1,0-1-1,0 0 1,0 0 0,0 0-1,0 0 1,0 0-1,0 0 1,1 0 0,-1 1-1,0-1 1,0 0 0,0 0-1,0 0 1,0 0-1,0 0 1,0 0 0,0 1-1,0-1 1,-1 0 0,1 0-1,0 0 1,0 0-1,0 0 1,0 0 0,0 1-1,0-1 1,0 0-1,0 0 1,0 0 0,0 0-1,0 0 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4.416"/>
    </inkml:context>
    <inkml:brush xml:id="br0">
      <inkml:brushProperty name="width" value="0.05" units="cm"/>
      <inkml:brushProperty name="height" value="0.05" units="cm"/>
    </inkml:brush>
  </inkml:definitions>
  <inkml:trace contextRef="#ctx0" brushRef="#br0">62 340 24575,'-10'-14'0,"2"2"0,0 0 0,0 0 0,2-1 0,-10-23 0,14 32 0,1 0 0,0 0 0,1 0 0,-1-1 0,1 1 0,0 0 0,0 0 0,0 0 0,0-1 0,1 1 0,-1 0 0,1 0 0,0 0 0,1 0 0,-1 0 0,1 0 0,0 0 0,0 1 0,0-1 0,5-6 0,7-8 0,0 1 0,1 0 0,1 1 0,25-19 0,-34 29 0,1 1 0,-1 0 0,1 1 0,0-1 0,0 2 0,0-1 0,1 1 0,-1 0 0,1 1 0,0 0 0,-1 0 0,1 1 0,17-1 0,-22 3 0,1 0 0,-1 0 0,1 0 0,-1 0 0,0 1 0,0 0 0,0 0 0,0 0 0,0 0 0,0 1 0,0-1 0,-1 1 0,1 0 0,-1 0 0,0 0 0,0 1 0,0-1 0,4 7 0,-1-1 0,-1 0 0,0 0 0,-1 0 0,1 0 0,-2 1 0,0 0 0,3 13 0,-5-15-195,0 0 0,-1 0 0,0 0 0,-1 1 0,1-1 0,-4 12 0,1-6-6631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4.963"/>
    </inkml:context>
    <inkml:brush xml:id="br0">
      <inkml:brushProperty name="width" value="0.05" units="cm"/>
      <inkml:brushProperty name="height" value="0.05" units="cm"/>
    </inkml:brush>
  </inkml:definitions>
  <inkml:trace contextRef="#ctx0" brushRef="#br0">8 75 24575,'-7'0'0,"9"0"0,14-2 0,-8-1 0,12-3 0,0 0 0,0-2 0,-1 0 0,22-14 0,-11 3-1365</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5.307"/>
    </inkml:context>
    <inkml:brush xml:id="br0">
      <inkml:brushProperty name="width" value="0.05" units="cm"/>
      <inkml:brushProperty name="height" value="0.05" units="cm"/>
    </inkml:brush>
  </inkml:definitions>
  <inkml:trace contextRef="#ctx0" brushRef="#br0">82 163 24575,'-5'-13'0,"-1"-6"0,-1-3 0,2 0 0,-1 1 0,0 2 0,2 2 0,-2 3 0,-1 4 0,-3 4 0,0 6 0,0 5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5.650"/>
    </inkml:context>
    <inkml:brush xml:id="br0">
      <inkml:brushProperty name="width" value="0.05" units="cm"/>
      <inkml:brushProperty name="height" value="0.05" units="cm"/>
    </inkml:brush>
  </inkml:definitions>
  <inkml:trace contextRef="#ctx0" brushRef="#br0">12 121 24575,'3'-8'0,"0"-5"0,0-2 0,-3 1 0,-1 0 0,-1 0 0,-3 3 0,0 0 0,1 0 0,1 2-8191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6.305"/>
    </inkml:context>
    <inkml:brush xml:id="br0">
      <inkml:brushProperty name="width" value="0.05" units="cm"/>
      <inkml:brushProperty name="height" value="0.05" units="cm"/>
    </inkml:brush>
  </inkml:definitions>
  <inkml:trace contextRef="#ctx0" brushRef="#br0">0 74 24575,'3'0'0,"2"0"0,4-3 0,3 0 0,1 0 0,2-2 0,0 0 0,3 0 0,1 0 0,-1-1 0,0-1 0,-1 1 0,-4-2 0,0 1 0,-2 2 0,2 1 0,-3 2-8191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6.726"/>
    </inkml:context>
    <inkml:brush xml:id="br0">
      <inkml:brushProperty name="width" value="0.05" units="cm"/>
      <inkml:brushProperty name="height" value="0.05" units="cm"/>
    </inkml:brush>
  </inkml:definitions>
  <inkml:trace contextRef="#ctx0" brushRef="#br0">44 1 24575,'-5'0'0,"1"2"0,1 4 0,1 6 0,1 3 0,1 1 0,0 4 0,0 0 0,-3 3 0,0 1 0,0 0 0,-2 1 0,0-2 0,1 0 0,1 0 0,1-5-8191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7.805"/>
    </inkml:context>
    <inkml:brush xml:id="br0">
      <inkml:brushProperty name="width" value="0.05" units="cm"/>
      <inkml:brushProperty name="height" value="0.05" units="cm"/>
    </inkml:brush>
  </inkml:definitions>
  <inkml:trace contextRef="#ctx0" brushRef="#br0">9 147 24575,'-2'-6'0,"0"0"0,1-1 0,0 1 0,0 0 0,0-1 0,1 1 0,0 0 0,0-1 0,0 1 0,1-1 0,1-6 0,-1 10 0,1-1 0,-1 1 0,0-1 0,1 1 0,0-1 0,0 1 0,0 0 0,0 0 0,0 0 0,0 0 0,1 0 0,0 1 0,-1-1 0,1 1 0,0-1 0,0 1 0,1 0 0,-1 0 0,0 0 0,5-1 0,-6 2 0,-1 1 0,0-1 0,0 1 0,1-1 0,-1 1 0,1 0 0,-1-1 0,0 1 0,1 0 0,-1 0 0,1 0 0,-1 0 0,0 0 0,1 1 0,-1-1 0,0 0 0,1 0 0,-1 1 0,0-1 0,1 1 0,-1 0 0,0-1 0,1 1 0,-1 0 0,0 0 0,0-1 0,0 1 0,0 0 0,0 0 0,0 0 0,0 0 0,0 1 0,0-1 0,-1 0 0,1 0 0,0 0 0,-1 1 0,1-1 0,-1 0 0,1 3 0,1 1 0,-1 0 0,0 0 0,0 1 0,-1-1 0,1 0 0,-1 1 0,0-1 0,-1 0 0,-1 9 0,0-5 0,0-1 0,-1 0 0,0 0 0,0 0 0,-8 13 0,10-19 0,-1 0 0,1 0 0,-1 1 0,0-1 0,0 0 0,0-1 0,0 1 0,0 0 0,-4 2 0,4-3 0,1-1 0,-1 1 0,1-1 0,-1 1 0,1-1 0,-1 0 0,1 1 0,-1-1 0,1 0 0,-1 0 0,0 0 0,1 0 0,-1 0 0,1-1 0,-1 1 0,0 0 0,-2-2 0,2 1-35,1 0 0,-1 0 0,0 0 0,0 0 0,1 0 0,-1-1 0,1 1 0,0-1 0,-1 1 0,1-1 0,-2-2 0,0 0-910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8.411"/>
    </inkml:context>
    <inkml:brush xml:id="br0">
      <inkml:brushProperty name="width" value="0.05" units="cm"/>
      <inkml:brushProperty name="height" value="0.05" units="cm"/>
    </inkml:brush>
  </inkml:definitions>
  <inkml:trace contextRef="#ctx0" brushRef="#br0">161 0 24575,'-33'11'0,"10"-4"0,1 1 0,-37 18 0,56-25 0,1 1 0,-1-1 0,1 1 0,0 0 0,0 0 0,0 0 0,-2 2 0,3-4 0,1 1 0,0-1 0,0 1 0,-1-1 0,1 0 0,0 1 0,0-1 0,0 1 0,-1-1 0,1 0 0,0 1 0,0-1 0,0 1 0,0-1 0,0 1 0,0-1 0,0 1 0,0-1 0,0 0 0,0 1 0,0-1 0,0 1 0,0-1 0,1 1 0,-1-1 0,0 0 0,0 1 0,0-1 0,1 1 0,-1-1 0,0 0 0,0 1 0,1-1 0,-1 0 0,0 1 0,1-1 0,-1 0 0,0 0 0,1 1 0,-1-1 0,0 0 0,1 0 0,-1 0 0,1 1 0,-1-1 0,1 0 0,-1 0 0,1 0 0,14 5 0,0 0 0,0-2 0,1 0 0,-1 0 0,1-2 0,0 0 0,-1-1 0,29-2 0,-14-2 0,0-2 0,34-9 0,56-24 0,-118 38 0,9-3-110,87-26-1145,-86 27-5571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8.595"/>
    </inkml:context>
    <inkml:brush xml:id="br0">
      <inkml:brushProperty name="width" value="0.05" units="cm"/>
      <inkml:brushProperty name="height" value="0.05" units="cm"/>
    </inkml:brush>
  </inkml:definitions>
  <inkml:trace contextRef="#ctx0" brushRef="#br0">94 0 24575,'-18'28'0,"-5"11"0,0 2 0,8-4 0,5-5 0,6-6 0,4-5 0,4-6-8191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9.486"/>
    </inkml:context>
    <inkml:brush xml:id="br0">
      <inkml:brushProperty name="width" value="0.05" units="cm"/>
      <inkml:brushProperty name="height" value="0.05" units="cm"/>
    </inkml:brush>
  </inkml:definitions>
  <inkml:trace contextRef="#ctx0" brushRef="#br0">52 0 24575,'-4'4'0,"-5"5"0,1 0 0,-10 12 0,17-19 0,-1 0 0,1 0 0,0 0 0,0 0 0,0 0 0,0 1 0,0-1 0,0 0 0,0 0 0,1 1 0,-1-1 0,1 0 0,0 1 0,-1-1 0,1 0 0,0 1 0,1-1 0,-1 4 0,1-5 0,-1 0 0,1 1 0,0-1 0,0 0 0,-1 0 0,1 0 0,0 0 0,0 0 0,0 0 0,0 0 0,0-1 0,0 1 0,1 0 0,-1 0 0,0-1 0,0 1 0,0-1 0,1 1 0,-1-1 0,0 1 0,1-1 0,-1 0 0,0 0 0,3 1 0,4-1 0,1 0 0,14-1 0,-14 1 0,25-3 0,0 2 0,0 2 0,59 7 0,-76-5 0,-1-1 0,1-1 0,0 0 0,-1-2 0,1 0 0,18-3 0,-1-3 0,62-20 0,-59 12-1365,-27 12-5461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49.734"/>
    </inkml:context>
    <inkml:brush xml:id="br0">
      <inkml:brushProperty name="width" value="0.05" units="cm"/>
      <inkml:brushProperty name="height" value="0.05" units="cm"/>
    </inkml:brush>
  </inkml:definitions>
  <inkml:trace contextRef="#ctx0" brushRef="#br0">41 1 24575,'-13'22'0,"-1"11"0,4 1 0,6-4 0,7-5 0,2-7-8191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50.203"/>
    </inkml:context>
    <inkml:brush xml:id="br0">
      <inkml:brushProperty name="width" value="0.05" units="cm"/>
      <inkml:brushProperty name="height" value="0.05" units="cm"/>
    </inkml:brush>
  </inkml:definitions>
  <inkml:trace contextRef="#ctx0" brushRef="#br0">194 124 24575,'-14'1'0,"-24"4"0,-19 3 0,51-7 0,0-1 0,-1 0 0,1-1 0,0 1 0,0-1 0,-11-3 0,15 3-4,0 1 0,1-1 0,-1 0 0,1 0 0,-1 0 0,0 1 0,1-1 0,0-1 0,-1 1 0,1 0 0,0 0 0,-1 0 0,1-1 0,0 1 0,0-1 0,0 1 0,0-1 0,0 1 0,0-3 0,0 1 22,0 0 0,1 0 0,-1 0 1,1 0-1,0 0 0,0 0 0,0 0 0,0 0 1,0-1-1,2-4 0,-1 2-142,1 0 0,0 1 1,0-1-1,1 1 0,-1-1 0,1 1 1,1 0-1,-1 0 0,1 0 0,-1 0 1,7-5-1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50.952"/>
    </inkml:context>
    <inkml:brush xml:id="br0">
      <inkml:brushProperty name="width" value="0.05" units="cm"/>
      <inkml:brushProperty name="height" value="0.05" units="cm"/>
    </inkml:brush>
  </inkml:definitions>
  <inkml:trace contextRef="#ctx0" brushRef="#br0">68 79 24575,'-3'3'0,"-37"26"0,38-27 0,0 0 0,-1 0 0,1 1 0,0-1 0,0 1 0,1-1 0,-1 1 0,0-1 0,1 1 0,0 0 0,-1 0 0,1 0 0,-1 3 0,2-4 0,0-1 0,1 1 0,-1-1 0,0 1 0,1-1 0,-1 1 0,0-1 0,1 1 0,0-1 0,-1 0 0,1 1 0,0-1 0,0 0 0,0 1 0,0-1 0,0 0 0,0 0 0,0 0 0,0 0 0,0 0 0,0 0 0,1 0 0,-1-1 0,0 1 0,1 0 0,-1-1 0,2 1 0,3 2 0,1 0 0,-1-1 0,1 0 0,11 2 0,-14-4 0,0 1 0,0-1 0,-1 0 0,1 0 0,0 0 0,0 0 0,0-1 0,-1 0 0,1 0 0,0 0 0,-1 0 0,1 0 0,-1-1 0,5-2 0,-4 2 0,-1-1 0,0 0 0,1 0 0,-1 0 0,0 0 0,0-1 0,-1 1 0,1-1 0,-1 0 0,0 1 0,4-9 0,-6 12 0,2-5 0,1 0 0,-2 0 0,1 0 0,0 0 0,-1 0 0,1-7 0,-2 10 0,0 0 0,0 1 0,0-1 0,-1 0 0,1 1 0,0-1 0,-1 1 0,0-1 0,1 1 0,-1-1 0,0 1 0,0-1 0,1 1 0,-1-1 0,0 1 0,0 0 0,-1 0 0,1-1 0,0 1 0,0 0 0,-1 0 0,1 0 0,0 0 0,-3 0 0,0-1 0,0 0 0,-1 0 0,1 0 0,-1 1 0,1 0 0,-1 0 0,1 0 0,-6 1 0,-16-5 0,26 5 0,0 0 0,-1 0 0,1 0 0,0 0 0,0 0 0,0 0 0,0 0 0,-1 0 0,1 0 0,0 0 0,0 0 0,0 0 0,-1 0 0,1 0 0,0 0 0,0 0 0,0 0 0,0-1 0,0 1 0,-1 0 0,1 0 0,0 0 0,0 0 0,0 0 0,0 0 0,0-1 0,0 1 0,-1 0 0,1 0 0,0 0 0,0 0 0,0-1 0,0 1 0,0 0 0,0 0 0,0 0 0,0 0 0,0-1 0,0 1 0,0 0 0,0 0 0,0 0 0,0-1 0,0 1 0,0 0 0,0 0 0,0 0 0,0 0 0,0-1 0,0 1 0,1 0 0,10-9 0,18-4 0,2 2-1365,-17 5-5461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51.792"/>
    </inkml:context>
    <inkml:brush xml:id="br0">
      <inkml:brushProperty name="width" value="0.05" units="cm"/>
      <inkml:brushProperty name="height" value="0.05" units="cm"/>
    </inkml:brush>
  </inkml:definitions>
  <inkml:trace contextRef="#ctx0" brushRef="#br0">1 344 24575,'0'-1'0,"0"1"0,0-1 0,1 0 0,-1 1 0,1-1 0,-1 0 0,1 1 0,-1-1 0,1 1 0,-1-1 0,1 1 0,-1-1 0,1 1 0,-1-1 0,1 1 0,0 0 0,-1-1 0,1 1 0,0 0 0,0-1 0,19-6 0,-15 5 0,6-2 0,-1-1 0,-1 0 0,11-6 0,-17 9 0,0 0 0,0-1 0,0 1 0,0-1 0,0 0 0,0 1 0,-1-1 0,1-1 0,-1 1 0,0 0 0,3-7 0,-4 9 0,-1 1 0,0-1 0,1 0 0,-1 0 0,0 0 0,0 0 0,0 0 0,1 0 0,-1 0 0,0 0 0,0 0 0,0 0 0,0 0 0,-1 0 0,1 0 0,0 0 0,0 0 0,-1 0 0,1 0 0,0 1 0,-1-1 0,1 0 0,-1 0 0,1 0 0,-1 0 0,1 1 0,-1-1 0,0 0 0,1 1 0,-1-1 0,0 0 0,0 1 0,1-1 0,-1 1 0,0-1 0,0 1 0,0-1 0,0 1 0,0 0 0,0-1 0,0 1 0,0 0 0,0 0 0,-1 0 0,-6-2 0,0 1 0,-1 0 0,1 1 0,-10 1 0,13-1 0,2 0 0,0 0 0,0 0 0,-1 0 0,1-1 0,0 1 0,0-1 0,0 1 0,-5-3 0,8 2 0,-1 1 0,1 0 0,-1 0 0,1-1 0,0 1 0,-1 0 0,1-1 0,0 1 0,-1 0 0,1-1 0,0 1 0,-1 0 0,1-1 0,0 1 0,0-1 0,-1 1 0,1-1 0,0 1 0,0-1 0,0 1 0,0-1 0,-1 0 0,2 0 0,-1 0 0,0-1 0,0 1 0,1 0 0,-1 0 0,1 0 0,-1 0 0,1 0 0,-1 0 0,1 0 0,-1 0 0,1 0 0,0 0 0,1-1 0,25-25 0,5-5 0,-29 29 0,-1 0 0,1-1 0,-1 1 0,0 0 0,0-1 0,0 0 0,-1 1 0,3-8 0,-4 11 0,0-1 0,1 0 0,-1 0 0,0 0 0,0 0 0,0 0 0,0 0 0,0 0 0,0 0 0,0 0 0,0 1 0,0-1 0,0 0 0,0 0 0,-1 0 0,1 0 0,0 0 0,-1 0 0,1 1 0,0-1 0,-1 0 0,1 0 0,-1 0 0,0 1 0,0-2 0,-1 1 0,-1-1 0,1 1 0,0 0 0,0 1 0,0-1 0,0 0 0,-1 1 0,-2-1 0,3 1 0,0-1 0,-1 0 0,1 1 0,0-1 0,-1 0 0,1 0 0,0 0 0,-4-2 0,6 3 0,0-1 0,-1 1 0,1 0 0,0-1 0,0 1 0,-1-1 0,1 1 0,0 0 0,0-1 0,0 1 0,0-1 0,0 1 0,-1 0 0,1-1 0,0 1 0,0-1 0,0 1 0,0-1 0,0 1 0,0 0 0,1-1 0,-1 1 0,0-1 0,0 1 0,0 0 0,0-1 0,0 1 0,1-1 0,-1 1 0,0 0 0,0-1 0,1 1 0,-1 0 0,0-1 0,0 1 0,1 0 0,-1-1 0,0 1 0,1 0 0,0-1 0,17-12 0,-14 10 0,19-12-1365,-12 8-5461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52.731"/>
    </inkml:context>
    <inkml:brush xml:id="br0">
      <inkml:brushProperty name="width" value="0.05" units="cm"/>
      <inkml:brushProperty name="height" value="0.05" units="cm"/>
    </inkml:brush>
  </inkml:definitions>
  <inkml:trace contextRef="#ctx0" brushRef="#br0">138 33 24575,'-13'-6'0,"-30"-10"0,39 14 0,-1 1 0,0 0 0,0 0 0,0 0 0,1 1 0,-1-1 0,0 1 0,0 0 0,0 1 0,-5 0 0,9 0 0,-1-1 0,1 1 0,0-1 0,-1 1 0,1 0 0,0 0 0,0-1 0,0 1 0,0 0 0,0 0 0,0 0 0,0 0 0,0 0 0,0 1 0,0-1 0,0 0 0,1 0 0,-1 1 0,0-1 0,1 0 0,-1 1 0,1-1 0,0 0 0,-1 1 0,1-1 0,0 1 0,0-1 0,0 0 0,0 1 0,0-1 0,0 1 0,0-1 0,0 1 0,1-1 0,0 2 0,-1 0 0,1-1 0,0 0 0,-1 1 0,1-1 0,0 0 0,0 0 0,0 1 0,1-1 0,-1 0 0,0 0 0,1 0 0,0-1 0,-1 1 0,1 0 0,0-1 0,0 1 0,0-1 0,0 1 0,0-1 0,4 2 0,0-1 0,48 10 0,-50-11 0,0 0 0,1-1 0,-1 0 0,0 0 0,1 0 0,-1 0 0,1-1 0,-1 0 0,0 0 0,5-1 0,-6-1 0,1 0 0,0 0 0,-1 0 0,0 0 0,0-1 0,0 1 0,0-1 0,0 0 0,-1 0 0,1 0 0,2-7 0,6-9 0,6-3-1365,-11 14-5461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53.907"/>
    </inkml:context>
    <inkml:brush xml:id="br0">
      <inkml:brushProperty name="width" value="0.05" units="cm"/>
      <inkml:brushProperty name="height" value="0.05" units="cm"/>
    </inkml:brush>
  </inkml:definitions>
  <inkml:trace contextRef="#ctx0" brushRef="#br0">32 274 24575,'0'0'0,"0"0"0,0 0 0,0 0 0,0 0 0,-1 1 0,1-1 0,0 0 0,0 0 0,0 0 0,0 0 0,0 0 0,-1 0 0,1 0 0,0 0 0,0 0 0,0 0 0,0 0 0,-1 0 0,1 0 0,0 0 0,0 0 0,0-1 0,0 1 0,0 0 0,-1 0 0,1 0 0,0 0 0,0 0 0,0 0 0,0 0 0,0 0 0,0 0 0,-1-1 0,1 1 0,0 0 0,0 0 0,0 0 0,0 0 0,0 0 0,0 0 0,0-1 0,0 1 0,0 0 0,0 0 0,0 0 0,0 0 0,0 0 0,0-1 0,0 1 0,0 0 0,0 0 0,0 0 0,0 0 0,0-1 0,0 1 0,0 0 0,0 0 0,0 0 0,0 0 0,0 0 0,0-1 0,0 1 0,0 0 0,10-6 0,1 4 0,-1 0 0,1 1 0,14 0 0,-16 1 0,0 0 0,0 0 0,0-1 0,0-1 0,0 1 0,9-4 0,-14 3 0,1 0 0,-1 1 0,1-1 0,-1-1 0,0 1 0,0-1 0,0 1 0,6-7 0,-10 9 0,0 0 0,0 0 0,0 0 0,0 0 0,0 0 0,0 0 0,1 0 0,-1 0 0,0 0 0,0-1 0,0 1 0,0 0 0,0 0 0,0 0 0,0 0 0,0 0 0,0 0 0,0 0 0,0 0 0,0 0 0,0 0 0,0 0 0,0 0 0,0 0 0,0 0 0,0-1 0,0 1 0,0 0 0,0 0 0,0 0 0,0 0 0,0 0 0,0 0 0,0 0 0,-1 0 0,1 0 0,0 0 0,0 0 0,0 0 0,0 0 0,0 0 0,0 0 0,0 0 0,0 0 0,0 0 0,0-1 0,0 1 0,0 0 0,0 0 0,0 0 0,0 0 0,0 0 0,0 0 0,-1 0 0,1 0 0,-6 0 0,-11 3 0,15-2 0,-12 1 0,1 1 0,-1-2 0,0 0 0,0 0 0,1-2 0,-17-1 0,26 1 0,1 1 0,0-1 0,0 0 0,-1 0 0,1 0 0,0 0 0,0 0 0,0-1 0,0 1 0,0-1 0,0 0 0,0 0 0,1 0 0,-1 0 0,1-1 0,-1 1 0,1-1 0,0 1 0,0-1 0,0 0 0,0 0 0,1 0 0,-1 0 0,1 0 0,0 0 0,0 0 0,0 0 0,0-1 0,0 1 0,0-5 0,1-1 15,0 1 0,0 0 0,1 0 0,0 0 0,1-1 0,0 1 0,3-11 0,0 6-386,1-1-1,0 1 1,11-16 0,-11 19-6455</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2:57.091"/>
    </inkml:context>
    <inkml:brush xml:id="br0">
      <inkml:brushProperty name="width" value="0.05" units="cm"/>
      <inkml:brushProperty name="height" value="0.05" units="cm"/>
    </inkml:brush>
  </inkml:definitions>
  <inkml:trace contextRef="#ctx0" brushRef="#br0">1 61 24575,'0'-2'0,"0"-1"0,0 1 0,0-1 0,1 1 0,-1 0 0,1-1 0,-1 1 0,1 0 0,0-1 0,0 1 0,0 0 0,0 0 0,0 0 0,1 0 0,-1 0 0,1 0 0,1-2 0,-1 2 0,1 0 0,-1 0 0,1 1 0,0-1 0,-1 1 0,1-1 0,0 1 0,0 0 0,0 0 0,0 0 0,0 1 0,0-1 0,4 1 0,12-1 0,0 1 0,1 1 0,31 5 0,22 2 0,168-7 0,-123-1 0,-112 0-120,-4 0 7,1 0 0,0 0 0,0 0-1,0 0 1,-1 0 0,1-1 0,0 0 0,0 1-1,-1-1 1,6-2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00.056"/>
    </inkml:context>
    <inkml:brush xml:id="br0">
      <inkml:brushProperty name="width" value="0.05" units="cm"/>
      <inkml:brushProperty name="height" value="0.05" units="cm"/>
    </inkml:brush>
  </inkml:definitions>
  <inkml:trace contextRef="#ctx0" brushRef="#br0">1 1 24575,'1'0'0,"0"0"0,1 1 0,-1-1 0,0 0 0,1 1 0,-1-1 0,0 1 0,0-1 0,1 1 0,-1 0 0,0-1 0,0 1 0,0 0 0,0 0 0,0 0 0,0 0 0,0 0 0,0 0 0,0 0 0,-1 0 0,1 0 0,0 1 0,-1-1 0,1 0 0,0 3 0,2 4 0,0 0 0,-1 0 0,1 9 0,-2-9 0,3 23 0,-1 1 0,-2 0 0,-3 34 0,1-3 0,1 203 0,-1-257 0,0 0 0,0 1 0,-3 10 0,-3 21 0,-1 7 0,5-35 0,1 0 0,-1 16 0,3 178 0,1-193 0,1 1 0,0-1 0,8 28 0,-5-26 0,-1 0 0,2 29 0,3 26 0,-2-24 0,-1-3 0,-3-24 0,2 34 0,-5 212 0,1-240 0,2-1 0,9 42 0,1 2 0,-5-10 0,2 7 0,2 105 0,-12 321 0,-1-481 0,0 0 0,-5 20 0,3-19 0,1 0 0,0 14 0,1 307 0,2-162 0,0-146 0,5 30 0,2 17 0,-8-23 0,0-15 0,1 0 0,7 34 0,-5-37 0,-1-1 0,-2 53 0,1 25 0,6-59 0,-4-31 0,2 33 0,-7 35 0,4 64 0,5-100 0,-4-32 0,2 33 0,-7 13 0,3 49 0,6-64 0,-3-31 0,0 33 0,-3-30 0,0-14 0,-1 0 0,0 0 0,0 1 0,0-1 0,-1 0 0,-3 14 0,3-20-68,1 0 0,0 0-1,-1-1 1,1 1 0,0 0 0,-1 0-1,1-1 1,-1 1 0,1-1 0,-1 1-1,1 0 1,-1-1 0,0 1 0,1-1-1,-1 1 1,0-1 0,1 0-1,-1 1 1,-1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00.563"/>
    </inkml:context>
    <inkml:brush xml:id="br0">
      <inkml:brushProperty name="width" value="0.05" units="cm"/>
      <inkml:brushProperty name="height" value="0.05" units="cm"/>
    </inkml:brush>
  </inkml:definitions>
  <inkml:trace contextRef="#ctx0" brushRef="#br0">606 1 24575,'-1'0'0,"-89"5"0,44 1 0,0-2 0,-64-4 0,59-1 0,-35-6 0,7-1 0,-4 8-1365,70 0-5461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06.360"/>
    </inkml:context>
    <inkml:brush xml:id="br0">
      <inkml:brushProperty name="width" value="0.05" units="cm"/>
      <inkml:brushProperty name="height" value="0.05" units="cm"/>
    </inkml:brush>
  </inkml:definitions>
  <inkml:trace contextRef="#ctx0" brushRef="#br0">117 7 24575,'-3'-1'0,"0"0"0,0 0 0,0 0 0,0 0 0,0 1 0,0-1 0,0 1 0,0 0 0,0 0 0,0 0 0,0 0 0,0 1 0,-1-1 0,1 1 0,0 0 0,-3 1 0,0 0 0,0 1 0,1-1 0,0 1 0,-1 0 0,1 1 0,0-1 0,-6 7 0,10-9 0,0 0 0,0 0 0,0 0 0,0-1 0,0 1 0,0 0 0,1 0 0,-1 1 0,0-1 0,1 0 0,-1 0 0,1 0 0,-1 0 0,1 0 0,0 1 0,-1-1 0,1 0 0,0 0 0,0 1 0,0-1 0,0 0 0,0 0 0,0 1 0,0-1 0,0 0 0,1 0 0,-1 1 0,0-1 0,1 0 0,-1 0 0,1 0 0,0 2 0,1-1 0,-1-1 0,1 1 0,-1 0 0,1-1 0,-1 1 0,1-1 0,0 0 0,0 1 0,0-1 0,0 0 0,0 0 0,0 0 0,0-1 0,0 1 0,0 0 0,1-1 0,2 1 0,20 1 0,0-1 0,45-5 0,74-22 0,-140 25 0,15-3-115,-2 0-302,0 0 1,33-1-1,-37 5-6409</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06.609"/>
    </inkml:context>
    <inkml:brush xml:id="br0">
      <inkml:brushProperty name="width" value="0.05" units="cm"/>
      <inkml:brushProperty name="height" value="0.05" units="cm"/>
    </inkml:brush>
  </inkml:definitions>
  <inkml:trace contextRef="#ctx0" brushRef="#br0">68 1 24575,'-13'27'0,"-4"13"0,1 1 0,4-4 0,5-6 0,5-5 0,4-4 0,3-7-8191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07.143"/>
    </inkml:context>
    <inkml:brush xml:id="br0">
      <inkml:brushProperty name="width" value="0.05" units="cm"/>
      <inkml:brushProperty name="height" value="0.05" units="cm"/>
    </inkml:brush>
  </inkml:definitions>
  <inkml:trace contextRef="#ctx0" brushRef="#br0">167 132 24575,'0'0'0,"0"0"0,0 0 0,0 0 0,1 0 0,-1 1 0,0-1 0,0 0 0,0 0 0,0 0 0,0 0 0,1 0 0,-1 0 0,0 0 0,0 0 0,0 0 0,0 0 0,0 0 0,1 0 0,-1 0 0,0 0 0,0 0 0,0 0 0,0-1 0,0 1 0,0 0 0,1 0 0,-1 0 0,0 0 0,0 0 0,0 0 0,0 0 0,0 0 0,0 0 0,0 0 0,1-1 0,-1 1 0,0 0 0,0 0 0,0 0 0,0 0 0,0 0 0,0 0 0,0-1 0,0 1 0,0 0 0,0 0 0,0 0 0,0 0 0,0 0 0,0-1 0,0 1 0,0 0 0,0 0 0,0 0 0,-1-1 0,1 1 0,0 0 0,-1-1 0,1 1 0,-1 0 0,1 0 0,-1 0 0,1 0 0,0-1 0,-1 1 0,1 0 0,-1 0 0,1 0 0,-1 0 0,1 0 0,-1 0 0,1 0 0,-2 0 0,-41 11 0,37-9 0,0 0 0,-1 0 0,1-1 0,-1 0 0,1 0 0,-1 0 0,0-1 0,1 0 0,-1 0 0,1 0 0,-8-2 0,12 1-4,0 1 0,1-1 0,-1 0-1,0 0 1,1 1 0,-1-1 0,1 0-1,-1-1 1,1 1 0,-1 0 0,1 0-1,0 0 1,0-1 0,-1 1 0,1-1 0,0 1-1,0-1 1,-1-1 0,1 0 24,0-1 0,0 1 0,1 0 0,-1 0 0,0 0 0,1 0 0,0-1 0,0 1 0,0-6 0,1 2-185,1-1 0,-1 1 0,1 0 0,0 0 0,1 0 0,0 0 0,0 0 0,5-8 0,0 4-6661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07.952"/>
    </inkml:context>
    <inkml:brush xml:id="br0">
      <inkml:brushProperty name="width" value="0.05" units="cm"/>
      <inkml:brushProperty name="height" value="0.05" units="cm"/>
    </inkml:brush>
  </inkml:definitions>
  <inkml:trace contextRef="#ctx0" brushRef="#br0">32 235 24575,'-6'0'0,"4"-1"0,1 1 0,-1 0 0,1 0 0,-1 0 0,0 0 0,1 0 0,-1 0 0,0 0 0,1 1 0,-1-1 0,0 0 0,1 1 0,-3 1 0,24 17 0,-19-18 0,0 0 0,0 0 0,0 1 0,1-1 0,-1 0 0,0 0 0,1-1 0,-1 1 0,1 0 0,0 0 0,-1-1 0,1 1 0,-1-1 0,1 1 0,0-1 0,-1 0 0,1 1 0,0-1 0,0 0 0,-1 0 0,1 0 0,0-1 0,-1 1 0,1 0 0,0-1 0,-1 1 0,1-1 0,-1 1 0,3-2 0,3-2 0,1 0 0,-1-1 0,0 0 0,11-11 0,1 1 0,0 1 0,18-13 0,-34 25 0,0-1 0,0 0 0,-1 0 0,1 0 0,0 0 0,-1-1 0,0 1 0,3-6 0,-5 9 0,0-1 0,1 0 0,-1 1 0,0-1 0,0 0 0,0 1 0,1-1 0,-1 0 0,0 0 0,0 1 0,0-1 0,0 0 0,0 1 0,0-1 0,-1 0 0,1 0 0,0 1 0,0-1 0,0 0 0,-1 1 0,1-1 0,0 0 0,-1 0 0,0 0 0,0 0 0,0 0 0,0 0 0,0 1 0,0-1 0,0 0 0,0 1 0,0-1 0,-1 1 0,1-1 0,0 1 0,-2-1 0,-5 0 0,1 0 0,-1 0 0,-12 2 0,15-1 0,-13 1 0,-18 1 0,34-2 0,0 0 0,0-1 0,0 1 0,0 0 0,1 0 0,-1-1 0,0 1 0,0-1 0,0 0 0,1 0 0,-1 1 0,0-1 0,1 0 0,-3-2 0,4 3 0,-1-1 0,1 0 0,0 0 0,-1 1 0,1-1 0,-1 0 0,1 0 0,0 1 0,0-1 0,-1 0 0,1 0 0,0 0 0,0 0 0,0 1 0,0-1 0,0 0 0,0 0 0,0 0 0,0 0 0,1 0 0,-1 1 0,0-1 0,0 0 0,1 0 0,-1 0 0,0 1 0,1-1 0,-1 0 0,1 1 0,-1-1 0,1 0 0,-1 1 0,1-1 0,1-1 0,3-3 0,0 0 0,12-9 0,-11 9 0,3-3-227,0 1-1,1 0 1,0 1-1,0 0 1,15-6-1,-12 7-6598</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08.675"/>
    </inkml:context>
    <inkml:brush xml:id="br0">
      <inkml:brushProperty name="width" value="0.05" units="cm"/>
      <inkml:brushProperty name="height" value="0.05" units="cm"/>
    </inkml:brush>
  </inkml:definitions>
  <inkml:trace contextRef="#ctx0" brushRef="#br0">1 395 24575,'1'-5'0,"1"1"0,0 0 0,1 0 0,-1 0 0,1 0 0,-1 0 0,1 0 0,1 0 0,-1 1 0,0 0 0,1-1 0,6-3 0,4-2 0,0 1 0,21-9 0,8-5 0,-21 11 0,-17 9 0,1-1 0,-1 0 0,0 0 0,0 0 0,-1 0 0,6-5 0,-10 8 0,0 0 0,1 0 0,-1 0 0,0-1 0,0 1 0,0 0 0,1 0 0,-1-1 0,0 1 0,0 0 0,0 0 0,0-1 0,1 1 0,-1 0 0,0 0 0,0-1 0,0 1 0,0 0 0,0-1 0,0 1 0,0 0 0,0 0 0,0-1 0,0 1 0,0 0 0,0-1 0,0 1 0,0 0 0,0-1 0,0 1 0,0 0 0,0 0 0,0-1 0,-1 1 0,1 0 0,0 0 0,0-1 0,0 1 0,-14-6 0,-18 5 0,-9 8 0,32-5 0,0 0 0,-1-1 0,-13 1 0,22-2 0,1 1 0,-1-1 0,1 0 0,-1 0 0,1 0 0,0 0 0,-1-1 0,1 1 0,-1 0 0,1 0 0,-1 0 0,1 0 0,0 0 0,-1 0 0,1-1 0,-1 1 0,1 0 0,0 0 0,-1-1 0,1 1 0,0 0 0,-1-1 0,1 1 0,0 0 0,0-1 0,-1 1 0,1 0 0,0-1 0,0 1 0,-1 0 0,1-1 0,0 1 0,0-1 0,0 1 0,0-1 0,0 1 0,0 0 0,0-1 0,0 1 0,0-1 0,0 1 0,0-1 0,0 1 0,0 0 0,0-1 0,0 1 0,0-1 0,0 1 0,1-1 0,-1 1 0,0 0 0,0-1 0,1 0 0,16-27 0,-10 16 0,-1 0 0,-2 0 0,1 0 0,-2 0 0,1-1 0,-2 1 0,0-1 0,1-22 0,-3 33 0,0 0 0,0-1 0,-1 1 0,1 0 0,-1-1 0,0 1 0,1 0 0,-1 0 0,0-1 0,-1 1 0,1 0 0,0 0 0,0 0 0,-1 0 0,0 1 0,1-1 0,-1 0 0,-3-2 0,5 4 1,0-1 0,-1 1 0,1 0 0,0 0-1,0-1 1,-1 1 0,1 0 0,0 0 0,0-1 0,0 1 0,0 0-1,0-1 1,-1 1 0,1 0 0,0-1 0,0 1 0,0 0-1,0-1 1,0 1 0,0 0 0,0-1 0,0 1 0,0 0-1,0-1 1,0 1 0,0 0 0,0-1 0,1 1 0,-1 0 0,0-1-1,0 1 1,0 0 0,0-1 0,0 1 0,1 0 0,-1 0-1,0-1 1,0 1 0,1 0 0,-1 0 0,0-1 0,0 1-1,1 0 1,-1 0 0,0 0 0,1 0 0,-1-1 0,0 1-1,1 0 1,-1 0 0,0 0 0,1 0 0,-1 0 0,0 0 0,1 0-1,27-7-258,-18 5-896,0-1-5672</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09.236"/>
    </inkml:context>
    <inkml:brush xml:id="br0">
      <inkml:brushProperty name="width" value="0.05" units="cm"/>
      <inkml:brushProperty name="height" value="0.05" units="cm"/>
    </inkml:brush>
  </inkml:definitions>
  <inkml:trace contextRef="#ctx0" brushRef="#br0">186 116 24575,'-24'-2'0,"0"0"0,-1 1 0,1 2 0,-40 5 0,63-6 0,0 0 0,-1 0 0,1 0 0,0 1 0,-1-1 0,1 0 0,0 1 0,0-1 0,-1 1 0,1 0 0,0-1 0,0 1 0,0 0 0,0 0 0,0 0 0,0 0 0,0 0 0,0 0 0,0 0 0,0 1 0,0-1 0,1 0 0,1 1 0,-1-1 0,0 0 0,0 0 0,0 0 0,1 0 0,-1 0 0,0 0 0,1 0 0,-1 0 0,1 0 0,-1 0 0,1 0 0,-1-1 0,1 1 0,0 0 0,-1 0 0,1 0 0,0-1 0,0 1 0,0 0 0,0-1 0,1 2 0,4 2 0,-1 0 0,1 0 0,-1-1 0,1 0 0,0 0 0,11 4 0,-15-6 0,1 0 0,-1-1 0,0 0 0,1 1 0,-1-1 0,1 0 0,-1 0 0,1 0 0,-1 0 0,0-1 0,1 1 0,-1 0 0,1-1 0,-1 0 0,0 0 0,0 0 0,1 0 0,-1 0 0,0 0 0,0 0 0,3-3 0,18-18 35,-1 0-1,25-35 1,4-3-1504,-40 47-5357</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10.140"/>
    </inkml:context>
    <inkml:brush xml:id="br0">
      <inkml:brushProperty name="width" value="0.05" units="cm"/>
      <inkml:brushProperty name="height" value="0.05" units="cm"/>
    </inkml:brush>
  </inkml:definitions>
  <inkml:trace contextRef="#ctx0" brushRef="#br0">147 218 24575,'-2'-1'0,"0"-1"0,0 1 0,0-1 0,0 0 0,0 0 0,1 1 0,-1-1 0,1 0 0,-1 0 0,1 0 0,-3-5 0,4 7 0,0-1 0,0 1 0,0-1 0,0 1 0,0-1 0,0 1 0,0-1 0,0 1 0,0-1 0,0 1 0,0-1 0,0 1 0,0-1 0,0 1 0,0-1 0,0 1 0,1-1 0,-1 1 0,0 0 0,0-1 0,1 1 0,-1-1 0,1 0 0,0 1 0,0-1 0,0 0 0,0 0 0,0 1 0,0-1 0,0 1 0,0-1 0,0 1 0,1-1 0,-1 1 0,0 0 0,0-1 0,3 1 0,28-5 0,41-10 0,-62 10 0,-16 2 0,-17 2 0,9 3 0,0 0 0,1 1 0,-1 0 0,-22 10 0,25-9 0,0 0 0,-1-1 0,1 0 0,-1 0 0,0-1 0,0-1 0,-21 1 0,31-2 0,-1 0 0,0 0 0,1 0 0,-1 0 0,0 0 0,1-1 0,-1 1 0,0-1 0,1 1 0,-1-1 0,1 1 0,-1-1 0,1 0 0,-1 0 0,1 0 0,-1 0 0,1 0 0,0 0 0,0 0 0,-1-1 0,1 1 0,0 0 0,0-1 0,0 1 0,0 0 0,1-1 0,-1 0 0,0 1 0,1-1 0,-1 1 0,1-1 0,-1 0 0,1 1 0,0-1 0,0 0 0,0-2 0,0-2 0,0 1 0,1 0 0,0-1 0,1 1 0,-1 0 0,1 0 0,0 0 0,0 0 0,0 0 0,5-7 0,3-3-341,1 1 0,0 0-1,21-21 1,-24 29-6485</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10.717"/>
    </inkml:context>
    <inkml:brush xml:id="br0">
      <inkml:brushProperty name="width" value="0.05" units="cm"/>
      <inkml:brushProperty name="height" value="0.05" units="cm"/>
    </inkml:brush>
  </inkml:definitions>
  <inkml:trace contextRef="#ctx0" brushRef="#br0">0 81 24575,'10'-8'0,"6"-2"0,5-2 0,2 1 0,-1 2 0,-2 3 0,-1 3 0,-2 1 0,2-1 0,0 0 0,-2 0 0,1 1 0,-2 0 0,-3-1 0,-1-1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10.967"/>
    </inkml:context>
    <inkml:brush xml:id="br0">
      <inkml:brushProperty name="width" value="0.05" units="cm"/>
      <inkml:brushProperty name="height" value="0.05" units="cm"/>
    </inkml:brush>
  </inkml:definitions>
  <inkml:trace contextRef="#ctx0" brushRef="#br0">50 0 24575,'-12'18'0,"-2"8"0,1 2 0,6-1 0,4-3 0,4-5 0,3-3 0,3-3 0,1-2-8191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11.495"/>
    </inkml:context>
    <inkml:brush xml:id="br0">
      <inkml:brushProperty name="width" value="0.05" units="cm"/>
      <inkml:brushProperty name="height" value="0.05" units="cm"/>
    </inkml:brush>
  </inkml:definitions>
  <inkml:trace contextRef="#ctx0" brushRef="#br0">0 106 24575,'30'-10'0,"15"-6"0,3 0 0,-3 0 0,-5 3 0,-6 3 0,-5 1 0,-3 3 0,-3 1 0,-3 2 0,-3 2 0,-4 0-8191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13.804"/>
    </inkml:context>
    <inkml:brush xml:id="br0">
      <inkml:brushProperty name="width" value="0.05" units="cm"/>
      <inkml:brushProperty name="height" value="0.05" units="cm"/>
    </inkml:brush>
  </inkml:definitions>
  <inkml:trace contextRef="#ctx0" brushRef="#br0">1 48 24575,'1'-3'0,"0"0"0,0 1 0,1-1 0,-1 0 0,1 1 0,0 0 0,0-1 0,0 1 0,0 0 0,0 0 0,0 0 0,0 0 0,1 0 0,-1 1 0,1-1 0,-1 1 0,1-1 0,0 1 0,-1 0 0,1 0 0,0 0 0,0 1 0,4-1 0,8-1 0,-1 1 0,0 0 0,25 3 0,-14-1 0,258 0 45,-154-2-1455,-114 1-5416</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15.667"/>
    </inkml:context>
    <inkml:brush xml:id="br0">
      <inkml:brushProperty name="width" value="0.05" units="cm"/>
      <inkml:brushProperty name="height" value="0.05" units="cm"/>
    </inkml:brush>
  </inkml:definitions>
  <inkml:trace contextRef="#ctx0" brushRef="#br0">16 0 24575,'-1'2'0,"-1"0"0,1 0 0,-1 1 0,1-1 0,0 0 0,0 1 0,0-1 0,0 1 0,0-1 0,1 1 0,-1-1 0,0 5 0,0 34 0,1-29 0,1-2 0,-1 0 0,2 0 0,0 0 0,0 0 0,6 16 0,1 3 0,-6-13 0,0 1 0,-2-1 0,0 1 0,-2 32 0,0-31 0,1 0 0,0 0 0,6 34 0,-2-24 0,-1-1 0,-1 1 0,-3 47 0,2 33 0,14-24 0,-10-63 0,-1 2 0,2 41 0,-7 231 0,3-272 0,0 0 0,2 0 0,11 41 0,-9-42 0,-1 1 0,0-1 0,2 44 0,-8 230 0,1-282 0,2 1 0,3 17 0,-2-16 0,2 25 0,-5 16 0,-1-33 0,1 0 0,6 45 0,2-28 0,23 100 0,-18-86 0,-2 0 0,-2 1 0,-2 0 0,-2 86 0,-4-112 0,5 31 0,1 24 0,-7 221 0,1-282 0,5 30 0,2 19 0,-7-18 0,-11 104 0,3-85 0,6-46 0,-6 31 0,-15 88 0,16-105 0,3-25 0,-2 28 0,4-33 0,0 1 0,-4 13 0,2-13 0,-2 26 0,3-20 0,-1 1 0,0-1 0,-2 1 0,0-1 0,-13 29 0,10-29 0,1 2 0,0-1 0,2 1 0,-5 33 0,9-35-1365,1-2-5461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18.307"/>
    </inkml:context>
    <inkml:brush xml:id="br0">
      <inkml:brushProperty name="width" value="0.05" units="cm"/>
      <inkml:brushProperty name="height" value="0.05" units="cm"/>
    </inkml:brush>
  </inkml:definitions>
  <inkml:trace contextRef="#ctx0" brushRef="#br0">47 1 24575,'0'0'0,"-1"0"0,0 0 0,1 1 0,-1-1 0,0 0 0,1 1 0,-1-1 0,1 1 0,-1-1 0,1 1 0,-1-1 0,1 1 0,-1-1 0,1 1 0,-1-1 0,1 1 0,0-1 0,-1 1 0,1 0 0,-1 0 0,-6 16 0,6-15 0,-2 7 0,1-1 0,0 1 0,0 0 0,1 0 0,0 0 0,0 17 0,10 54 0,-5-54 0,0 32 0,-4-52 0,1 32 0,-1 0 0,-3 0 0,-11 65 0,8-77 0,2 1 0,1 0 0,1-1 0,1 1 0,4 40 0,11 17 0,-9-58 0,5 51 0,-11 125 0,-6-136 0,-1 25 0,9-52 0,8 60 0,-5-71 0,3 18 0,3 79 0,-10-107 0,0 24 0,-10 75 0,7-95 0,1-1 0,1 1 0,1-1 0,0 1 0,2 0 0,0-1 0,2 1 0,0-1 0,14 39 0,-6-22 0,-2 1 0,10 77 0,-18-83 0,-1 0 0,-2 0 0,-7 50 0,5-59 0,1 2 0,0 0 0,2 0 0,1 1 0,8 44 0,-1-20 0,-1 0 0,-1 75 0,-5-4 0,-3 94 0,-5-153 0,-1 15 0,7-42 0,-1 0 0,-2 0 0,-1-1 0,-2 0 0,-14 42 0,16-59 0,0 1 0,1 1 0,1-1 0,0 0 0,2 1 0,0 0 0,5 36 0,-1-32 0,8 26 0,-6-30 0,-1 0 0,2 29 0,1 23 0,-3-42 0,0 33 0,-2-26 0,2 0 0,11 49 0,-7-43 0,2 13 0,-3-26 0,-1 1 0,1 59 0,-6-66 0,7 40 0,-6-49 0,1 10 0,-1 0 0,-1-1 0,-4 35 0,3-58 0,0 0 0,0 0 0,0 0 0,0 0 0,-1 0 0,1 0 0,0 0 0,-1 0 0,1 0 0,-1 0 0,1-1 0,-1 1 0,1 0 0,-1 0 0,1 0 0,-1-1 0,-1 2 0,-4 5 0,6-6 0,0-1 0,-1 0 0,1 1 0,0-1 0,0 0 0,0 1 0,0-1 0,0 1 0,0-1 0,0 0 0,0 1 0,0-1 0,0 1 0,0-1 0,0 0 0,0 1 0,0-1 0,0 1 0,0-1 0,0 0 0,1 1 0,-1-1 0,0 0 0,0 1 0,0-1 0,1 0 0,-1 1 0,0-1 0,0 0 0,1 1 0,-1-1 0,0 0 0,1 0 0,-1 1 0,0-1 0,1 0 0,-1 0 0,0 0 0,1 0 0,-1 1 0,0-1 0,1 0 0,-1 0 0,1 0 0,0 0 0,19 4 0,-8-4 0,-1-1 0,1-1 0,0 0 0,21-7 0,-20 5 0,1 1 0,0 0 0,15-1 0,37-3 0,-40 3 0,30 0 0,159 5-1365,-199-1-5461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18.776"/>
    </inkml:context>
    <inkml:brush xml:id="br0">
      <inkml:brushProperty name="width" value="0.05" units="cm"/>
      <inkml:brushProperty name="height" value="0.05" units="cm"/>
    </inkml:brush>
  </inkml:definitions>
  <inkml:trace contextRef="#ctx0" brushRef="#br0">62 35 24575,'-6'-7'0,"3"4"0,0 0 0,0 0 0,-1 0 0,1 0 0,-1 0 0,1 0 0,-8-3 0,11 6 0,0 0 0,0 0 0,-1 0 0,1 0 0,0 0 0,0 0 0,0 0 0,0 0 0,-1 0 0,1 0 0,0 0 0,0 0 0,0 0 0,0 0 0,-1 0 0,1 0 0,0 0 0,0 0 0,0 0 0,0 0 0,-1 1 0,1-1 0,0 0 0,0 0 0,0 0 0,0 0 0,0 0 0,-1 0 0,1 1 0,0-1 0,0 0 0,0 0 0,0 0 0,0 0 0,0 0 0,0 1 0,-1 8 0,3 9 0,4 11 0,-2-1 0,2 41 0,-6 60 0,-1-56 0,0-60-170,0-1-1,-1 1 0,0-1 1,0 0-1,-2 0 0,1 0 1,-7 13-1,3-8-6655</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21.301"/>
    </inkml:context>
    <inkml:brush xml:id="br0">
      <inkml:brushProperty name="width" value="0.05" units="cm"/>
      <inkml:brushProperty name="height" value="0.05" units="cm"/>
    </inkml:brush>
  </inkml:definitions>
  <inkml:trace contextRef="#ctx0" brushRef="#br0">105 246 24575,'-1'0'0,"0"-1"0,0 0 0,0 0 0,1 0 0,-1 0 0,0 0 0,1 0 0,-1 0 0,1 0 0,-1 0 0,1 0 0,-1-1 0,1 1 0,0 0 0,-1 0 0,1 0 0,0 0 0,0-1 0,0 1 0,0 0 0,0 0 0,0-1 0,0 1 0,1 0 0,-1 0 0,0 0 0,1 0 0,-1-1 0,1 1 0,-1 0 0,1 0 0,-1 0 0,1 0 0,0 0 0,-1 0 0,1 0 0,0 0 0,0 1 0,0-1 0,1-1 0,5-4 0,0 1 0,0 0 0,1 1 0,10-6 0,-11 6 0,6-3 0,0 0 0,0 0 0,1 1 0,20-7 0,-76 22 0,29-6 0,-3 2 0,0-2 0,0 0 0,-1 0 0,-26-1 0,39-2 0,1 0 0,-1 0 0,1-1 0,0 1 0,-1-1 0,1 0 0,-1 0 0,1 0 0,0 0 0,0-1 0,0 1 0,0-1 0,0 0 0,0 0 0,0 0 0,1 0 0,-1 0 0,0-1 0,1 1 0,0-1 0,0 0 0,0 1 0,0-1 0,0 0 0,0 0 0,1 0 0,0-1 0,-2-3 0,1 2-72,1 0 1,0 0-1,0 0 0,1 0 0,-1 0 0,1 0 0,0 0 0,0 0 1,1 0-1,0 0 0,0 0 0,0 0 0,0 0 0,1 0 0,-1 1 1,1-1-1,0 0 0,4-5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21.818"/>
    </inkml:context>
    <inkml:brush xml:id="br0">
      <inkml:brushProperty name="width" value="0.05" units="cm"/>
      <inkml:brushProperty name="height" value="0.05" units="cm"/>
    </inkml:brush>
  </inkml:definitions>
  <inkml:trace contextRef="#ctx0" brushRef="#br0">0 104 24575,'1'-3'0,"0"0"0,0 0 0,0 1 0,0-1 0,0 0 0,0 0 0,1 1 0,0-1 0,-1 1 0,1-1 0,0 1 0,0 0 0,0 0 0,0 0 0,1 0 0,-1 0 0,0 0 0,1 0 0,4-1 0,1 0 0,0 0 0,-1 1 0,1 1 0,0-1 0,0 1 0,9 0 0,2-1 32,-1-1 0,-1-1-1,22-8 1,-20 7-529,-1-1-1,31-3 1,-37 8-6329</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22.036"/>
    </inkml:context>
    <inkml:brush xml:id="br0">
      <inkml:brushProperty name="width" value="0.05" units="cm"/>
      <inkml:brushProperty name="height" value="0.05" units="cm"/>
    </inkml:brush>
  </inkml:definitions>
  <inkml:trace contextRef="#ctx0" brushRef="#br0">20 0 24575,'-8'15'0,"1"8"0,3 2 0,3-1 0,4-1 0,4-3 0,0-4-8191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22.665"/>
    </inkml:context>
    <inkml:brush xml:id="br0">
      <inkml:brushProperty name="width" value="0.05" units="cm"/>
      <inkml:brushProperty name="height" value="0.05" units="cm"/>
    </inkml:brush>
  </inkml:definitions>
  <inkml:trace contextRef="#ctx0" brushRef="#br0">20 220 24575,'-4'-16'0,"-2"-8"0,-2-29 0,7 47 0,1 0 0,0-1 0,0 1 0,0-1 0,1 1 0,0 0 0,0-1 0,1 1 0,3-10 0,-4 14 0,0 0 0,0 0 0,0 0 0,0 0 0,0 1 0,0-1 0,0 0 0,1 1 0,-1-1 0,1 1 0,-1 0 0,1-1 0,0 1 0,0 0 0,-1 0 0,1 0 0,0 0 0,0 0 0,3 0 0,-2 0 0,0 1 0,0-1 0,1 1 0,-1 0 0,0 0 0,0 1 0,1-1 0,-1 1 0,0-1 0,0 1 0,4 2 0,4 1 0,0 2 0,0-1 0,-1 2 0,0-1 0,14 13 0,-9-5 0,-10-9 0,-1 0 0,2 0 0,-1-1 0,1 1 0,9 4 0,-15-8 0,1-1 0,0 1 0,0-1 0,0 0 0,0 1 0,0-1 0,0 0 0,0 0 0,0 0 0,0 0 0,0 0 0,0 0 0,0 0 0,0 0 0,0 0 0,0 0 0,0-1 0,1 1 0,-1-1 0,0 0 0,1 0 0,-1 0 0,0 0 0,0 0 0,0 0 0,0 0 0,0 0 0,-1 0 0,1-1 0,0 1 0,0 0 0,-1 0 0,1-1 0,-1 1 0,1-2 0,1-6-51,0 0 0,-1 0 0,0 0 0,0 0 0,-1 0 0,-1-13 0,0 8-957,1 1-5818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23.629"/>
    </inkml:context>
    <inkml:brush xml:id="br0">
      <inkml:brushProperty name="width" value="0.05" units="cm"/>
      <inkml:brushProperty name="height" value="0.05" units="cm"/>
    </inkml:brush>
  </inkml:definitions>
  <inkml:trace contextRef="#ctx0" brushRef="#br0">0 6 24575,'13'-3'0,"4"0"-8191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23.770"/>
    </inkml:context>
    <inkml:brush xml:id="br0">
      <inkml:brushProperty name="width" value="0.05" units="cm"/>
      <inkml:brushProperty name="height" value="0.05" units="cm"/>
    </inkml:brush>
  </inkml:definitions>
  <inkml:trace contextRef="#ctx0" brushRef="#br0">1 1 24575,'0'0'-8191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24.020"/>
    </inkml:context>
    <inkml:brush xml:id="br0">
      <inkml:brushProperty name="width" value="0.05" units="cm"/>
      <inkml:brushProperty name="height" value="0.05" units="cm"/>
    </inkml:brush>
  </inkml:definitions>
  <inkml:trace contextRef="#ctx0" brushRef="#br0">1 43 24575,'45'-13'0,"0"3"0,89-10 0,-121 21 0,0 0 0,0 0 0,0 1 0,0 1 0,-1 0 0,20 8 0,-17-6 0,0 0 0,1-1 0,24 3 0,88-6 0,-68-2 0,-42 0 0,23-4 0,-30 3 0,1 1 0,-1 0 0,1 0 0,0 1 0,15 2 0,-11 1-1365,-2-1-5461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25.158"/>
    </inkml:context>
    <inkml:brush xml:id="br0">
      <inkml:brushProperty name="width" value="0.05" units="cm"/>
      <inkml:brushProperty name="height" value="0.05" units="cm"/>
    </inkml:brush>
  </inkml:definitions>
  <inkml:trace contextRef="#ctx0" brushRef="#br0">27 1 24575,'-8'0'0,"0"0"0,2 2 0,2 4 0,3 1 0,3 1 0,3 2 0,1 2 0,-1 1 0,-1 2 0,-1-1 0,-1 2 0,-2-1 0,1 0 0,-1 0 0,-1 0 0,1 0 0,0-3-8191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25.705"/>
    </inkml:context>
    <inkml:brush xml:id="br0">
      <inkml:brushProperty name="width" value="0.05" units="cm"/>
      <inkml:brushProperty name="height" value="0.05" units="cm"/>
    </inkml:brush>
  </inkml:definitions>
  <inkml:trace contextRef="#ctx0" brushRef="#br0">19 65 24575,'-8'0'0,"1"-2"0,3-2 0,5 1 0,5 0 0,5-1 0,1 0 0,3 0 0,0 1 0,1-1 0,0-1 0,-1-1 0,0 0 0,1 1 0,-4-1 0,0 1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34.085"/>
    </inkml:context>
    <inkml:brush xml:id="br0">
      <inkml:brushProperty name="width" value="0.05" units="cm"/>
      <inkml:brushProperty name="height" value="0.05" units="cm"/>
      <inkml:brushProperty name="color" value="#00A0D7"/>
    </inkml:brush>
  </inkml:definitions>
  <inkml:trace contextRef="#ctx0" brushRef="#br0">41 134 24575,'-2'-3'0,"0"0"0,0 1 0,0-1 0,-1 1 0,1-1 0,-1 1 0,1 0 0,-1 0 0,0 0 0,0 0 0,0 0 0,0 0 0,-5-1 0,74 8 0,19 3 0,23 10 0,-32-5 0,118 6 0,223-20 0,57 2 0,-214 15 0,-80-3 0,184 17 0,-58-3 0,157-9 0,-358-18 0,108-1 0,-127-6 0,18-1 0,5 1 0,3-1 0,-47 8 0,221-8 0,-27-2 0,-59 5 0,218-10 0,-311 10 0,385-20 0,-66 4 0,-293 13 0,227-42 0,-201 24 0,-74 14 0,64-11 0,254-6 0,64 49 0,-284 5 0,287 20 0,-422-44-1365,-8-1-5461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35.155"/>
    </inkml:context>
    <inkml:brush xml:id="br0">
      <inkml:brushProperty name="width" value="0.05" units="cm"/>
      <inkml:brushProperty name="height" value="0.05" units="cm"/>
      <inkml:brushProperty name="color" value="#00A0D7"/>
    </inkml:brush>
  </inkml:definitions>
  <inkml:trace contextRef="#ctx0" brushRef="#br0">0 62 24575,'17'-8'0,"4"-3"0,0 2 0,1 1 0,0 0 0,45-9 0,-66 17 0,1 0 0,0 0 0,-1-1 0,1 1 0,0 0 0,0 0 0,-1 1 0,1-1 0,0 0 0,-1 1 0,1-1 0,0 1 0,-1-1 0,1 1 0,0 0 0,-1 0 0,1-1 0,2 3 0,-3-1 0,0 0 0,0-1 0,0 1 0,0-1 0,0 1 0,0 0 0,-1 0 0,1 0 0,-1-1 0,1 1 0,-1 0 0,1 0 0,-1 0 0,0 0 0,0 0 0,0 3 0,-3 56 0,0-26 0,3 0 0,5 56 0,5 22 0,3 15 0,32 208 0,55 211 0,-85-444 0,4 162 0,-19-260 0,6 105 0,2 57 0,-8-136 0,-17 503 0,-61 78 0,50-416 0,-12 77 0,21-151 0,-39 195 0,44-263 0,-16 70 0,26-101-227,1 0-1,0 1 1,2 0-1,0-1 1,6 43-1,-2-48-6598</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36.638"/>
    </inkml:context>
    <inkml:brush xml:id="br0">
      <inkml:brushProperty name="width" value="0.05" units="cm"/>
      <inkml:brushProperty name="height" value="0.05" units="cm"/>
      <inkml:brushProperty name="color" value="#00A0D7"/>
    </inkml:brush>
  </inkml:definitions>
  <inkml:trace contextRef="#ctx0" brushRef="#br0">8829 1 24575,'-38'15'0,"0"-2"0,0-1 0,-1-2 0,-1-2 0,0-1 0,0-2 0,-55-1 0,-105 12 0,104-5 0,-573 21 0,-108-32 0,631 7 0,85-2 0,-81-4 0,-302-14 0,-233-7 0,469 5 0,99 8 0,32 0 0,40 3 0,-1 1 0,1 2 0,-46 4 0,-56 9 0,44-5 0,-120 8 0,-207 29 0,287-35 0,30-3 0,-280 1 0,237-9 0,122 2 0,-444 16 0,-134 13 0,530-29 0,-433-20 0,460 15 0,-203-16 0,201 21 0,-248 2 0,-28 25 0,165-11 0,45 0 126,39-5-1617,61-9-5335</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38.045"/>
    </inkml:context>
    <inkml:brush xml:id="br0">
      <inkml:brushProperty name="width" value="0.05" units="cm"/>
      <inkml:brushProperty name="height" value="0.05" units="cm"/>
      <inkml:brushProperty name="color" value="#00A0D7"/>
    </inkml:brush>
  </inkml:definitions>
  <inkml:trace contextRef="#ctx0" brushRef="#br0">133 35 24575,'1'-2'0,"-1"0"0,-1 1 0,1-1 0,0 0 0,0 1 0,-1-1 0,1 0 0,0 1 0,-1-1 0,0 1 0,1-1 0,-1 1 0,0-1 0,-1-1 0,1 2 0,0 0 0,0 1 0,1-1 0,-1 0 0,0 0 0,0 1 0,0-1 0,0 1 0,0-1 0,0 1 0,0 0 0,0-1 0,-1 1 0,1 0 0,0-1 0,-2 1 0,0 0 0,0 1 0,0-1 0,0 0 0,0 1 0,0 0 0,0 0 0,1 0 0,-1 0 0,0 0 0,0 0 0,1 1 0,-1-1 0,1 1 0,-4 3 0,2-2 0,0 1 0,1 0 0,-1 0 0,1 0 0,0 0 0,0 0 0,1 1 0,-1-1 0,1 1 0,0-1 0,0 1 0,1 0 0,-2 7 0,1-5 0,2 0 0,-1 0 0,1 0 0,0 0 0,1 0 0,-1 0 0,1 0 0,1 0 0,2 8 0,1 7 0,0 0 0,-1 1 0,-1-1 0,-2 1 0,0 0 0,-4 39 0,-31 135 0,34-197 0,-3 20 0,0 1 0,1 0 0,1 0 0,3 40 0,20 82 0,-7-59 0,-5-15 0,1 111 0,-12 370 0,16-334 0,-1-22 0,-15 32 0,3 63 0,20-102 0,-12-123 0,2 88 0,-13-52 0,2 60 0,13-39 0,-7-77 0,2 56 0,-2-5 0,0 3 0,-7-28 0,-9 77 0,6-124 0,2 1 0,1-1 0,1 0 0,4 33 0,11 120 0,-1-13 0,-9 57 0,-7-150 0,-6 45 125,1-39-1615,5-51-5336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46.887"/>
    </inkml:context>
    <inkml:brush xml:id="br0">
      <inkml:brushProperty name="width" value="0.05" units="cm"/>
      <inkml:brushProperty name="height" value="0.05" units="cm"/>
      <inkml:brushProperty name="color" value="#00A0D7"/>
    </inkml:brush>
  </inkml:definitions>
  <inkml:trace contextRef="#ctx0" brushRef="#br0">1 0 24575,'158'177'0,"-3"-4"0,92 45 0,-229-204-341,0 1 0,-2 1-1,27 32 1,-36-39-6485</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47.525"/>
    </inkml:context>
    <inkml:brush xml:id="br0">
      <inkml:brushProperty name="width" value="0.05" units="cm"/>
      <inkml:brushProperty name="height" value="0.05" units="cm"/>
      <inkml:brushProperty name="color" value="#00A0D7"/>
    </inkml:brush>
  </inkml:definitions>
  <inkml:trace contextRef="#ctx0" brushRef="#br0">48 133 24575,'-2'-4'0,"0"-1"0,1 0 0,-1 0 0,1 0 0,1 0 0,-1-8 0,1 12 0,-1 0 0,1 0 0,1-1 0,-1 1 0,0 0 0,0 0 0,0 0 0,0 0 0,1 0 0,-1 0 0,1 0 0,-1 0 0,0 0 0,1 0 0,0 1 0,-1-1 0,1 0 0,0 0 0,-1 0 0,1 1 0,0-1 0,0 0 0,-1 0 0,1 1 0,0-1 0,0 1 0,0-1 0,0 1 0,0-1 0,0 1 0,0 0 0,0-1 0,0 1 0,0 0 0,0 0 0,0 0 0,0 0 0,2 0 0,10 1 0,-1 1 0,1 0 0,-1 1 0,1 0 0,14 7 0,-2-2 0,-5-1 0,101 27 0,-99-29 0,0 0 0,1-2 0,33 0 0,-67-6 0,1-1 0,-17-8 0,-1 0 0,-28-11 0,-22-10 0,-88-23 0,161 54 0,0 1 0,-1 0 0,1 0 0,0 0 0,-1 1 0,-6 0 0,11 0 0,0 0 0,0 0 0,0 1 0,0-1 0,-1 0 0,1 1 0,0-1 0,0 1 0,0-1 0,0 1 0,0-1 0,0 1 0,1 0 0,-1-1 0,0 1 0,0 0 0,0 0 0,1 0 0,-1 0 0,0 0 0,1 0 0,-1 0 0,1 0 0,-1 0 0,1 0 0,-1 0 0,1 0 0,0 0 0,0 0 0,-1 0 0,1 0 0,0 0 0,0 1 0,0-1 0,1 2 0,-1 5 0,1 0 0,0 0 0,0 0 0,1 0 0,0-1 0,1 1 0,5 11 0,29 52 0,-27-54 0,31 43-1365,-34-48-5461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48.738"/>
    </inkml:context>
    <inkml:brush xml:id="br0">
      <inkml:brushProperty name="width" value="0.05" units="cm"/>
      <inkml:brushProperty name="height" value="0.05" units="cm"/>
      <inkml:brushProperty name="color" value="#00A0D7"/>
    </inkml:brush>
  </inkml:definitions>
  <inkml:trace contextRef="#ctx0" brushRef="#br0">281 73 24575,'-22'-9'0,"-9"-5"0,-1 1 0,-1 2 0,-65-14 0,96 25 0,0 0 0,0-1 0,0 1 0,0 0 0,0 1 0,0-1 0,0 0 0,0 0 0,0 1 0,0 0 0,0-1 0,0 1 0,0 0 0,0 0 0,1 0 0,-1 0 0,0 0 0,-2 2 0,2-1 0,0 0 0,0 1 0,0-1 0,0 1 0,0 0 0,1-1 0,-1 1 0,1 0 0,0 0 0,-2 6 0,1-2 0,1 0 0,0 0 0,0 0 0,0 0 0,1 0 0,0 0 0,1 0 0,0 1 0,0-1 0,2 7 0,-1-8 0,1 0 0,-1-1 0,1 1 0,0-1 0,0 0 0,1 0 0,0 0 0,0-1 0,0 1 0,0-1 0,1 0 0,-1 0 0,10 6 0,5 1 0,1 0 0,29 11 0,-27-12 0,-11-5-341,-1-2 0,0 1-1,16 2 1,-10-4-6485</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49.288"/>
    </inkml:context>
    <inkml:brush xml:id="br0">
      <inkml:brushProperty name="width" value="0.05" units="cm"/>
      <inkml:brushProperty name="height" value="0.05" units="cm"/>
      <inkml:brushProperty name="color" value="#00A0D7"/>
    </inkml:brush>
  </inkml:definitions>
  <inkml:trace contextRef="#ctx0" brushRef="#br0">3 22 24575,'0'-2'0,"1"1"0,0 0 0,0-1 0,-1 1 0,1 0 0,0-1 0,0 1 0,0 0 0,0 0 0,1 0 0,-1 0 0,0 0 0,0 0 0,1 0 0,-1 1 0,0-1 0,1 0 0,-1 1 0,1-1 0,1 0 0,-1 1 0,0 0 0,0 0 0,1 0 0,-1 0 0,0 1 0,0-1 0,1 0 0,-1 1 0,0 0 0,0-1 0,0 1 0,3 1 0,4 4 0,0 0 0,0 0 0,0 1 0,11 10 0,-19-15 0,6 3 0,-1 1 0,0 0 0,0 1 0,-1-1 0,1 1 0,-1 0 0,-1 1 0,6 11 0,-9-18 0,-1-1 0,0 1 0,1 0 0,-1 0 0,0 0 0,0 0 0,0 0 0,0-1 0,0 1 0,0 0 0,0 0 0,0 0 0,0 0 0,0 0 0,0 0 0,-1-1 0,1 1 0,0 0 0,-1 0 0,1 0 0,0-1 0,-1 1 0,1 0 0,-1 0 0,1-1 0,-2 2 0,1-1 0,-1 0 0,0 0 0,0 1 0,0-1 0,1-1 0,-1 1 0,0 0 0,0 0 0,-1-1 0,-2 1 0,-5 1 0,1-1 0,-1-1 0,-17-1 0,-18-5 0,41 5 0,0 0 0,1 0 0,-1 0 0,1 0 0,0-1 0,-1 1 0,1-1 0,0 0 0,0 0 0,-4-3 0,7 5 0,0 0 0,0 0 0,0 0 0,0 0 0,0 0 0,0 0 0,0 0 0,0 0 0,0 0 0,0-1 0,0 1 0,0 0 0,0 0 0,0 0 0,0 0 0,0 0 0,0 0 0,0 0 0,0 0 0,0 0 0,0 0 0,0-1 0,0 1 0,0 0 0,0 0 0,0 0 0,0 0 0,0 0 0,0 0 0,0 0 0,0 0 0,0 0 0,0 0 0,0-1 0,0 1 0,0 0 0,1 0 0,-1 0 0,0 0 0,0 0 0,0 0 0,0 0 0,0 0 0,0 0 0,0 0 0,0 0 0,0 0 0,0 0 0,0 0 0,1 0 0,-1 0 0,8-2 0,9 0 0,13 2-1365,-16 0-5461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49.847"/>
    </inkml:context>
    <inkml:brush xml:id="br0">
      <inkml:brushProperty name="width" value="0.05" units="cm"/>
      <inkml:brushProperty name="height" value="0.05" units="cm"/>
      <inkml:brushProperty name="color" value="#00A0D7"/>
    </inkml:brush>
  </inkml:definitions>
  <inkml:trace contextRef="#ctx0" brushRef="#br0">0 2 24575,'0'0'0,"1"1"0,-1-1 0,0 0 0,0 0 0,0 0 0,0 0 0,0 0 0,0 0 0,0 0 0,0 0 0,0 0 0,0 0 0,0 0 0,1 0 0,-1 0 0,0 0 0,0 0 0,0 0 0,0 0 0,0 0 0,0 0 0,0 0 0,0 0 0,0 0 0,1 0 0,-1 0 0,0 0 0,0 0 0,0 0 0,0 0 0,0 0 0,0 0 0,0 0 0,0 0 0,0 0 0,0-1 0,0 1 0,0 0 0,1 0 0,-1 0 0,0 0 0,0 0 0,0 0 0,0 0 0,0 0 0,0 0 0,0 0 0,0 0 0,0-1 0,0 1 0,0 0 0,0 0 0,0 0 0,0 0 0,0 0 0,0 0 0,0 0 0,0 0 0,0 0 0,0 0 0,0-1 0,0 1 0,0 0 0,0 0 0,7 11 0,10 21 0,-15-30 0,108 266 0,-89-213 0,4 5 0,-23-55-1365</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0.284"/>
    </inkml:context>
    <inkml:brush xml:id="br0">
      <inkml:brushProperty name="width" value="0.05" units="cm"/>
      <inkml:brushProperty name="height" value="0.05" units="cm"/>
      <inkml:brushProperty name="color" value="#00A0D7"/>
    </inkml:brush>
  </inkml:definitions>
  <inkml:trace contextRef="#ctx0" brushRef="#br0">71 73 24575,'-1'-1'0,"-31"-21"0,31 21 0,0 0 0,0 1 0,0-1 0,0 1 0,0-1 0,0 1 0,0-1 0,0 1 0,-1 0 0,1-1 0,0 1 0,0 0 0,0 0 0,0 0 0,-1 0 0,1 0 0,0 0 0,0 0 0,0 0 0,0 1 0,0-1 0,-1 0 0,1 1 0,0-1 0,0 1 0,0-1 0,-2 2 0,3-1 0,-1 1 0,0-1 0,1 0 0,-1 1 0,1-1 0,-1 1 0,1-1 0,0 0 0,0 1 0,0-1 0,0 1 0,0-1 0,0 1 0,0-1 0,0 1 0,0-1 0,1 1 0,-1-1 0,0 0 0,1 1 0,1 1 0,13 30 0,-9-24 0,0 0 0,1 0 0,-1-1 0,2 0 0,-1 0 0,1-1 0,9 7 0,-11-10 0,-1 0 0,1 0 0,0-1 0,0 0 0,0 0 0,0 0 0,0-1 0,1 0 0,-1 0 0,1-1 0,0 0 0,9 1 0,-15-2 0,1 0 0,-1 0 0,0 0 0,0 0 0,1 0 0,-1-1 0,0 1 0,0 0 0,0-1 0,0 1 0,0-1 0,1 1 0,-1-1 0,0 0 0,0 1 0,0-1 0,0 0 0,-1 0 0,1 0 0,1-1 0,-1 0 0,0 0 0,0 1 0,0-1 0,0 0 0,0 0 0,-1 0 0,1-1 0,-1 1 0,1 0 0,-1-4 0,0 0 0,0 0 0,0 0 0,-1 0 0,0 0 0,0 0 0,-1 1 0,-3-11 0,-2-1 0,-20-31 0,23 42 0,-1 0 0,1 0 0,-1 0 0,0 1 0,0 0 0,-1-1 0,-10-6 0,14 10 5,0 1 1,0 0-1,0 0 0,0 0 0,0 1 0,0-1 1,0 0-1,0 1 0,0-1 0,0 1 1,0 0-1,0-1 0,0 1 0,0 0 0,0 0 1,0 1-1,-1-1 0,1 0 0,0 1 0,0-1 1,0 1-1,-2 1 0,0 0-129,1 0 0,0 0 1,0 1-1,0-1 0,0 1 0,1 0 1,-1 0-1,1 0 0,-1 0 0,1 1 1,-2 3-1,-3 5-6702</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0.595"/>
    </inkml:context>
    <inkml:brush xml:id="br0">
      <inkml:brushProperty name="width" value="0.05" units="cm"/>
      <inkml:brushProperty name="height" value="0.05" units="cm"/>
      <inkml:brushProperty name="color" value="#00A0D7"/>
    </inkml:brush>
  </inkml:definitions>
  <inkml:trace contextRef="#ctx0" brushRef="#br0">121 214 24575,'-5'-5'0,"-5"-4"0,-2-3 0,-2-2 0,-1-2 0,-1 1 0,3-1 0,3 0 0,1 3 0,2 2 0,2-1 0,2-1 0,2 0 0,0 0 0,2-1 0,1 2 0,5 3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0.846"/>
    </inkml:context>
    <inkml:brush xml:id="br0">
      <inkml:brushProperty name="width" value="0.05" units="cm"/>
      <inkml:brushProperty name="height" value="0.05" units="cm"/>
      <inkml:brushProperty name="color" value="#00A0D7"/>
    </inkml:brush>
  </inkml:definitions>
  <inkml:trace contextRef="#ctx0" brushRef="#br0">0 1 24575,'8'15'0,"4"7"0,4 1 0,0-2 0,-1-2 0,-2-1 0,1-2 0,-4 0 0,1-4 0,-3-1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1.017"/>
    </inkml:context>
    <inkml:brush xml:id="br0">
      <inkml:brushProperty name="width" value="0.05" units="cm"/>
      <inkml:brushProperty name="height" value="0.05" units="cm"/>
      <inkml:brushProperty name="color" value="#00A0D7"/>
    </inkml:brush>
  </inkml:definitions>
  <inkml:trace contextRef="#ctx0" brushRef="#br0">1 1 24575,'2'0'0,"2"2"0,-1 4 0,-1 3 0,3 3 0,-1-1-8191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1.375"/>
    </inkml:context>
    <inkml:brush xml:id="br0">
      <inkml:brushProperty name="width" value="0.05" units="cm"/>
      <inkml:brushProperty name="height" value="0.05" units="cm"/>
      <inkml:brushProperty name="color" value="#00A0D7"/>
    </inkml:brush>
  </inkml:definitions>
  <inkml:trace contextRef="#ctx0" brushRef="#br0">0 36 24575,'7'11'0,"0"-1"0,1-1 0,11 12 0,-18-19 0,1 0 0,0-1 0,0 1 0,-1-1 0,1 1 0,0-1 0,0 0 0,1 1 0,-1-1 0,0 0 0,0 0 0,0-1 0,1 1 0,-1 0 0,0-1 0,1 0 0,-1 1 0,1-1 0,-1 0 0,0 0 0,1 0 0,-1 0 0,1-1 0,2 0 0,-4 0 0,1 1 0,-1-1 0,1 0 0,-1 0 0,0 0 0,1 0 0,-1-1 0,0 1 0,0 0 0,0 0 0,0-1 0,0 1 0,0-1 0,0 1 0,0-1 0,0 1 0,0-4 0,8-33 0,-2 7 0,-7 30 0,0 1 0,0-1 0,1 1 0,-1-1 0,0 0 0,1 1 0,-1-1 0,0 1 0,1 0 0,-1-1 0,1 1 0,-1-1 0,1 1 0,-1 0 0,1-1 0,-1 1 0,1 0 0,-1-1 0,1 1 0,-1 0 0,1 0 0,-1-1 0,1 1 0,0 0 0,-1 0 0,1 0 0,-1 0 0,1 0 0,0 0 0,-1 0 0,1 0 0,-1 0 0,1 0 0,0 0 0,-1 0 0,1 1 0,-1-1 0,1 0 0,-1 0 0,1 1 0,0-1 0,4 3 0,-1 0 0,1 0 0,-1 0 0,4 5 0,2-1 0,24 16-1365,-17-12-5461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1.904"/>
    </inkml:context>
    <inkml:brush xml:id="br0">
      <inkml:brushProperty name="width" value="0.05" units="cm"/>
      <inkml:brushProperty name="height" value="0.05" units="cm"/>
      <inkml:brushProperty name="color" value="#00A0D7"/>
    </inkml:brush>
  </inkml:definitions>
  <inkml:trace contextRef="#ctx0" brushRef="#br0">95 52 24575,'-7'-7'0,"1"2"0,0 0 0,0 0 0,0 0 0,0 1 0,-1 0 0,0 0 0,1 0 0,-14-4 0,19 8 0,1 0 0,-1 0 0,1-1 0,-1 1 0,1 0 0,-1 0 0,1 0 0,-1 0 0,1 0 0,-1 0 0,1 0 0,-1 1 0,1-1 0,-1 0 0,1 0 0,-1 0 0,1 0 0,-1 1 0,1-1 0,-1 0 0,1 0 0,0 1 0,-1-1 0,1 0 0,0 1 0,-1-1 0,0 1 0,1 0 0,-1 0 0,1 0 0,-1 0 0,1 0 0,0 1 0,-1-1 0,1 0 0,0 0 0,0 0 0,0 3 0,4 29 0,-4-33 0,3 15 0,1 8 0,2 0 0,0-1 0,18 43 0,-23-65 0,-1 1 0,0 0 0,0-1 0,0 1 0,1-1 0,-1 1 0,0 0 0,1-1 0,-1 1 0,0-1 0,1 1 0,-1-1 0,1 1 0,-1-1 0,0 0 0,1 1 0,-1-1 0,1 1 0,0-1 0,-1 0 0,1 0 0,-1 1 0,1-1 0,1 0 0,-2 0 0,1 0 0,-1-1 0,0 1 0,1-1 0,-1 1 0,1-1 0,-1 0 0,0 1 0,1-1 0,-1 1 0,0-1 0,0 0 0,1 1 0,-1-1 0,0 0 0,0 1 0,0-1 0,0 0 0,2-39 0,-2 39 0,0-11 0,-1 8 0,1 1 0,0-1 0,0 0 0,0 0 0,0 1 0,1-1 0,-1 0 0,1 0 0,0 1 0,2-6 0,-3 9 0,1 0 0,-1 0 0,0-1 0,0 1 0,0 0 0,0 0 0,0 0 0,0-1 0,1 1 0,-1 0 0,0 0 0,0 0 0,0 0 0,1 0 0,-1-1 0,0 1 0,0 0 0,0 0 0,1 0 0,-1 0 0,0 0 0,0 0 0,1 0 0,-1 0 0,0 0 0,0 0 0,1 0 0,-1 0 0,0 0 0,0 0 0,0 0 0,1 0 0,-1 0 0,1 0 0,6 7 0,4 14 0,-11-20 0,47 136 0,-32-89 0,16 69 0,-28-102 0,0 1 0,-1-1 0,-1 1 0,-1-1 0,-3 28 0,3-39 0,-1 0 0,0 0 0,0-1 0,0 1 0,0-1 0,-1 1 0,1-1 0,-1 1 0,-4 5 0,5-8 0,0 1 0,0-1 0,-1 0 0,1 0 0,0 0 0,0 0 0,-1 0 0,1 0 0,-1 0 0,1-1 0,-1 1 0,1 0 0,-1-1 0,1 1 0,-1-1 0,0 0 0,1 0 0,-1 1 0,0-1 0,1 0 0,-1 0 0,1 0 0,-1-1 0,0 1 0,-1-1 0,-5-1 0,1 0 0,0-1 0,0 0 0,0-1 0,0 0 0,1 0 0,-1 0 0,1 0 0,0-1 0,1 0 0,-1-1 0,1 1 0,-9-13 0,9 11 0,1 1 0,-1-1 0,2 0 0,-1 0 0,1 0 0,0-1 0,1 1 0,-1-1 0,1 1 0,1-1 0,0 0 0,0 0 0,0-12 0,3 7-1365,2 3-5461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3.154"/>
    </inkml:context>
    <inkml:brush xml:id="br0">
      <inkml:brushProperty name="width" value="0.05" units="cm"/>
      <inkml:brushProperty name="height" value="0.05" units="cm"/>
      <inkml:brushProperty name="color" value="#00A0D7"/>
    </inkml:brush>
  </inkml:definitions>
  <inkml:trace contextRef="#ctx0" brushRef="#br0">161 0 24575,'-8'2'0,"1"1"0,-1-1 0,1 1 0,-1 1 0,1-1 0,0 1 0,0 0 0,1 1 0,-10 7 0,14-10 0,1-1 0,-1 1 0,1 0 0,-1 0 0,1 0 0,-1 0 0,1 0 0,0 0 0,0 0 0,0 0 0,0 0 0,0 1 0,1-1 0,-1 0 0,1 1 0,-1-1 0,1 0 0,0 1 0,0-1 0,0 1 0,0-1 0,1 0 0,-1 1 0,0-1 0,1 0 0,0 1 0,0-1 0,-1 0 0,1 0 0,0 0 0,1 1 0,-1-1 0,0 0 0,1 0 0,1 2 0,4 4 0,0 0 0,1-1 0,0 0 0,16 12 0,40 20 0,-52-32 0,-1 0 0,-4-4 0,-1 0 0,0 1 0,-1 0 0,1 0 0,-1 0 0,0 1 0,6 5 0,-11-9 0,1 0 0,-1-1 0,1 1 0,-1 0 0,0-1 0,0 1 0,1 0 0,-1-1 0,0 1 0,0 0 0,0 0 0,0-1 0,0 1 0,0 0 0,0 0 0,0-1 0,0 1 0,0 0 0,0-1 0,0 1 0,-1 0 0,1 0 0,0-1 0,0 1 0,-1 0 0,1-1 0,-1 1 0,1 0 0,-1-1 0,1 1 0,0-1 0,-1 1 0,0-1 0,1 1 0,-1-1 0,1 1 0,-1-1 0,0 0 0,1 1 0,-1-1 0,-1 1 0,-4 2 0,0 0 0,0-1 0,-9 3 0,13-4 0,-17 4 0,-36 4 0,23-4 0,-8 2 32,-25 4-1429,52-10-5429</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3.618"/>
    </inkml:context>
    <inkml:brush xml:id="br0">
      <inkml:brushProperty name="width" value="0.05" units="cm"/>
      <inkml:brushProperty name="height" value="0.05" units="cm"/>
      <inkml:brushProperty name="color" value="#00A0D7"/>
    </inkml:brush>
  </inkml:definitions>
  <inkml:trace contextRef="#ctx0" brushRef="#br0">0 1 24575,'1'45'0,"1"1"0,17 88 0,-14-112 0,1 0 0,0-1 0,2 0 0,1 0 0,0-1 0,1 0 0,1-1 0,16 21 0,-24-36 0,0-1 0,1 1 0,-1-1 0,1 1 0,-1-1 0,1 0 0,0-1 0,1 1 0,5 2 0,-9-4 0,1 0 0,0-1 0,-1 1 0,1-1 0,0 1 0,-1-1 0,1 0 0,0 0 0,-1 0 0,1 0 0,0 0 0,-1 0 0,1 0 0,0 0 0,-1-1 0,1 1 0,0-1 0,-1 1 0,1-1 0,-1 0 0,1 1 0,-1-1 0,1 0 0,-1 0 0,1 0 0,-1 0 0,0 0 0,0-1 0,2-1 0,1-3 0,0 1 0,-1-1 0,1-1 0,-1 1 0,-1 0 0,1-1 0,2-11 0,0 0 0,-5 18 0,0 0 0,0-1 0,0 1 0,0 0 0,0 0 0,0-1 0,0 1 0,0 0 0,0 0 0,1-1 0,-1 1 0,0 0 0,0 0 0,0-1 0,0 1 0,0 0 0,0 0 0,1 0 0,-1-1 0,0 1 0,0 0 0,0 0 0,1 0 0,-1 0 0,0 0 0,0-1 0,0 1 0,1 0 0,-1 0 0,0 0 0,0 0 0,1 0 0,-1 0 0,0 0 0,0 0 0,1 0 0,-1 0 0,0 0 0,0 0 0,1 0 0,-1 0 0,0 0 0,0 0 0,1 0 0,-1 0 0,0 0 0,0 0 0,1 0 0,-1 1 0,0-1 0,0 0 0,0 0 0,1 0 0,-1 0 0,0 0 0,0 1 0,0-1 0,1 0 0,-1 0 0,0 0 0,0 1 0,12 17 0,-10-14 0,5 7-136,1-2-1,-1 1 1,1-1-1,1 0 1,0-1-1,0 0 1,1 0-1,0-1 0,20 12 1,-17-14-6690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3.929"/>
    </inkml:context>
    <inkml:brush xml:id="br0">
      <inkml:brushProperty name="width" value="0.05" units="cm"/>
      <inkml:brushProperty name="height" value="0.05" units="cm"/>
      <inkml:brushProperty name="color" value="#00A0D7"/>
    </inkml:brush>
  </inkml:definitions>
  <inkml:trace contextRef="#ctx0" brushRef="#br0">4 47 24575,'-1'4'0,"0"0"0,1 0 0,-1 0 0,1 0 0,0 0 0,0 0 0,0 0 0,1 0 0,-1 0 0,1 0 0,0 0 0,0 0 0,1-1 0,-1 1 0,1 0 0,3 5 0,2 3 0,1-1 0,0 0 0,15 16 0,-14-17 0,0-1 0,1 0 0,0-1 0,1 0 0,21 12 0,-27-18 0,0 1 0,0-1 0,0-1 0,0 1 0,0-1 0,0 0 0,9 1 0,-11-2 0,1 0 0,-1 0 0,0 0 0,0-1 0,0 1 0,0-1 0,0 0 0,0 0 0,0 0 0,0 0 0,0-1 0,0 1 0,4-4 0,-5 3 0,0 1 0,-1-1 0,1 1 0,-1-1 0,0 0 0,1 1 0,-1-1 0,0 0 0,0 0 0,0 0 0,0 0 0,0 0 0,-1 0 0,1 0 0,-1 0 0,1 0 0,-1-1 0,0 1 0,0 0 0,0 0 0,0 0 0,0 0 0,0-1 0,-1 1 0,1 0 0,-1 0 0,1 0 0,-2-2 0,-1-5 0,-1 0 0,0 1 0,0 0 0,-1 0 0,-6-9 0,-1 2 0,0 0 0,-1 1 0,-15-13 0,20 21 0,0-1 0,0 1 0,-1 0 0,0 1 0,0-1 0,-1 2 0,-10-5 0,16 8-114,0 0 1,0 0-1,-1 0 0,1 0 0,0 1 1,0 0-1,0-1 0,-1 2 0,1-1 1,0 0-1,-6 2 0,1 2-6712</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4.503"/>
    </inkml:context>
    <inkml:brush xml:id="br0">
      <inkml:brushProperty name="width" value="0.05" units="cm"/>
      <inkml:brushProperty name="height" value="0.05" units="cm"/>
      <inkml:brushProperty name="color" value="#00A0D7"/>
    </inkml:brush>
  </inkml:definitions>
  <inkml:trace contextRef="#ctx0" brushRef="#br0">0 120 24575,'0'2'0,"1"-1"0,-1 1 0,0-1 0,1 0 0,-1 1 0,1-1 0,-1 0 0,1 0 0,0 1 0,-1-1 0,1 0 0,0 0 0,0 0 0,1 1 0,17 16 0,-13-13 0,18 15 0,26 18 0,-38-30 0,0-1 0,0 0 0,1-1 0,22 8 0,-33-13 0,0-1 0,0 1 0,0-1 0,0 1 0,0-1 0,0 0 0,0 0 0,0 0 0,0 0 0,0 0 0,0 0 0,0-1 0,0 1 0,0 0 0,0-1 0,-1 0 0,1 0 0,0 1 0,0-1 0,0 0 0,2-3 0,-2 3 0,-1-1 0,1 1 0,-1-1 0,0 0 0,0 0 0,0 0 0,0 1 0,0-1 0,0 0 0,-1 0 0,1 0 0,-1 0 0,1 0 0,-1-1 0,0 1 0,0 0 0,0 0 0,0 0 0,0 0 0,-1-4 0,-1-3 0,0-1 0,-1 1 0,0 0 0,-1 1 0,-5-11 0,-2-5 0,11 24 0,0 0 0,-1-1 0,1 1 0,0 0 0,0-1 0,0 1 0,0 0 0,0-1 0,-1 1 0,1-1 0,0 1 0,0 0 0,0-1 0,0 1 0,0 0 0,0-1 0,0 1 0,0-1 0,0 1 0,0 0 0,0-1 0,1 0 0,6 3 0,16 17 0,-17-13 0,57 35 0,-57-37 0,1 0 0,0-1 0,0 0 0,0-1 0,1 1 0,-1-1 0,14 1 0,-18-2 0,-1-1 0,1 0 0,0 0 0,0 0 0,-1-1 0,1 1 0,0-1 0,0 1 0,-1-1 0,1 0 0,-1 0 0,1 0 0,-1 0 0,1-1 0,-1 1 0,1-1 0,-1 1 0,0-1 0,0 0 0,0 0 0,0 0 0,0 0 0,-1 0 0,1 0 0,0-1 0,-1 1 0,2-4 0,-1 2 0,-1 0 0,0 1 0,0-1 0,0 0 0,-1 0 0,1 0 0,-1-1 0,0 1 0,0 0 0,0 0 0,0 0 0,-1 0 0,0 0 0,0 0 0,0 0 0,0 0 0,-1 1 0,-1-5 0,-2 0-124,0 1 0,0-1 0,-1 1 0,0 0 0,0 1 0,-1-1-1,0 1 1,0 1 0,0-1 0,-15-7 0,5 3-6702</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4.880"/>
    </inkml:context>
    <inkml:brush xml:id="br0">
      <inkml:brushProperty name="width" value="0.05" units="cm"/>
      <inkml:brushProperty name="height" value="0.05" units="cm"/>
      <inkml:brushProperty name="color" value="#00A0D7"/>
    </inkml:brush>
  </inkml:definitions>
  <inkml:trace contextRef="#ctx0" brushRef="#br0">211 64 24575,'-8'-8'0,"2"1"0,0 1 0,0 0 0,0 1 0,-1-1 0,0 1 0,0 0 0,0 1 0,-13-6 0,19 10 0,0-1 0,1 1 0,-1 0 0,0 0 0,0-1 0,1 1 0,-1 0 0,0 0 0,0 0 0,1 0 0,-1 0 0,0 0 0,0 0 0,0 0 0,1 1 0,-1-1 0,0 0 0,1 0 0,-1 1 0,0-1 0,0 0 0,1 1 0,-1-1 0,0 1 0,0 0 0,0 0 0,0 1 0,0-1 0,0 0 0,1 1 0,-1-1 0,1 0 0,-1 1 0,1-1 0,-1 1 0,1-1 0,0 1 0,-1 1 0,1 6 0,0-1 0,1 0 0,2 14 0,0-8 0,0 1 0,2-1 0,0 0 0,10 22 0,34 48 0,-21-36 0,-27-47 0,0 1 0,0-1 0,0 0 0,-1 1 0,1-1 0,0 1 0,-1-1 0,1 1 0,-1-1 0,0 1 0,0 0 0,1-1 0,-1 1 0,0-1 0,0 1 0,0 0 0,-1-1 0,1 1 0,0-1 0,-1 1 0,1-1 0,-1 1 0,1-1 0,-2 3 0,0-1 0,0-1 0,0 0 0,0 0 0,0 0 0,-1 0 0,1-1 0,-1 1 0,1-1 0,-1 1 0,1-1 0,-1 0 0,0 0 0,-3 1 0,-43 12-682,-59 9-1,85-19-6143</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5.677"/>
    </inkml:context>
    <inkml:brush xml:id="br0">
      <inkml:brushProperty name="width" value="0.05" units="cm"/>
      <inkml:brushProperty name="height" value="0.05" units="cm"/>
      <inkml:brushProperty name="color" value="#00A0D7"/>
    </inkml:brush>
  </inkml:definitions>
  <inkml:trace contextRef="#ctx0" brushRef="#br0">0 0 24575,'10'28'0,"8"11"0,4 2 0,1-4 0,-2-5 0,-1-9 0,-4-5 0,-5-6-8191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5.896"/>
    </inkml:context>
    <inkml:brush xml:id="br0">
      <inkml:brushProperty name="width" value="0.05" units="cm"/>
      <inkml:brushProperty name="height" value="0.05" units="cm"/>
      <inkml:brushProperty name="color" value="#00A0D7"/>
    </inkml:brush>
  </inkml:definitions>
  <inkml:trace contextRef="#ctx0" brushRef="#br0">0 1 24575,'3'0'0,"0"2"0,0 4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6.332"/>
    </inkml:context>
    <inkml:brush xml:id="br0">
      <inkml:brushProperty name="width" value="0.05" units="cm"/>
      <inkml:brushProperty name="height" value="0.05" units="cm"/>
      <inkml:brushProperty name="color" value="#00A0D7"/>
    </inkml:brush>
  </inkml:definitions>
  <inkml:trace contextRef="#ctx0" brushRef="#br0">1 22 24575,'0'4'0,"1"0"0,-1 0 0,1 1 0,0-1 0,0 0 0,1 0 0,-1 0 0,1-1 0,0 1 0,0 0 0,0-1 0,1 1 0,-1-1 0,5 5 0,0 0 0,1-1 0,-1 0 0,1-1 0,17 10 0,-24-15 0,0 0 0,0 0 0,0-1 0,1 1 0,-1 0 0,0-1 0,1 1 0,-1-1 0,0 0 0,1 1 0,-1-1 0,1 0 0,-1 0 0,0 0 0,1 0 0,-1 0 0,1 0 0,-1 0 0,1-1 0,-1 1 0,0 0 0,2-2 0,-1 1 0,0 0 0,-1 0 0,1 0 0,0-1 0,-1 1 0,0-1 0,1 0 0,-1 1 0,0-1 0,0 0 0,0 1 0,0-1 0,1-3 0,2-4 0,-2 0 0,1 0 0,-2-1 0,1 1 0,0-17 0,-2 24 0,0-1 0,0 0 0,1 0 0,-1 1 0,1-1 0,-1 0 0,3-4 0,-3 6 0,1 0 0,-1 1 0,1-1 0,-1 1 0,1-1 0,-1 1 0,1-1 0,-1 1 0,1-1 0,0 1 0,-1-1 0,1 1 0,-1 0 0,1-1 0,0 1 0,0 0 0,-1 0 0,1-1 0,0 1 0,-1 0 0,1 0 0,0 0 0,0 0 0,-1 0 0,1 0 0,0 0 0,0 0 0,-1 0 0,1 0 0,0 1 0,-1-1 0,1 0 0,0 0 0,0 1 0,0 0 0,5 2 0,1 0 0,-1 0 0,0 1 0,0 0 0,-1 0 0,10 9 0,29 34 0,-36-37 0,28 30-1365,-26-31-5461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6.707"/>
    </inkml:context>
    <inkml:brush xml:id="br0">
      <inkml:brushProperty name="width" value="0.05" units="cm"/>
      <inkml:brushProperty name="height" value="0.05" units="cm"/>
      <inkml:brushProperty name="color" value="#00A0D7"/>
    </inkml:brush>
  </inkml:definitions>
  <inkml:trace contextRef="#ctx0" brushRef="#br0">12 13 24575,'-10'-13'0,"10"13"0,0 0 0,0 0 0,0 0 0,0 0 0,0 0 0,0 0 0,0 0 0,0 1 0,0-1 0,0 0 0,0 0 0,0 0 0,0 0 0,0 0 0,0 0 0,0 0 0,0 0 0,0 0 0,0 0 0,0 0 0,0 0 0,0 0 0,0 1 0,0-1 0,0 0 0,0 0 0,0 0 0,0 0 0,0 0 0,0 0 0,0 0 0,0 0 0,0 0 0,0 0 0,0 0 0,0 0 0,0 0 0,0 0 0,0 0 0,0 0 0,0 0 0,0 0 0,-1 0 0,1 1 0,0-1 0,0 0 0,0 0 0,0 0 0,0 0 0,0 0 0,0 0 0,0 0 0,0 0 0,0 0 0,0 0 0,0 0 0,11 27 0,179 325 0,-190-352-18,1 2-175,1 1 1,-1-1-1,0 0 1,0 1 0,0-1-1,1 5 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7.424"/>
    </inkml:context>
    <inkml:brush xml:id="br0">
      <inkml:brushProperty name="width" value="0.05" units="cm"/>
      <inkml:brushProperty name="height" value="0.05" units="cm"/>
      <inkml:brushProperty name="color" value="#00A0D7"/>
    </inkml:brush>
  </inkml:definitions>
  <inkml:trace contextRef="#ctx0" brushRef="#br0">0 168 24575,'11'5'0,"99"41"0,-94-41 0,0 0 0,1 0 0,0-2 0,31 3 0,-45-6 0,1 0 0,-1 0 0,1-1 0,-1 1 0,0-1 0,1 0 0,-1 0 0,0 0 0,1 0 0,-1-1 0,0 1 0,0-1 0,0 0 0,0 0 0,-1 0 0,1 0 0,0 0 0,-1-1 0,0 1 0,1-1 0,-1 1 0,0-1 0,0 0 0,-1 0 0,1 0 0,0 0 0,-1 0 0,2-6 0,-1 2 0,0 0 0,0 1 0,-1-1 0,0 0 0,0-1 0,-1 1 0,0 0 0,0 0 0,-1 0 0,1 0 0,-2 0 0,1 0 0,-3-7 0,0 5 0,1 0 0,-2 0 0,-6-10 0,9 16 0,1 0 0,-1 0 0,0 1 0,0-1 0,-1 1 0,1 0 0,0 0 0,-1 0 0,1 0 0,-1 0 0,0 0 0,0 1 0,-4-3 0,6 4 0,1 0 0,-1 0 0,1 0 0,-1 0 0,0 0 0,1 0 0,-1 0 0,0 0 0,1 0 0,-1 0 0,1 0 0,-1 0 0,0 1 0,1-1 0,-1 0 0,1 0 0,-1 1 0,1-1 0,-1 0 0,1 1 0,-1-1 0,1 1 0,-1-1 0,1 0 0,-1 1 0,1-1 0,-1 1 0,1-1 0,0 1 0,-1 0 0,1-1 0,0 1 0,0-1 0,0 1 0,-1-1 0,1 1 0,0 0 0,0-1 0,0 2 0,-3 26 0,3-26 0,0 9 0,1-1 0,0 0 0,1 0 0,0 1 0,0-1 0,1 0 0,0-1 0,1 1 0,0 0 0,0-1 0,1 0 0,1 0 0,-1 0 0,12 12 0,-11-15 0,0 1 0,0-1 0,1-1 0,0 1 0,0-1 0,0 0 0,1-1 0,-1 0 0,1 0 0,0-1 0,0 1 0,0-2 0,1 1 0,-1-1 0,1-1 0,-1 1 0,16-1 0,-18-1 0,-1 0 0,1-1 0,-1 1 0,1-1 0,-1 0 0,0-1 0,1 1 0,-1-1 0,0 0 0,7-5 0,-9 6 0,0-1 0,-1 0 0,1 0 0,-1-1 0,0 1 0,1 0 0,-1-1 0,0 1 0,0-1 0,-1 0 0,1 0 0,-1 0 0,1 1 0,-1-1 0,0-1 0,0 1 0,0 0 0,-1 0 0,1-5 0,0 3 0,-2-1 0,1 1 0,-1 0 0,0 0 0,0 0 0,0 0 0,0 0 0,-1 0 0,-4-8 0,3 6 0,1 0 0,-1 1 0,-2-15 0,5 21 0,0-1 0,0 1 0,0 0 0,0 0 0,0 0 0,0-1 0,0 1 0,0 0 0,0 0 0,0 0 0,0-1 0,0 1 0,0 0 0,0 0 0,0 0 0,0-1 0,1 1 0,-1 0 0,0 0 0,0 0 0,0-1 0,0 1 0,0 0 0,0 0 0,1 0 0,-1 0 0,0 0 0,0 0 0,0-1 0,0 1 0,1 0 0,-1 0 0,0 0 0,0 0 0,0 0 0,1 0 0,-1 0 0,0 0 0,0 0 0,0 0 0,1 0 0,-1 0 0,0 0 0,0 0 0,0 0 0,1 0 0,-1 0 0,0 0 0,0 0 0,0 0 0,1 0 0,-1 0 0,0 0 0,0 0 0,0 1 0,1-1 0,-1 0 0,0 0 0,0 0 0,0 0 0,16 10 0,-14-9 0,24 17 0,-14-10 0,0 0 0,22 11 0,-33-18 0,0-1 0,0 0 0,0 1 0,0-1 0,-1 0 0,1 1 0,0-1 0,0 0 0,0 0 0,0 0 0,0 0 0,0 0 0,0 0 0,0 0 0,0 0 0,0 0 0,0 0 0,0 0 0,0-1 0,0 1 0,0 0 0,0-1 0,0 1 0,-1-1 0,1 1 0,0-1 0,0 1 0,0-1 0,-1 0 0,1 1 0,0-1 0,-1 0 0,1 1 0,0-1 0,-1 0 0,1 0 0,-1 0 0,1 0 0,-1 0 0,0 0 0,1 1 0,-1-1 0,0 0 0,0 0 0,1-2 0,0-5 0,0 0 0,0-1 0,-1 1 0,0-11 0,-1 12 0,1 5 0,0 0 0,0-1 0,0 1 0,0 0 0,1 0 0,-1 0 0,1 0 0,-1 0 0,2-3 0,-2 5 0,0 0 0,0 0 0,0-1 0,1 1 0,-1 0 0,0 0 0,0 0 0,0 0 0,1-1 0,-1 1 0,0 0 0,0 0 0,0 0 0,1 0 0,-1 0 0,0 0 0,0-1 0,1 1 0,-1 0 0,0 0 0,0 0 0,1 0 0,-1 0 0,0 0 0,0 0 0,1 0 0,-1 0 0,0 0 0,1 0 0,10 9 0,22 32-1365,-25-27-5461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7.890"/>
    </inkml:context>
    <inkml:brush xml:id="br0">
      <inkml:brushProperty name="width" value="0.05" units="cm"/>
      <inkml:brushProperty name="height" value="0.05" units="cm"/>
      <inkml:brushProperty name="color" value="#00A0D7"/>
    </inkml:brush>
  </inkml:definitions>
  <inkml:trace contextRef="#ctx0" brushRef="#br0">153 0 24575,'-3'2'0,"1"-1"0,0 1 0,0 0 0,0 0 0,0 1 0,0-1 0,0 0 0,1 0 0,-1 1 0,1-1 0,-1 1 0,1 0 0,0-1 0,0 1 0,0 0 0,1 0 0,-1-1 0,0 4 0,1-1 0,0-1 0,0 1 0,1 0 0,0-1 0,0 1 0,0 0 0,0-1 0,0 1 0,1-1 0,3 5 0,2 5 0,1-1 0,1-1 0,0 0 0,1 0 0,20 19 0,-22-24 0,1 2 0,15 17 0,-22-25 0,0 1 0,-1 0 0,1 1 0,-1-1 0,0 0 0,0 0 0,0 0 0,0 1 0,0-1 0,0 0 0,0 1 0,-1-1 0,0 1 0,1-1 0,-1 5 0,0-6 0,-1 0 0,1 0 0,0 0 0,-1 0 0,1 0 0,-1 0 0,1-1 0,-1 1 0,0 0 0,0 0 0,1 0 0,-1 0 0,0-1 0,0 1 0,0 0 0,1-1 0,-1 1 0,0-1 0,0 1 0,0-1 0,0 1 0,0-1 0,0 0 0,0 1 0,0-1 0,-1 0 0,1 0 0,-1 0 0,-6 1 0,0 0 0,-15-2 0,16 1 0,-28-1 0,-65-10 0,88 9-98,-28-8-1169,31 7-5559</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8.108"/>
    </inkml:context>
    <inkml:brush xml:id="br0">
      <inkml:brushProperty name="width" value="0.05" units="cm"/>
      <inkml:brushProperty name="height" value="0.05" units="cm"/>
      <inkml:brushProperty name="color" value="#00A0D7"/>
    </inkml:brush>
  </inkml:definitions>
  <inkml:trace contextRef="#ctx0" brushRef="#br0">0 0 24575,'15'31'0,"5"11"0,2 2 0,-3-4 0,-5-7 0,-5-5 0,-3-9-8191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8.315"/>
    </inkml:context>
    <inkml:brush xml:id="br0">
      <inkml:brushProperty name="width" value="0.05" units="cm"/>
      <inkml:brushProperty name="height" value="0.05" units="cm"/>
      <inkml:brushProperty name="color" value="#00A0D7"/>
    </inkml:brush>
  </inkml:definitions>
  <inkml:trace contextRef="#ctx0" brushRef="#br0">0 0 24575,'0'10'0,"0"6"0,0 0-8191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8.627"/>
    </inkml:context>
    <inkml:brush xml:id="br0">
      <inkml:brushProperty name="width" value="0.05" units="cm"/>
      <inkml:brushProperty name="height" value="0.05" units="cm"/>
      <inkml:brushProperty name="color" value="#00A0D7"/>
    </inkml:brush>
  </inkml:definitions>
  <inkml:trace contextRef="#ctx0" brushRef="#br0">1 0 24575,'7'30'0,"3"16"0,2 3 0,-1-2 0,1-5 0,-3-8 0,-2-6 0,0-5 0,-2-5 0,0-3 0,0-1 0,0 0 0,-1-3-8191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8.830"/>
    </inkml:context>
    <inkml:brush xml:id="br0">
      <inkml:brushProperty name="width" value="0.05" units="cm"/>
      <inkml:brushProperty name="height" value="0.05" units="cm"/>
      <inkml:brushProperty name="color" value="#00A0D7"/>
    </inkml:brush>
  </inkml:definitions>
  <inkml:trace contextRef="#ctx0" brushRef="#br0">193 1 24575,'-25'5'0,"-11"1"0,1 3 0,4 0 0,4-3 0,5 2 0,6-2-8191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3:59.408"/>
    </inkml:context>
    <inkml:brush xml:id="br0">
      <inkml:brushProperty name="width" value="0.05" units="cm"/>
      <inkml:brushProperty name="height" value="0.05" units="cm"/>
      <inkml:brushProperty name="color" value="#00A0D7"/>
    </inkml:brush>
  </inkml:definitions>
  <inkml:trace contextRef="#ctx0" brushRef="#br0">1 27 24575,'1'4'0,"-1"-1"0,1 0 0,0 0 0,0 0 0,0 1 0,0-1 0,0 0 0,0 0 0,3 3 0,18 27 0,-19-30 0,2 5 0,1-1 0,0 0 0,0-1 0,0 0 0,0 0 0,1 0 0,0-1 0,1 1 0,12 6 0,-19-12 0,0 0 0,0 1 0,0-1 0,-1 0 0,1 0 0,0 0 0,0 1 0,0-1 0,0 0 0,0 0 0,0 0 0,-1 0 0,1 0 0,0-1 0,0 1 0,0 0 0,0 0 0,0-1 0,-1 1 0,1 0 0,0-1 0,0 1 0,-1-1 0,2 0 0,-1 0 0,0 0 0,0-1 0,0 1 0,0 0 0,0-1 0,0 1 0,0-1 0,-1 0 0,1 1 0,0-1 0,0-2 0,0-6 0,0 1 0,0 0 0,-1-16 0,0 22 0,-2-20 0,1 16 0,1 1 0,-1 0 0,1-1 0,0 1 0,1 0 0,-1-1 0,4-10 0,-4 17 0,0 0 0,0-1 0,0 1 0,0 0 0,0 0 0,0 0 0,0 0 0,0 0 0,0 0 0,0-1 0,1 1 0,-1 0 0,0 0 0,0 0 0,0 0 0,0 0 0,0 0 0,0 0 0,0 0 0,1-1 0,-1 1 0,0 0 0,0 0 0,0 0 0,0 0 0,0 0 0,1 0 0,-1 0 0,0 0 0,0 0 0,0 0 0,0 0 0,0 0 0,1 0 0,-1 0 0,0 0 0,0 0 0,0 0 0,0 0 0,0 0 0,1 1 0,5 5 0,5 11 0,-11-15 0,20 37 0,-1 2 0,22 76 0,-33-88 0,-1 1 0,-2 0 0,-1 0 0,1 61 0,-6-83 0,1 0 0,-1 0 0,0 0 0,-1 0 0,0 0 0,0-1 0,-1 1 0,0-1 0,-6 13 0,7-17 0,-1 0 0,1 1 0,-1-1 0,1 0 0,-1 0 0,0-1 0,0 1 0,0 0 0,-1-1 0,1 0 0,0 0 0,-1 0 0,0 0 0,1-1 0,-1 1 0,0-1 0,0 0 0,0 0 0,0 0 0,-8 0 0,3-1 0,-1-1 0,1 0 0,-1 0 0,1-1 0,0 0 0,0-1 0,0 0 0,0 0 0,0-1 0,0 0 0,1 0 0,0-1 0,0 0 0,0-1 0,1 0 0,-1 0 0,-6-8 0,12 11-45,0 1-1,0-1 1,0 0-1,0 0 1,1-1-1,-1 1 1,1 0-1,0 0 1,0-1-1,0 1 1,0 0-1,0-1 1,1 1-1,0-1 1,-1 1-1,1-1 1,1 1-1,-1-1 1,0 1-1,1-1 1,0 1-1,0-1 1,0 1-1,0 0 0,0-1 1,1 1-1,-1 0 1,1 0-1,3-4 1,5-5-6781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27.753"/>
    </inkml:context>
    <inkml:brush xml:id="br0">
      <inkml:brushProperty name="width" value="0.05" units="cm"/>
      <inkml:brushProperty name="height" value="0.05" units="cm"/>
    </inkml:brush>
  </inkml:definitions>
  <inkml:trace contextRef="#ctx0" brushRef="#br0">1 0 24575,'0'19'0,"-1"30"0,8 64 0,-1-57 0,-3 106 0,-3-101 0,0-56-227,-1 0-1,1 1 1,-1-1-1,0 0 1,-2 6-1,0-1-6598</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29.799"/>
    </inkml:context>
    <inkml:brush xml:id="br0">
      <inkml:brushProperty name="width" value="0.05" units="cm"/>
      <inkml:brushProperty name="height" value="0.05" units="cm"/>
    </inkml:brush>
  </inkml:definitions>
  <inkml:trace contextRef="#ctx0" brushRef="#br0">3 61 24575,'0'-1'0,"-1"1"0,1-1 0,0 1 0,0 0 0,-1-1 0,1 1 0,0-1 0,0 1 0,0-1 0,0 1 0,-1-1 0,1 1 0,0-1 0,0 1 0,0-1 0,0 1 0,0-1 0,0 1 0,0-1 0,0 1 0,1 0 0,-1-1 0,0 1 0,0-1 0,0 1 0,0-1 0,1 1 0,-1-1 0,0 1 0,0 0 0,1-1 0,-1 1 0,0-1 0,1 1 0,-1 0 0,0 0 0,1-1 0,-1 1 0,1 0 0,-1-1 0,0 1 0,1 0 0,-1 0 0,1 0 0,-1 0 0,1-1 0,-1 1 0,1 0 0,-1 0 0,1 0 0,-1 0 0,2 0 0,4 0 0,0 0 0,0 0 0,11 2 0,-5-1 0,444 1 0,-242-3 0,174 1 0,-364 1 0,31 5 0,19 2 0,236-8 0,-288-1 0,31-6 0,18-1 0,61 1 0,33 0 0,942 7 0,-1089 1 0,33 6 0,-33-4 0,32 1 0,-18-3 0,68-3 0,-99 2-31,0 0-1,0 0 0,1 0 0,-1 0 1,0 0-1,0-1 0,0 1 0,0 0 0,0-1 1,0 1-1,0-1 0,0 1 0,0-1 1,0 0-1,0 1 0,0-1 0,0 0 1,0 0-1,0 1 0,-1-1 0,1 0 1,0 0-1,-1 0 0,1 0 0,0 0 1,-1 0-1,0 0 0,1 0 0,-1-1 1,1 1-1,-1 0 0,0 0 0,0 0 1,0 0-1,0 0 0,0-1 0,0 1 1,0 0-1,0 0 0,0 0 0,0 0 1,-1-3-1,-2-5-6794</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30.348"/>
    </inkml:context>
    <inkml:brush xml:id="br0">
      <inkml:brushProperty name="width" value="0.05" units="cm"/>
      <inkml:brushProperty name="height" value="0.05" units="cm"/>
    </inkml:brush>
  </inkml:definitions>
  <inkml:trace contextRef="#ctx0" brushRef="#br0">35 1 24575,'0'420'0,"-2"-393"0,-4 30 0,-1 17 0,6-67-195,0 0 0,0 0 0,0 0 0,-1 0 0,0 0 0,-4 12 0,0-9-6631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31.215"/>
    </inkml:context>
    <inkml:brush xml:id="br0">
      <inkml:brushProperty name="width" value="0.05" units="cm"/>
      <inkml:brushProperty name="height" value="0.05" units="cm"/>
    </inkml:brush>
  </inkml:definitions>
  <inkml:trace contextRef="#ctx0" brushRef="#br0">3764 135 24575,'-155'-7'0,"-7"-1"0,57 9 0,-222-2 0,1-21 0,264 17 0,-59-6 0,-228-11 0,203 15 0,11 0 0,13 7 0,-253-16 0,178 3 0,162 12 0,-58-6 0,-34 0 0,112 6 0,-35 1 0,-91 10 0,48-3 0,63-6 0,-38 6 0,13 3 0,8-1 0,0-1 0,-71 1 0,90-9 0,1 1 0,-33 6 0,-5-1 112,44-5-851,-26 4 1,32-2-6088</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46.278"/>
    </inkml:context>
    <inkml:brush xml:id="br0">
      <inkml:brushProperty name="width" value="0.05" units="cm"/>
      <inkml:brushProperty name="height" value="0.05" units="cm"/>
    </inkml:brush>
  </inkml:definitions>
  <inkml:trace contextRef="#ctx0" brushRef="#br0">0 0 24575,'1'3'0,"1"0"0,-1 0 0,0 0 0,1-1 0,0 1 0,0-1 0,-1 1 0,1-1 0,1 0 0,-1 0 0,5 4 0,-1 0 0,23 21 0,37 29 0,-2-4 0,-60-49-124,0 0 0,-1 1 0,1-1 0,-1 1 0,1 0 0,-1 0-1,0 1 1,-1-1 0,1 0 0,2 7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46.671"/>
    </inkml:context>
    <inkml:brush xml:id="br0">
      <inkml:brushProperty name="width" value="0.05" units="cm"/>
      <inkml:brushProperty name="height" value="0.05" units="cm"/>
    </inkml:brush>
  </inkml:definitions>
  <inkml:trace contextRef="#ctx0" brushRef="#br0">175 14 24575,'0'0'0,"0"-1"0,0 0 0,-1 0 0,1 0 0,-1 1 0,1-1 0,-1 0 0,1 0 0,-1 1 0,0-1 0,1 0 0,-1 1 0,0-1 0,1 1 0,-1-1 0,0 1 0,0-1 0,1 1 0,-1 0 0,0-1 0,0 1 0,0 0 0,0 0 0,1-1 0,-1 1 0,0 0 0,0 0 0,0 0 0,0 0 0,0 0 0,0 0 0,0 0 0,1 1 0,-1-1 0,0 0 0,0 0 0,0 1 0,0-1 0,1 0 0,-3 2 0,-2 1 0,0 1 0,0 0 0,0 0 0,-8 9 0,4-5 0,-18 16 0,14-14 0,1 1 0,0 0 0,-17 23 0,24-25-1365,1 0-5461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47.419"/>
    </inkml:context>
    <inkml:brush xml:id="br0">
      <inkml:brushProperty name="width" value="0.05" units="cm"/>
      <inkml:brushProperty name="height" value="0.05" units="cm"/>
    </inkml:brush>
  </inkml:definitions>
  <inkml:trace contextRef="#ctx0" brushRef="#br0">204 0 24575,'-44'2'0,"-55"10"0,95-12 0,1 1 0,0 0 0,0-1 0,-1 1 0,1 0 0,0 1 0,0-1 0,0 1 0,0-1 0,0 1 0,0 0 0,0 0 0,1 0 0,-3 3 0,3-3 0,1 0 0,-1 0 0,1 0 0,0 0 0,0 0 0,0 0 0,0 0 0,1 0 0,-1 1 0,0-1 0,1 0 0,0 1 0,-1-1 0,1 0 0,0 1 0,0-1 0,0 0 0,1 1 0,-1-1 0,2 5 0,0 0 0,1 0 0,0 0 0,1 0 0,0-1 0,0 1 0,0-1 0,1 0 0,5 6 0,-3-4 0,-1-1 0,-1 1 0,1 0 0,6 15 0,-8-14 0,-1 0 0,0-1 0,0 1 0,-1 1 0,0-1 0,-1 0 0,0 0 0,0 1 0,-1-1 0,-1 0 0,1 1 0,-4 14 0,-1-3 0,2-14 0,1 1 0,1-1 0,-2 12 0,3-18 0,1 1 0,-1-1 0,0 1 0,0-1 0,1 0 0,-1 1 0,1-1 0,-1 0 0,1 0 0,0 1 0,-1-1 0,1 0 0,0 0 0,0 0 0,0 0 0,0 0 0,0 0 0,0 0 0,0 0 0,0 0 0,0 0 0,0 0 0,0-1 0,1 1 0,-1-1 0,2 2 0,5 0 0,0 1 0,-1-1 0,13 2 0,-5-1 0,-7-1-109,-1 0-31,1 0 1,-1-1-1,1 1 1,0-1-1,-1-1 1,1 0-1,0 0 0,9-1 1,-7-2-6687</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47.937"/>
    </inkml:context>
    <inkml:brush xml:id="br0">
      <inkml:brushProperty name="width" value="0.05" units="cm"/>
      <inkml:brushProperty name="height" value="0.05" units="cm"/>
    </inkml:brush>
  </inkml:definitions>
  <inkml:trace contextRef="#ctx0" brushRef="#br0">10 1 24575,'0'0'0,"-1"0"0,1 0 0,0 0 0,-1 0 0,1 0 0,0 0 0,-1 0 0,1 0 0,-1 0 0,1 0 0,0 0 0,-1 0 0,1 1 0,0-1 0,0 0 0,-1 0 0,1 0 0,0 0 0,-1 1 0,1-1 0,0 0 0,0 0 0,-1 1 0,1-1 0,0 0 0,0 1 0,0-1 0,-1 0 0,1 1 0,0-1 0,0 0 0,0 1 0,2 13 0,10 11 0,-9-21 0,1 0 0,-1 0 0,1 0 0,0 0 0,0-1 0,0 0 0,6 3 0,-10-5 0,1-1 0,0 1 0,0-1 0,-1 1 0,1-1 0,0 0 0,0 1 0,0-1 0,0 0 0,-1 0 0,1 1 0,0-1 0,0 0 0,0 0 0,0 0 0,0 0 0,0 0 0,-1 0 0,1 0 0,0-1 0,0 1 0,0 0 0,0 0 0,0-1 0,-1 1 0,1 0 0,0-1 0,0 1 0,-1-1 0,1 1 0,0-1 0,-1 1 0,1-1 0,0 0 0,-1 1 0,1-1 0,-1 0 0,1 1 0,-1-1 0,1 0 0,-1 0 0,0 0 0,1 1 0,-1-1 0,0 0 0,0 0 0,1 0 0,-1 0 0,0 0 0,0 0 0,2-16 0,-2 14 0,0-1 0,1 0 0,-1 1 0,1-1 0,2-6 0,-3 9 0,1 0 0,-1 1 0,1-1 0,-1 0 0,1 0 0,-1 1 0,1-1 0,-1 1 0,1-1 0,0 0 0,-1 1 0,1-1 0,0 1 0,0 0 0,-1-1 0,1 1 0,0-1 0,0 1 0,0 0 0,-1 0 0,1 0 0,0-1 0,0 1 0,0 0 0,0 0 0,0 0 0,-1 0 0,1 0 0,0 0 0,1 1 0,6 1 0,0 1 0,1 0 0,-2 0 0,1 1 0,0 0 0,-1 0 0,0 1 0,9 6 0,9 6 0,17 7-1365</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48.622"/>
    </inkml:context>
    <inkml:brush xml:id="br0">
      <inkml:brushProperty name="width" value="0.05" units="cm"/>
      <inkml:brushProperty name="height" value="0.05" units="cm"/>
    </inkml:brush>
  </inkml:definitions>
  <inkml:trace contextRef="#ctx0" brushRef="#br0">0 33 24575,'8'-5'0,"0"1"0,1 0 0,-1 0 0,1 1 0,-1 0 0,1 0 0,0 1 0,0 0 0,11 0 0,-13 2 0,1 0 0,-1 0 0,0 1 0,0 0 0,0 0 0,0 1 0,0 0 0,0 0 0,0 1 0,-1 0 0,1 0 0,7 5 0,-11-6 0,5 3 0,0 0 0,0 0 0,-1 1 0,1 0 0,8 10 0,-15-14 0,0-1 0,0 1 0,0-1 0,0 1 0,0-1 0,0 1 0,0 0 0,0-1 0,-1 1 0,1 0 0,-1 0 0,1 0 0,-1-1 0,0 1 0,0 0 0,0 0 0,0 0 0,0 0 0,0 0 0,0-1 0,-1 1 0,1 0 0,-1 0 0,1 0 0,-1-1 0,0 1 0,1 0 0,-1-1 0,0 1 0,0 0 0,0-1 0,-1 1 0,1-1 0,-2 2 0,0 0 0,1 0 0,-1 0 0,0 1 0,1-1 0,0 1 0,0 0 0,0 0 0,-1 4 0,2-6 0,1 0 0,-1 1 0,1-1 0,0 0 0,0 1 0,0-1 0,0 0 0,1 1 0,-1-1 0,1 0 0,-1 0 0,1 1 0,0-1 0,0 0 0,0 0 0,2 3 0,4 8 0,16 18 0,6 12 0,-26-39 0,-1 0 0,0 0 0,0 0 0,-1 1 0,1-1 0,-1 1 0,0-1 0,1 7 0,-2-9 0,0-1 0,0 1 0,0-1 0,0 1 0,0-1 0,-1 0 0,1 1 0,0-1 0,-1 1 0,1-1 0,-1 0 0,1 0 0,-1 1 0,0-1 0,0 0 0,1 0 0,-1 0 0,0 1 0,-1 0 0,-1 0 0,1-1 0,0 1 0,-1-1 0,1 1 0,-1-1 0,1 0 0,-1 0 0,0 0 0,-3 1 0,-5 0 0,-1-1 0,0 0 0,-19 0 0,28-1 0,-50-1-1365,39 1-5461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01.726"/>
    </inkml:context>
    <inkml:brush xml:id="br0">
      <inkml:brushProperty name="width" value="0.05" units="cm"/>
      <inkml:brushProperty name="height" value="0.05" units="cm"/>
    </inkml:brush>
  </inkml:definitions>
  <inkml:trace contextRef="#ctx0" brushRef="#br0">0 1 24575,'0'2'0,"0"4"0,3 1 0,0 1 0,0 2 0,0 2 0,1-1 0,1 0 0,-1 1 0,1 0 0,3 1 0,-1 1 0,-1 1 0,-1 0 0,-2-1 0,-2-1-8191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02.224"/>
    </inkml:context>
    <inkml:brush xml:id="br0">
      <inkml:brushProperty name="width" value="0.05" units="cm"/>
      <inkml:brushProperty name="height" value="0.05" units="cm"/>
    </inkml:brush>
  </inkml:definitions>
  <inkml:trace contextRef="#ctx0" brushRef="#br0">0 39 24575,'161'-32'0,"-135"29"0,0 1 0,1 0 0,-1 3 0,30 3 0,-55-4 0,39 7 0,-38-6 0,0-1 0,0 1 0,0-1 0,0 1 0,0 0 0,0 0 0,0 0 0,0 0 0,0 1 0,0-1 0,0 0 0,-1 1 0,1-1 0,-1 1 0,2 2 0,-2-3 0,-1 0 0,0 0 0,1 0 0,-1 0 0,0 0 0,0 0 0,0 0 0,0 0 0,0 0 0,0 0 0,0 1 0,0-1 0,0 0 0,-1 0 0,1 0 0,0 0 0,-1 0 0,1 0 0,-1 0 0,1 0 0,-1 0 0,1 0 0,-1 0 0,0 0 0,1-1 0,-1 1 0,0 0 0,0 0 0,0-1 0,0 1 0,1 0 0,-1-1 0,-2 1 0,-3 3 0,-1 0 0,1 0 0,-11 3 0,16-6 0,-4 0 0,0 1 0,1 0 0,-1 1 0,1-1 0,-1 1 0,-4 4 0,9-6 0,-1 0 0,0 0 0,0 0 0,0-1 0,0 2 0,1-1 0,-1 0 0,1 0 0,-1 0 0,1 0 0,-1 0 0,1 0 0,-1 0 0,1 1 0,0-1 0,0 0 0,0 0 0,0 1 0,-1-1 0,2 0 0,-1 0 0,0 1 0,0-1 0,0 0 0,1 0 0,-1 0 0,0 1 0,1-1 0,-1 0 0,1 0 0,1 2 0,1 2 0,0-1 0,0 1 0,1-1 0,0 1 0,0-1 0,0 0 0,9 5 0,38 24 0,-20-16 0,-25-13 0,3 2 0,0 0 0,11 10 0,-18-14 0,-1-1 0,0 0 0,1 1 0,-1-1 0,0 1 0,1-1 0,-1 1 0,0 0 0,0 0 0,0-1 0,-1 1 0,1 0 0,0 0 0,-1 0 0,1 0 0,-1 0 0,1 0 0,-1 0 0,0 3 0,-1-3 0,1-1 0,-1 1 0,0-1 0,1 0 0,-1 1 0,0-1 0,0 0 0,0 0 0,0 0 0,0 0 0,0 1 0,0-1 0,-1-1 0,1 1 0,0 0 0,0 0 0,-1 0 0,1-1 0,-1 1 0,1-1 0,-1 1 0,1-1 0,-3 1 0,-5 1 0,0 0 0,-13 1 0,20-3 0,-152 2 20,89-3-1405,45 1-5441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03.319"/>
    </inkml:context>
    <inkml:brush xml:id="br0">
      <inkml:brushProperty name="width" value="0.05" units="cm"/>
      <inkml:brushProperty name="height" value="0.05" units="cm"/>
    </inkml:brush>
  </inkml:definitions>
  <inkml:trace contextRef="#ctx0" brushRef="#br0">800 6 24575,'-11'1'0,"1"0"0,-19 4 0,-9 2 0,-25 0 0,-43 2 0,90-9 0,-103 3 0,-150-15 0,232 7-682,-50-12-1,73 12-6143</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03.928"/>
    </inkml:context>
    <inkml:brush xml:id="br0">
      <inkml:brushProperty name="width" value="0.05" units="cm"/>
      <inkml:brushProperty name="height" value="0.05" units="cm"/>
    </inkml:brush>
  </inkml:definitions>
  <inkml:trace contextRef="#ctx0" brushRef="#br0">7 152 24575,'118'-54'0,"-103"48"0,-6 4 0,-1-1 0,0-1 0,1 0 0,-1 0 0,-1 0 0,1-1 0,12-10 0,-19 14 0,-1 1 0,1-1 0,0 1 0,-1-1 0,0 1 0,1-1 0,-1 0 0,1 1 0,-1-1 0,0 0 0,1 1 0,-1-1 0,0 0 0,0 1 0,0-1 0,1 0 0,-1 0 0,0 1 0,0-1 0,0 0 0,0 0 0,0 1 0,0-1 0,0 0 0,-1 1 0,1-1 0,0 0 0,-1 0 0,0-1 0,0 1 0,0 0 0,0 0 0,0 0 0,0 0 0,0 0 0,0 0 0,-1 0 0,1 0 0,0 1 0,-1-1 0,-2-1 0,-4-1 0,-1 1 0,0 0 0,-13-2 0,5 2 0,0 0 0,0 1 0,0 1 0,0 0 0,-31 6 0,47-6 0,-1 0 0,1 0 0,0 1 0,0-1 0,0 1 0,0-1 0,-1 1 0,1-1 0,0 1 0,0 0 0,0-1 0,0 1 0,0 0 0,0 0 0,1 0 0,-1 0 0,0 0 0,0 0 0,1 0 0,-2 1 0,2-1 0,0 0 0,0 1 0,-1-1 0,1 0 0,0 0 0,0 1 0,0-1 0,1 0 0,-1 0 0,0 1 0,0-1 0,1 0 0,-1 0 0,0 0 0,1 0 0,1 2 0,2 5 0,1-1 0,1 0 0,-1 0 0,11 9 0,-10-10 0,-1-1-114,0 0 1,0 0-1,-1 0 0,1 1 0,-2-1 1,1 1-1,0 0 0,-1 0 0,0 0 1,-1 1-1,3 6 0,-4-3-6712</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04.927"/>
    </inkml:context>
    <inkml:brush xml:id="br0">
      <inkml:brushProperty name="width" value="0.05" units="cm"/>
      <inkml:brushProperty name="height" value="0.05" units="cm"/>
    </inkml:brush>
  </inkml:definitions>
  <inkml:trace contextRef="#ctx0" brushRef="#br0">0 59 24575,'17'-8'0,"1"0"0,0 2 0,0 0 0,1 1 0,0 1 0,-1 0 0,1 2 0,0 0 0,31 1 0,196 22 0,-135-9 0,363 2 0,-398-15 0,-16 0 0,0-3 0,75-15 0,-129 17 0,24-2 0,-29 4 0,0-1 0,1 1 0,-1 0 0,0 0 0,1 0 0,-1 1 0,0-1 0,1 0 0,-1 0 0,0 1 0,1-1 0,-1 1 0,0-1 0,0 1 0,0-1 0,1 1 0,0 1 0,-1-2 0,-1 0 0,0 1 0,0-1 0,0 0 0,1 0 0,-1 1 0,0-1 0,0 0 0,0 0 0,0 1 0,0-1 0,1 0 0,-1 1 0,0-1 0,0 0 0,0 1 0,0-1 0,0 0 0,0 0 0,0 1 0,0-1 0,0 0 0,0 1 0,0-1 0,0 0 0,-1 1 0,1-1 0,0 0 0,0 0 0,0 1 0,-10 6 0,-13 0 0,3-6 0,0 0 0,-1-1 0,1-1 0,0-1 0,0-1 0,1 0 0,-1-2 0,0 0 0,1-1 0,0-1 0,-18-10 0,20 7 0,16 10 0,4 2 0,1 0 0,91 50 0,-29-18 0,-55-27 0,-1-1 0,14 12 0,-22-16 0,1 0 0,-1 0 0,1 0 0,-1 1 0,0-1 0,0 1 0,0-1 0,-1 1 0,1 0 0,-1 0 0,1 0 0,-1 0 0,0 0 0,1 5 0,-2-7 5,0 0 0,0 0 1,0 0-1,0 0 0,0 0 0,0 0 0,-1 1 0,1-1 0,0 0 0,-1 0 1,1 0-1,-1 0 0,1 0 0,-1 0 0,1-1 0,-1 1 0,0 0 0,0 0 0,1 0 1,-1 0-1,0-1 0,-2 2 0,0 0-252,0 0 0,-1 0-1,1 0 1,-1 0 0,-3 0 0,-8 3-6579</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33.813"/>
    </inkml:context>
    <inkml:brush xml:id="br0">
      <inkml:brushProperty name="width" value="0.05" units="cm"/>
      <inkml:brushProperty name="height" value="0.05" units="cm"/>
      <inkml:brushProperty name="color" value="#00A0D7"/>
    </inkml:brush>
  </inkml:definitions>
  <inkml:trace contextRef="#ctx0" brushRef="#br0">2331 121 24575,'1'0'0,"0"-1"0,0 0 0,0 0 0,1 1 0,-1-1 0,0 1 0,1-1 0,-1 1 0,1-1 0,-1 1 0,0 0 0,1 0 0,-1-1 0,1 1 0,2 1 0,26 2 0,-11 0 0,13-2 0,-27-1 0,-23 0 0,-976-1 0,973 2 0,-31 6 0,-11 0 0,-281-5 0,177-4 0,77-5 0,60 3 0,-31 0 0,-528 4 0,589 1 0,-1-1 0,0 0 0,1 0 0,-1 0 0,1 0 0,-1 0 0,1 0 0,-1 0 0,1 0 0,-1 0 0,0 0 0,1 0 0,-1-1 0,1 1 0,-1 0 0,1 0 0,-1 0 0,1-1 0,-1 0 0,9-4 0,20-3 0,-28 8 0,65-15 0,-42 11 0,0-1 0,0-2 0,25-9 0,-47 15 0,0 1 0,1-1 0,-1 1 0,0-1 0,0 1 0,0-1 0,0 0 0,0 1 0,0-1 0,0 0 0,0 0 0,0 0 0,0 0 0,-1 0 0,1 0 0,0 0 0,-1 0 0,1 0 0,0 0 0,-1 0 0,1-2 0,-1 2 0,0-1 0,-1 1 0,1 0 0,0 0 0,-1 0 0,1 0 0,-1 0 0,1 0 0,-1 1 0,1-1 0,-1 0 0,0 0 0,1 0 0,-1 0 0,0 1 0,0-1 0,1 0 0,-1 0 0,0 1 0,0-1 0,0 1 0,0-1 0,0 1 0,0-1 0,-1 1 0,-5-3 0,-1 0 0,1 0 0,0 1 0,-1 0 0,1 1 0,-1 0 0,0 0 0,-8 0 0,13 1 0,0 0 0,0 0 0,0 0 0,0 1 0,0-1 0,0 1 0,0-1 0,0 1 0,0 0 0,1 1 0,-1-1 0,0 0 0,1 1 0,-1-1 0,1 1 0,-1 0 0,1 0 0,0 0 0,-1 0 0,1 0 0,0 0 0,0 1 0,-1 2 0,-13 28 0,-11 19 0,26-51 0,1 0 0,0 0 0,-1 0 0,1 0 0,-1-1 0,1 1 0,0 0 0,0 0 0,-1 0 0,1 0 0,0 0 0,0 0 0,0 0 0,0 0 0,0 0 0,0 0 0,1 0 0,-1 0 0,0 0 0,0 0 0,1 0 0,-1 0 0,0 0 0,1-1 0,-1 1 0,1 0 0,0 0 0,-1 0 0,1-1 0,-1 1 0,1 0 0,0-1 0,0 1 0,-1 0 0,1-1 0,0 1 0,0-1 0,0 1 0,-1-1 0,1 0 0,2 1 0,5 3 0,0-1 0,0 0 0,16 2 0,-16-3 0,64 14 0,99 29 0,-169-44-151,1 0-1,-1 0 0,1 0 0,-1 0 1,1 1-1,-1-1 0,0 1 1,4 3-1,1 4-6674</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34.877"/>
    </inkml:context>
    <inkml:brush xml:id="br0">
      <inkml:brushProperty name="width" value="0.05" units="cm"/>
      <inkml:brushProperty name="height" value="0.05" units="cm"/>
      <inkml:brushProperty name="color" value="#00A0D7"/>
    </inkml:brush>
  </inkml:definitions>
  <inkml:trace contextRef="#ctx0" brushRef="#br0">266 162 24575,'6'-5'0,"-4"1"0,1 1 0,0 0 0,0 0 0,1 0 0,-1 0 0,1 0 0,-1 1 0,1 0 0,0-1 0,0 1 0,0 1 0,0-1 0,0 1 0,0-1 0,1 1 0,3 0 0,-1 0 0,1 0 0,-1 1 0,0 0 0,0 0 0,0 1 0,0-1 0,0 2 0,0-1 0,0 1 0,7 3 0,-14-5 0,0 0 0,0 0 0,0 0 0,0 0 0,0 0 0,0 0 0,0 0 0,1 0 0,-1 0 0,0 0 0,0 0 0,0 0 0,0 0 0,0 0 0,0 0 0,0 0 0,0 0 0,0 0 0,0 0 0,0 0 0,0 0 0,1 0 0,-1 0 0,0 0 0,0 0 0,0 0 0,0 0 0,0 1 0,0-1 0,0 0 0,0 0 0,0 0 0,0 0 0,0 0 0,0 0 0,0 0 0,0 0 0,0 0 0,0 0 0,0 1 0,0-1 0,0 0 0,0 0 0,0 0 0,0 0 0,0 0 0,0 0 0,0 0 0,0 0 0,0 0 0,0 0 0,0 0 0,0 1 0,-7 1 0,-8-1 0,1-3 0,-1-1 0,1-1 0,0 0 0,1-1 0,-22-10 0,-1 0 0,29 13 0,-75-32 0,68 28 0,1-2 0,0 1 0,-21-18 0,29 22 0,10 9 0,11 8 0,13 4 0,0-2 0,55 22 0,5 2 0,-71-32 0,-7-2 0,1 0 0,13 9 0,-23-14 0,1 1 0,-1 0 0,0 0 0,0 0 0,1 0 0,-1 1 0,-1-1 0,1 1 0,0-1 0,0 1 0,-1 0 0,0-1 0,1 1 0,0 5 0,-2-7 0,1 0 0,-1 0 0,0 1 0,0-1 0,0 0 0,0 0 0,0 1 0,0-1 0,0 0 0,0 0 0,-1 1 0,1-1 0,-1 0 0,1 0 0,-1 0 0,1 0 0,-1 1 0,1-1 0,-1 0 0,0 0 0,0 0 0,1 0 0,-1 0 0,0-1 0,0 1 0,0 0 0,0 0 0,0 0 0,0-1 0,0 1 0,-2 0 0,-4 2 0,1-1 0,-1 0 0,1 0 0,-12 1 0,10-1 0,-24 2 0,0-1 0,-41-1 0,-33 3 0,90-2-9,0 0-1,0 2 1,-21 8-1,7-3-1317,16-6-5499</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37.074"/>
    </inkml:context>
    <inkml:brush xml:id="br0">
      <inkml:brushProperty name="width" value="0.05" units="cm"/>
      <inkml:brushProperty name="height" value="0.05" units="cm"/>
      <inkml:brushProperty name="color" value="#00A0D7"/>
    </inkml:brush>
  </inkml:definitions>
  <inkml:trace contextRef="#ctx0" brushRef="#br0">31 47 24575,'0'-1'0,"-1"-3"0,1 1 0,-1-1 0,0 0 0,-1 0 0,1 1 0,-1-1 0,0 1 0,1-1 0,-2 1 0,-3-6 0,6 9 0,0 0 0,0 0 0,0 0 0,-1 0 0,1 0 0,0 0 0,0 0 0,0 0 0,0-1 0,0 1 0,0 0 0,-1 0 0,1 0 0,0 0 0,0 0 0,0 0 0,0 0 0,0 0 0,-1 0 0,1 0 0,0 0 0,0 0 0,0 0 0,0 0 0,0 0 0,-1 0 0,1 0 0,0 0 0,0 0 0,0 0 0,0 1 0,0-1 0,0 0 0,-1 0 0,1 0 0,0 0 0,0 0 0,0 0 0,0 0 0,0 0 0,0 1 0,-3 7 0,1 10 0,2 13 0,2-1 0,1 1 0,1-1 0,13 45 0,-12-54 0,-2-8 0,0 0 0,1-1 0,0 0 0,1 0 0,9 17 0,-14-28 0,1 0 0,-1 0 0,1 0 0,-1 0 0,1-1 0,0 1 0,0 0 0,-1 0 0,1-1 0,0 1 0,0 0 0,-1-1 0,1 1 0,0-1 0,0 1 0,0-1 0,0 0 0,0 1 0,0-1 0,2 0 0,-2 0 0,0 0 0,0 0 0,-1 0 0,1 0 0,0-1 0,0 1 0,0 0 0,0-1 0,0 1 0,0-1 0,-1 1 0,1-1 0,0 0 0,0 1 0,-1-1 0,1 0 0,1 0 0,0-3 0,1 1 0,-1-1 0,0 0 0,0 1 0,0-1 0,-1 0 0,1 0 0,1-7 0,-2-9 0,1-7 0,-2 26 0,0 0 0,0 0 0,1 0 0,-1-1 0,0 1 0,1 0 0,-1 0 0,1 0 0,-1 0 0,1 0 0,-1 0 0,1 0 0,0 0 0,0 0 0,1-1 0,-1 1 0,-1 1 0,1 0 0,0-1 0,0 1 0,0 0 0,0 0 0,-1-1 0,1 1 0,0 0 0,0 0 0,0 0 0,0 0 0,-1 0 0,1 0 0,0 1 0,0-1 0,0 0 0,0 0 0,-1 0 0,1 1 0,0-1 0,0 1 0,-1-1 0,1 0 0,1 2 0,19 16 0,-13-11 0,45 34 98,8 7-1561,-52-39-5363</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37.508"/>
    </inkml:context>
    <inkml:brush xml:id="br0">
      <inkml:brushProperty name="width" value="0.05" units="cm"/>
      <inkml:brushProperty name="height" value="0.05" units="cm"/>
      <inkml:brushProperty name="color" value="#00A0D7"/>
    </inkml:brush>
  </inkml:definitions>
  <inkml:trace contextRef="#ctx0" brushRef="#br0">162 40 24575,'-1'0'0,"-13"-3"0,-1 0 0,0 1 0,0 1 0,0 1 0,-1 0 0,1 0 0,-16 4 0,30-4 0,-1 0 0,1 1 0,0-1 0,-1 0 0,1 1 0,0-1 0,-1 1 0,1-1 0,0 1 0,0 0 0,0 0 0,-1-1 0,1 1 0,0 0 0,0 0 0,0 0 0,0 0 0,1 0 0,-2 2 0,2-2 0,-1 0 0,2 0 0,-1 0 0,0 0 0,0 0 0,0 0 0,0 0 0,0 0 0,1 0 0,-1 0 0,0-1 0,1 1 0,-1 0 0,1 0 0,-1 0 0,1 0 0,0 0 0,-1-1 0,1 1 0,0 0 0,-1-1 0,1 1 0,0 0 0,0-1 0,0 1 0,1 0 0,21 16 0,1 0 0,0-2 0,1-1 0,1-1 0,40 15 0,-52-24 0,0-1 0,18 3 0,-27-5 0,1 0 0,0-1 0,0 0 0,-1 0 0,1 0 0,0-1 0,-1 0 0,9-2 0,-13 3 0,0-1 0,0 1 0,0-1 0,0 1 0,0 0 0,0-1 0,0 0 0,0 1 0,0-1 0,-1 0 0,1 1 0,0-1 0,0 0 0,-1 0 0,1 1 0,0-1 0,-1 0 0,1 0 0,-1 0 0,1 0 0,-1 0 0,1 0 0,-1-1 0,0 0 0,0 0 0,0 1 0,0-1 0,0 0 0,0 0 0,-1 1 0,1-1 0,0 0 0,-1 0 0,0 1 0,1-1 0,-3-2 0,-1-4 0,-1 1 0,-1-1 0,0 1 0,-7-7 0,0 1 0,0 1 0,-1 1 0,-1 0 0,0 0 0,0 1 0,-1 1 0,-21-8 0,35 16-85,-1 0 0,1 0-1,-1 0 1,1 0 0,-1 1-1,1 0 1,-1-1 0,1 1-1,-1 0 1,1 0 0,-1 0-1,1 1 1,-1-1 0,1 1-1,-5 1 1,-6 3-6741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38.045"/>
    </inkml:context>
    <inkml:brush xml:id="br0">
      <inkml:brushProperty name="width" value="0.05" units="cm"/>
      <inkml:brushProperty name="height" value="0.05" units="cm"/>
      <inkml:brushProperty name="color" value="#00A0D7"/>
    </inkml:brush>
  </inkml:definitions>
  <inkml:trace contextRef="#ctx0" brushRef="#br0">89 236 24575,'0'1'0,"-3"14"0,1 1 0,1-1 0,0 18 0,1-28 0,1-1 0,-1 0 0,1 1 0,0-1 0,1 1 0,2 6 0,-3-9 0,0 0 0,0 0 0,0 0 0,1 0 0,-1-1 0,1 1 0,-1 0 0,1-1 0,-1 1 0,1-1 0,0 0 0,0 1 0,0-1 0,3 2 0,-4-3 0,-1 0 0,1 1 0,0-1 0,-1 0 0,1 1 0,0-1 0,0 0 0,-1 0 0,1 0 0,0 0 0,0 0 0,-1 0 0,1 0 0,0 0 0,0 0 0,0 0 0,-1 0 0,1 0 0,0 0 0,0-1 0,-1 1 0,1 0 0,0-1 0,0 1 0,0-1 0,-1 0 0,0 1 0,1-1 0,-1 0 0,1 1 0,-1-1 0,0 0 0,1 0 0,-1 1 0,0-1 0,0 0 0,0 0 0,0 0 0,0 1 0,0-1 0,0 0 0,0-1 0,0-2 0,0 1 0,-1-1 0,0 0 0,0 0 0,0 0 0,0 1 0,-4-8 0,-34-46 0,26 39 0,1 0 0,1-1 0,-15-32 0,24 46 0,-6-15 0,-5-24 0,11 40 0,1-1 0,0 0 0,1 1 0,-1-1 0,1 0 0,0 0 0,0 0 0,0 1 0,1-1 0,0 0 0,1-6 0,-1 9 0,0 1 0,0-1 0,0 0 0,0 0 0,0 0 0,0 1 0,0-1 0,1 1 0,-1-1 0,0 1 0,1-1 0,0 1 0,-1 0 0,1 0 0,0 0 0,3-2 0,-2 2 0,0 0 0,0 0 0,1 0 0,-1 1 0,1-1 0,-1 1 0,1 0 0,-1-1 0,5 2 0,0 0 0,1 1 0,0-1 0,-1 2 0,1-1 0,-1 1 0,14 7 0,-17-7 0,-1-1 0,0 1 0,0 0 0,0 0 0,0 0 0,-1 1 0,1-1 0,-1 1 0,0 0 0,5 7 0,-7-10 0,-1 1 0,1 0 0,0-1 0,0 1 0,-1 0 0,1-1 0,-1 1 0,0 0 0,1 0 0,-1-1 0,0 1 0,0 0 0,0 0 0,0 0 0,-1-1 0,1 1 0,0 0 0,-1 0 0,1-1 0,-1 1 0,0 0 0,1-1 0,-1 1 0,0 0 0,0-1 0,0 1 0,0-1 0,0 0 0,0 1 0,-1-1 0,1 0 0,-2 2 0,-2 0 0,0 0 0,1 0 0,-1 0 0,-1 0 0,1-1 0,0 0 0,0 0 0,-7 1 0,-48 8 0,46-9 0,-21 2-1365,20-3-5461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38.542"/>
    </inkml:context>
    <inkml:brush xml:id="br0">
      <inkml:brushProperty name="width" value="0.05" units="cm"/>
      <inkml:brushProperty name="height" value="0.05" units="cm"/>
      <inkml:brushProperty name="color" value="#00A0D7"/>
    </inkml:brush>
  </inkml:definitions>
  <inkml:trace contextRef="#ctx0" brushRef="#br0">0 0 24575,'1'19'0,"0"0"0,2 0 0,0 0 0,7 21 0,28 72 0,-34-102 0,-3-7 0,0-1 0,0-1 0,-1 1 0,1 0 0,-1-1 0,1 1 0,-1 0 0,1 0 0,-1-1 0,0 1 0,0 0 0,0 0 0,0 0 0,0-1 0,0 4 0,-1-5-45,1 0-1,0 0 1,-1 0-1,1 0 1,0 0-1,-1 0 1,1 0-1,0 0 1,-1-1-1,1 1 1,0 0-1,-1 0 1,1 0-1,0 0 1,-1 0-1,1-1 1,0 1-1,0 0 1,-1 0-1,1-1 1,0 1-1,0 0 1,-1 0-1,1-1 1,0 1-1,0 0 0,0 0 1,0-1-1,-1 0 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39.168"/>
    </inkml:context>
    <inkml:brush xml:id="br0">
      <inkml:brushProperty name="width" value="0.05" units="cm"/>
      <inkml:brushProperty name="height" value="0.05" units="cm"/>
      <inkml:brushProperty name="color" value="#00A0D7"/>
    </inkml:brush>
  </inkml:definitions>
  <inkml:trace contextRef="#ctx0" brushRef="#br0">0 107 24575,'8'-14'0,"1"2"0,1-1 0,0 1 0,0 1 0,15-13 0,-22 22 0,-1-1 0,1 2 0,0-1 0,-1 0 0,1 0 0,0 1 0,0 0 0,0-1 0,1 1 0,-1 0 0,0 1 0,0-1 0,1 1 0,-1-1 0,0 1 0,1 0 0,-1 0 0,0 0 0,0 1 0,1-1 0,-1 1 0,0 0 0,0 0 0,1 0 0,-1 0 0,0 0 0,0 1 0,-1-1 0,1 1 0,5 4 0,-4-3 0,1 1 0,-1-1 0,0 1 0,-1 0 0,1 0 0,-1 1 0,0-1 0,0 1 0,0-1 0,-1 1 0,1 0 0,1 5 0,-3-6 0,0-1 0,-1 0 0,1 0 0,-1 0 0,1 1 0,-1-1 0,0 0 0,0 1 0,0-1 0,-1 0 0,1 1 0,-1-1 0,0 0 0,0 0 0,0 0 0,0 0 0,-1 0 0,1 0 0,-1 0 0,-3 5 0,0-2 0,-1 0 0,0 0 0,0 0 0,0-1 0,0 0 0,-11 6 0,-45 21 0,9-5 0,55-26 0,-1 0 0,1 0 0,0 0 0,0 0 0,0 0 0,0 0 0,0-1 0,4 2 0,6 2 0,318 128 0,-309-123-1365,-4 0-5461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34.138"/>
    </inkml:context>
    <inkml:brush xml:id="br0">
      <inkml:brushProperty name="width" value="0.05" units="cm"/>
      <inkml:brushProperty name="height" value="0.05" units="cm"/>
    </inkml:brush>
  </inkml:definitions>
  <inkml:trace contextRef="#ctx0" brushRef="#br0">0 8 24575,'5'-7'0,"-1"7"0,0 13 0,-1 23 0,-3-18 0,8 179 0,-3-153 0,-3 1 0,-3 69 0,-5-93-21,1 2 121,4-22-180,1 0 0,0 1-1,0-1 1,0 0 0,0 0 0,0 0-1,1 0 1,-1 0 0,0 0 0,0 0 0,1 0-1,-1 0 1,1 0 0,-1 0 0,1 0-1,-1 0 1,2 1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35.940"/>
    </inkml:context>
    <inkml:brush xml:id="br0">
      <inkml:brushProperty name="width" value="0.05" units="cm"/>
      <inkml:brushProperty name="height" value="0.05" units="cm"/>
    </inkml:brush>
  </inkml:definitions>
  <inkml:trace contextRef="#ctx0" brushRef="#br0">46 99 24575,'-16'-3'0,"11"3"0,1-1 0,0 0 0,-1 0 0,-7-4 0,12 4 0,5-1 0,4 1 0,172 2 0,-125 6 0,20 1 0,-3-7 0,102-12 0,-100 5 0,112 5 0,-88 3 0,-90-2 0,49 0 0,73-9 0,-68 3 0,106 5 0,-82 2 0,923-1 0,-987-1 0,32-6 0,-31 4 0,28-1 0,7 5 0,45-2 0,-55-6 0,-31 3 0,32 0 0,231 4 0,-264-1 0,1-1 0,-1-1 0,31-8 0,-1-1 0,-23 5-1365,-15 4-5461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36.500"/>
    </inkml:context>
    <inkml:brush xml:id="br0">
      <inkml:brushProperty name="width" value="0.05" units="cm"/>
      <inkml:brushProperty name="height" value="0.05" units="cm"/>
    </inkml:brush>
  </inkml:definitions>
  <inkml:trace contextRef="#ctx0" brushRef="#br0">30 0 24575,'-1'0'0,"0"1"0,0-1 0,0 0 0,0 1 0,-1-1 0,1 1 0,0-1 0,0 1 0,0-1 0,0 1 0,0 0 0,0-1 0,0 1 0,1 0 0,-1 0 0,0 0 0,0 0 0,0 0 0,1 0 0,-1 0 0,1 0 0,-1 0 0,1 0 0,-1 0 0,1 0 0,-1 3 0,-1 2 0,1 0 0,0 0 0,-1 11 0,1-2 0,2-1 0,0 1 0,5 22 0,-3-18 0,2 25 0,-5 26 0,-1-34 0,2-1 0,8 52 0,-7-78-105,-1 1 0,1 0 0,-1-1 0,-1 1 0,0 0 0,0 0 0,-1-1 0,0 1 0,-1-1 0,0 1 0,0-1 0,-5 11 0,2-9-6721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37.344"/>
    </inkml:context>
    <inkml:brush xml:id="br0">
      <inkml:brushProperty name="width" value="0.05" units="cm"/>
      <inkml:brushProperty name="height" value="0.05" units="cm"/>
    </inkml:brush>
  </inkml:definitions>
  <inkml:trace contextRef="#ctx0" brushRef="#br0">3670 0 24575,'-50'6'0,"0"2"0,-91 28 0,101-25 0,-1-2 0,-1-2 0,-70 4 0,-168-9 0,149-3 0,-1491 1 0,1400-15 0,-5 0 0,-245 15 0,444 2 0,-30 4 0,30-2 0,-33 0 0,48-5-81,6 1-176,1 0 0,0 0 1,0 0-1,-11 3 0,8 0-6569</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49.916"/>
    </inkml:context>
    <inkml:brush xml:id="br0">
      <inkml:brushProperty name="width" value="0.05" units="cm"/>
      <inkml:brushProperty name="height" value="0.05" units="cm"/>
    </inkml:brush>
  </inkml:definitions>
  <inkml:trace contextRef="#ctx0" brushRef="#br0">1 4 24575,'0'-2'0,"2"1"0,4 1 0,1 3 0,24 24 0,9 9 0,1 2 0,-5-4 0,-5-7 0,-9-8-8191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0.168"/>
    </inkml:context>
    <inkml:brush xml:id="br0">
      <inkml:brushProperty name="width" value="0.05" units="cm"/>
      <inkml:brushProperty name="height" value="0.05" units="cm"/>
    </inkml:brush>
  </inkml:definitions>
  <inkml:trace contextRef="#ctx0" brushRef="#br0">206 0 24575,'-22'8'0,"-11"2"0,1 2 0,3-1 0,7 0 0,4-2 0,6 1 0,1 0 0,4 1 0,2 2 0,3 1 0,-2-3 0,1 1 0,0-1 0,1-1-8191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0.887"/>
    </inkml:context>
    <inkml:brush xml:id="br0">
      <inkml:brushProperty name="width" value="0.05" units="cm"/>
      <inkml:brushProperty name="height" value="0.05" units="cm"/>
    </inkml:brush>
  </inkml:definitions>
  <inkml:trace contextRef="#ctx0" brushRef="#br0">202 27 24575,'-20'-6'0,"-55"-12"0,68 17 0,0 0 0,-1 0 0,1 1 0,-1 0 0,1 0 0,-1 1 0,-12 3 0,18-4 0,1 1 0,-1-1 0,0 1 0,0 0 0,1 0 0,-1-1 0,0 1 0,1 0 0,-1 1 0,1-1 0,0 0 0,-1 0 0,1 1 0,0-1 0,0 0 0,0 1 0,0 0 0,0-1 0,-1 3 0,1-1 0,0 0 0,0 0 0,0 1 0,0-1 0,1 0 0,0 0 0,0 1 0,0-1 0,0 0 0,1 5 0,0 1 0,2 0 0,-1 1 0,1-1 0,0 0 0,1 0 0,8 13 0,-1-4 0,-1 1 0,8 21 0,-14-30 0,-1 0 0,-1 0 0,1 0 0,-2 0 0,1 0 0,-1 15 0,-3 16 0,1-28 0,1 1 0,0-1 0,0 1 0,4 21 0,-2-31 0,-1 0 0,1 0 0,-1 0 0,1-1 0,0 1 0,1-1 0,-1 1 0,1-1 0,-1 0 0,1 0 0,0 0 0,0 0 0,0-1 0,0 1 0,1-1 0,6 4 0,2 0 0,0 0 0,1-1 0,23 6 0,-29-9 30,1 0 0,-1-1 0,9 0 0,-13 0-129,-1-1 0,0 0 0,0 0 0,1-1 0,-1 1 0,0 0 0,0-1 0,0 1 0,1-1 0,-1 0 0,0 0 0,0 0 0,0 0 0,3-2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1.418"/>
    </inkml:context>
    <inkml:brush xml:id="br0">
      <inkml:brushProperty name="width" value="0.05" units="cm"/>
      <inkml:brushProperty name="height" value="0.05" units="cm"/>
    </inkml:brush>
  </inkml:definitions>
  <inkml:trace contextRef="#ctx0" brushRef="#br0">1 10 24575,'0'0'0,"0"0"0,0-1 0,0 1 0,0 0 0,0 0 0,0 0 0,0 0 0,0 0 0,0 0 0,0 0 0,0 0 0,0 0 0,0 0 0,0 0 0,0 0 0,0 0 0,0-1 0,0 1 0,0 0 0,0 0 0,0 0 0,0 0 0,0 0 0,0 0 0,0 0 0,0 0 0,0 0 0,0 0 0,0 0 0,0 0 0,0 0 0,0 0 0,0 0 0,1 0 0,-1 0 0,0-1 0,0 1 0,0 0 0,0 0 0,0 0 0,0 0 0,0 0 0,0 0 0,0 0 0,0 0 0,0 0 0,0 0 0,0 0 0,1 0 0,-1 0 0,0 0 0,0 0 0,0 0 0,0 0 0,0 0 0,0 0 0,0 1 0,0-1 0,0 0 0,0 0 0,0 0 0,6 5 0,4 7 0,15 18 0,-23-28 0,0 0 0,0 0 0,0 0 0,1 0 0,-1-1 0,0 1 0,1-1 0,-1 0 0,1 1 0,-1-1 0,6 1 0,-8-2 0,1 0 0,0 0 0,0 0 0,0 0 0,0 0 0,0-1 0,-1 1 0,1 0 0,0 0 0,0-1 0,0 1 0,-1 0 0,1-1 0,0 1 0,0-1 0,-1 1 0,1-1 0,0 1 0,-1-1 0,1 0 0,-1 1 0,1-1 0,-1 0 0,1 1 0,-1-1 0,1 0 0,-1 0 0,1-1 0,6-27 0,-3 11 0,-3 18 0,-1-1 0,1 0 0,-1 0 0,0 0 0,1 1 0,-1-1 0,1 0 0,0 0 0,-1 1 0,1-1 0,0 0 0,-1 1 0,1-1 0,0 1 0,-1-1 0,1 1 0,0-1 0,0 1 0,0 0 0,0-1 0,-1 1 0,3 0 0,-1 0 0,0 0 0,0 0 0,0 0 0,0 0 0,0 0 0,-1 1 0,1-1 0,0 1 0,0-1 0,2 2 0,4 2 0,-1 0 0,1 0 0,10 9 0,0 0 30,20 10 0,-11-7-1455,-17-10-5401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2.255"/>
    </inkml:context>
    <inkml:brush xml:id="br0">
      <inkml:brushProperty name="width" value="0.05" units="cm"/>
      <inkml:brushProperty name="height" value="0.05" units="cm"/>
    </inkml:brush>
  </inkml:definitions>
  <inkml:trace contextRef="#ctx0" brushRef="#br0">2 1 24575,'-1'0'0,"1"0"0,0 0 0,0 1 0,0-1 0,0 0 0,-1 1 0,1-1 0,0 0 0,0 1 0,0-1 0,0 1 0,0-1 0,0 0 0,0 1 0,0-1 0,0 0 0,0 1 0,0-1 0,0 0 0,0 1 0,1-1 0,-1 0 0,0 1 0,0-1 0,0 0 0,0 1 0,0-1 0,1 1 0,6 15 0,-6-14 0,9 22 0,37 96 0,-38-100 46,3 12-1457,-10-21-5415</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2.504"/>
    </inkml:context>
    <inkml:brush xml:id="br0">
      <inkml:brushProperty name="width" value="0.05" units="cm"/>
      <inkml:brushProperty name="height" value="0.05" units="cm"/>
    </inkml:brush>
  </inkml:definitions>
  <inkml:trace contextRef="#ctx0" brushRef="#br0">270 30 24575,'-28'-5'0,"-13"-2"0,-4 1 0,5 1 0,6 1 0,6 2 0,6 3 0,3 2 0,6 0-8191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5.372"/>
    </inkml:context>
    <inkml:brush xml:id="br0">
      <inkml:brushProperty name="width" value="0.05" units="cm"/>
      <inkml:brushProperty name="height" value="0.05" units="cm"/>
    </inkml:brush>
  </inkml:definitions>
  <inkml:trace contextRef="#ctx0" brushRef="#br0">0 9 24575,'36'-4'0,"-16"2"0,0 0 0,34 2 0,-52 0 0,0 0 0,0 0 0,0 1 0,-1-1 0,1 1 0,0-1 0,0 1 0,0 0 0,0 0 0,0 0 0,-1 0 0,1 0 0,0 0 0,-1 0 0,1 1 0,-1-1 0,0 0 0,1 1 0,-1-1 0,0 1 0,0 0 0,0-1 0,0 1 0,1 3 0,1 2 0,-1 1 0,0 0 0,0 0 0,1 15 0,0-1 0,5 17 0,3-1 0,17 42 0,-12-35 0,1-3 0,-11-30 0,-1 1 0,0 1 0,-1-1 0,4 23 0,-8-34 4,0 0 0,1 0-1,-1 0 1,-1 0 0,1 0 0,0 0-1,0 0 1,-1-1 0,1 1 0,-1 0-1,0 0 1,1 0 0,-1 0 0,0 0-1,0-1 1,0 1 0,0 0 0,-1-1-1,1 1 1,0-1 0,-1 1 0,1-1-1,-1 0 1,1 0 0,-1 1 0,0-1-1,1 0 1,-1 0 0,0-1 0,0 1-1,-2 1 1,-5 0-252,1 0 1,0 0-1,-1-1 1,1 0-1,-17 0 1,12-2-6579</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38.952"/>
    </inkml:context>
    <inkml:brush xml:id="br0">
      <inkml:brushProperty name="width" value="0.05" units="cm"/>
      <inkml:brushProperty name="height" value="0.05" units="cm"/>
    </inkml:brush>
  </inkml:definitions>
  <inkml:trace contextRef="#ctx0" brushRef="#br0">89 67 24575,'-11'-16'0,"-2"2"0,-17-17 0,29 31 0,1-1 0,-1 1 0,1 0 0,-1-1 0,1 1 0,-1-1 0,1 1 0,-1 0 0,0-1 0,1 1 0,-1 0 0,1 0 0,-1-1 0,0 1 0,1 0 0,-1 0 0,0 0 0,1 0 0,-1 0 0,0 0 0,0 0 0,1 0 0,-1 1 0,1-1 0,-1 0 0,1 1 0,-1-1 0,1 0 0,-1 1 0,1-1 0,0 1 0,-1-1 0,1 0 0,0 1 0,-1-1 0,1 1 0,0-1 0,0 1 0,0-1 0,-1 1 0,1 1 0,-1 4 0,0 1 0,0-1 0,1 12 0,0-3 0,-5 20 0,2 1 0,1 0 0,1 0 0,3 0 0,1-1 0,13 66 0,0-27-1365,-13-62-5461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40.121"/>
    </inkml:context>
    <inkml:brush xml:id="br0">
      <inkml:brushProperty name="width" value="0.05" units="cm"/>
      <inkml:brushProperty name="height" value="0.05" units="cm"/>
    </inkml:brush>
  </inkml:definitions>
  <inkml:trace contextRef="#ctx0" brushRef="#br0">0 90 24575,'2'-1'0,"0"-1"0,1 1 0,-1-1 0,0 1 0,0 0 0,1 0 0,-1 0 0,1 0 0,-1 0 0,1 1 0,0-1 0,3 0 0,35 0 0,-29 1 0,28-1 0,109 3 0,-87 3 0,-37-2 0,-1-1 0,1-1 0,34-3 0,123-13 0,-87 9 0,132 3 0,-19 2 0,-91-13 0,-75 9 0,95-5 0,313 10 0,-416-1 0,35-7 0,-25 2 0,2 0 0,-13 2 0,43-1 0,0 4 0,74 3 0,-44 13 0,-23-1 0,71 1 0,-90-9 0,68 3 0,-131-9 0,18 1 0,-1-1 0,0-1 0,0-1 0,-1 0 0,1-1 0,32-11 0,35-19 0,-61 28-1365,-13 4-5461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40.578"/>
    </inkml:context>
    <inkml:brush xml:id="br0">
      <inkml:brushProperty name="width" value="0.05" units="cm"/>
      <inkml:brushProperty name="height" value="0.05" units="cm"/>
    </inkml:brush>
  </inkml:definitions>
  <inkml:trace contextRef="#ctx0" brushRef="#br0">0 0 24575,'5'3'0,"4"0"0,3 0 0,3 0 0,-3 1 0,-2 1-8191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40.906"/>
    </inkml:context>
    <inkml:brush xml:id="br0">
      <inkml:brushProperty name="width" value="0.05" units="cm"/>
      <inkml:brushProperty name="height" value="0.05" units="cm"/>
    </inkml:brush>
  </inkml:definitions>
  <inkml:trace contextRef="#ctx0" brushRef="#br0">0 0 24575,'8'2'0,"0"-1"0,0 2 0,0-1 0,0 1 0,-1 0 0,11 6 0,-15-8 0,0 1 0,0 1 0,0-1 0,0 0 0,0 1 0,-1-1 0,1 1 0,-1 0 0,1 0 0,-1 0 0,0 0 0,0 0 0,-1 0 0,1 1 0,-1-1 0,2 6 0,13 60 0,15 54 0,-23-91 0,-2-1 0,5 50 0,-11-77 0,14 70-1365,-14-63-5461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41.655"/>
    </inkml:context>
    <inkml:brush xml:id="br0">
      <inkml:brushProperty name="width" value="0.05" units="cm"/>
      <inkml:brushProperty name="height" value="0.05" units="cm"/>
    </inkml:brush>
  </inkml:definitions>
  <inkml:trace contextRef="#ctx0" brushRef="#br0">3623 0 24575,'-38'0'0,"-74"9"0,21-1 0,16-4 0,-145 26 0,-222 20 0,9-48 0,271-9 0,-56-1 0,119 8 0,-165 1 0,158 6 0,-34 1 0,76-7 0,-277-3 0,247-5 0,-26-1 0,37 1 0,5 0 0,-243 7 0,308 0 0,1 1 0,0 0 0,0 0 0,0 1 0,0 1 0,0 0 0,-15 6 0,26-8-72,0-1 1,1 0-1,-1 0 0,1 1 0,-1-1 0,0 0 0,1 1 0,-1-1 1,1 1-1,-1-1 0,1 1 0,0-1 0,-1 1 0,1-1 0,-1 1 1,1-1-1,0 1 0,-1 1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6.526"/>
    </inkml:context>
    <inkml:brush xml:id="br0">
      <inkml:brushProperty name="width" value="0.05" units="cm"/>
      <inkml:brushProperty name="height" value="0.05" units="cm"/>
    </inkml:brush>
  </inkml:definitions>
  <inkml:trace contextRef="#ctx0" brushRef="#br0">1 0 24575,'10'8'0,"6"2"0,2 2 0,1 2 0,0 0 0,-1 1 0,-1 0 0,2 1 0,0-4 0,-1 0 0,-1 0 0,0 0 0,-2 1 0,1-2 0,-2 0 0,1-2 0,-3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6.745"/>
    </inkml:context>
    <inkml:brush xml:id="br0">
      <inkml:brushProperty name="width" value="0.05" units="cm"/>
      <inkml:brushProperty name="height" value="0.05" units="cm"/>
    </inkml:brush>
  </inkml:definitions>
  <inkml:trace contextRef="#ctx0" brushRef="#br0">174 0 24575,'-25'18'0,"-9"7"0,2 4 0,4-2 0,7-3 0,6-3 0,4-2 0,3-5-8191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7.676"/>
    </inkml:context>
    <inkml:brush xml:id="br0">
      <inkml:brushProperty name="width" value="0.05" units="cm"/>
      <inkml:brushProperty name="height" value="0.05" units="cm"/>
    </inkml:brush>
  </inkml:definitions>
  <inkml:trace contextRef="#ctx0" brushRef="#br0">204 12 24575,'-32'-4'0,"11"0"0,1 2 0,-1 1 0,0 0 0,-36 4 0,55-3 0,1 0 0,0 1 0,-1-1 0,1 0 0,-1 1 0,1-1 0,0 0 0,-1 1 0,1 0 0,0-1 0,-1 1 0,1 0 0,0 0 0,0 0 0,0-1 0,0 1 0,-1 0 0,2 0 0,-1 1 0,0-1 0,0 0 0,0 0 0,0 0 0,1 1 0,-1-1 0,0 0 0,0 3 0,1-1 0,0-1 0,0 1 0,0 0 0,1 0 0,-1-1 0,1 1 0,-1 0 0,1 0 0,0-1 0,0 1 0,0-1 0,0 1 0,2 3 0,4 5 0,1-1 0,14 18 0,-12-17 0,14 22 0,-14-17 0,-2-1 0,12 31 0,-17-36 0,0-1 0,-1 1 0,0 1 0,0-1 0,-1 0 0,-1 14 0,-2 3 0,1-20 0,0 1 0,1 0 0,0 0 0,0 0 0,1-1 0,0 1 0,2 11 0,-1-16 0,-1-1 0,1 1 0,0 0 0,0-1 0,-1 1 0,1-1 0,1 0 0,-1 0 0,0 0 0,1 0 0,-1 0 0,1 0 0,-1 0 0,1-1 0,3 2 0,7 2 0,-1 0 0,17 4 0,-6-2 0,-11-4-273,-1 1 0,1-2 0,-1 0 0,18 1 0,-16-2-6553</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8.160"/>
    </inkml:context>
    <inkml:brush xml:id="br0">
      <inkml:brushProperty name="width" value="0.05" units="cm"/>
      <inkml:brushProperty name="height" value="0.05" units="cm"/>
    </inkml:brush>
  </inkml:definitions>
  <inkml:trace contextRef="#ctx0" brushRef="#br0">0 58 24575,'1'5'0,"-1"0"0,1 1 0,1-1 0,-1 0 0,1 1 0,0-1 0,0 0 0,0 0 0,1 0 0,0-1 0,-1 1 0,6 5 0,-5-5 0,1-1 0,-1 0 0,1 0 0,0-1 0,0 1 0,0-1 0,1 0 0,-1 0 0,1 0 0,-1-1 0,1 1 0,9 2 0,-13-5 0,1 1 0,0-1 0,-1 0 0,1 1 0,0-1 0,0 0 0,-1 0 0,1 0 0,0 0 0,-1-1 0,1 1 0,0 0 0,-1-1 0,1 1 0,0-1 0,-1 0 0,1 1 0,-1-1 0,1 0 0,1-1 0,-1 0 0,0 0 0,-1 0 0,1 0 0,0 0 0,-1 0 0,0-1 0,1 1 0,-1 0 0,0-1 0,0 1 0,0-1 0,0-2 0,1-5 0,-1-1 0,0 1 0,0 0 0,-1 0 0,-2-19 0,-3 10 0,4 16 0,0 0 0,0 0 0,1 0 0,-1 0 0,1 0 0,-1 0 0,1 0 0,0 0 0,1-4 0,-1 6 0,0 1 0,0 0 0,0 0 0,0 0 0,0-1 0,1 1 0,-1 0 0,0 0 0,0 0 0,0-1 0,1 1 0,-1 0 0,0 0 0,0 0 0,1 0 0,-1 0 0,0 0 0,0 0 0,1-1 0,-1 1 0,0 0 0,0 0 0,1 0 0,-1 0 0,0 0 0,0 0 0,1 0 0,-1 0 0,0 0 0,0 1 0,1-1 0,-1 0 0,0 0 0,0 0 0,1 0 0,-1 0 0,0 0 0,0 0 0,1 1 0,-1-1 0,0 0 0,0 0 0,1 1 0,10 7 0,-10-7 0,28 26 0,34 41 0,-20-19 0,-33-40-1365,-2-2-5461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8.565"/>
    </inkml:context>
    <inkml:brush xml:id="br0">
      <inkml:brushProperty name="width" value="0.05" units="cm"/>
      <inkml:brushProperty name="height" value="0.05" units="cm"/>
    </inkml:brush>
  </inkml:definitions>
  <inkml:trace contextRef="#ctx0" brushRef="#br0">1 1 24575,'2'10'0,"1"6"0,3 2 0,0 2 0,-1-1 0,1-1 0,0-1 0,1-1 0,0-1 0,0 0 0,0 0 0,1-1 0,2 1 0,-2 0 0,2-3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8.735"/>
    </inkml:context>
    <inkml:brush xml:id="br0">
      <inkml:brushProperty name="width" value="0.05" units="cm"/>
      <inkml:brushProperty name="height" value="0.05" units="cm"/>
    </inkml:brush>
  </inkml:definitions>
  <inkml:trace contextRef="#ctx0" brushRef="#br0">142 1 24575,'-17'10'0,"-9"3"0,-2 0 0,1-3 0,2-3 0,6-2-8191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6:59.421"/>
    </inkml:context>
    <inkml:brush xml:id="br0">
      <inkml:brushProperty name="width" value="0.05" units="cm"/>
      <inkml:brushProperty name="height" value="0.05" units="cm"/>
    </inkml:brush>
  </inkml:definitions>
  <inkml:trace contextRef="#ctx0" brushRef="#br0">1 74 24575,'0'-3'0,"0"0"0,1 0 0,0 0 0,0 0 0,0 0 0,0 0 0,0 1 0,0-1 0,1 0 0,-1 0 0,1 1 0,0-1 0,0 1 0,0 0 0,0 0 0,0-1 0,0 1 0,1 1 0,-1-1 0,0 0 0,1 0 0,4-1 0,-3 1 0,1-1 0,-1 1 0,1 1 0,0-1 0,0 1 0,0-1 0,0 1 0,0 1 0,0-1 0,0 1 0,0 0 0,0 0 0,7 1 0,-10 0 0,1 0 0,0-1 0,-1 1 0,1 0 0,-1 1 0,1-1 0,-1 0 0,1 1 0,-1-1 0,0 1 0,0 0 0,0 0 0,0 0 0,3 3 0,-3-2 0,1 1 0,-1 0 0,0 0 0,0 0 0,0 1 0,0-1 0,1 9 0,0 4 0,-1 0 0,-1 0 0,-1 29 0,0-32 0,-1 4 0,2-10 0,-1 0 0,0 0 0,-1 0 0,0 0 0,0 0 0,0 0 0,-1 0 0,-5 11 0,7-18 0,-1 0 0,0 0 0,1 0 0,-1 0 0,1-1 0,0 2 0,-1-1 0,1 0 0,0 0 0,-1 0 0,1 0 0,0 0 0,0 0 0,0 0 0,0 0 0,0 0 0,0 0 0,0 0 0,1 0 0,-1 0 0,0 0 0,0 0 0,1 2 0,1-2 0,-1 0 0,0 0 0,1-1 0,-1 1 0,0 0 0,1-1 0,-1 1 0,1-1 0,-1 1 0,1-1 0,-1 0 0,1 1 0,-1-1 0,1 0 0,-1 0 0,3-1 0,132-1 0,-124-1-1365,-2 0-5461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14.312"/>
    </inkml:context>
    <inkml:brush xml:id="br0">
      <inkml:brushProperty name="width" value="0.05" units="cm"/>
      <inkml:brushProperty name="height" value="0.05" units="cm"/>
    </inkml:brush>
  </inkml:definitions>
  <inkml:trace contextRef="#ctx0" brushRef="#br0">574 45 24575,'-24'-5'0,"0"1"0,-26 0 0,15 1 0,-40-11 0,43 9 0,11 1 0,-43-2 0,42 6 0,0 2 0,-38 6 0,50-6 0,0-1 0,0 0 0,0 0 0,0-1 0,-1 0 0,1-1 0,0 0 0,-18-5 0,26 5-98,-18-2 329,20 2-275,-1 1-1,1 0 1,-1 0 0,1 0 0,-1 0 0,1 0 0,-1 0 0,1 0 0,0 0 0,-1 0 0,1 0 0,-1 0 0,1 0 0,-1 0 0,1 1 0,-1-1 0,1 0 0,0 0 0,-1 0 0,1 1 0,-1-1 0,1 0-1,0 0 1,-1 1 0,1-1 0,0 0 0,-1 1 0,1-1 0,0 1 0,-1-1 0,1 0 0,0 1 0,0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14.777"/>
    </inkml:context>
    <inkml:brush xml:id="br0">
      <inkml:brushProperty name="width" value="0.05" units="cm"/>
      <inkml:brushProperty name="height" value="0.05" units="cm"/>
    </inkml:brush>
  </inkml:definitions>
  <inkml:trace contextRef="#ctx0" brushRef="#br0">13 157 24575,'-2'-2'0,"1"1"0,0-1 0,0 1 0,0-1 0,0 1 0,0-1 0,0 0 0,0 1 0,1-1 0,-1 0 0,1 0 0,-1 1 0,1-1 0,-1 0 0,1 0 0,0 0 0,0 0 0,0 0 0,0 0 0,0 1 0,1-1 0,-1 0 0,1 0 0,-1 0 0,1 1 0,-1-1 0,2-2 0,0 1 0,-1 0 0,1 1 0,0-1 0,-1 0 0,1 1 0,1-1 0,-1 1 0,0 0 0,1-1 0,-1 1 0,1 0 0,-1 1 0,1-1 0,5-2 0,29-9 0,-24 9 0,-1 0 0,22-11 0,-32 14 0,0-1 0,-1 1 0,1-1 0,-1 1 0,1-1 0,-1 1 0,0-1 0,0 1 0,2-3 0,-3 4 0,0-1 0,0 1 0,1 0 0,-1-1 0,0 1 0,0 0 0,0-1 0,1 1 0,-1-1 0,0 1 0,0 0 0,0-1 0,0 1 0,0 0 0,0-1 0,0 1 0,0-1 0,0 1 0,0 0 0,0-1 0,0 1 0,0-1 0,0 1 0,0 0 0,-1-1 0,1 1 0,0-1 0,0 1 0,0 0 0,-1-1 0,1 1 0,0 0 0,0 0 0,-1-1 0,1 1 0,0 0 0,-1-1 0,1 1 0,0 0 0,-1 0 0,1 0 0,0-1 0,-1 1 0,1 0 0,0 0 0,-1 0 0,1 0 0,-1 0 0,1 0 0,0 0 0,-1 0 0,0 0 0,-1 0-54,0 0 0,-1 1 0,1-1 0,0 1 0,-1 0 0,1-1 0,0 1 0,0 0 0,0 1 0,0-1 0,0 0 0,0 0 0,-3 3-1,3-2-553,-8 6-6218</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15.133"/>
    </inkml:context>
    <inkml:brush xml:id="br0">
      <inkml:brushProperty name="width" value="0.05" units="cm"/>
      <inkml:brushProperty name="height" value="0.05" units="cm"/>
    </inkml:brush>
  </inkml:definitions>
  <inkml:trace contextRef="#ctx0" brushRef="#br0">30 29 24575,'-16'-23'0,"16"22"0,0 1 0,-1-1 0,1 1 0,0 0 0,-1-1 0,1 1 0,0 0 0,-1 0 0,1-1 0,0 1 0,-1 0 0,1 0 0,-1 0 0,1-1 0,0 1 0,-1 0 0,1 0 0,-1 0 0,1 0 0,-1 0 0,0 0 0,1 1 0,-1-1 0,1 0 0,0 1 0,-1-1 0,1 1 0,0-1 0,0 0 0,-1 1 0,1-1 0,0 1 0,0-1 0,-1 1 0,1-1 0,0 1 0,0-1 0,0 1 0,0-1 0,0 1 0,0-1 0,0 1 0,0-1 0,0 2 0,0 0 0,1 0 0,-1 0 0,0 0 0,1 0 0,0 0 0,-1 0 0,1-1 0,0 1 0,0 0 0,0 0 0,0-1 0,0 1 0,0 0 0,1-1 0,-1 1 0,0-1 0,1 1 0,-1-1 0,1 0 0,2 2 0,5 3 0,1 0 0,13 6 0,-16-9 0,83 35-1365,-77-32-5461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15.775"/>
    </inkml:context>
    <inkml:brush xml:id="br0">
      <inkml:brushProperty name="width" value="0.05" units="cm"/>
      <inkml:brushProperty name="height" value="0.05" units="cm"/>
    </inkml:brush>
  </inkml:definitions>
  <inkml:trace contextRef="#ctx0" brushRef="#br0">208 203 24575,'-11'-19'0,"0"1"0,-1 1 0,-1 0 0,0 1 0,-1 0 0,-1 1 0,-1 1 0,0 0 0,0 1 0,-2 1 0,-35-19 0,72 50 0,124 87 0,-141-104 0,1 0 0,0 0 0,-1 0 0,1 0 0,-1 0 0,1 1 0,-1-1 0,0 1 0,3 5 0,-4-7 0,-1 0 0,0 0 0,1 0 0,-1 0 0,0 0 0,0 0 0,0 0 0,0 0 0,0 0 0,0 1 0,0-1 0,0 0 0,0 0 0,0 0 0,0 0 0,-1 0 0,1 0 0,0 0 0,-1 0 0,1 0 0,-1 0 0,1 0 0,-1 0 0,1-1 0,-1 1 0,0 0 0,1 0 0,-1 0 0,0-1 0,0 1 0,0 0 0,0-1 0,1 1 0,-3 0 0,-6 4 0,0 0 0,-1 0 0,1-1 0,-19 5 0,17-6 0,1 0 0,-1 1 0,1 1 0,-10 5 0,-3 4-1365,12-10-5461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17.120"/>
    </inkml:context>
    <inkml:brush xml:id="br0">
      <inkml:brushProperty name="width" value="0.05" units="cm"/>
      <inkml:brushProperty name="height" value="0.05" units="cm"/>
    </inkml:brush>
  </inkml:definitions>
  <inkml:trace contextRef="#ctx0" brushRef="#br0">0 42 24575,'0'-8'0,"3"-2"0,0-2 0,3 4 0,0 5 0,-1 6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20.675"/>
    </inkml:context>
    <inkml:brush xml:id="br0">
      <inkml:brushProperty name="width" value="0.05" units="cm"/>
      <inkml:brushProperty name="height" value="0.05" units="cm"/>
    </inkml:brush>
  </inkml:definitions>
  <inkml:trace contextRef="#ctx0" brushRef="#br0">217 72 24575,'-14'-11'0,"-1"1"0,0 1 0,-17-8 0,27 15 0,0 0 0,0 0 0,0 0 0,-1 0 0,1 1 0,-1 0 0,1 0 0,-1 0 0,1 1 0,-1 0 0,0 0 0,1 0 0,-10 3 0,12-3 0,0 1 0,0 0 0,0 1 0,0-1 0,0 1 0,0-1 0,0 1 0,1 0 0,-1 0 0,0 0 0,1 0 0,0 0 0,-1 1 0,1-1 0,0 1 0,0-1 0,1 1 0,-1 0 0,0 0 0,-1 6 0,2-7 0,0 1 0,1 0 0,-1-1 0,1 1 0,0 0 0,0 0 0,0 0 0,0-1 0,1 1 0,-1 0 0,1 0 0,0-1 0,0 1 0,-1 0 0,2-1 0,-1 1 0,0-1 0,0 1 0,1-1 0,0 0 0,-1 1 0,1-1 0,0 0 0,3 2 0,2 2 0,1 0 0,-1 0 0,1-1 0,1 0 0,-1-1 0,1 1 0,0-2 0,17 6 0,-9-5 0,0 0 0,0-2 0,0 0 0,20 0 0,-35-2 0,1 0 0,0 0 0,-1 0 0,1 0 0,0-1 0,-1 1 0,1-1 0,-1 0 0,1 0 0,-1 0 0,1 0 0,-1 0 0,0-1 0,1 1 0,2-3 0,-4 3 0,0-1 0,0 1 0,0 0 0,0-1 0,0 1 0,0-1 0,-1 1 0,1-1 0,-1 1 0,1-1 0,-1 0 0,0 1 0,1-1 0,-1 1 0,0-1 0,0 0 0,0 1 0,0-1 0,-1 0 0,1 1 0,0-1 0,-1 1 0,1-1 0,-1 0 0,1 1 0,-2-3 0,-2-4 0,-1 0 0,1 0 0,-1 1 0,-1-1 0,1 1 0,-1 1 0,-1-1 0,1 1 0,-8-6 0,2 3 0,0 0 0,-1 1 0,1 1 0,-26-11 0,36 17-54,0 1-1,-1-1 0,1 0 1,0 1-1,-1-1 1,1 1-1,-1-1 0,1 1 1,-1 0-1,1 0 1,-1 0-1,1 1 0,-1-1 1,1 1-1,-1-1 0,1 1 1,0 0-1,-1 0 1,1 0-1,0 0 0,0 0 1,0 0-1,0 1 1,-3 1-1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21.155"/>
    </inkml:context>
    <inkml:brush xml:id="br0">
      <inkml:brushProperty name="width" value="0.05" units="cm"/>
      <inkml:brushProperty name="height" value="0.05" units="cm"/>
    </inkml:brush>
  </inkml:definitions>
  <inkml:trace contextRef="#ctx0" brushRef="#br0">1 31 24575,'24'29'0,"-17"-20"0,-1-2 0,1 1 0,8 6 0,5 3 0,22 13 0,-35-25 0,0-1 0,0 0 0,1-1 0,0 1 0,-1-2 0,1 1 0,11 1 0,-18-3 0,0-1 0,0 0 0,0 0 0,0 0 0,0 1 0,0-1 0,0 0 0,0 0 0,0-1 0,0 1 0,-1 0 0,1 0 0,0 0 0,0-1 0,0 1 0,0 0 0,0-1 0,0 1 0,0-1 0,-1 1 0,1-1 0,0 1 0,0-1 0,-1 1 0,2-2 0,-1 0 0,-1 1 0,1-1 0,-1 1 0,1 0 0,-1-1 0,0 1 0,0-1 0,1 1 0,-1-1 0,0 1 0,0-1 0,-1 1 0,1-1 0,-1-2 0,-1-5 0,-1 0 0,-1 0 0,-7-15 0,-3-7-16,9 19-321,-1-1 0,0 1-1,-9-12 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21.643"/>
    </inkml:context>
    <inkml:brush xml:id="br0">
      <inkml:brushProperty name="width" value="0.05" units="cm"/>
      <inkml:brushProperty name="height" value="0.05" units="cm"/>
    </inkml:brush>
  </inkml:definitions>
  <inkml:trace contextRef="#ctx0" brushRef="#br0">163 119 24575,'-15'-16'0,"-1"1"0,-1 0 0,0 1 0,-25-15 0,40 28 0,1 0 0,-1 0 0,0 0 0,0 0 0,0 1 0,0-1 0,0 1 0,1-1 0,-1 1 0,0-1 0,0 1 0,0 0 0,0 0 0,0 0 0,0 0 0,-4 1 0,4 0 0,1 0 0,0-1 0,0 1 0,0 0 0,0 0 0,-1-1 0,1 1 0,0 0 0,1 0 0,-1 0 0,0 1 0,0-1 0,0 0 0,1 0 0,-1 0 0,0 0 0,1 1 0,-1-1 0,1 0 0,-1 1 0,1-1 0,0 0 0,0 1 0,0 2 0,-1 2 0,1 1 0,0-1 0,1 0 0,0 1 0,0-1 0,0 0 0,1 1 0,-1-1 0,1 0 0,1 0 0,0-1 0,-1 1 0,2 0 0,-1-1 0,1 0 0,4 6 0,0-1 0,1 0 0,1-1 0,0 0 0,0 0 0,1-1 0,20 12 0,-25-17 0,1 0 0,0 0 0,1-1 0,-1 0 0,0 0 0,1-1 0,11 2 0,-3-2 0,0-1 0,25-3 0,-38 3 0,1-1 0,-1 1 0,0-1 0,1 0 0,-1 0 0,0 0 0,0-1 0,0 1 0,0-1 0,0 0 0,0 0 0,0 0 0,0 0 0,-1 0 0,1 0 0,-1-1 0,0 1 0,0-1 0,1 0 0,-2 0 0,1 0 0,0 0 0,2-4 0,-3 2 0,0 1 0,0 0 0,0 0 0,0 0 0,-1 0 0,1-1 0,-1 1 0,0 0 0,-1 0 0,1-1 0,-1 1 0,1 0 0,-1 0 0,-1 0 0,1 0 0,0 0 0,-1 0 0,-3-5 0,-2-2 0,-15-18 0,16 21 0,-1 0 0,2 0 0,-10-17 0,14 24 4,1 1 0,0-1 0,-1 0 0,1 0 0,0 1-1,-1-1 1,1 0 0,0 0 0,0 0 0,0 1 0,0-1 0,0 0-1,0 0 1,0 0 0,0 1 0,0-1 0,0 0 0,0 0 0,0 0 0,1 1-1,-1-1 1,0 0 0,1 0 0,-1 1 0,0-1 0,1 0 0,-1 0-1,1 1 1,-1-1 0,1 0 0,1 0-91,-1 0-1,0 1 1,0-1 0,1 1-1,-1-1 1,0 1 0,1-1-1,-1 1 1,0 0-1,1 0 1,-1-1 0,1 1-1,-1 0 1,0 0 0,1 0-1,2 1 1,8 2-6739</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22.001"/>
    </inkml:context>
    <inkml:brush xml:id="br0">
      <inkml:brushProperty name="width" value="0.05" units="cm"/>
      <inkml:brushProperty name="height" value="0.05" units="cm"/>
    </inkml:brush>
  </inkml:definitions>
  <inkml:trace contextRef="#ctx0" brushRef="#br0">62 37 24575,'0'0'0,"-5"-5"0,0 0 0,0 0 0,-1 1 0,1-1 0,-1 1 0,-6-3 0,11 7 0,1-1 0,-1 1 0,1 0 0,-1 0 0,1 0 0,0 0 0,-1-1 0,1 1 0,-1 0 0,1 0 0,-1 0 0,1 0 0,-1 0 0,1 0 0,-1 0 0,1 0 0,-1 0 0,1 0 0,0 1 0,-1-1 0,1 0 0,-1 0 0,1 0 0,-1 0 0,1 1 0,-1-1 0,0 1 0,1 0 0,-1 0 0,1-1 0,0 1 0,-1 0 0,1 0 0,0-1 0,-1 1 0,1 0 0,0 0 0,0 0 0,0 0 0,0 1 0,3 30 0,-3-31 0,5 21 0,1 0 0,1 0 0,1-1 0,1 0 0,14 24 0,67 94 0,-38-73-1365,-42-56-5461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22.391"/>
    </inkml:context>
    <inkml:brush xml:id="br0">
      <inkml:brushProperty name="width" value="0.05" units="cm"/>
      <inkml:brushProperty name="height" value="0.05" units="cm"/>
    </inkml:brush>
  </inkml:definitions>
  <inkml:trace contextRef="#ctx0" brushRef="#br0">51 17 24575,'-2'0'0,"0"0"0,-1 0 0,1 0 0,0 0 0,0 1 0,0-1 0,0 0 0,0 1 0,0-1 0,0 1 0,0 0 0,0 0 0,1 0 0,-1 0 0,0 0 0,0 0 0,1 0 0,-1 1 0,0-1 0,1 1 0,0-1 0,-1 1 0,-1 1 0,2 0 0,1-1 0,-1 1 0,0-1 0,1 1 0,-1-1 0,1 1 0,0 0 0,-1-1 0,1 1 0,1-1 0,-1 1 0,0 0 0,1-1 0,-1 1 0,1-1 0,0 1 0,-1-1 0,3 3 0,0 2 0,0-1 0,0 1 0,1-1 0,0 0 0,0 0 0,0-1 0,1 1 0,0-1 0,0 0 0,0 0 0,0-1 0,1 0 0,10 6 0,-16-9 0,1-1 0,0 1 0,0-1 0,0 0 0,-1 1 0,1-1 0,0 0 0,0 0 0,0 0 0,0 0 0,0 1 0,0-1 0,-1 0 0,1-1 0,0 1 0,0 0 0,0 0 0,0 0 0,0 0 0,0-1 0,-1 1 0,1 0 0,0-1 0,0 1 0,0-1 0,0 0 0,0 0 0,0 0 0,0-1 0,0 1 0,0-1 0,0 1 0,0-1 0,-1 1 0,1-1 0,-1 1 0,1-1 0,-1 0 0,1-2 0,0-6 0,-1 1 0,0 0 0,-2-18 0,-5-8 0,5 28 0,0-1 0,0 1 0,1-1 0,0-13 0,1 21 0,-1 0 0,1-1 0,0 1 0,0 0 0,0 0 0,0 0 0,0-1 0,0 1 0,1 0 0,-1 0 0,0-1 0,0 1 0,0 0 0,0 0 0,0 0 0,0-1 0,0 1 0,0 0 0,0 0 0,1 0 0,-1-1 0,0 1 0,0 0 0,0 0 0,0 0 0,1 0 0,-1 0 0,0-1 0,0 1 0,0 0 0,1 0 0,-1 0 0,0 0 0,0 0 0,0 0 0,1 0 0,-1 0 0,0 0 0,0 0 0,1 0 0,-1 0 0,0 0 0,0 0 0,1 0 0,-1 0 0,0 0 0,0 0 0,0 0 0,1 0 0,-1 0 0,0 0 0,0 0 0,0 1 0,1-1 0,-1 0 0,0 0 0,0 0 0,0 0 0,0 0 0,1 1 0,-1-1 0,0 0 0,0 0 0,0 0 0,0 1 0,13 11 0,83 104-1365,-89-108-5461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7:22.857"/>
    </inkml:context>
    <inkml:brush xml:id="br0">
      <inkml:brushProperty name="width" value="0.05" units="cm"/>
      <inkml:brushProperty name="height" value="0.05" units="cm"/>
    </inkml:brush>
  </inkml:definitions>
  <inkml:trace contextRef="#ctx0" brushRef="#br0">120 178 24575,'0'15'0,"-1"12"0,1-1 0,2 1 0,1-1 0,10 48 0,-7-62 0,-6-12 0,0 1 0,0-1 0,0 0 0,0 0 0,0 0 0,0 0 0,0 0 0,0 0 0,0 0 0,0 0 0,0 0 0,0 0 0,0 0 0,0 0 0,0 0 0,1 0 0,-1 0 0,0 0 0,0 0 0,0 0 0,0 0 0,0 0 0,0 0 0,0 0 0,0 0 0,0 0 0,0 0 0,0 0 0,0 0 0,0 0 0,1 0 0,-1 0 0,0 0 0,0 0 0,0 0 0,0 0 0,0 0 0,0 0 0,0 0 0,0 0 0,0 0 0,0 0 0,0 0 0,0 0 0,0 0 0,0 0 0,0 0 0,1 0 0,-1 0 0,0 0 0,0 0 0,0-1 0,0 1 0,0 0 0,0 0 0,0 0 0,0 0 0,0 0 0,0 0 0,0 0 0,0 0 0,0 0 0,0 0 0,0-2 0,0-1 0,0 1 0,0 0 0,0 0 0,0 0 0,0 0 0,0 0 0,-2-4 0,-6-18 0,-21-42 0,21 49 0,0 0 0,1 0 0,1 0 0,0-1 0,-3-24 0,7 32 0,1 0 0,0 0 0,1 0 0,0 0 0,3-18 0,-2 25 0,0 0 0,0 0 0,0 0 0,0 0 0,0 0 0,1 0 0,-1 0 0,1 0 0,0 1 0,0-1 0,0 1 0,0-1 0,0 1 0,1 0 0,-1 0 0,1 0 0,-1 0 0,1 0 0,0 0 0,0 1 0,5-3 0,-2 2 0,1 0 0,-1 0 0,1 1 0,0 0 0,0 0 0,0 1 0,0 0 0,-1 0 0,1 0 0,0 1 0,0 0 0,0 1 0,-1-1 0,1 1 0,7 3 0,-11-3 0,1-1 0,-1 1 0,1 0 0,-1 0 0,1 0 0,-1 0 0,0 1 0,0-1 0,0 1 0,0 0 0,-1 0 0,1 0 0,-1 0 0,1 0 0,-1 1 0,0-1 0,0 1 0,-1-1 0,1 1 0,-1 0 0,0-1 0,0 1 0,0 0 0,0 0 0,-1 0 0,0 0 0,1 5 0,-2-5 0,0-1 0,1 0 0,-1 0 0,0 0 0,-1 0 0,1-1 0,0 1 0,-1 0 0,0 0 0,1-1 0,-1 1 0,0-1 0,0 1 0,-1-1 0,1 0 0,0 0 0,-1 0 0,1 0 0,-1 0 0,0-1 0,1 1 0,-6 1 0,-7 4 0,-1-1 0,-31 8 0,37-12 0,-115 25-1365,99-24-5461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8:06.903"/>
    </inkml:context>
    <inkml:brush xml:id="br0">
      <inkml:brushProperty name="width" value="0.05" units="cm"/>
      <inkml:brushProperty name="height" value="0.05" units="cm"/>
    </inkml:brush>
  </inkml:definitions>
  <inkml:trace contextRef="#ctx0" brushRef="#br0">53 9 24575,'-2'-1'0,"-1"-1"0,0 1 0,1 0 0,-1 0 0,0 1 0,0-1 0,1 0 0,-1 1 0,0 0 0,-4 0 0,6 0 0,0 0 0,0 0 0,0 0 0,1 1 0,-1-1 0,0 0 0,0 1 0,0-1 0,0 1 0,1-1 0,-1 1 0,0-1 0,0 1 0,1 0 0,-1-1 0,1 1 0,-1 0 0,0-1 0,1 1 0,-1 0 0,1 0 0,0 0 0,-1-1 0,1 1 0,0 0 0,-1 0 0,1 0 0,0 0 0,0 0 0,0 0 0,0 0 0,0 0 0,0-1 0,0 1 0,0 1 0,0 6 0,1-1 0,0 0 0,0 0 0,0 0 0,1 0 0,3 9 0,21 41 0,-16-39 0,9 28 0,-8-20 0,-11-26-40,-1 0 0,1 0 0,0 0 0,0 0-1,0 0 1,0 0 0,0 0 0,0 0 0,0 0 0,0 0 0,0 0-1,0 0 1,0 0 0,-1 1-763</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8:07.590"/>
    </inkml:context>
    <inkml:brush xml:id="br0">
      <inkml:brushProperty name="width" value="0.05" units="cm"/>
      <inkml:brushProperty name="height" value="0.05" units="cm"/>
    </inkml:brush>
  </inkml:definitions>
  <inkml:trace contextRef="#ctx0" brushRef="#br0">1 87 24575,'12'-14'0,"21"-21"0,-28 30 0,0 1 0,0 0 0,0 0 0,1 0 0,0 1 0,0 0 0,12-5 0,-16 8 0,0-1 0,0 1 0,0-1 0,0 1 0,0 0 0,0 0 0,0 0 0,0 0 0,0 0 0,0 0 0,1 0 0,-1 1 0,0-1 0,0 1 0,0 0 0,0-1 0,0 1 0,0 0 0,1 1 0,0 0 0,-1 0 0,1 0 0,-1 1 0,0-1 0,0 0 0,0 1 0,0-1 0,-1 1 0,1 0 0,-1 0 0,3 5 0,-2-3 0,0 1 0,-1 0 0,1 0 0,-1 0 0,-1 0 0,1 0 0,-1 0 0,0 0 0,0 0 0,-1 0 0,1 0 0,-4 11 0,3-14 0,0 0 0,-1 0 0,1 0 0,-1 0 0,0 0 0,0-1 0,0 1 0,0-1 0,0 1 0,-4 3 0,-1-2 0,1 1 0,0-2 0,-9 5 0,0-1 0,13-6 0,1 0 0,-1 1 0,0-1 0,0 0 0,1 1 0,-1-1 0,1 1 0,0-1 0,-1 1 0,1 0 0,0-1 0,0 1 0,0 0 0,-1 2 0,1-3 0,1 0 0,0 0 0,0 0 0,-1 0 0,1 0 0,0 0 0,0 0 0,0 0 0,0 0 0,0 0 0,0 0 0,1 0 0,-1 0 0,0 0 0,0 0 0,1 0 0,-1 0 0,0 0 0,1 0 0,-1-1 0,1 1 0,0 0 0,-1 0 0,1 0 0,0-1 0,-1 1 0,1 0 0,0-1 0,0 1 0,1 1 0,28 15 0,-22-13 0,-1 0 0,1 1 0,-1 0 0,12 10 0,-6-3 34,1-1-1,0-1 1,23 13-1,-17-12-783,22 18 1,-32-20-6077</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8:12.338"/>
    </inkml:context>
    <inkml:brush xml:id="br0">
      <inkml:brushProperty name="width" value="0.05" units="cm"/>
      <inkml:brushProperty name="height" value="0.05" units="cm"/>
    </inkml:brush>
  </inkml:definitions>
  <inkml:trace contextRef="#ctx0" brushRef="#br0">1 12 24575,'0'0'0,"0"-1"0,1 0 0,-1 1 0,0-1 0,1 1 0,-1-1 0,0 0 0,1 1 0,-1-1 0,1 1 0,-1-1 0,1 1 0,-1-1 0,1 1 0,-1-1 0,1 1 0,-1 0 0,1-1 0,0 1 0,-1 0 0,1-1 0,0 1 0,0 0 0,0 0 0,-1 0 0,1 0 0,0 1 0,-1-1 0,1 0 0,-1 0 0,1 1 0,0-1 0,-1 0 0,1 1 0,-1-1 0,1 1 0,-1-1 0,0 1 0,1-1 0,-1 1 0,1-1 0,-1 1 0,1 0 0,1 4 0,1 0 0,-1 0 0,0 0 0,2 8 0,18 112 0,-11-58 0,-8-44 43,2 12-1451,-2-26-5418</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8:12.791"/>
    </inkml:context>
    <inkml:brush xml:id="br0">
      <inkml:brushProperty name="width" value="0.05" units="cm"/>
      <inkml:brushProperty name="height" value="0.05" units="cm"/>
    </inkml:brush>
  </inkml:definitions>
  <inkml:trace contextRef="#ctx0" brushRef="#br0">0 30 24575,'20'-7'0,"1"1"0,0 1 0,0 1 0,0 0 0,0 2 0,1 1 0,-1 0 0,1 2 0,-1 0 0,0 1 0,39 10 0,-59-12 0,6 2 0,0 0 0,0 0 0,7 3 0,-13-4 0,0-1 0,1 1 0,-1-1 0,0 1 0,0 0 0,0-1 0,0 1 0,0 0 0,0 0 0,0 0 0,0 0 0,-1 0 0,1 0 0,0 0 0,0 0 0,-1 0 0,1 0 0,-1 0 0,1 0 0,-1 0 0,1 0 0,-1 1 0,0-1 0,1 0 0,-1 2 0,0-2 0,0 0 0,-1 0 0,1-1 0,0 1 0,-1 0 0,1 0 0,0-1 0,-1 1 0,1 0 0,-1 0 0,1-1 0,-1 1 0,1-1 0,-1 1 0,0 0 0,1-1 0,-1 1 0,0-1 0,1 1 0,-1-1 0,0 0 0,0 1 0,0-1 0,-23 7 0,17-5 0,-54 11 0,40-10 0,0 2 0,0 0 0,-26 11 0,46-16 0,-1 1 0,1 0 0,-1 0 0,1-1 0,-1 1 0,1 0 0,-1 0 0,1 1 0,0-1 0,-1 0 0,1 0 0,0 1 0,0-1 0,0 0 0,0 1 0,0-1 0,0 1 0,1 0 0,-2 2 0,2-3 0,0 1 0,0-1 0,0 1 0,0-1 0,0 1 0,0-1 0,1 0 0,-1 1 0,0-1 0,1 0 0,-1 1 0,1-1 0,0 0 0,-1 1 0,1-1 0,0 0 0,0 0 0,0 0 0,0 0 0,0 0 0,0 0 0,0 0 0,0 0 0,2 1 0,19 14 0,0-1 0,1-1 0,0-1 0,1-2 0,1 0 0,-1-1 0,2-2 0,50 11 0,-21-15-1365,-41-5-5461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41.943"/>
    </inkml:context>
    <inkml:brush xml:id="br0">
      <inkml:brushProperty name="width" value="0.05" units="cm"/>
      <inkml:brushProperty name="height" value="0.05" units="cm"/>
    </inkml:brush>
  </inkml:definitions>
  <inkml:trace contextRef="#ctx0" brushRef="#br0">0 991 24575,'0'-15'0,"1"0"0,4-26 0,-3 33 0,0 0 0,0 0 0,1 0 0,1 1 0,-1-1 0,8-11 0,5-1 0,0 0 0,2 1 0,0 0 0,25-18 0,-38 32 0,26-19 0,50-30 0,-7 4 0,72-46 0,-79 54 0,331-174 0,-293 166 0,3 5 0,135-37 0,-40 26 0,-194 54-273,-1 0 0,1-1 0,-1 0 0,10-6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47.057"/>
    </inkml:context>
    <inkml:brush xml:id="br0">
      <inkml:brushProperty name="width" value="0.05" units="cm"/>
      <inkml:brushProperty name="height" value="0.05" units="cm"/>
    </inkml:brush>
  </inkml:definitions>
  <inkml:trace contextRef="#ctx0" brushRef="#br0">31 0 24575,'-3'3'0,"0"3"0,-3 3 0,0 2 0,1 3 0,2 0 0,0 2 0,2-1 0,3 0 0,1 1 0,3-1 0,0 0 0,2-3 0,-1 0 0,-1-6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47.230"/>
    </inkml:context>
    <inkml:brush xml:id="br0">
      <inkml:brushProperty name="width" value="0.05" units="cm"/>
      <inkml:brushProperty name="height" value="0.05" units="cm"/>
    </inkml:brush>
  </inkml:definitions>
  <inkml:trace contextRef="#ctx0" brushRef="#br0">56 18 24575,'-10'-5'0,"-6"-2"0,0 3 0,3 3-8191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47.637"/>
    </inkml:context>
    <inkml:brush xml:id="br0">
      <inkml:brushProperty name="width" value="0.05" units="cm"/>
      <inkml:brushProperty name="height" value="0.05" units="cm"/>
    </inkml:brush>
  </inkml:definitions>
  <inkml:trace contextRef="#ctx0" brushRef="#br0">1 0 24575,'1'4'0,"1"11"0,1-1 0,1 0 0,1-1 0,5 14 0,-9-24 0,1 0 0,0 0 0,-1 0 0,1 0 0,0 0 0,0-1 0,1 1 0,-1 0 0,0-1 0,1 0 0,0 0 0,-1 0 0,1 0 0,0 0 0,0 0 0,0-1 0,0 1 0,0-1 0,1 0 0,-1 0 0,0 0 0,6 0 0,-6 0 0,0-1 0,0 0 0,0 0 0,0 0 0,0 0 0,0-1 0,0 1 0,0-1 0,0 1 0,0-1 0,0 0 0,4-2 0,-6 1 0,1 1 0,-1 0 0,1-1 0,-1 1 0,0 0 0,0-1 0,1 0 0,-1 1 0,0-1 0,-1 0 0,1 1 0,0-1 0,0 0 0,-1 0 0,1 0 0,-1 0 0,1 0 0,-1 0 0,0 1 0,0-4 0,0-7 0,0 8 0,0 1 0,0-1 0,0 1 0,1 0 0,-1-1 0,2-5 0,-1 9 0,-1-1 0,0 1 0,0-1 0,0 1 0,1 0 0,-1-1 0,0 1 0,1-1 0,-1 1 0,0 0 0,1 0 0,-1-1 0,0 1 0,1 0 0,-1-1 0,1 1 0,-1 0 0,1 0 0,-1 0 0,0 0 0,1-1 0,1 1 0,-1 0 0,0 0 0,0 0 0,0 1 0,0-1 0,0 0 0,0 0 0,0 1 0,0-1 0,0 0 0,0 1 0,2 0 0,24 15-455,-2 1 0,39 32 0,-54-40-6371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48.356"/>
    </inkml:context>
    <inkml:brush xml:id="br0">
      <inkml:brushProperty name="width" value="0.05" units="cm"/>
      <inkml:brushProperty name="height" value="0.05" units="cm"/>
    </inkml:brush>
  </inkml:definitions>
  <inkml:trace contextRef="#ctx0" brushRef="#br0">87 133 24575,'2'1'0,"0"0"0,0 0 0,0 1 0,0-1 0,0 1 0,-1-1 0,1 1 0,0 0 0,-1-1 0,1 1 0,-1 0 0,0 0 0,2 4 0,0-3 0,5 7 0,-1 1 0,-1-1 0,1 1 0,-2 1 0,1-1 0,-2 1 0,1 0 0,-2 0 0,0 0 0,0 0 0,-1 1 0,1 16 0,-3 6 0,-2 74 0,2-108 0,0-1 0,0 0 0,0 1 0,0-1 0,0 0 0,0 1 0,0-1 0,0 0 0,0 1 0,0-1 0,0 0 0,0 1 0,-1-1 0,1 0 0,0 1 0,0-1 0,0 0 0,0 1 0,-1-1 0,1 0 0,0 0 0,0 1 0,0-1 0,-1 0 0,1 0 0,0 1 0,-1-1 0,1 0 0,0 0 0,0 0 0,-1 0 0,1 1 0,-1-1 0,0 0 0,1-1 0,-1 1 0,0 0 0,1-1 0,-1 1 0,0 0 0,1-1 0,-1 1 0,0-1 0,1 1 0,-1-1 0,1 1 0,-2-2 0,-15-23 0,17 24 0,-10-18 0,0-1 0,2 0 0,-10-32 0,-10-66 0,23 97 0,2 0 0,0 0 0,1 0 0,1-1 0,2 1 0,3-31 0,-4 50 0,1-1 0,0 1 0,-1-1 0,1 1 0,0-1 0,1 1 0,-1-1 0,0 1 0,1 0 0,-1 0 0,1-1 0,0 1 0,0 1 0,3-4 0,-4 4 0,0 1 0,0-1 0,-1 1 0,1-1 0,0 1 0,1 0 0,-1-1 0,0 1 0,0 0 0,0 0 0,0 0 0,0-1 0,0 1 0,0 0 0,0 1 0,0-1 0,0 0 0,0 0 0,0 0 0,0 1 0,0-1 0,0 0 0,0 1 0,0-1 0,0 1 0,0-1 0,0 1 0,0-1 0,0 1 0,0 0 0,0 0 0,-1-1 0,1 1 0,0 0 0,-1 0 0,1 0 0,0 0 0,0 1 0,1 1 0,0 1 0,0 0 0,0 0 0,-1 0 0,1 0 0,-1 0 0,0 1 0,0-1 0,0 0 0,-1 6 0,1 1 0,-1 1 0,-2 18 0,1-25 0,0 0 0,-1-1 0,1 1 0,-1 0 0,0-1 0,0 1 0,-1-1 0,1 0 0,-1 0 0,0 0 0,0 0 0,0 0 0,-8 5 0,4-2 0,-1-1 0,0 0 0,-1 0 0,1-1 0,-17 7 0,10-6-1365,2-3-5461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48.824"/>
    </inkml:context>
    <inkml:brush xml:id="br0">
      <inkml:brushProperty name="width" value="0.05" units="cm"/>
      <inkml:brushProperty name="height" value="0.05" units="cm"/>
    </inkml:brush>
  </inkml:definitions>
  <inkml:trace contextRef="#ctx0" brushRef="#br0">1 52 24575,'57'47'0,"-55"-45"0,10 6 0,24 14 0,-33-20 0,0-1 0,0 0 0,0 0 0,0 0 0,0 0 0,0 0 0,0 0 0,0-1 0,0 1 0,0-1 0,0 0 0,1 0 0,-1 0 0,0-1 0,4 0 0,-5 0 0,-1 0 0,0 1 0,0-1 0,1 0 0,-1 0 0,0 0 0,0 0 0,0 0 0,0 0 0,0 0 0,0-1 0,0 1 0,-1 0 0,1 0 0,0-1 0,-1 1 0,1-1 0,-1 1 0,1 0 0,-1-1 0,0 1 0,1-1 0,-1-2 0,1-5 0,-1-1 0,-1-15 0,0 14 0,-4-41 0,5 52 0,0 0 0,0 0 0,0 0 0,0 0 0,0 0 0,0 0 0,0 0 0,0 0 0,0 0 0,0 0 0,0 0 0,0 0 0,0 0 0,0 0 0,0 0 0,1 1 0,-1-1 0,0 0 0,0 0 0,0 0 0,0 0 0,0 0 0,0 0 0,0 0 0,0 0 0,0 0 0,0 0 0,0 0 0,0 0 0,0 0 0,0 0 0,0 0 0,0 0 0,0 0 0,0 0 0,0 0 0,0 0 0,0 0 0,1-1 0,-1 1 0,0 0 0,0 0 0,0 0 0,0 0 0,0 0 0,0 0 0,0 0 0,0 0 0,0 0 0,0 0 0,0 0 0,0 0 0,0 0 0,0 0 0,0 0 0,0 0 0,0 0 0,0 0 0,0 0 0,0 0 0,0 0 0,0 0 0,0 0 0,0 0 0,0-1 0,0 1 0,5 6 0,5 7 0,3 8-77,-8-11-138,0-1 1,1-1-1,0 1 0,1-1 1,8 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49.119"/>
    </inkml:context>
    <inkml:brush xml:id="br0">
      <inkml:brushProperty name="width" value="0.05" units="cm"/>
      <inkml:brushProperty name="height" value="0.05" units="cm"/>
    </inkml:brush>
  </inkml:definitions>
  <inkml:trace contextRef="#ctx0" brushRef="#br0">16 16 24575,'-1'-1'0,"1"0"0,0 0 0,0 0 0,0 0 0,0 0 0,-1 1 0,1-1 0,0 0 0,-1 0 0,1 1 0,-1-1 0,1 0 0,-1 0 0,1 1 0,-1-1 0,1 1 0,-1-1 0,0 0 0,0 0 0,0 2 0,1-1 0,-1 1 0,1-1 0,0 1 0,-1-1 0,1 1 0,0 0 0,-1-1 0,1 1 0,0-1 0,0 1 0,0 0 0,-1-1 0,1 1 0,0 0 0,0-1 0,0 2 0,-1 39 0,3-13 0,1 0 0,1-1 0,12 39 0,33 78 0,-43-129-455,1 1 0,12 17 0,-9-16-6371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49.258"/>
    </inkml:context>
    <inkml:brush xml:id="br0">
      <inkml:brushProperty name="width" value="0.05" units="cm"/>
      <inkml:brushProperty name="height" value="0.05" units="cm"/>
    </inkml:brush>
  </inkml:definitions>
  <inkml:trace contextRef="#ctx0" brushRef="#br0">255 93 24575,'-28'-15'0,"-14"-5"0,-2 1 0,4 4 0,5 4 0,8 4 0,4 3 0,7 3-8191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49.742"/>
    </inkml:context>
    <inkml:brush xml:id="br0">
      <inkml:brushProperty name="width" value="0.05" units="cm"/>
      <inkml:brushProperty name="height" value="0.05" units="cm"/>
    </inkml:brush>
  </inkml:definitions>
  <inkml:trace contextRef="#ctx0" brushRef="#br0">74 8 24575,'-4'-2'0,"0"1"0,-1 0 0,1 0 0,0 0 0,-1 0 0,1 1 0,-1-1 0,-8 2 0,12-1 0,0 0 0,0 0 0,-1 0 0,1 1 0,0-1 0,0 0 0,0 1 0,0-1 0,0 1 0,0-1 0,0 1 0,0-1 0,0 1 0,0 0 0,0 0 0,0-1 0,1 1 0,-1 0 0,0 0 0,0 0 0,1 0 0,-1 0 0,1 0 0,-1 0 0,1 0 0,-1 0 0,1 0 0,0 0 0,-1 0 0,1 0 0,0 1 0,0-1 0,0 0 0,0 0 0,0 0 0,0 0 0,0 0 0,0 1 0,1 1 0,0 2 0,0-1 0,1 1 0,0-1 0,0 0 0,0 1 0,0-1 0,1 0 0,-1 0 0,1 0 0,0 0 0,0-1 0,4 4 0,7 6 0,25 18 0,60 38 0,-98-69 0,0 1 0,-1-1 0,1 1 0,0-1 0,0 1 0,-1-1 0,1 1 0,-1 0 0,1-1 0,0 1 0,-1 0 0,1-1 0,-1 1 0,0 0 0,1 0 0,-1-1 0,0 1 0,1 0 0,-1 1 0,0-1 0,0-1 0,0 1 0,0-1 0,-1 1 0,1-1 0,0 0 0,-1 1 0,1-1 0,0 1 0,-1-1 0,1 0 0,0 1 0,-1-1 0,1 0 0,-1 1 0,1-1 0,0 0 0,-1 0 0,1 0 0,-1 1 0,1-1 0,-1 0 0,0 0 0,-5 1 0,-1 0 0,1 0 0,-12 0 0,-4-1 0,-64-2 0,74 0-1365,2-1-5461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49.959"/>
    </inkml:context>
    <inkml:brush xml:id="br0">
      <inkml:brushProperty name="width" value="0.05" units="cm"/>
      <inkml:brushProperty name="height" value="0.05" units="cm"/>
    </inkml:brush>
  </inkml:definitions>
  <inkml:trace contextRef="#ctx0" brushRef="#br0">14 0 24575,'-2'5'0,"-1"4"0,-1 4 0,2 1 0,0-2-8191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0.131"/>
    </inkml:context>
    <inkml:brush xml:id="br0">
      <inkml:brushProperty name="width" value="0.05" units="cm"/>
      <inkml:brushProperty name="height" value="0.05" units="cm"/>
    </inkml:brush>
  </inkml:definitions>
  <inkml:trace contextRef="#ctx0" brushRef="#br0">1 1 24575,'10'15'0,"5"7"0,2 3 0,-4-3-8191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0.570"/>
    </inkml:context>
    <inkml:brush xml:id="br0">
      <inkml:brushProperty name="width" value="0.05" units="cm"/>
      <inkml:brushProperty name="height" value="0.05" units="cm"/>
    </inkml:brush>
  </inkml:definitions>
  <inkml:trace contextRef="#ctx0" brushRef="#br0">90 12 24575,'-2'-1'0,"-8"-2"0,0 1 0,-16-3 0,25 5 0,-1 0 0,0 0 0,1-1 0,-1 1 0,0 0 0,0 0 0,1 1 0,-1-1 0,0 0 0,0 1 0,1-1 0,-1 1 0,1-1 0,-1 1 0,0 0 0,1-1 0,-1 1 0,1 0 0,0 0 0,-1 0 0,1 0 0,0 1 0,-2 0 0,3-1 0,-1 0 0,1 1 0,0-1 0,-1 0 0,1 0 0,0 0 0,0 0 0,0 0 0,0 1 0,0-1 0,0 0 0,0 0 0,0 0 0,0 1 0,0-1 0,1 0 0,-1 0 0,1 0 0,-1 0 0,1 0 0,-1 0 0,1 0 0,-1 0 0,1 0 0,0 0 0,0 0 0,-1 0 0,1 0 0,2 1 0,1 2 0,2 1 0,-1-1 0,10 6 0,-11-8 0,1 0 0,-1 0 0,1 0 0,-1 0 0,1-1 0,0 0 0,-1 0 0,1 0 0,0-1 0,0 1 0,0-1 0,-1 0 0,1-1 0,0 1 0,0-1 0,6-2 0,-10 3 0,0 0 0,0 0 0,0 0 0,1 0 0,-1 0 0,0 0 0,0 0 0,0 1 0,0-1 0,0 0 0,0 0 0,0 1 0,0-1 0,0 1 0,0-1 0,0 1 0,-1-1 0,1 1 0,0 0 0,0-1 0,0 1 0,-1 0 0,1 0 0,0 0 0,-1 0 0,1-1 0,0 1 0,-1 0 0,0 0 0,1 0 0,-1 0 0,1 0 0,-1 2 0,3 5 0,-1 1 0,0-1 0,0 12 0,0-6 0,4 20 0,12 74 0,-15-85 0,-2-1 0,-2 42 0,1-63 0,0 0 0,0 0 0,0 0 0,0 0 0,-1 0 0,1 0 0,0 0 0,-1 0 0,1 0 0,0 0 0,-1 0 0,1 0 0,-1 0 0,1 0 0,-1-1 0,1 1 0,-1 0 0,0 0 0,0-1 0,0 2 0,0-2 0,0 0 0,0 1 0,0-1 0,1 0 0,-1 0 0,0 0 0,0 0 0,0 0 0,0 0 0,0 0 0,0 0 0,0 0 0,1 0 0,-1 0 0,0 0 0,0-1 0,-2 0 0,-1-1 0,0 0 0,0 0 0,0-1 0,1 1 0,-1-1 0,0 0 0,-3-5 0,-50-63-1365,44 53-5461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1.052"/>
    </inkml:context>
    <inkml:brush xml:id="br0">
      <inkml:brushProperty name="width" value="0.05" units="cm"/>
      <inkml:brushProperty name="height" value="0.05" units="cm"/>
    </inkml:brush>
  </inkml:definitions>
  <inkml:trace contextRef="#ctx0" brushRef="#br0">14 10 24575,'-1'1'0,"0"-1"0,0 1 0,0-1 0,0 1 0,0-1 0,0 1 0,0 0 0,1-1 0,-1 1 0,0 0 0,0 0 0,1 0 0,-1-1 0,0 3 0,1-3 0,0 1 0,-1-1 0,1 0 0,0 1 0,0-1 0,0 0 0,0 1 0,0-1 0,0 1 0,0-1 0,0 0 0,0 1 0,1-1 0,-1 0 0,0 1 0,0-1 0,0 0 0,0 1 0,0-1 0,1 0 0,-1 1 0,0-1 0,0 0 0,1 1 0,-1-1 0,0 0 0,1 1 0,0-1 0,0 1 0,0 0 0,0-1 0,1 1 0,-1-1 0,0 1 0,1-1 0,-1 0 0,0 1 0,1-1 0,-1 0 0,0 0 0,1 0 0,-1 0 0,0 0 0,1 0 0,-1 0 0,0-1 0,1 1 0,-1 0 0,2-1 0,-1-1 0,1 1 0,-1 0 0,1-1 0,-1 1 0,0-1 0,0 0 0,0 0 0,3-3 0,-4 4 0,0-1 0,0 1 0,0 0 0,0 0 0,1-1 0,-1 1 0,0 0 0,1 0 0,-1 1 0,1-1 0,-1 0 0,1 0 0,-1 1 0,1-1 0,-1 1 0,1-1 0,0 1 0,-1-1 0,1 1 0,0 0 0,-1 0 0,1 0 0,0 0 0,3 1 0,37 10 87,-29-7-813,26 4 0,-26-7-6100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1.976"/>
    </inkml:context>
    <inkml:brush xml:id="br0">
      <inkml:brushProperty name="width" value="0.05" units="cm"/>
      <inkml:brushProperty name="height" value="0.05" units="cm"/>
    </inkml:brush>
  </inkml:definitions>
  <inkml:trace contextRef="#ctx0" brushRef="#br0">153 532 24575,'-8'-4'0,"-52"-20"0,55 22 0,0 1 0,-1 0 0,1 0 0,0 0 0,0 0 0,-1 1 0,1 0 0,0 0 0,-9 2 0,13-2 0,0 0 0,0 0 0,-1 1 0,1-1 0,0 1 0,0-1 0,0 1 0,0-1 0,0 1 0,0 0 0,0-1 0,0 1 0,0 0 0,0 0 0,0 0 0,1 0 0,-1 0 0,0 0 0,0 0 0,1 0 0,-2 1 0,2 1 0,-1-1 0,1 0 0,0 0 0,-1 0 0,1 0 0,0 0 0,0 0 0,0 1 0,1-1 0,-1 0 0,1 3 0,2 5 0,1 0 0,-1 0 0,11 17 0,-12-23 0,2 2 0,0 0 0,-1-1 0,2 1 0,-1-1 0,1 0 0,-1 0 0,11 8 0,-13-12 0,0 0 0,0 0 0,0 0 0,0 0 0,-1 0 0,2 0 0,-1 0 0,0-1 0,0 1 0,0-1 0,0 0 0,4 1 0,-5-1 0,1-1 0,-1 1 0,1 0 0,-1-1 0,1 1 0,-1-1 0,1 1 0,-1-1 0,0 0 0,1 1 0,-1-1 0,0 0 0,0 0 0,1 0 0,-1 0 0,0 0 0,0 0 0,0-1 0,1-1 0,0 0 0,-1 1 0,0-1 0,0 1 0,0-1 0,0 1 0,0-1 0,0 0 0,-1 0 0,1 1 0,-1-1 0,0 0 0,0 0 0,0 0 0,0 1 0,0-1 0,-1-3 0,-1 0 0,1-1 0,-1 1 0,0 0 0,-1 0 0,-5-10 0,3 8 0,5 14 0,8 15 0,-3-12 0,1 0 0,0-1 0,1 1 0,0-1 0,0 0 0,1-1 0,0 0 0,0 0 0,1-1 0,-1 0 0,1 0 0,1-1 0,-1 0 0,1-1 0,0 0 0,0 0 0,15 2 0,-22-5 0,-1 0 0,1-1 0,-1 0 0,1 1 0,-1-1 0,1 0 0,-1 0 0,1-1 0,-1 1 0,1 0 0,-1-1 0,1 1 0,-1-1 0,1 0 0,-1 0 0,0 0 0,1 0 0,-1 0 0,0-1 0,3-1 0,-3 0 0,0 1 0,0-1 0,0 1 0,0-1 0,0 0 0,-1 0 0,1 0 0,-1 0 0,0 0 0,1 0 0,-2 0 0,1 0 0,0 0 0,-1-1 0,1-3 0,0-18 0,-1 1 0,-1-1 0,-1 1 0,-1 0 0,-9-36 0,-43-117 0,38 128 0,-45-158 0,55 194 0,7 13 0,0 0 0,0 0 0,0 0 0,0 0 0,0 0 0,-1 0 0,1 0 0,0 0 0,0 0 0,0 0 0,0 0 0,0 0 0,0 0 0,-1 0 0,1 0 0,0 0 0,0 0 0,0 0 0,0 0 0,0 0 0,0 0 0,-1 0 0,1 0 0,0 0 0,0 0 0,0 0 0,0 0 0,0 1 0,0-1 0,0 0 0,0 0 0,-1 0 0,1 0 0,0 0 0,0 0 0,0 0 0,0 1 0,0-1 0,0 0 0,0 0 0,0 0 0,0 0 0,0 0 0,0 0 0,0 1 0,0-1 0,-1 4 0,0 0 0,1 0 0,0 0 0,0 8 0,5 54 0,20 100 0,-20-142-195,1 0 0,2 0 0,0 0 0,2-1 0,0 0 0,25 37 0,-26-46-6631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3.194"/>
    </inkml:context>
    <inkml:brush xml:id="br0">
      <inkml:brushProperty name="width" value="0.05" units="cm"/>
      <inkml:brushProperty name="height" value="0.05" units="cm"/>
    </inkml:brush>
  </inkml:definitions>
  <inkml:trace contextRef="#ctx0" brushRef="#br0">1 0 24575,'1'23'0,"0"0"0,2-1 0,8 31 0,23 64 0,-30-105 0,-1-1 0,1 0 0,6 12 0,-11-25 0,1 0 0,-1 0 0,0-1 0,1 1 0,-1 0 0,1 0 0,0 0 0,0 0 0,0-1 0,0 1 0,0 0 0,0 0 0,0-1 0,1 1 0,-1 0 0,1 0 0,0 0 0,-1 0 0,1 0 0,0 0 0,0 0 0,0 0 0,1 0 0,-1 0 0,0 1 0,1-1 0,-1 0 0,1 1 0,0-1 0,-1 1 0,1 0 0,0-1 0,0 1 0,0 0 0,0 0 0,0 0 0,0 0 0,0 1 0,0-1 0,0 1 0,0-1 0,1 1 0,-1 0 0,4-1 0,3 1 0,1 1 0,0 0 0,0 0 0,0 1 0,-1 0 0,1 1 0,-1 0 0,14 6 0,1 3 0,43 27 0,-65-38 0,0 0 0,-1 0 0,1 0 0,-1 1 0,1-1 0,-1 0 0,0 0 0,0 1 0,1-1 0,-1 1 0,0-1 0,0 1 0,0 0 0,-1-1 0,1 1 0,0 0 0,0-1 0,-1 1 0,0 0 0,1 0 0,-1 0 0,1 3 0,-2-3 0,1-1 0,-1 1 0,1 0 0,-1-1 0,0 1 0,0-1 0,1 1 0,-1-1 0,0 1 0,0-1 0,-1 0 0,1 1 0,0-1 0,0 0 0,-1 0 0,1 0 0,0 0 0,-1 0 0,1 0 0,-1 0 0,1-1 0,-1 1 0,0 0 0,-2 0 0,-10 2 0,0 0 0,1-1 0,-1-1 0,0 0 0,0-1 0,-22-2 0,-2 0 0,34 2-124,1 0 0,-1 0 0,1-1 0,-1 1 0,1-1 0,0 1-1,-1-1 1,1 0 0,0-1 0,-4-1 0,-3-3-6702</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3.457"/>
    </inkml:context>
    <inkml:brush xml:id="br0">
      <inkml:brushProperty name="width" value="0.05" units="cm"/>
      <inkml:brushProperty name="height" value="0.05" units="cm"/>
    </inkml:brush>
  </inkml:definitions>
  <inkml:trace contextRef="#ctx0" brushRef="#br0">7 0 24575,'-3'13'0,"0"8"0,2 5 0,2 1 0,3 0 0,3-1 0,1-1 0,1 0 0,2-3 0,1-1 0,-1 0 0,0-1 0,1-1 0,-2-2 0,0-3 0,-2-5-8191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3.960"/>
    </inkml:context>
    <inkml:brush xml:id="br0">
      <inkml:brushProperty name="width" value="0.05" units="cm"/>
      <inkml:brushProperty name="height" value="0.05" units="cm"/>
    </inkml:brush>
  </inkml:definitions>
  <inkml:trace contextRef="#ctx0" brushRef="#br0">28 87 24575,'-14'-8'0,"14"7"0,-1 1 0,0-1 0,1 1 0,-1 0 0,0-1 0,1 1 0,-1 0 0,0 0 0,0 0 0,1-1 0,-1 1 0,0 0 0,0 0 0,1 0 0,-1 0 0,0 0 0,-1 1 0,2-1 0,0 1 0,0-1 0,0 1 0,0-1 0,0 0 0,0 1 0,0-1 0,1 1 0,-1-1 0,0 1 0,0-1 0,0 1 0,0-1 0,1 0 0,-1 1 0,0-1 0,0 0 0,1 1 0,-1-1 0,0 0 0,1 1 0,0-1 0,8 11 0,-9-11 0,3 3 0,1-1 0,-1 1 0,0-1 0,1 0 0,-1 0 0,1-1 0,-1 1 0,1-1 0,0 0 0,0 0 0,0 0 0,0 0 0,-1-1 0,1 1 0,0-1 0,7 0 0,-7-1 0,0 1 0,0 0 0,1-1 0,-1 0 0,0 0 0,0 0 0,0 0 0,0-1 0,0 1 0,0-1 0,-1 0 0,1-1 0,-1 1 0,1 0 0,4-5 0,-7 6 0,0 0 0,-1 0 0,1 0 0,0 0 0,-1 0 0,1 0 0,0 0 0,-1 0 0,1-1 0,-1 1 0,0 0 0,1 0 0,-1 0 0,0 0 0,0-1 0,0 1 0,0 0 0,0 0 0,0-1 0,0 1 0,0 0 0,0 0 0,-1 0 0,1-1 0,0 1 0,-1 0 0,1 0 0,-1 0 0,1 0 0,-1 0 0,0 0 0,1 0 0,-1 0 0,0 0 0,0 0 0,0 0 0,0 0 0,0 1 0,0-1 0,-1-1 0,-5-3 0,-1 0 0,1 0 0,-2 0 0,-9-3 0,12 5 0,6 3-10,-34-14 141,33 14-209,-1-1 0,0 1 0,1 0-1,-1-1 1,0 1 0,0 0 0,1 0-1,-1 0 1,0 0 0,1 1 0,-1-1 0,0 0-1,1 1 1,-1-1 0,0 1 0,1-1-1,-1 1 1,-1 1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4.318"/>
    </inkml:context>
    <inkml:brush xml:id="br0">
      <inkml:brushProperty name="width" value="0.05" units="cm"/>
      <inkml:brushProperty name="height" value="0.05" units="cm"/>
    </inkml:brush>
  </inkml:definitions>
  <inkml:trace contextRef="#ctx0" brushRef="#br0">77 1 24575,'-18'10'0,"-5"6"0,3 2 0,8 1 0,8-2 0,8-3 0,5 0 0,4-3 0,2 0 0,1-3 0,3 0 0,1-1 0,-1-2 0,-1-2 0,-1-1 0,-3-1-8191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4.567"/>
    </inkml:context>
    <inkml:brush xml:id="br0">
      <inkml:brushProperty name="width" value="0.05" units="cm"/>
      <inkml:brushProperty name="height" value="0.05" units="cm"/>
    </inkml:brush>
  </inkml:definitions>
  <inkml:trace contextRef="#ctx0" brushRef="#br0">0 0 24575,'5'33'0,"2"15"0,2 5 0,-1-1 0,1-3 0,0-6 0,-1-7 0,0-3 0,0-5 0,-1-5 0,1-4 0,-1-5-8191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4.896"/>
    </inkml:context>
    <inkml:brush xml:id="br0">
      <inkml:brushProperty name="width" value="0.05" units="cm"/>
      <inkml:brushProperty name="height" value="0.05" units="cm"/>
    </inkml:brush>
  </inkml:definitions>
  <inkml:trace contextRef="#ctx0" brushRef="#br0">93 1 24575,'-5'1'0,"-1"1"0,1 1 0,0-1 0,-1 1 0,1 0 0,0 0 0,1 1 0,-1-1 0,1 1 0,-1 0 0,-4 6 0,6-7 0,0 0 0,1 1 0,-1 0 0,1-1 0,-1 1 0,1 0 0,0 0 0,1 0 0,-1 0 0,1 1 0,0-1 0,0 0 0,0 1 0,0-1 0,1 7 0,0-10 0,0 0 0,0 0 0,1 0 0,-1 0 0,1 0 0,-1 0 0,1 0 0,-1 0 0,1 0 0,-1 0 0,1 0 0,0 0 0,0-1 0,-1 1 0,1 0 0,0 0 0,0-1 0,0 1 0,0-1 0,0 1 0,0-1 0,0 1 0,0-1 0,0 1 0,0-1 0,0 0 0,0 0 0,0 1 0,2-1 0,5 1 0,0 0 0,0-1 0,8 0 0,-8 0 0,21-2 67,33-5 0,10-1-1566,-56 7-5327</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5.738"/>
    </inkml:context>
    <inkml:brush xml:id="br0">
      <inkml:brushProperty name="width" value="0.05" units="cm"/>
      <inkml:brushProperty name="height" value="0.05" units="cm"/>
    </inkml:brush>
  </inkml:definitions>
  <inkml:trace contextRef="#ctx0" brushRef="#br0">180 578 24575,'12'-53'0,"-9"41"0,0 1 0,0-1 0,-1 0 0,-1 0 0,0 0 0,0 0 0,-3-22 0,-4 4 0,-1 1 0,-1-1 0,-20-45 0,4 24 0,-31-50 0,41 78 0,-34-41 0,47 64 0,1-1 0,0 1 0,0 0 0,0 0 0,-1-1 0,1 1 0,0 0 0,0 0 0,0-1 0,-1 1 0,1 0 0,0 0 0,-1-1 0,1 1 0,0 0 0,0 0 0,-1 0 0,1 0 0,0 0 0,-1 0 0,1-1 0,0 1 0,-1 0 0,1 0 0,0 0 0,-1 0 0,1 0 0,0 0 0,-1 0 0,0 1 0,-3 9 0,4 22 0,1-27 0,0 17 0,1-1 0,1 1 0,1-1 0,1 0 0,1 0 0,0-1 0,2 0 0,17 33 0,-13-31 0,1-2 0,1 0 0,0 0 0,2-2 0,0 0 0,1 0 0,29 22 0,-21-21-341,2 0 0,0-1-1,44 20 1,-59-33-6485</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6.329"/>
    </inkml:context>
    <inkml:brush xml:id="br0">
      <inkml:brushProperty name="width" value="0.05" units="cm"/>
      <inkml:brushProperty name="height" value="0.05" units="cm"/>
    </inkml:brush>
  </inkml:definitions>
  <inkml:trace contextRef="#ctx0" brushRef="#br0">47 12 24575,'-2'-1'0,"1"0"0,-1-1 0,0 1 0,0 0 0,0 0 0,0 0 0,0 1 0,0-1 0,0 0 0,0 1 0,0 0 0,0-1 0,0 1 0,-4 0 0,6 0 0,-1 0 0,1 0 0,-1 0 0,0 0 0,1 1 0,-1-1 0,1 0 0,-1 0 0,0 1 0,1-1 0,-1 0 0,1 1 0,-1-1 0,1 1 0,-1-1 0,1 1 0,-1-1 0,1 1 0,-1 0 0,1 0 0,-1 0 0,1 1 0,-1-1 0,1 0 0,0 0 0,-1 1 0,1-1 0,0 0 0,0 0 0,0 1 0,0-1 0,0 0 0,1 2 0,1 7 0,0 0 0,1-1 0,1 0 0,-1 0 0,1 0 0,9 14 0,-1-4 0,27 32 0,-36-47 0,1 0 0,0 0 0,0-1 0,0 1 0,1-1 0,-1 0 0,1 0 0,0-1 0,0 1 0,0-1 0,0 0 0,0-1 0,0 1 0,1-1 0,8 2 0,-11-3 0,0 0 0,1 0 0,-1 0 0,0-1 0,0 1 0,0-1 0,0 0 0,0 1 0,1-1 0,-1-1 0,-1 1 0,1 0 0,0-1 0,0 1 0,0-1 0,-1 0 0,1 0 0,-1 0 0,1 0 0,-1-1 0,0 1 0,0-1 0,0 1 0,0-1 0,-1 0 0,1 1 0,1-6 0,-1 3 0,0 0 0,-1-1 0,0 1 0,0-1 0,0 1 0,-1-1 0,1 1 0,-1-1 0,-1 0 0,1 1 0,-1-1 0,0 1 0,0-1 0,-1 1 0,1-1 0,-1 1 0,-1 0 0,1 0 0,-1 0 0,1 0 0,-1 0 0,-1 1 0,-6-9 0,2 9 0,7 8 0,10 11 0,1-5 0,0-2 0,0 1 0,1-1 0,0 0 0,22 10 0,-28-15 0,1 0 0,0-1 0,0 1 0,1-2 0,-1 1 0,0 0 0,1-1 0,-1-1 0,0 1 0,1-1 0,-1 0 0,1 0 0,-1-1 0,8-1 0,-12 1 0,1 0 0,-1 0 0,1 0 0,-1-1 0,0 1 0,1-1 0,-1 1 0,0-1 0,0 0 0,0 0 0,1-2 0,-2 3 0,0-1 0,1 1 0,-1-1 0,0 1 0,0 0 0,1 0 0,-1 0 0,1 0 0,-1 0 0,1 0 0,-1 0 0,1 0 0,0 0 0,-1 1 0,1-1 0,0 1 0,-1-1 0,1 1 0,0 0 0,0 0 0,-1-1 0,1 1 0,0 1 0,3-1 0,5 2-1365,0 1-5461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6.655"/>
    </inkml:context>
    <inkml:brush xml:id="br0">
      <inkml:brushProperty name="width" value="0.05" units="cm"/>
      <inkml:brushProperty name="height" value="0.05" units="cm"/>
    </inkml:brush>
  </inkml:definitions>
  <inkml:trace contextRef="#ctx0" brushRef="#br0">32 0 24575,'-4'11'0,"1"-1"0,0 1 0,1 0 0,0 0 0,1 0 0,0 0 0,1 0 0,0 0 0,2 12 0,0-7 0,1 0 0,0-1 0,1 0 0,1 0 0,11 26 0,-12-36 0,-1 0 0,1 0 0,-1 0 0,1-1 0,1 1 0,-1-1 0,1 0 0,-1 0 0,1-1 0,0 0 0,0 1 0,8 2 0,-6-2 0,0 0 0,0 0 0,-1 1 0,0-1 0,0 1 0,8 9 0,-13-13 0,0 0 0,0 0 0,0 0 0,0 1 0,0-1 0,-1 1 0,1-1 0,0 0 0,0 1 0,-1-1 0,1 1 0,-1 0 0,0-1 0,1 1 0,-1-1 0,0 1 0,0 0 0,0 2 0,-1-3 0,1 0 0,-1 1 0,1-1 0,-1 0 0,0 0 0,1 1 0,-1-1 0,0 0 0,0 0 0,0 0 0,0 0 0,0 0 0,0 0 0,0 0 0,0 0 0,0-1 0,-2 2 0,-2 0 0,-1 1 0,0-1 0,1 0 0,-1-1 0,0 1 0,0-1 0,0 0 0,-8 0 0,0-1-273,0 0 0,1 0 0,-1-2 0,-20-3 0,21 1-6553</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6.938"/>
    </inkml:context>
    <inkml:brush xml:id="br0">
      <inkml:brushProperty name="width" value="0.05" units="cm"/>
      <inkml:brushProperty name="height" value="0.05" units="cm"/>
    </inkml:brush>
  </inkml:definitions>
  <inkml:trace contextRef="#ctx0" brushRef="#br0">1 32 24575,'0'-30'0,"0"29"0,0 2 0,0 17 0,1 29 0,3-1 0,2 1 0,2 0 0,26 84 0,-23-94-35,15 45-1295,-20-66-5496</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49:57.416"/>
    </inkml:context>
    <inkml:brush xml:id="br0">
      <inkml:brushProperty name="width" value="0.05" units="cm"/>
      <inkml:brushProperty name="height" value="0.05" units="cm"/>
    </inkml:brush>
  </inkml:definitions>
  <inkml:trace contextRef="#ctx0" brushRef="#br0">0 398 24575,'43'26'0,"-9"-5"0,0-1 0,45 19 0,-74-37 0,0-1 0,0 1 0,0-1 0,0 0 0,0 0 0,0 0 0,0-1 0,10 0 0,-12 0 0,-1-1 0,0 1 0,0-1 0,0 1 0,0-1 0,0 0 0,0 0 0,0 0 0,0 0 0,0 0 0,-1 0 0,1 0 0,0-1 0,-1 1 0,1-1 0,-1 1 0,1-1 0,-1 0 0,0 1 0,1-1 0,-1 0 0,0 0 0,1-3 0,1-4 0,0 0 0,-1 1 0,0-1 0,-1-1 0,0 1 0,0 0 0,-1 0 0,-2-18 0,-2-7 0,-9-33 0,11 57 0,-1-3 0,-18-93 0,18 85 0,1 0 0,1 0 0,2-24 0,0 42 0,-1 0 0,1 0 0,0 0 0,-1 0 0,1 0 0,1 0 0,-1 0 0,0 1 0,1-1 0,-1 0 0,4-2 0,-5 4 0,0 1 0,1-1 0,-1 1 0,1-1 0,-1 1 0,1 0 0,-1-1 0,1 1 0,-1 0 0,1-1 0,-1 1 0,1 0 0,-1-1 0,1 1 0,0 0 0,-1 0 0,1 0 0,-1 0 0,1 0 0,0 0 0,-1 0 0,2 0 0,-1 0 0,0 1 0,0-1 0,0 1 0,0 0 0,0-1 0,0 1 0,0 0 0,0 0 0,-1-1 0,1 1 0,0 0 0,0 0 0,-1 0 0,1 0 0,-1 0 0,1 0 0,0 2 0,6 15 0,0 1 0,7 33 0,-5-14 0,18 66 0,-13-46 0,1-2 0,31 71 0,-45-125 0,0 1 0,1 0 0,-1 0 0,1-1 0,-1 1 0,1-1 0,0 0 0,0 1 0,0-1 0,1 0 0,-1 0 0,0 0 0,1 0 0,5 2 0,-6-3 0,0-1 0,-1 1 0,1-1 0,0 0 0,0 1 0,0-1 0,0 0 0,0 0 0,0 0 0,0 0 0,0-1 0,0 1 0,0-1 0,0 1 0,0-1 0,0 1 0,0-1 0,-1 0 0,1 0 0,0 0 0,0 0 0,-1 0 0,3-3 0,13-12 0,-13 13 0,-1-1 0,1 1 0,0 0 0,7-5 0,-9 7 0,0 1 0,0-1 0,-1 0 0,1 1 0,0-1 0,0 1 0,0 0 0,0-1 0,0 1 0,0 0 0,0 0 0,0 0 0,0 1 0,0-1 0,4 1 0,22 10-1365,-15-6-5461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0.405"/>
    </inkml:context>
    <inkml:brush xml:id="br0">
      <inkml:brushProperty name="width" value="0.05" units="cm"/>
      <inkml:brushProperty name="height" value="0.05" units="cm"/>
      <inkml:brushProperty name="color" value="#008C3A"/>
    </inkml:brush>
  </inkml:definitions>
  <inkml:trace contextRef="#ctx0" brushRef="#br0">37 16 24575,'-2'-2'0,"0"1"0,0 0 0,1 0 0,-1 0 0,0 0 0,0 0 0,0 0 0,0 0 0,-1 1 0,1-1 0,-4 0 0,-3-1 0,57 1 0,616 2 49,-357-2-1463,-290 1-5412</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0.781"/>
    </inkml:context>
    <inkml:brush xml:id="br0">
      <inkml:brushProperty name="width" value="0.05" units="cm"/>
      <inkml:brushProperty name="height" value="0.05" units="cm"/>
      <inkml:brushProperty name="color" value="#008C3A"/>
    </inkml:brush>
  </inkml:definitions>
  <inkml:trace contextRef="#ctx0" brushRef="#br0">0 1 24575,'30'2'0,"13"1"0,1 1 0,-2-2 0,-5 0 0,-4-1 0,-5 0 0,-3-1 0,-2 0 0,-4 0 0,-1 0 0,-2 0 0,-1-1 0,-1 1 0,-2-2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1.838"/>
    </inkml:context>
    <inkml:brush xml:id="br0">
      <inkml:brushProperty name="width" value="0.05" units="cm"/>
      <inkml:brushProperty name="height" value="0.05" units="cm"/>
      <inkml:brushProperty name="color" value="#008C3A"/>
    </inkml:brush>
  </inkml:definitions>
  <inkml:trace contextRef="#ctx0" brushRef="#br0">1 30 24575,'13'0'0,"1"2"0,17 3 0,-19-3 0,0 0 0,24 1 0,-34-4 0,0 1 0,0-1 0,0 1 0,1-1 0,-1 0 0,0 1 0,0-1 0,0 0 0,0 0 0,0-1 0,0 1 0,0 0 0,-1-1 0,1 1 0,0-1 0,2-3 0,-2 3 0,0 0 0,0 0 0,0 0 0,1 0 0,-1 0 0,0 0 0,1 1 0,0-1 0,3-1 0,-4 3 0,-1-1 0,1 1 0,0-1 0,-1 1 0,1 0 0,0 0 0,-1-1 0,1 1 0,3 1 0,-5-1 0,1 0 0,-1 0 0,1 1 0,-1-1 0,1 0 0,-1 1 0,1-1 0,-1 0 0,1 1 0,-1-1 0,1 1 0,-1-1 0,0 1 0,1-1 0,-1 1 0,0-1 0,1 1 0,-1 0 0,0-1 0,0 1 0,0-1 0,0 1 0,1-1 0,-1 1 0,0 0 0,0-1 0,0 1 0,0 0 0,0-1 0,0 2 0,-4 144 0,3-133 0,0-1 0,-1 0 0,-1 0 0,0 0 0,0 0 0,-6 12 0,4-12 0,1 0 0,0 0 0,1 1 0,0-1 0,-1 22 0,4 20 0,1-25 0,-2 0 0,-7 51 0,4-51-92,2-15 197,-5 23 0,6-33-219,0-1 0,0 0 0,-1 0 0,1 0 0,-1 0 0,1 0-1,-1 0 1,0 0 0,0-1 0,0 1 0,-1 0 0,-2 2 0,-5 1-6712</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2.811"/>
    </inkml:context>
    <inkml:brush xml:id="br0">
      <inkml:brushProperty name="width" value="0.05" units="cm"/>
      <inkml:brushProperty name="height" value="0.05" units="cm"/>
      <inkml:brushProperty name="color" value="#008C3A"/>
    </inkml:brush>
  </inkml:definitions>
  <inkml:trace contextRef="#ctx0" brushRef="#br0">1472 1 24575,'-163'24'0,"130"-20"0,0-1 0,-58-3 0,39-1 0,-68-7 0,2 0 0,86 8 0,0 1 0,-49 8 0,45-5 0,-1-1 0,-71-3 0,40-2 0,22 3 0,6 0 0,1-2 0,-60-9 0,62 6 0,0 1 0,-67 3 0,39 2 0,1033-2-1365,-942 0-5461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5.718"/>
    </inkml:context>
    <inkml:brush xml:id="br0">
      <inkml:brushProperty name="width" value="0.05" units="cm"/>
      <inkml:brushProperty name="height" value="0.05" units="cm"/>
      <inkml:brushProperty name="color" value="#008C3A"/>
    </inkml:brush>
  </inkml:definitions>
  <inkml:trace contextRef="#ctx0" brushRef="#br0">115 62 24575,'-1'-2'0,"0"0"0,0 0 0,0 0 0,0 0 0,0 0 0,1 0 0,-1-1 0,1 1 0,-1 0 0,1 0 0,0 0 0,0-1 0,0 1 0,0 0 0,1 0 0,0-4 0,-1 5 0,1-1 0,0 1 0,0 0 0,0-1 0,0 1 0,0 0 0,0 0 0,0 0 0,0 0 0,1 0 0,-1 0 0,0 0 0,1 0 0,-1 1 0,0-1 0,1 0 0,-1 1 0,1-1 0,-1 1 0,1-1 0,-1 1 0,1 0 0,0 0 0,1 0 0,1-1 0,1 1 0,-1 0 0,1 0 0,-1 0 0,0 0 0,1 1 0,-1 0 0,0 0 0,1 0 0,-1 0 0,8 4 0,-10-3 0,1-1 0,-1 1 0,0-1 0,0 1 0,0 0 0,0 0 0,0 0 0,-1 0 0,1 0 0,0 1 0,-1-1 0,0 0 0,1 1 0,-1-1 0,0 1 0,0-1 0,0 1 0,-1 0 0,1-1 0,0 5 0,0 4 0,0 1 0,-1-1 0,0 1 0,-1 0 0,-3 13 0,3-20 0,0 0 0,0-1 0,0 1 0,-1 0 0,0-1 0,0 1 0,0-1 0,0 1 0,-1-1 0,0 0 0,0 0 0,0 0 0,0-1 0,-7 7 0,7-8 0,0-1 0,0 1 0,0-1 0,0 0 0,0 1 0,-1-2 0,1 1 0,0 0 0,-1 0 0,-4-1 0,-36 0 0,25-1 0,14 1 0,1-1 0,0 1 0,0-1 0,-1 0 0,1 0 0,0 0 0,0 0 0,0-1 0,0 0 0,0 0 0,0 0 0,1 0 0,-1 0 0,-3-4 0,5 4 0,-1 0 0,1-1 0,0 1 0,0-1 0,0 0 0,1 1 0,-1-1 0,1 0 0,-1 0 0,1 0 0,0 0 0,0 0 0,0 0 0,1 0 0,-1-1 0,1 1 0,-1 0 0,1 0 0,1-6 0,-1 6 3,1 0 0,-1 1-1,1-1 1,0 0 0,0 0 0,0 0-1,1 0 1,-1 1 0,1-1-1,-1 1 1,1-1 0,0 1 0,0 0-1,0-1 1,0 1 0,3-2 0,6-4-87,-1 0 1,18-9-1,-4 3-1077,-16 9-5665</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6.470"/>
    </inkml:context>
    <inkml:brush xml:id="br0">
      <inkml:brushProperty name="width" value="0.05" units="cm"/>
      <inkml:brushProperty name="height" value="0.05" units="cm"/>
      <inkml:brushProperty name="color" value="#008C3A"/>
    </inkml:brush>
  </inkml:definitions>
  <inkml:trace contextRef="#ctx0" brushRef="#br0">75 117 24575,'-1'0'0,"0"0"0,1-1 0,-1 1 0,0 0 0,0 0 0,1 0 0,-1 1 0,0-1 0,1 0 0,-1 0 0,0 0 0,1 0 0,-1 1 0,0-1 0,1 0 0,-1 1 0,0-1 0,1 0 0,-1 1 0,1-1 0,-1 1 0,1-1 0,-1 1 0,1-1 0,-1 1 0,1 0 0,-1-1 0,1 1 0,0-1 0,-1 1 0,1 0 0,0-1 0,0 1 0,0 0 0,-1-1 0,1 1 0,0 0 0,0 0 0,0-1 0,0 1 0,0 0 0,0-1 0,0 1 0,0 0 0,0-1 0,1 1 0,-1 0 0,0 0 0,3 6 0,-1 0 0,1-1 0,0 1 0,4 6 0,-2-3 0,8 14 0,-8-16 0,-1 0 0,0 1 0,4 9 0,-8-18 0,0 1 0,0 0 0,1-1 0,-1 1 0,0 0 0,0 0 0,0-1 0,0 1 0,0 0 0,0-1 0,0 1 0,0 0 0,0-1 0,0 1 0,0 0 0,-1 0 0,1-1 0,-1 2 0,1-2 0,0 1 0,-1-1 0,1 0 0,0 0 0,-1 1 0,1-1 0,-1 0 0,1 0 0,0 1 0,-1-1 0,1 0 0,-1 0 0,1 0 0,-1 0 0,1 0 0,0 0 0,-1 0 0,1 0 0,-1 0 0,1 0 0,-1 0 0,-2 0 0,1-1 0,0 1 0,0-1 0,-1 0 0,1 1 0,0-1 0,0 0 0,0-1 0,-3-1 0,-1-2 0,-1-1 0,2 0 0,-1 0 0,0-1 0,1 1 0,0-1 0,1 0 0,0-1 0,-6-13 0,6 12 0,1 0 0,0-1 0,0 0 0,1 0 0,0 1 0,1-1 0,0 0 0,1-11 0,0 17 0,0 1 0,1-1 0,0 0 0,-1 0 0,1 0 0,1 0 0,-1 0 0,1 1 0,-1-1 0,1 1 0,0-1 0,0 1 0,1 0 0,-1 0 0,1-1 0,-1 2 0,1-1 0,0 0 0,0 1 0,1-1 0,3-2 0,-3 3 0,-1 1 0,0 0 0,0-1 0,0 1 0,1 1 0,-1-1 0,1 0 0,-1 1 0,0-1 0,1 1 0,-1 0 0,1 0 0,-1 1 0,1-1 0,-1 1 0,0-1 0,1 1 0,-1 0 0,0 0 0,1 1 0,-1-1 0,0 1 0,0 0 0,5 3 0,-6-3 5,0-1 0,0 1 0,0 0-1,0 0 1,0 0 0,0 0 0,-1 0 0,1 0-1,-1 0 1,0 1 0,1-1 0,-1 1 0,0-1-1,0 1 1,0-1 0,-1 1 0,1-1-1,-1 1 1,1 0 0,-1-1 0,0 1 0,0 0-1,0-1 1,-1 4 0,0-2-98,0 0 0,0 0 1,0 0-1,-1 0 0,1-1 0,-1 1 0,0 0 0,0-1 1,0 0-1,-1 1 0,1-1 0,-1 0 0,0 0 1,0 0-1,-4 3 0,-1-1-6733</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6.908"/>
    </inkml:context>
    <inkml:brush xml:id="br0">
      <inkml:brushProperty name="width" value="0.05" units="cm"/>
      <inkml:brushProperty name="height" value="0.05" units="cm"/>
      <inkml:brushProperty name="color" value="#008C3A"/>
    </inkml:brush>
  </inkml:definitions>
  <inkml:trace contextRef="#ctx0" brushRef="#br0">220 34 24575,'-17'-5'0,"-8"-2"0,-1 0 0,1 2 0,-1 1 0,-30-2 0,53 6 0,0 0 0,0 0 0,0 1 0,0-1 0,0 1 0,0-1 0,0 1 0,0 0 0,0 0 0,-4 3 0,7-4 0,-1 0 0,0 1 0,1-1 0,-1 1 0,1-1 0,-1 1 0,1 0 0,-1-1 0,1 1 0,0-1 0,-1 1 0,1 0 0,0-1 0,-1 1 0,1 0 0,0 0 0,0-1 0,-1 2 0,1-1 0,0 0 0,0 1 0,1-1 0,-1 0 0,0 1 0,0-1 0,1 0 0,-1 0 0,1 1 0,-1-1 0,1 0 0,0 0 0,0 2 0,4 3 0,-1-1 0,1 0 0,0 0 0,1 0 0,-1 0 0,1-1 0,0 0 0,0 0 0,0 0 0,9 3 0,-2-1 0,1-1 0,-1 0 0,1-1 0,17 3 0,-25-6 0,-1 0 0,1-1 0,0 0 0,-1 1 0,1-2 0,0 1 0,7-2 0,-11 2 0,-1-1 0,0 1 0,0-1 0,0 1 0,0-1 0,0 1 0,0-1 0,0 0 0,0 1 0,0-1 0,0 0 0,0 0 0,0 0 0,-1 1 0,1-1 0,1-2 0,-2 2 0,1-1 0,-1 1 0,1-1 0,-1 1 0,0-1 0,0 0 0,1 1 0,-1-1 0,0 1 0,0-1 0,-1 1 0,1-1 0,0 0 0,0 1 0,-2-3 0,1 0 0,-1 0 0,0 0 0,0 0 0,-1 1 0,1-1 0,-1 1 0,1-1 0,-4-2 0,5 5 0,0-1 0,-1 1 0,1 0 0,0 0 0,0 0 0,-1 0 0,1 0 0,0 0 0,-1 0 0,1 0 0,-1 1 0,0-1 0,1 0 0,-1 1 0,1 0 0,-1-1 0,0 1 0,1 0 0,-1 0 0,0 0 0,1 0 0,-3 0 0,3 0 0,1 0 0,0 1 0,0-1 0,-1 0 0,1 1 0,0-1 0,-1 1 0,1-1 0,0 0 0,0 1 0,0-1 0,0 1 0,-1-1 0,1 1 0,0-1 0,0 0 0,0 1 0,0-1 0,0 1 0,0-1 0,0 1 0,0-1 0,0 1 0,0-1 0,0 0 0,0 1 0,1-1 0,-1 1 0,0-1 0,0 1 0,0-1 0,1 0 0,-1 1 0,0-1 0,0 1 0,1-1 0,10 17 0,-5-10-455,0 0 0,12 11 0,-9-10-6371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7.579"/>
    </inkml:context>
    <inkml:brush xml:id="br0">
      <inkml:brushProperty name="width" value="0.05" units="cm"/>
      <inkml:brushProperty name="height" value="0.05" units="cm"/>
      <inkml:brushProperty name="color" value="#008C3A"/>
    </inkml:brush>
  </inkml:definitions>
  <inkml:trace contextRef="#ctx0" brushRef="#br0">192 203 24575,'-50'-9'0,"-42"-7"0,59 16 0,32 0 0,0 0 0,0 0 0,0 1 0,-1-1 0,1 0 0,0 1 0,0-1 0,0 1 0,0-1 0,-2 2 0,3-2 0,0 1 0,-1-1 0,1 0 0,0 0 0,0 1 0,-1-1 0,1 0 0,0 1 0,0-1 0,0 1 0,0-1 0,-1 0 0,1 1 0,0-1 0,0 0 0,0 1 0,0-1 0,0 1 0,0-1 0,0 0 0,0 1 0,0-1 0,0 1 0,0-1 0,1 0 0,-1 1 0,0-1 0,0 1 0,0-1 0,0 0 0,1 1 0,2 5 0,1 0 0,0-1 0,0 1 0,1-1 0,0 0 0,-1 0 0,2-1 0,9 8 0,-5-5 0,0-1 0,0 0 0,1-1 0,14 6 0,-21-10 0,-1 0 0,1 0 0,0 0 0,0 0 0,0-1 0,0 1 0,6-1 0,-9 0 0,0 0 0,-1 0 0,1 0 0,0-1 0,0 1 0,0 0 0,-1 0 0,1-1 0,0 1 0,-1 0 0,1-1 0,0 1 0,0-1 0,-1 1 0,1-1 0,-1 1 0,1-1 0,0 1 0,-1-1 0,1 0 0,-1 1 0,0-1 0,1 0 0,-1 0 0,1 1 0,-1-1 0,0 0 0,0 0 0,1 1 0,-1-1 0,0 0 0,0 0 0,0 0 0,0 1 0,0-1 0,0 0 0,0 0 0,0 0 0,0 1 0,0-1 0,-1 0 0,1-1 0,-3-7 0,0 0 0,-1 0 0,0 0 0,0 0 0,-1 1 0,0-1 0,-10-12 0,-4-7 0,-63-114 0,75 132 0,7 10 0,0 0 0,0 0 0,0 0 0,0 0 0,0 0 0,0 0 0,0 0 0,0 0 0,0 0 0,0 0 0,0 0 0,0 0 0,0 0 0,0 0 0,0 0 0,0 1 0,0-1 0,0 0 0,0 0 0,0 0 0,0 0 0,0 0 0,0 0 0,0 0 0,0 0 0,0 0 0,0 0 0,0 0 0,0 0 0,0 0 0,0 0 0,0 0 0,0 0 0,0 0 0,0 0 0,0 0 0,0 0 0,0 0 0,0 0 0,0 0 0,0 0 0,0 0 0,0 0 0,0 0 0,0 0 0,-1 0 0,1 0 0,0 0 0,0 1 0,0-1 0,0-1 0,0 1 0,0 0 0,0 0 0,0 0 0,0 0 0,0 0 0,0 0 0,0 0 0,8 20 0,5 2 62,29 35-1,-26-36-805,22 35 0,-33-45-6082</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8.487"/>
    </inkml:context>
    <inkml:brush xml:id="br0">
      <inkml:brushProperty name="width" value="0.05" units="cm"/>
      <inkml:brushProperty name="height" value="0.05" units="cm"/>
      <inkml:brushProperty name="color" value="#008C3A"/>
    </inkml:brush>
  </inkml:definitions>
  <inkml:trace contextRef="#ctx0" brushRef="#br0">0 105 24575,'10'-3'0,"1"0"0,0 1 0,-1 0 0,1 1 0,15 0 0,55 7 0,-18-1 0,17-3 0,0-4 0,0-3 0,126-24 0,70-21 0,-184 40 0,96 0 0,73 23 0,-229-10 0,27 3 0,-51-5-1365</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8.925"/>
    </inkml:context>
    <inkml:brush xml:id="br0">
      <inkml:brushProperty name="width" value="0.05" units="cm"/>
      <inkml:brushProperty name="height" value="0.05" units="cm"/>
      <inkml:brushProperty name="color" value="#008C3A"/>
    </inkml:brush>
  </inkml:definitions>
  <inkml:trace contextRef="#ctx0" brushRef="#br0">1 11 24575,'2'-11'0,"2"14"0,3 18 0,-4 65 0,-3-61 0,4 46 0,4-27 0,-2-6 0,-1 0 0,1 47 0,-7-27-1365,1-46-5461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9.266"/>
    </inkml:context>
    <inkml:brush xml:id="br0">
      <inkml:brushProperty name="width" value="0.05" units="cm"/>
      <inkml:brushProperty name="height" value="0.05" units="cm"/>
      <inkml:brushProperty name="color" value="#008C3A"/>
    </inkml:brush>
  </inkml:definitions>
  <inkml:trace contextRef="#ctx0" brushRef="#br0">1457 0 24575,'-86'13'0,"-146"4"0,-87-26 0,-237 1 0,344 10 0,183-2-1365,7 0-5461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19.978"/>
    </inkml:context>
    <inkml:brush xml:id="br0">
      <inkml:brushProperty name="width" value="0.05" units="cm"/>
      <inkml:brushProperty name="height" value="0.05" units="cm"/>
      <inkml:brushProperty name="color" value="#008C3A"/>
    </inkml:brush>
  </inkml:definitions>
  <inkml:trace contextRef="#ctx0" brushRef="#br0">151 61 24575,'0'-3'0,"1"1"0,-1-1 0,1 1 0,0-1 0,0 1 0,0-1 0,1 1 0,-1 0 0,0-1 0,1 1 0,0 0 0,-1 0 0,1 0 0,0 0 0,0 1 0,4-4 0,-4 4 0,0 0 0,0 1 0,0-1 0,0 1 0,0-1 0,0 1 0,0 0 0,0 0 0,0 0 0,0 0 0,0 0 0,1 0 0,-1 1 0,0-1 0,0 0 0,0 1 0,0 0 0,-1 0 0,1-1 0,0 1 0,0 0 0,2 2 0,11 7 0,1 1 0,-1 1 0,25 25 0,-37-33 0,0-1 0,0 1 0,0-1 0,-1 1 0,1 0 0,-1 0 0,0 0 0,0 1 0,1 3 0,-2-6 0,-1-1 0,0 0 0,0 0 0,1 1 0,-1-1 0,0 0 0,0 0 0,0 1 0,-1-1 0,1 0 0,0 1 0,0-1 0,-1 0 0,1 0 0,0 0 0,-1 1 0,1-1 0,-1 0 0,0 0 0,1 0 0,-1 0 0,0 0 0,0 0 0,0 0 0,1 0 0,-1 0 0,0 0 0,0-1 0,0 1 0,-1 0 0,1 0 0,0-1 0,0 1 0,0-1 0,0 1 0,-3-1 0,-3 3 0,-1-1 0,0-1 0,0 0 0,0 0 0,0-1 0,-16 0 0,0-3 0,-25-4 0,25 2 0,-33-12 0,49 14 0,-1 0 0,2-1 0,-1 0 0,0 0 0,1 0 0,0-1 0,-11-10 0,16 14 0,1 0 0,0 0 0,-1-1 0,1 1 0,0-1 0,0 1 0,0-1 0,0 1 0,0-1 0,0 0 0,0 0 0,0 1 0,1-1 0,-1 0 0,1 0 0,-1 0 0,1 0 0,0 1 0,0-1 0,0 0 0,0 0 0,0 0 0,0 0 0,0 0 0,1 0 0,-1 0 0,1 1 0,-1-1 0,1 0 0,0 0 0,0 1 0,0-1 0,0 0 0,0 1 0,0-1 0,2-1 0,1-2 0,0 1 0,0 1 0,0-1 0,1 1 0,0-1 0,0 1 0,0 1 0,0-1 0,0 1 0,0 0 0,6-2 0,-1 2-273,0 0 0,0 1 0,0 0 0,11 0 0,-8 1-6553</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20.807"/>
    </inkml:context>
    <inkml:brush xml:id="br0">
      <inkml:brushProperty name="width" value="0.05" units="cm"/>
      <inkml:brushProperty name="height" value="0.05" units="cm"/>
      <inkml:brushProperty name="color" value="#008C3A"/>
    </inkml:brush>
  </inkml:definitions>
  <inkml:trace contextRef="#ctx0" brushRef="#br0">22 61 24575,'48'78'0,"-30"-50"0,29 34 0,-11-16 0,-94-97 0,39 34 0,-26-33 0,39 42 0,1 0 0,0 0 0,0-1 0,0 0 0,1 0 0,0 0 0,-3-13 0,5 15 0,1 2 0,-1 0 0,1 0 0,0 0 0,1-1 0,-1-7 0,1 12 0,0 0 0,0-1 0,1 1 0,-1 0 0,0 0 0,1 0 0,-1 0 0,0 0 0,1 0 0,0 0 0,-1 0 0,1 0 0,-1 0 0,1 0 0,0 0 0,0 0 0,0 0 0,0 0 0,-1 0 0,1 1 0,0-1 0,0 0 0,0 1 0,0-1 0,1 1 0,-1-1 0,0 1 0,0 0 0,0-1 0,2 1 0,3-1 0,0 0 0,0 1 0,0 0 0,0 0 0,0 1 0,0-1 0,0 1 0,0 1 0,6 1 0,-3 0 0,0 0 0,0 1 0,0 0 0,-1 0 0,10 7 0,-17-11 0,0 1 0,0 0 0,0-1 0,-1 1 0,1-1 0,0 1 0,0 0 0,-1-1 0,1 1 0,0 0 0,-1 0 0,1 0 0,-1 0 0,1 0 0,-1-1 0,1 1 0,-1 0 0,0 0 0,1 0 0,-1 0 0,0 0 0,0 0 0,0 0 0,0 2 0,0-2 0,0 0 0,-1 1 0,0-1 0,1 0 0,-1 0 0,0 1 0,1-1 0,-1 0 0,0 0 0,0 0 0,0 0 0,0 0 0,0 0 0,0 0 0,-2 1 0,-4 2 0,0 0 0,-1-1 0,1 0 0,-1 0 0,-7 2 0,-47 11-1365,49-14-5461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21.227"/>
    </inkml:context>
    <inkml:brush xml:id="br0">
      <inkml:brushProperty name="width" value="0.05" units="cm"/>
      <inkml:brushProperty name="height" value="0.05" units="cm"/>
      <inkml:brushProperty name="color" value="#008C3A"/>
    </inkml:brush>
  </inkml:definitions>
  <inkml:trace contextRef="#ctx0" brushRef="#br0">142 12 24575,'-60'-10'0,"53"10"0,1-1 0,-1 1 0,0 1 0,0-1 0,0 1 0,-10 3 0,16-4 0,0 0 0,0 1 0,-1-1 0,1 0 0,0 1 0,0-1 0,0 1 0,-1 0 0,1-1 0,0 1 0,0 0 0,0 0 0,0 0 0,0-1 0,0 1 0,1 0 0,-1 0 0,0 0 0,0 1 0,1-1 0,-2 2 0,2-2 0,0 0 0,0 1 0,0-1 0,0 0 0,0 1 0,0-1 0,0 0 0,0 1 0,1-1 0,-1 0 0,0 1 0,1-1 0,0 0 0,-1 0 0,1 1 0,1 1 0,3 3 0,0 1 0,1-1 0,0 0 0,0 0 0,7 5 0,1 0 0,23 14 0,-32-22 0,-1-1 0,1 1 0,0-1 0,0 0 0,0-1 0,1 1 0,-1-1 0,0 0 0,8 0 0,-11 0 0,-1-1 0,0 0 0,0 0 0,0-1 0,1 1 0,-1 0 0,0 0 0,0 0 0,0-1 0,0 1 0,1-1 0,-1 1 0,0-1 0,0 1 0,0-1 0,0 0 0,0 1 0,0-1 0,0 0 0,-1 0 0,1 0 0,0 0 0,1-1 0,-2 0 0,1 0 0,0 0 0,0 0 0,-1 0 0,1 0 0,-1 0 0,1 0 0,-1 0 0,0 0 0,0 0 0,0 0 0,-1-3 0,1-1 0,-1 0 0,-1 0 0,1 0 0,-1 0 0,0 0 0,-1 1 0,1-1 0,-5-6 0,-4-2 0,8 12 0,1-1 0,-1 0 0,1 0 0,0-1 0,0 1 0,0 0 0,-2-6 0,4 9 0,1 0 0,-1 0 0,0 0 0,0-1 0,1 1 0,-1 0 0,0 0 0,0 0 0,1 0 0,-1 0 0,0 0 0,0 0 0,1 0 0,-1 0 0,0 0 0,0 0 0,0 1 0,1-1 0,-1 0 0,0 0 0,0 0 0,1 0 0,-1 0 0,0 0 0,0 0 0,0 1 0,1-1 0,-1 0 0,0 0 0,0 0 0,0 0 0,0 1 0,0-1 0,1 0 0,9 8 0,85 63-1365,-83-61-5461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21.758"/>
    </inkml:context>
    <inkml:brush xml:id="br0">
      <inkml:brushProperty name="width" value="0.05" units="cm"/>
      <inkml:brushProperty name="height" value="0.05" units="cm"/>
      <inkml:brushProperty name="color" value="#008C3A"/>
    </inkml:brush>
  </inkml:definitions>
  <inkml:trace contextRef="#ctx0" brushRef="#br0">163 242 24575,'-11'-8'0,"-2"-2"0,-1 0 0,0 0 0,-1 2 0,0 0 0,-29-12 0,42 20 0,1-1 0,-1 1 0,1-1 0,-1 1 0,0 0 0,1 0 0,-1-1 0,0 1 0,1 0 0,-1 1 0,1-1 0,-1 0 0,0 0 0,1 1 0,-1-1 0,-2 2 0,4-2 0,-1 1 0,0-1 0,1 1 0,-1 0 0,1-1 0,-1 1 0,1 0 0,-1 0 0,1-1 0,0 1 0,-1 0 0,1 0 0,0-1 0,0 1 0,-1 0 0,1 0 0,0 0 0,0 0 0,0 0 0,0-1 0,0 1 0,0 0 0,0 0 0,1 0 0,-1 0 0,0-1 0,0 1 0,1 0 0,-1 0 0,1 1 0,2 6 0,1 0 0,0 0 0,1 0 0,0-1 0,0 1 0,0-1 0,11 10 0,-6-8 0,0 0 0,0 0 0,0-1 0,19 10 0,-25-16 0,0 0 0,0 0 0,0 0 0,0-1 0,1 0 0,-1 0 0,0 0 0,1 0 0,-1-1 0,1 1 0,7-1 0,-10-1 0,-1 1 0,1 0 0,0-1 0,-1 1 0,0-1 0,1 1 0,-1-1 0,1 0 0,-1 0 0,0 1 0,1-1 0,-1 0 0,0 0 0,0 0 0,0-1 0,0 1 0,0 0 0,0 0 0,0 0 0,0-1 0,0 1 0,0-1 0,-1 1 0,1 0 0,-1-1 0,1 1 0,-1-1 0,1 0 0,-1 1 0,0-1 0,0 1 0,0-1 0,0 1 0,0-1 0,0-2 0,-1-3 0,0 0 0,0 0 0,-1 0 0,0 0 0,0 0 0,-4-8 0,-22-39 0,23 45 0,-17-35 0,4 10 0,-26-38 0,30 56 0,6 13 0,8 3 0,0 1 0,-1-1 0,1 0 0,0 1 0,0-1 0,-1 0 0,1 0 0,0 1 0,0-1 0,0 0 0,0 1 0,0-1 0,-1 0 0,1 1 0,0-1 0,0 1 0,0-1 0,0 0 0,0 1 0,0-1 0,0 0 0,0 1 0,0-1 0,0 0 0,1 1 0,0 9 0,0-1 0,1 0 0,1 0 0,0 0 0,0 0 0,0-1 0,1 1 0,0-1 0,6 9 0,8 9 0,29 31 0,-24-28 0,9 6-1365,-19-24-5461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23.475"/>
    </inkml:context>
    <inkml:brush xml:id="br0">
      <inkml:brushProperty name="width" value="0.05" units="cm"/>
      <inkml:brushProperty name="height" value="0.05" units="cm"/>
      <inkml:brushProperty name="color" value="#008C3A"/>
    </inkml:brush>
  </inkml:definitions>
  <inkml:trace contextRef="#ctx0" brushRef="#br0">37 104 24575,'-2'-2'0,"-24"-28"0,25 29 0,0 0 0,0 0 0,0 0 0,1 0 0,-1-1 0,0 1 0,1 0 0,-1-1 0,1 1 0,-1 0 0,1-1 0,0 1 0,-1-1 0,1 1 0,0 0 0,0-1 0,0 1 0,0-1 0,0 1 0,0-1 0,1 1 0,0-3 0,-1 3 0,1 0 0,0 0 0,0 0 0,0 1 0,0-1 0,0 0 0,0 0 0,0 1 0,0-1 0,0 0 0,1 1 0,-1-1 0,0 1 0,0-1 0,0 1 0,1 0 0,-1 0 0,0-1 0,2 1 0,28 0 0,-23 0 0,143 4 0,114 4 0,62 7 0,129-18 0,-344-3 0,119-14 0,-99-2 0,-126 21-151,0 0-1,1 1 0,-1 0 0,0 0 1,0 0-1,0 0 0,0 1 1,11 3-1,-8-1-6674</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24.235"/>
    </inkml:context>
    <inkml:brush xml:id="br0">
      <inkml:brushProperty name="width" value="0.05" units="cm"/>
      <inkml:brushProperty name="height" value="0.05" units="cm"/>
      <inkml:brushProperty name="color" value="#008C3A"/>
    </inkml:brush>
  </inkml:definitions>
  <inkml:trace contextRef="#ctx0" brushRef="#br0">1519 0 24575,'3'0'0,"0"0"0,0 0 0,0 1 0,0-1 0,0 0 0,0 1 0,-1 0 0,1-1 0,0 1 0,0 0 0,-1 1 0,1-1 0,-1 0 0,1 1 0,-1 0 0,1-1 0,-1 1 0,0 0 0,0 0 0,0 0 0,0 0 0,0 1 0,0-1 0,-1 0 0,1 1 0,-1-1 0,0 1 0,0 0 0,0-1 0,0 1 0,0 0 0,0 0 0,-1 0 0,1-1 0,-1 1 0,0 0 0,0 6 0,-6 38 0,3-19 0,-1 27 0,5-18 0,2 0 0,2 0 0,15 59 0,-11-59 0,25 129 0,-33-158 0,1 2 0,-1 1 0,-1-1 0,0 20 0,0-28 0,-1 0 0,1 0 0,0-1 0,-1 1 0,1 0 0,-1 0 0,1 0 0,-1 0 0,0-1 0,0 1 0,1 0 0,-1-1 0,-1 1 0,1-1 0,0 1 0,0-1 0,-1 1 0,1-1 0,0 0 0,-1 0 0,1 1 0,-1-1 0,0 0 0,1-1 0,-1 1 0,0 0 0,-3 1 0,-52 8 0,-94 5 0,125-13 0,-293 2 0,190-5 0,-142-7 0,-89 1 0,217 16 0,75-3 0,-10 3-1365,60-6-5461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24.874"/>
    </inkml:context>
    <inkml:brush xml:id="br0">
      <inkml:brushProperty name="width" value="0.05" units="cm"/>
      <inkml:brushProperty name="height" value="0.05" units="cm"/>
      <inkml:brushProperty name="color" value="#008C3A"/>
    </inkml:brush>
  </inkml:definitions>
  <inkml:trace contextRef="#ctx0" brushRef="#br0">43 135 24575,'17'-20'0,"41"-43"0,-51 56 0,0 1 0,0 0 0,1 1 0,-1 0 0,2 0 0,14-7 0,-22 12 0,1-1 0,-1 1 0,0-1 0,1 1 0,-1-1 0,1 1 0,-1 0 0,0 0 0,1 0 0,-1 0 0,1 0 0,-1 0 0,1 0 0,-1 0 0,0 0 0,1 1 0,-1-1 0,1 1 0,-1-1 0,0 1 0,0-1 0,2 2 0,-1-1 0,-1 1 0,0-1 0,1 1 0,-1-1 0,0 1 0,0 0 0,0-1 0,0 1 0,0 0 0,-1 0 0,1 0 0,0 0 0,-1-1 0,1 4 0,0 1 0,0 0 0,-1 1 0,0-1 0,0 1 0,0-1 0,-1 1 0,0-1 0,-3 12 0,2-14 0,1 0 0,-1 0 0,0 0 0,0-1 0,0 1 0,-1 0 0,1-1 0,-1 0 0,0 1 0,-6 5 0,7-8 0,0 0 0,-1 1 0,1-1 0,0 0 0,0 0 0,0 0 0,-1 0 0,1 0 0,0-1 0,-1 1 0,1-1 0,-1 0 0,1 1 0,-1-1 0,1 0 0,-1-1 0,1 1 0,-1 0 0,1-1 0,-4 0 0,-5-2 0,1-1 0,-1-1 0,1 1 0,-1-2 0,1 1 0,1-1 0,-1-1 0,1 0 0,0 0 0,1-1 0,0 0 0,-13-16 0,20 22 0,0 1 0,0 0 0,0-1 0,0 0 0,1 1 0,-1-1 0,0 0 0,1 1 0,-1-1 0,1 0 0,0 1 0,0-1 0,-1 0 0,1 0 0,0 1 0,0-1 0,1 0 0,-1 0 0,0 0 0,0 1 0,1-1 0,-1 0 0,2-2 0,-1 3 0,0-1 0,1 0 0,-1 1 0,0-1 0,1 1 0,-1 0 0,1-1 0,-1 1 0,1 0 0,0 0 0,0 0 0,-1 0 0,1 0 0,0 0 0,0 1 0,0-1 0,0 0 0,0 1 0,0 0 0,2-1 0,25 0-1365,-16 1-5461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25.481"/>
    </inkml:context>
    <inkml:brush xml:id="br0">
      <inkml:brushProperty name="width" value="0.05" units="cm"/>
      <inkml:brushProperty name="height" value="0.05" units="cm"/>
      <inkml:brushProperty name="color" value="#008C3A"/>
    </inkml:brush>
  </inkml:definitions>
  <inkml:trace contextRef="#ctx0" brushRef="#br0">75 153 24575,'-3'10'0,"-14"46"0,16-50 0,0 1 0,0-1 0,0 0 0,1 1 0,0-1 0,0 0 0,2 7 0,-2-12 0,0-1 0,0 1 0,0 0 0,0-1 0,0 1 0,0 0 0,0-1 0,0 1 0,1 0 0,-1-1 0,0 1 0,0-1 0,1 1 0,-1 0 0,1-1 0,-1 1 0,0-1 0,1 1 0,-1-1 0,1 1 0,-1-1 0,1 0 0,-1 1 0,1-1 0,0 0 0,-1 1 0,1-1 0,-1 0 0,2 1 0,-2-1 0,1-1 0,0 1 0,-1 0 0,1-1 0,-1 1 0,1-1 0,-1 1 0,1 0 0,-1-1 0,1 1 0,-1-1 0,0 1 0,1-1 0,-1 0 0,0 1 0,1-1 0,-1 1 0,0-1 0,0 0 0,1 1 0,-1-1 0,0 0 0,0 1 0,0-1 0,0 0 0,0 1 0,0-1 0,0-1 0,0-3 0,-1-1 0,0 0 0,0 0 0,0 0 0,-1 1 0,0-1 0,0 1 0,-1-1 0,-4-8 0,-2-5 0,8 18 0,-29-75 0,27 67 0,1-1 0,0 0 0,0 0 0,0 0 0,1 0 0,1-11 0,0 20 0,0-1 0,0 1 0,0 0 0,1-1 0,-1 1 0,0 0 0,1 0 0,-1-1 0,1 1 0,-1 0 0,1 0 0,0 0 0,0 0 0,-1 0 0,1 0 0,0 0 0,0 0 0,0 0 0,0 0 0,0 0 0,0 0 0,1 0 0,1-1 0,0 1 0,-1 0 0,1 0 0,0 1 0,0-1 0,-1 0 0,1 1 0,0 0 0,6 0 0,-2 0 0,0 0 0,1 1 0,-1 1 0,0-1 0,1 1 0,-1 0 0,9 5 0,-12-5 0,-1-1 0,0 1 0,0 1 0,0-1 0,0 0 0,0 1 0,0-1 0,0 1 0,3 5 0,-5-7 0,-1 0 0,1 0 0,-1 0 0,1 0 0,-1 0 0,0 0 0,1 0 0,-1 1 0,0-1 0,0 0 0,0 0 0,0 0 0,0 0 0,0 0 0,0 1 0,0-1 0,0 0 0,0 0 0,-1 0 0,1 0 0,0 0 0,-1 0 0,1 0 0,-1 0 0,1 0 0,-1 0 0,0 0 0,1 0 0,-1 0 0,0 0 0,0 0 0,0-1 0,0 1 0,1 0 0,-3 0 0,-3 3 0,1 0 0,-1-1 0,-1 0 0,1 0 0,0 0 0,-1-1 0,-7 2 0,-19 8 0,29-10-1365</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25.838"/>
    </inkml:context>
    <inkml:brush xml:id="br0">
      <inkml:brushProperty name="width" value="0.05" units="cm"/>
      <inkml:brushProperty name="height" value="0.05" units="cm"/>
      <inkml:brushProperty name="color" value="#008C3A"/>
    </inkml:brush>
  </inkml:definitions>
  <inkml:trace contextRef="#ctx0" brushRef="#br0">156 41 24575,'-9'-4'0,"-5"-3"0,-1 1 0,1 1 0,-1 0 0,-1 1 0,1 1 0,-22-3 0,36 6 0,0 0 0,0 0 0,1 0 0,-1 0 0,0 0 0,0 0 0,0 0 0,0 0 0,0 0 0,0 0 0,1 0 0,-1 1 0,0-1 0,0 0 0,0 1 0,1-1 0,-1 0 0,0 1 0,0-1 0,1 1 0,-1 0 0,-1 0 0,2 0 0,0-1 0,0 1 0,0 0 0,0-1 0,0 1 0,0 0 0,0-1 0,0 1 0,0 0 0,0 0 0,0-1 0,1 1 0,-1 0 0,0-1 0,0 1 0,1-1 0,-1 1 0,0 0 0,1-1 0,-1 1 0,1 0 0,4 5 0,-1-1 0,1 0 0,10 8 0,-1-1 0,1-1 0,1-1 0,0 0 0,0-1 0,28 11 0,-38-18 0,-1-1 0,1 1 0,0-1 0,-1 0 0,1 0 0,0-1 0,0 0 0,9-1 0,-13 1 0,-1 0 0,1 0 0,-1-1 0,0 1 0,1-1 0,-1 1 0,0-1 0,0 1 0,1-1 0,-1 0 0,0 0 0,0 0 0,0 1 0,0-1 0,0 0 0,2-2 0,-3 2 0,1-1 0,0 1 0,-1-1 0,1 1 0,-1-1 0,0 0 0,1 1 0,-1-1 0,0 1 0,0-1 0,0 0 0,0 1 0,0-1 0,0 1 0,-1-1 0,1 0 0,-1-2 0,-1-1 0,0-1 0,-1 1 0,1 0 0,-1 0 0,0 0 0,0 1 0,-5-7 0,6 9 0,0 0 0,0 0 0,0 0 0,0 0 0,0 0 0,0 0 0,-1 0 0,1 1 0,-1-1 0,1 1 0,-1 0 0,1-1 0,-1 1 0,0 1 0,-5-2 0,8 2-2,-1 0 0,1 0-1,0 0 1,-1 0 0,1 0-1,0 0 1,0 0 0,-1 0 0,1 0-1,0 0 1,-1 0 0,1 0-1,0 0 1,0 0 0,-1 0-1,1 1 1,0-1 0,0 0 0,-1 0-1,1 0 1,0 0 0,0 1-1,0-1 1,-1 0 0,1 0-1,0 1 1,0-1 0,0 0 0,0 0-1,-1 1 1,1-1 0,0 1-1,1 11 192,9 9-1667,-2-9-5348</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26.385"/>
    </inkml:context>
    <inkml:brush xml:id="br0">
      <inkml:brushProperty name="width" value="0.05" units="cm"/>
      <inkml:brushProperty name="height" value="0.05" units="cm"/>
      <inkml:brushProperty name="color" value="#008C3A"/>
    </inkml:brush>
  </inkml:definitions>
  <inkml:trace contextRef="#ctx0" brushRef="#br0">128 254 24575,'-6'-4'0,"1"0"0,0 0 0,0 0 0,-1 1 0,1 0 0,-1 0 0,0 0 0,0 0 0,0 1 0,0 0 0,-12-2 0,17 4 0,0 0 0,0 0 0,1 0 0,-1 0 0,0 0 0,0 0 0,1 0 0,-1 0 0,0 0 0,0 0 0,1 1 0,-1-1 0,0 0 0,1 1 0,-1-1 0,0 0 0,1 1 0,-1-1 0,1 1 0,-1-1 0,0 1 0,1-1 0,-1 2 0,0-1 0,0 1 0,1-1 0,0 0 0,-1 0 0,1 1 0,0-1 0,0 0 0,0 0 0,-1 1 0,1-1 0,1 0 0,-1 3 0,1 3 0,1-1 0,0 1 0,0 0 0,3 6 0,-3-9 0,-1 0 0,1 0 0,0-1 0,0 1 0,1-1 0,-1 1 0,1-1 0,-1 1 0,1-1 0,0 0 0,0-1 0,1 1 0,-1 0 0,0-1 0,1 0 0,0 0 0,-1 0 0,1 0 0,0 0 0,0-1 0,0 0 0,0 1 0,0-2 0,1 1 0,-1 0 0,0-1 0,0 0 0,8 0 0,-10 0 0,-1-1 0,0 1 0,1 0 0,-1 0 0,0-1 0,1 1 0,-1-1 0,0 1 0,1-1 0,-1 1 0,0-1 0,0 0 0,1 0 0,-1 1 0,0-1 0,0 0 0,0 0 0,0 0 0,0 0 0,0-1 0,1-1 0,-1 1 0,0-1 0,-1 1 0,1-1 0,0 1 0,-1-1 0,0 1 0,1-1 0,-1 1 0,0-1 0,0 1 0,-1-4 0,0-4 0,-1 1 0,-1-1 0,0 1 0,0 0 0,-6-12 0,-14-22 0,-2 1 0,-2 1 0,-51-60 0,138 185 0,-8-7 0,45 43-1365,-84-104-5461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1.881"/>
    </inkml:context>
    <inkml:brush xml:id="br0">
      <inkml:brushProperty name="width" value="0.05" units="cm"/>
      <inkml:brushProperty name="height" value="0.05" units="cm"/>
      <inkml:brushProperty name="color" value="#008C3A"/>
    </inkml:brush>
  </inkml:definitions>
  <inkml:trace contextRef="#ctx0" brushRef="#br0">1 1 24575,'0'716'-1365,"0"-685"-5461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2.815"/>
    </inkml:context>
    <inkml:brush xml:id="br0">
      <inkml:brushProperty name="width" value="0.05" units="cm"/>
      <inkml:brushProperty name="height" value="0.05" units="cm"/>
      <inkml:brushProperty name="color" value="#008C3A"/>
    </inkml:brush>
  </inkml:definitions>
  <inkml:trace contextRef="#ctx0" brushRef="#br0">64 24 24575,'-1'-2'0,"-1"1"0,1-1 0,0 0 0,-1 0 0,1 1 0,-1-1 0,0 1 0,1-1 0,-1 1 0,0 0 0,0-1 0,0 1 0,0 0 0,-3-1 0,4 2 0,0 0 0,1 0 0,-1 0 0,0 0 0,0 0 0,1 0 0,-1 0 0,0 0 0,0 0 0,1 0 0,-1 0 0,0 1 0,1-1 0,-1 0 0,0 1 0,1-1 0,-1 0 0,0 1 0,-1 0 0,1 0 0,0 0 0,0 1 0,0-1 0,0 0 0,0 0 0,1 1 0,-1-1 0,0 1 0,0-1 0,0 3 0,-2 8 0,1 1 0,0 0 0,0 0 0,1 0 0,1 1 0,3 22 0,-2 3 0,1 28-682,20 121-1,-19-169-6143</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4.617"/>
    </inkml:context>
    <inkml:brush xml:id="br0">
      <inkml:brushProperty name="width" value="0.05" units="cm"/>
      <inkml:brushProperty name="height" value="0.05" units="cm"/>
      <inkml:brushProperty name="color" value="#008C3A"/>
    </inkml:brush>
  </inkml:definitions>
  <inkml:trace contextRef="#ctx0" brushRef="#br0">83 183 24575,'0'0'0,"0"0"0,1 0 0,-1 0 0,0 0 0,0-1 0,0 1 0,0 0 0,0 0 0,0 0 0,0 0 0,0-1 0,0 1 0,0 0 0,0 0 0,0 0 0,0 0 0,0 0 0,0-1 0,0 1 0,0 0 0,0 0 0,0 0 0,0 0 0,0 0 0,0-1 0,-1 1 0,1 0 0,0 0 0,0 0 0,0 0 0,0 0 0,0 0 0,0-1 0,0 1 0,-1 0 0,1 0 0,0 0 0,0 0 0,0 0 0,0 0 0,0 0 0,0 0 0,-1 0 0,1 0 0,0 0 0,0 0 0,0 0 0,0 0 0,-1 0 0,1 0 0,0 0 0,0 0 0,0 0 0,0 0 0,0 0 0,-1 0 0,1 0 0,0 0 0,0 0 0,0 0 0,0 0 0,0 0 0,-1 0 0,-5 10 0,-1 19 0,2 1 0,2 0 0,-1 54 0,4-72 0,-1-1 0,-5 21 0,-1 10 0,6-79 0,-8-70 0,8 99 0,-12-87 0,9 70 0,-4-17 0,5 22 0,7 14 0,-3 6 0,-1 0 0,1 0 0,-1 0 0,1 0 0,0 0 0,-1 0 0,1 0 0,-1 0 0,1 0 0,-1 1 0,1-1 0,-1 0 0,1 0 0,-1 0 0,1 1 0,-1-1 0,2 1 0,9 7 0,1 0 0,-1 1 0,0 1 0,17 19 0,15 13 0,18 12 0,65 74 0,-125-126 0,1 0 0,0 0 0,0 0 0,0 0 0,0-1 0,1 1 0,-1 0 0,0-1 0,1 0 0,3 2 0,-5-3 0,0 0 0,0 1 0,0-1 0,0 0 0,0 0 0,0 0 0,0 0 0,0-1 0,1 1 0,-1 0 0,0 0 0,0-1 0,0 1 0,0-1 0,0 1 0,0 0 0,0-1 0,0 0 0,0 1 0,-1-1 0,1 0 0,0 1 0,0-1 0,0 0 0,-1 0 0,1 0 0,0 0 0,0-1 0,3-5 0,0 0 0,0 0 0,0-1 0,-1 0 0,0 1 0,-1-1 0,0 0 0,2-14 0,-1-5 0,0-35 0,-4 45 0,0 0 0,-1 1 0,0-1 0,-11-32 0,4 21 0,-2 1 0,-14-27 0,25 54-48,-9-14 222,9 13-233,0 1-1,-1 0 0,1-1 1,-1 1-1,1-1 0,-1 1 1,1 0-1,-1-1 0,1 1 1,-1 0-1,1 0 0,-1-1 1,1 1-1,-1 0 0,1 0 1,-1 0-1,1 0 1,-1 0-1,0-1 0,1 1 1,-1 0-1,1 0 0,-1 1 1,0-1-1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5.179"/>
    </inkml:context>
    <inkml:brush xml:id="br0">
      <inkml:brushProperty name="width" value="0.05" units="cm"/>
      <inkml:brushProperty name="height" value="0.05" units="cm"/>
      <inkml:brushProperty name="color" value="#008C3A"/>
    </inkml:brush>
  </inkml:definitions>
  <inkml:trace contextRef="#ctx0" brushRef="#br0">5 2 24575,'0'0'0,"0"0"0,0 0 0,0 0 0,0-1 0,0 1 0,0 0 0,0 0 0,0 0 0,0 0 0,0 0 0,0 0 0,-1 0 0,1 0 0,0 0 0,0 0 0,0 0 0,0 0 0,0 0 0,0 0 0,0 0 0,0 0 0,0 0 0,-1 0 0,1 0 0,0 0 0,0 0 0,0 0 0,0 0 0,0 0 0,0 0 0,0 0 0,0 0 0,-1 0 0,1 0 0,0 0 0,0 0 0,0 0 0,0 0 0,0 0 0,0 0 0,0 0 0,0 0 0,0 1 0,0-1 0,0 0 0,0 0 0,-1 0 0,1 0 0,0 0 0,0 0 0,0 0 0,0 0 0,0 0 0,0 0 0,0 1 0,0-1 0,0 0 0,0 0 0,0 0 0,0 0 0,0 0 0,0 0 0,0 0 0,0 1 0,0 11 0,3 16 0,5 14 0,2 0 0,2-1 0,18 44 0,-23-67-38,-5-12-228,0 1 1,0-1 0,1 0-1,6 10 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5.526"/>
    </inkml:context>
    <inkml:brush xml:id="br0">
      <inkml:brushProperty name="width" value="0.05" units="cm"/>
      <inkml:brushProperty name="height" value="0.05" units="cm"/>
      <inkml:brushProperty name="color" value="#008C3A"/>
    </inkml:brush>
  </inkml:definitions>
  <inkml:trace contextRef="#ctx0" brushRef="#br0">1 61 24575,'6'-3'0,"0"1"0,1 0 0,-1 0 0,1 0 0,-1 1 0,1-1 0,7 1 0,48 2 0,-2 0 0,-53-1 0,-1-1 0,1 0 0,0 0 0,-1-1 0,0 0 0,11-4 0,-16 5 0,0 1 0,1-1 0,-1 1 0,0-1 0,0 0 0,0 1 0,0-1 0,-1 0 0,1 0 0,0 0 0,0 0 0,0-1 0,0 2 0,-1 0 0,0-1 0,0 1 0,0 0 0,0-1 0,0 1 0,0-1 0,1 1 0,-1 0 0,0-1 0,0 1 0,0 0 0,0-1 0,-1 1 0,1-1 0,0 1 0,0 0 0,0-1 0,0 1 0,0 0 0,0-1 0,0 1 0,-1-1 0,1 1 0,-1-2 0,-1 1 0,1 0 0,0 0 0,-1 0 0,1 0 0,0 0 0,-1 1 0,1-1 0,-1 0 0,1 1 0,-1-1 0,0 1 0,1-1 0,-1 1 0,-1 0 0,-13-2-442,-25 2-1,37 0-37,-10 0-6346</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5.810"/>
    </inkml:context>
    <inkml:brush xml:id="br0">
      <inkml:brushProperty name="width" value="0.05" units="cm"/>
      <inkml:brushProperty name="height" value="0.05" units="cm"/>
      <inkml:brushProperty name="color" value="#008C3A"/>
    </inkml:brush>
  </inkml:definitions>
  <inkml:trace contextRef="#ctx0" brushRef="#br0">0 51 24575,'3'-3'0,"3"0"0,3-3 0,2 0 0,3 1 0,-2-1 0,0 0 0,0 2 0,1-2 0,-2 1-8191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6.234"/>
    </inkml:context>
    <inkml:brush xml:id="br0">
      <inkml:brushProperty name="width" value="0.05" units="cm"/>
      <inkml:brushProperty name="height" value="0.05" units="cm"/>
      <inkml:brushProperty name="color" value="#008C3A"/>
    </inkml:brush>
  </inkml:definitions>
  <inkml:trace contextRef="#ctx0" brushRef="#br0">1 1 24575,'0'5'0,"0"4"0,2 3 0,2 2 0,1 1 0,1 1 0,2 0 0,-1 0 0,1-1 0,-1 0 0,-1 0 0,0-2 0,0-2 0,-2 1 0,2-3 0,-1 1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6.515"/>
    </inkml:context>
    <inkml:brush xml:id="br0">
      <inkml:brushProperty name="width" value="0.05" units="cm"/>
      <inkml:brushProperty name="height" value="0.05" units="cm"/>
      <inkml:brushProperty name="color" value="#008C3A"/>
    </inkml:brush>
  </inkml:definitions>
  <inkml:trace contextRef="#ctx0" brushRef="#br0">1 77 24575,'7'-12'0,"6"-5"0,2 1 0,2 3 0,0 4 0,0 4 0,-1 2 0,0 1 0,-1 2 0,1 1 0,-2 0 0,-1-1-8191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6.811"/>
    </inkml:context>
    <inkml:brush xml:id="br0">
      <inkml:brushProperty name="width" value="0.05" units="cm"/>
      <inkml:brushProperty name="height" value="0.05" units="cm"/>
      <inkml:brushProperty name="color" value="#008C3A"/>
    </inkml:brush>
  </inkml:definitions>
  <inkml:trace contextRef="#ctx0" brushRef="#br0">0 29 24575,'8'-5'0,"4"-1"0,4-1 0,0 2 0,1 2 0,-2 0-8191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7.246"/>
    </inkml:context>
    <inkml:brush xml:id="br0">
      <inkml:brushProperty name="width" value="0.05" units="cm"/>
      <inkml:brushProperty name="height" value="0.05" units="cm"/>
      <inkml:brushProperty name="color" value="#008C3A"/>
    </inkml:brush>
  </inkml:definitions>
  <inkml:trace contextRef="#ctx0" brushRef="#br0">1 7 24575,'0'-3'0,"2"0"0,2 2 0,1 4 0,1 5 0,-1 2 0,1 3 0,0 1 0,-1 1 0,0-2 0,1 0 0,0-1 0,1 1 0,0-3 0,0 1 0,-2 0 0,-1-2-8191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7.450"/>
    </inkml:context>
    <inkml:brush xml:id="br0">
      <inkml:brushProperty name="width" value="0.05" units="cm"/>
      <inkml:brushProperty name="height" value="0.05" units="cm"/>
      <inkml:brushProperty name="color" value="#008C3A"/>
    </inkml:brush>
  </inkml:definitions>
  <inkml:trace contextRef="#ctx0" brushRef="#br0">251 1 24575,'-31'0'0,"-11"2"0,-5 2 0,4 2 0,6 2 0,8 0 0,8-1-8191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8.462"/>
    </inkml:context>
    <inkml:brush xml:id="br0">
      <inkml:brushProperty name="width" value="0.05" units="cm"/>
      <inkml:brushProperty name="height" value="0.05" units="cm"/>
      <inkml:brushProperty name="color" value="#008C3A"/>
    </inkml:brush>
  </inkml:definitions>
  <inkml:trace contextRef="#ctx0" brushRef="#br0">1125 31 24575,'1'-1'0,"5"-1"0,0 0 0,0 0 0,-1 1 0,1-1 0,0 1 0,0 1 0,1-1 0,7 1 0,-14 0 0,0 0 0,0 0 0,1 0 0,-1 0 0,0 0 0,0 0 0,1 0 0,-1 0 0,0 0 0,0 0 0,0 0 0,1 1 0,-1-1 0,0 0 0,0 0 0,0 0 0,0 0 0,1 0 0,-1 0 0,0 0 0,0 1 0,0-1 0,0 0 0,0 0 0,1 0 0,-1 0 0,0 1 0,0-1 0,0 0 0,0 0 0,0 0 0,0 0 0,0 1 0,-4 5 0,-11 2 0,1-4 0,1-1 0,-1-1 0,0 0 0,-20 0 0,-4 0 0,-49 4 0,-1-3 0,-96-11 0,-174-33 0,317 35 0,-8 2 0,-73 2 0,70 3 0,42 0-341,1 0 0,-1 0-1,-16 5 1,16-3-6485</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38.944"/>
    </inkml:context>
    <inkml:brush xml:id="br0">
      <inkml:brushProperty name="width" value="0.05" units="cm"/>
      <inkml:brushProperty name="height" value="0.05" units="cm"/>
      <inkml:brushProperty name="color" value="#008C3A"/>
    </inkml:brush>
  </inkml:definitions>
  <inkml:trace contextRef="#ctx0" brushRef="#br0">1 150 24575,'68'-18'0,"85"-35"0,-147 51 0,0-1 0,0 0 0,0-1 0,0 1 0,7-7 0,-12 9 0,0 0 0,0 0 0,0 0 0,0 0 0,0 0 0,-1 0 0,1-1 0,0 1 0,0 0 0,-1-1 0,1 1 0,-1 0 0,1-3 0,-1 3 0,0 0 0,0 0 0,0 0 0,0 0 0,0 0 0,0 0 0,-1 1 0,1-1 0,0 0 0,-1 0 0,1 0 0,0 0 0,-1 0 0,1 0 0,-1 1 0,0-1 0,1 0 0,-1 0 0,0 1 0,1-1 0,-1 0 0,-1 0 0,-1-1 0,0 0 0,0 1 0,0-1 0,0 1 0,-1-1 0,1 1 0,0 0 0,-1 1 0,1-1 0,-6 0 0,-38 0 0,35 2 0,8-1 0,0 0 0,0 0 0,0 1 0,0-1 0,0 1 0,0 0 0,1 0 0,-1 1 0,0-1 0,1 1 0,-1-1 0,1 1 0,0 0 0,-1 1 0,1-1 0,0 1 0,0-1 0,0 1 0,1 0 0,-1 0 0,1 0 0,0 0 0,-1 0 0,2 1 0,-1-1 0,0 1 0,0-1 0,1 1 0,0 0 0,0 0 0,0-1 0,0 1 0,1 0 0,-1 6 0,1-5 0,-1 1 0,1-1 0,0 1 0,1-1 0,-1 0 0,1 1 0,0-1 0,1 0 0,-1 0 0,1 0 0,0 0 0,0 0 0,0 0 0,1 0 0,0-1 0,0 1 0,0-1 0,0 0 0,1 0 0,0 0 0,0 0 0,0-1 0,0 1 0,0-1 0,1 0 0,-1 0 0,9 3 0,5 1-63,1-2 1,-1 0-1,24 3 0,-19-3-1051,-10-3-5712</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40.567"/>
    </inkml:context>
    <inkml:brush xml:id="br0">
      <inkml:brushProperty name="width" value="0.05" units="cm"/>
      <inkml:brushProperty name="height" value="0.05" units="cm"/>
      <inkml:brushProperty name="color" value="#008C3A"/>
    </inkml:brush>
  </inkml:definitions>
  <inkml:trace contextRef="#ctx0" brushRef="#br0">24 135 24575,'-2'-1'0,"1"1"0,-1-1 0,1 0 0,-1 0 0,1 0 0,0 0 0,-1-1 0,1 1 0,0 0 0,0 0 0,0-1 0,0 1 0,0-1 0,0 1 0,0-1 0,0 1 0,1-1 0,-1 1 0,1-1 0,-1 0 0,1 1 0,0-1 0,-1 0 0,1 0 0,0 1 0,0-1 0,1-3 0,-1 2 0,1 1 0,-1-1 0,1 1 0,0-1 0,0 1 0,0 0 0,0-1 0,0 1 0,1 0 0,-1 0 0,1 0 0,-1 0 0,1 0 0,0 0 0,0 0 0,0 0 0,4-2 0,5-2 0,1 1 0,1 0 0,-1 1 0,0 1 0,1 0 0,0 0 0,0 1 0,17 0 0,34 0 0,-38 2 0,37-5 0,8-2 0,140 4 0,-113 4 0,536-1-1365,-622 0-5461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0:40.988"/>
    </inkml:context>
    <inkml:brush xml:id="br0">
      <inkml:brushProperty name="width" value="0.05" units="cm"/>
      <inkml:brushProperty name="height" value="0.05" units="cm"/>
      <inkml:brushProperty name="color" value="#008C3A"/>
    </inkml:brush>
  </inkml:definitions>
  <inkml:trace contextRef="#ctx0" brushRef="#br0">255 123 24575,'-15'-4'0,"0"-1"0,-27-12 0,42 17 0,-165-81 0,163 80 0,0 0 0,0-1 0,0 1 0,0 0 0,1-1 0,-1 1 0,0-1 0,-1-1 0,5 1 0,4 4 0,8 4 0,-9-3 0,35 20 0,-1 1 0,38 33 0,-75-56 0,-1 1 0,1-1 0,0 1 0,-1 0 0,1 0 0,-1 0 0,1 0 0,-1 0 0,0 0 0,2 4 0,-3-5 0,0 0 0,0-1 0,0 1 0,0 0 0,0 0 0,0 0 0,0 0 0,0-1 0,0 1 0,0 0 0,0 0 0,-1 0 0,1 0 0,0-1 0,-1 1 0,1 0 0,0 0 0,-1-1 0,1 1 0,-1 0 0,1-1 0,-1 1 0,1-1 0,-1 1 0,0 0 0,1-1 0,-1 1 0,0-1 0,1 0 0,-1 1 0,0-1 0,0 1 0,0-1 0,0 0 0,-13 6-92,-1-1 0,-28 5-1,27-6-995,-6 1-5738</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08.970"/>
    </inkml:context>
    <inkml:brush xml:id="br0">
      <inkml:brushProperty name="width" value="0.05" units="cm"/>
      <inkml:brushProperty name="height" value="0.05" units="cm"/>
    </inkml:brush>
  </inkml:definitions>
  <inkml:trace contextRef="#ctx0" brushRef="#br0">1 7 24575,'0'-1'0,"0"1"0,0 0 0,0 0 0,0 0 0,-1 0 0,1 0 0,0-1 0,0 1 0,0 0 0,0 0 0,0 0 0,0 0 0,0 0 0,0-1 0,0 1 0,0 0 0,0 0 0,0 0 0,0 0 0,0-1 0,0 1 0,0 0 0,1 0 0,-1 0 0,0 0 0,0 0 0,0 0 0,0-1 0,0 1 0,0 0 0,0 0 0,0 0 0,0 0 0,1 0 0,-1 0 0,0 0 0,0-1 0,0 1 0,0 0 0,0 0 0,1 0 0,-1 0 0,0 0 0,0 0 0,0 0 0,0 0 0,0 0 0,1 0 0,-1 0 0,0 0 0,0 0 0,0 0 0,0 0 0,1 0 0,-1 0 0,0 0 0,0 0 0,0 0 0,0 0 0,0 0 0,1 0 0,-1 1 0,0-1 0,6 9 0,1 28 0,-1 0 0,0 59 0,3 20 0,-5-52 0,-2-18 0,-2-45 9,0 0-1,0 0 1,1 0-1,-1 0 1,0 0 0,1 0-1,-1 0 1,1 0-1,-1 0 1,1 0-1,-1 0 1,1 0-1,1 1 1,-2-2-44,0 1 1,0-1-1,1 0 1,-1 0-1,0 0 1,1 1-1,-1-1 1,0 0-1,1 0 1,-1 0-1,0 0 1,1 0-1,-1 0 0,0 0 1,1 0-1,-1 0 1,1 0-1,-1 0 1,0 0-1,1 0 1,-1 0-1,0 0 1,1 0-1,-1 0 1,0-1-1,1 1 1,-1 0-1,0 0 0,1 0 1,-1-1-1,0 1 1,0 0-1,1 0 1,-1 0-1,0-1 1,0 1-1,1 0 1,-1-1-1,0 1 1,0 0-1,0-1 0,1 1 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09.795"/>
    </inkml:context>
    <inkml:brush xml:id="br0">
      <inkml:brushProperty name="width" value="0.05" units="cm"/>
      <inkml:brushProperty name="height" value="0.05" units="cm"/>
    </inkml:brush>
  </inkml:definitions>
  <inkml:trace contextRef="#ctx0" brushRef="#br0">0 63 24575,'1'-2'0,"-1"0"0,1 0 0,0 0 0,-1 0 0,1 0 0,0-1 0,0 2 0,0-1 0,1 0 0,-1 0 0,0 0 0,1 0 0,-1 1 0,1-1 0,0 1 0,-1-1 0,1 1 0,0 0 0,0 0 0,2-2 0,2 0 0,0 0 0,0 0 0,0 0 0,0 1 0,11-3 0,6 2 0,0 1 0,0 2 0,30 2 0,2-1 0,-1-1 0,69 9 0,-32 3 0,103 17 0,-160-24 0,1-1 0,67-3 0,-56-2 0,-30 0-152,-1-1 0,1-1 0,28-9 0,-33 9-605,2 0-6069</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0.290"/>
    </inkml:context>
    <inkml:brush xml:id="br0">
      <inkml:brushProperty name="width" value="0.05" units="cm"/>
      <inkml:brushProperty name="height" value="0.05" units="cm"/>
    </inkml:brush>
  </inkml:definitions>
  <inkml:trace contextRef="#ctx0" brushRef="#br0">26 9 24575,'6'-8'0,"-4"12"0,-5 21 0,2-18 0,-2 22 0,2 1 0,5 60 0,19 57 0,-10-70 0,-10-57 0,-1 1 0,-1-1 0,-2 37 0,1-56 5,-1 0-1,1 1 1,0-1 0,0 0-1,-1 0 1,1 1-1,-1-1 1,1 0 0,-1 0-1,1 0 1,-1 0 0,0 0-1,0 0 1,1 0-1,-1 0 1,0 0 0,0 0-1,0 0 1,0 0-1,0 0 1,0-1 0,0 1-1,-1 0 1,1-1-1,-2 2 1,-2-1-253,1 0 1,-1 0-1,1-1 1,-1 1-1,-8-1 1,0-1-6579</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0.605"/>
    </inkml:context>
    <inkml:brush xml:id="br0">
      <inkml:brushProperty name="width" value="0.05" units="cm"/>
      <inkml:brushProperty name="height" value="0.05" units="cm"/>
    </inkml:brush>
  </inkml:definitions>
  <inkml:trace contextRef="#ctx0" brushRef="#br0">1009 16 24575,'-24'7'0,"-1"-1"0,-1-2 0,1 0 0,-1-2 0,1-1 0,-47-3 0,-5-7 0,-31-3 0,-16 5 0,-101-2 0,18 9 0,204 0-97,0 0-1,0 0 1,0 1-1,0-1 1,0 0-1,0 1 1,0 0-1,0 0 1,0 0-1,0 0 1,0 0-1,1 0 0,-5 3 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1.919"/>
    </inkml:context>
    <inkml:brush xml:id="br0">
      <inkml:brushProperty name="width" value="0.05" units="cm"/>
      <inkml:brushProperty name="height" value="0.05" units="cm"/>
    </inkml:brush>
  </inkml:definitions>
  <inkml:trace contextRef="#ctx0" brushRef="#br0">31 9 24575,'0'-1'0,"-1"1"0,1-1 0,-1 1 0,1-1 0,-1 0 0,0 1 0,1-1 0,-1 1 0,1 0 0,-1-1 0,0 1 0,0-1 0,1 1 0,-1 0 0,0 0 0,0-1 0,1 1 0,-1 0 0,0 0 0,0 0 0,1 0 0,-1 0 0,-2 0 0,3 0 0,-1 1 0,0-1 0,1 1 0,-1 0 0,1-1 0,-1 1 0,0-1 0,1 1 0,-1 0 0,1-1 0,0 1 0,-1 0 0,1 0 0,-1-1 0,1 1 0,0 0 0,0 0 0,-1 1 0,0 6 0,0 1 0,0-1 0,0 12 0,1-15 0,2 22 0,0 0 0,10 44 0,2 26 0,-5-25 0,-2-27 0,-7-42 36,0-6-1437</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2.372"/>
    </inkml:context>
    <inkml:brush xml:id="br0">
      <inkml:brushProperty name="width" value="0.05" units="cm"/>
      <inkml:brushProperty name="height" value="0.05" units="cm"/>
    </inkml:brush>
  </inkml:definitions>
  <inkml:trace contextRef="#ctx0" brushRef="#br0">3 17 24575,'-1'-1'0,"1"1"0,0 0 0,0 0 0,0 0 0,0 0 0,-1 0 0,1-1 0,0 1 0,0 0 0,0 0 0,0 0 0,0-1 0,-1 1 0,1 0 0,0 0 0,0 0 0,0-1 0,0 1 0,0 0 0,0 0 0,0 0 0,0-1 0,0 1 0,0 0 0,0 0 0,0-1 0,0 1 0,0 0 0,0 0 0,0 0 0,0-1 0,0 1 0,1 0 0,-1 0 0,0-1 0,8-3 0,13 1 0,-20 3 0,208-2 0,-106 4 0,146 7 0,-14-3 0,-200-6 0,-27-1-273,0 0 0,0 0 0,-1-1 0,11-2 0,-9 1-6553</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2.776"/>
    </inkml:context>
    <inkml:brush xml:id="br0">
      <inkml:brushProperty name="width" value="0.05" units="cm"/>
      <inkml:brushProperty name="height" value="0.05" units="cm"/>
    </inkml:brush>
  </inkml:definitions>
  <inkml:trace contextRef="#ctx0" brushRef="#br0">24 4 24575,'0'-1'0,"0"1"0,0 0 0,0 0 0,0 0 0,-1-1 0,1 1 0,0 0 0,0 0 0,0 0 0,0 0 0,-1 0 0,1 0 0,0-1 0,0 1 0,0 0 0,-1 0 0,1 0 0,0 0 0,0 0 0,0 0 0,-1 0 0,1 0 0,0 0 0,0 0 0,-1 0 0,1 0 0,0 0 0,0 0 0,0 0 0,-1 0 0,1 0 0,0 0 0,0 0 0,-1 1 0,1-1 0,-4 8 0,1 13 0,3-20 0,-1 41 0,9 81 0,-4-85 0,-2-16 0,-1 1 0,-1-1 0,0 1 0,-8 42 0,2-40 0,3-17 0,1 0 0,0 1 0,1 0 0,-1 16 0,2-23-136,0 0-1,1 0 1,-1-1-1,0 1 1,1 0-1,-1 0 1,1-1-1,0 1 0,1 2 1</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2.996"/>
    </inkml:context>
    <inkml:brush xml:id="br0">
      <inkml:brushProperty name="width" value="0.05" units="cm"/>
      <inkml:brushProperty name="height" value="0.05" units="cm"/>
    </inkml:brush>
  </inkml:definitions>
  <inkml:trace contextRef="#ctx0" brushRef="#br0">1014 0 24575,'-53'0'0,"-356"9"0,11-2-68,262-8-1229,118 1-5529</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3.855"/>
    </inkml:context>
    <inkml:brush xml:id="br0">
      <inkml:brushProperty name="width" value="0.05" units="cm"/>
      <inkml:brushProperty name="height" value="0.05" units="cm"/>
    </inkml:brush>
  </inkml:definitions>
  <inkml:trace contextRef="#ctx0" brushRef="#br0">62 0 24575,'-3'3'0,"-1"-1"0,1 1 0,0-1 0,0 1 0,0 0 0,0 1 0,0-1 0,0 0 0,1 1 0,0 0 0,0-1 0,0 1 0,0 0 0,1 0 0,-1 0 0,-1 6 0,-1 9 0,0-1 0,-1 25 0,2-1 0,2-1 0,3 45 0,13-4-1365</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4.293"/>
    </inkml:context>
    <inkml:brush xml:id="br0">
      <inkml:brushProperty name="width" value="0.05" units="cm"/>
      <inkml:brushProperty name="height" value="0.05" units="cm"/>
    </inkml:brush>
  </inkml:definitions>
  <inkml:trace contextRef="#ctx0" brushRef="#br0">0 49 24575,'5'-5'0,"1"0"0,0 1 0,0 0 0,0 0 0,1 0 0,-1 1 0,1 0 0,-1 0 0,1 1 0,0 0 0,0 0 0,1 0 0,7 0 0,12 0 0,-1 1 0,36 3 0,-10 0 0,86-3 0,91 2 0,-117 6 63,47 1-1491,-147-8-5398</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4.820"/>
    </inkml:context>
    <inkml:brush xml:id="br0">
      <inkml:brushProperty name="width" value="0.05" units="cm"/>
      <inkml:brushProperty name="height" value="0.05" units="cm"/>
    </inkml:brush>
  </inkml:definitions>
  <inkml:trace contextRef="#ctx0" brushRef="#br0">1110 0 24575,'-1'2'0,"-1"0"0,1 1 0,-1-1 0,1 0 0,0 0 0,0 1 0,0-1 0,0 0 0,1 1 0,-1-1 0,1 1 0,-1 2 0,-1 35 0,2-29 0,0 39 0,12 83 0,-11-117 0,-1-1 0,-1 0 0,0 0 0,-1 1 0,0-1 0,-1 0 0,-8 21 0,6-17 0,4-17 0,1 0 0,-1 0 0,0-1 0,0 1 0,0 0 0,0-1 0,0 1 0,0 0 0,0-1 0,-1 1 0,1-1 0,-1 0 0,1 0 0,-1 1 0,1-1 0,-1 0 0,0 0 0,1 0 0,-1-1 0,0 1 0,0 0 0,0-1 0,1 1 0,-1-1 0,-4 1 0,-4 0 0,-1 0 0,0-1 0,-18-2 0,7 1 0,-340 0 0,-30 0 0,202-13-1365,174 13-5461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6.499"/>
    </inkml:context>
    <inkml:brush xml:id="br0">
      <inkml:brushProperty name="width" value="0.05" units="cm"/>
      <inkml:brushProperty name="height" value="0.05" units="cm"/>
    </inkml:brush>
  </inkml:definitions>
  <inkml:trace contextRef="#ctx0" brushRef="#br0">901 0 24575,'-27'5'0,"-18"4"0,-10 1 0,-3-2 0,-3 1 0,2-2 0,1-1 0,-2 0 0,-1 0 0,0-2 0,0-2 0,3 3 0,1-1 0,3 2 0,4-1 0,6 0 0,12-1-8191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8.027"/>
    </inkml:context>
    <inkml:brush xml:id="br0">
      <inkml:brushProperty name="width" value="0.05" units="cm"/>
      <inkml:brushProperty name="height" value="0.05" units="cm"/>
    </inkml:brush>
  </inkml:definitions>
  <inkml:trace contextRef="#ctx0" brushRef="#br0">47 608 24575,'11'-4'0,"4"0"0,-1-1 0,1-1 0,-1 0 0,15-10 0,-25 14 0,0-1 0,-1 0 0,1 0 0,-1 0 0,1-1 0,-1 1 0,0-1 0,-1 0 0,1 0 0,0 0 0,-1 0 0,0 0 0,0 0 0,0 0 0,-1-1 0,0 1 0,1-1 0,-1-5 0,1-6 0,-1 1 0,-1-1 0,-1 0 0,0 0 0,-2 0 0,1 1 0,-2-1 0,0 1 0,-9-23 0,-8-12 0,-38-65 0,56 109 0,-58-118 0,61 123 0,-1 0 0,1 0 0,-1 0 0,1 0 0,-1 0 0,0 0 0,0 0 0,1 0 0,-1 0 0,0 0 0,0 0 0,0 0 0,0 0 0,-1 0 0,1 1 0,1 0 0,0-1 0,0 1 0,0 0 0,-1 0 0,1 0 0,0 0 0,0 0 0,-1 0 0,1 0 0,0 0 0,0 0 0,0 1 0,-1-1 0,1 0 0,0 0 0,0 0 0,0 0 0,-1 0 0,1 0 0,0 0 0,0 0 0,0 1 0,0-1 0,-1 0 0,1 0 0,0 0 0,0 1 0,-4 11 0,2 4 0,2 0 0,0 0 0,0 0 0,2 0 0,0 0 0,0 0 0,9 26 0,6 7 0,25 49 0,-10-24 0,-25-55 0,2-2 0,0 1 0,1-1 0,0 0 0,2-1 0,17 19 0,-28-33-65,1 0 0,-1-1 0,1 1 0,0-1 0,-1 0 0,1 1 0,0-1 0,0 0 0,0 0 0,0 0 0,0 0 0,0-1 0,0 1 0,0-1 0,0 1 0,0-1 0,0 1 0,0-1 0,1 0 0,1 0 0,4-3-6761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8.557"/>
    </inkml:context>
    <inkml:brush xml:id="br0">
      <inkml:brushProperty name="width" value="0.05" units="cm"/>
      <inkml:brushProperty name="height" value="0.05" units="cm"/>
    </inkml:brush>
  </inkml:definitions>
  <inkml:trace contextRef="#ctx0" brushRef="#br0">192 129 24575,'-25'-40'0,"-1"-3"0,23 40 0,0-1 0,-1 0 0,1 1 0,-1 0 0,1 0 0,-1 0 0,0 0 0,-6-3 0,6 4 0,-1 0 0,1 0 0,-1 1 0,0-1 0,1 1 0,-1 0 0,0 0 0,0 0 0,1 1 0,-10 0 0,12 0 0,0 0 0,0 1 0,0-1 0,0 1 0,0 0 0,0 0 0,0 0 0,0-1 0,1 2 0,-1-1 0,0 0 0,1 0 0,-1 0 0,0 1 0,1-1 0,0 1 0,-1-1 0,1 1 0,0 0 0,0 0 0,0-1 0,0 1 0,0 0 0,0 0 0,1 0 0,-1 0 0,0 0 0,1 2 0,-1 0 0,1 0 0,-1 0 0,1 0 0,1 1 0,-1-1 0,0 0 0,1 0 0,0 0 0,0 0 0,0-1 0,0 1 0,1 0 0,0 0 0,0-1 0,0 1 0,0-1 0,0 1 0,0-1 0,1 0 0,0 0 0,4 4 0,3 3 0,1-1 0,0-1 0,0 0 0,0-1 0,15 8 0,-17-11 0,-1 0 0,1-1 0,17 4 0,-22-6 0,1 0 0,-1 0 0,1-1 0,-1 0 0,1 0 0,0 0 0,-1 0 0,1-1 0,8-1 0,-12 1 0,0 1 0,0 0 0,0-1 0,0 0 0,0 1 0,0-1 0,0 1 0,0-1 0,0 0 0,0 0 0,0 0 0,0 0 0,-1 1 0,1-1 0,0 0 0,0 0 0,-1 0 0,1 0 0,-1-1 0,1 1 0,-1-1 0,1 0 0,-1-1 0,1 1 0,-1-1 0,0 1 0,0-1 0,0 1 0,-1-1 0,1 1 0,-1-5 0,-3-3 0,1 1 0,-1-1 0,-9-15 0,-9-11-1365,11 20-5461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9.010"/>
    </inkml:context>
    <inkml:brush xml:id="br0">
      <inkml:brushProperty name="width" value="0.05" units="cm"/>
      <inkml:brushProperty name="height" value="0.05" units="cm"/>
    </inkml:brush>
  </inkml:definitions>
  <inkml:trace contextRef="#ctx0" brushRef="#br0">1 11 24575,'4'3'0,"0"-1"0,0 0 0,1 0 0,-1 0 0,1 0 0,-1-1 0,1 0 0,8 1 0,1 0 0,24-3 0,-29 1 0,0-1 0,0 2 0,0-1 0,0 1 0,1 0 0,-1 1 0,11 3 0,-3 3 0,24 14 0,-27-13 0,1-2 0,18 9 0,-33-16 0,1 0 0,-1 0 0,0 0 0,0 0 0,0 0 0,0 0 0,0 0 0,1 0 0,-1 0 0,0 0 0,0 0 0,0 0 0,0 0 0,1 0 0,-1 0 0,0 0 0,0 0 0,0 0 0,1 0 0,-1 0 0,0 0 0,0 0 0,0 0 0,0 0 0,0 0 0,1 0 0,-1 0 0,0-1 0,0 1 0,0 0 0,0 0 0,0 0 0,1 0 0,-1 0 0,0 0 0,0-1 0,0 1 0,0 0 0,0 0 0,0 0 0,0 0 0,0 0 0,0-1 0,-1-10 0,-8-14 0,9 24 0,-1-1 0,-2-3 0,1-1 0,0 0 0,1 1 0,-3-10 0,4 15 0,0-1 0,0 0 0,0 1 0,0-1 0,0 0 0,0 1 0,0-1 0,0 0 0,0 1 0,0-1 0,0 0 0,0 0 0,0 1 0,1-1 0,-1 1 0,0-1 0,1 0 0,-1 1 0,0-1 0,1 1 0,-1-1 0,0 0 0,1 1 0,-1-1 0,1 1 0,-1-1 0,1 1 0,-1 0 0,1-1 0,0 1 0,-1 0 0,1-1 0,-1 1 0,1 0 0,0 0 0,-1-1 0,1 1 0,0 0 0,-1 0 0,1 0 0,0 0 0,0 0 0,-1 0 0,1 0 0,0 0 0,-1 0 0,1 0 0,0 0 0,-1 1 0,2-1 0,6 2 0,0 1 0,0 0 0,-1 0 0,1 1 0,-1 0 0,10 7 0,3 1 0,13 4-455,0-1 0,55 16 0,-74-26-6371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19.554"/>
    </inkml:context>
    <inkml:brush xml:id="br0">
      <inkml:brushProperty name="width" value="0.05" units="cm"/>
      <inkml:brushProperty name="height" value="0.05" units="cm"/>
    </inkml:brush>
  </inkml:definitions>
  <inkml:trace contextRef="#ctx0" brushRef="#br0">46 5 24575,'-2'-1'0,"1"0"0,-1 1 0,0-1 0,0 0 0,0 1 0,0 0 0,0-1 0,0 1 0,0 0 0,0 0 0,0 0 0,0 1 0,0-1 0,0 0 0,0 1 0,0-1 0,-2 2 0,3-2 0,0 0 0,1 1 0,-1-1 0,1 1 0,-1-1 0,1 1 0,-1-1 0,1 1 0,-1-1 0,1 1 0,0-1 0,-1 1 0,1 0 0,0-1 0,-1 1 0,1 0 0,0-1 0,0 1 0,-1 1 0,1 0 0,0-1 0,0 1 0,0-1 0,1 1 0,-1 0 0,0-1 0,1 1 0,-1-1 0,1 1 0,-1 0 0,3 2 0,4 8 0,1-1 0,1 0 0,0 0 0,18 17 0,-6-7 0,-14-12 0,1-1 0,0 0 0,1-1 0,0 0 0,0 0 0,1-1 0,-1 0 0,15 6 0,-23-11 0,1-1 0,-1 1 0,0-1 0,0 1 0,0-1 0,0 0 0,1 0 0,-1 0 0,0 0 0,0 0 0,1 0 0,-1 0 0,0 0 0,0 0 0,0 0 0,1-1 0,-1 1 0,0-1 0,0 1 0,0-1 0,2 0 0,-1-1 0,-1 1 0,0 0 0,0 0 0,0-1 0,0 1 0,0-1 0,0 1 0,-1-1 0,1 1 0,0-1 0,-1 1 0,1-1 0,0-3 0,0-2 0,-1 0 0,1-1 0,-1 1 0,0 0 0,-1-1 0,-1-6 0,0 3 0,0 1 0,-1-1 0,-1 1 0,1-1 0,-2 1 0,1 0 0,-11-15 0,15 25 0,0 0 0,-1 1 0,1-1 0,0 0 0,-1 1 0,1-1 0,0 0 0,0 1 0,0-1 0,-1 1 0,1-1 0,0 0 0,0 1 0,0-1 0,0 1 0,0-1 0,0 0 0,0 1 0,0-1 0,0 1 0,0-1 0,0 1 0,0-1 0,0 1 0,-1 16 0,3 14 0,1 1 0,15 58 0,-10-59 0,-2 1 0,4 59 0,-9-66 0,-1-13 0,1 0 0,-1 1 0,-1-1 0,-4 24 0,4-34 0,0 0 0,1 0 0,-1 1 0,0-1 0,0 0 0,0 0 0,0 0 0,-1 0 0,1 0 0,0 0 0,-1 0 0,0-1 0,1 1 0,-1 0 0,0-1 0,0 1 0,0-1 0,0 0 0,0 0 0,0 1 0,0-1 0,0-1 0,-1 1 0,1 0 0,0 0 0,0-1 0,-1 0 0,1 1 0,-1-1 0,1 0 0,0 0 0,-1 0 0,1 0 0,0-1 0,-4 0 0,1 0 0,0 0 0,0-1 0,-1 0 0,1 0 0,1 0 0,-1-1 0,0 1 0,1-1 0,-1 0 0,1-1 0,0 1 0,0-1 0,0 0 0,-6-8 0,6 7 0,1 0 0,0 0 0,0-1 0,0 1 0,1-1 0,-1 0 0,1 0 0,1 0 0,-1 0 0,0-8 0,2 10 0,0 1 0,0-1 0,1 1 0,-1-1 0,1 1 0,0-1 0,-1 1 0,2-1 0,-1 1 0,0 0 0,1-1 0,-1 1 0,1 0 0,0 0 0,0 0 0,0 0 0,1 1 0,-1-1 0,4-3 0,1 1-126,0 0 0,1 0 0,-1 1-1,1 0 1,0 0 0,9-3 0,-13 6-356,11-5-6344</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0.570"/>
    </inkml:context>
    <inkml:brush xml:id="br0">
      <inkml:brushProperty name="width" value="0.05" units="cm"/>
      <inkml:brushProperty name="height" value="0.05" units="cm"/>
    </inkml:brush>
  </inkml:definitions>
  <inkml:trace contextRef="#ctx0" brushRef="#br0">0 40 24575,'2'16'0,"1"0"0,0 0 0,1-1 0,1 0 0,0 0 0,1 0 0,0 0 0,15 23 0,-16-31 0,0 0 0,0 0 0,1-1 0,0 1 0,0-1 0,1 0 0,-1-1 0,1 0 0,0 0 0,1 0 0,-1-1 0,1 0 0,0-1 0,0 1 0,0-2 0,0 1 0,16 2 0,-21-4 0,1-1 0,0 0 0,0 1 0,0-1 0,0-1 0,0 1 0,0-1 0,-1 1 0,1-1 0,0 0 0,0 0 0,-1-1 0,6-2 0,-7 3 0,1-1 0,-1 1 0,0-1 0,0 0 0,0 0 0,0 0 0,0 0 0,-1-1 0,1 1 0,-1 0 0,1-1 0,-1 1 0,0-1 0,0 1 0,0-1 0,0 0 0,0 1 0,-1-1 0,1-3 0,0-1 0,-1 1 0,1 0 0,-2 0 0,1 0 0,-1-1 0,-1-6 0,1 9 0,1 1 0,-2 0 0,1-1 0,0 1 0,0 0 0,-1 0 0,0 0 0,0 0 0,0 0 0,0 0 0,0 0 0,-4-3 0,6 6 0,0 0 0,0 0 0,0-1 0,0 1 0,0 0 0,-1 0 0,1 0 0,0-1 0,0 1 0,0 0 0,-1 0 0,1 0 0,0-1 0,0 1 0,-1 0 0,1 0 0,0 0 0,0 0 0,-1 0 0,1 0 0,0-1 0,0 1 0,-1 0 0,1 0 0,0 0 0,-1 0 0,1 0 0,0 0 0,0 0 0,-1 0 0,1 0 0,0 0 0,-1 1 0,1-1 0,0 0 0,0 0 0,-1 0 0,1 0 0,0 0 0,0 0 0,-1 1 0,1-1 0,0 0 0,0 0 0,-1 0 0,1 1 0,0-1 0,0 0 0,0 0 0,-1 1 0,1 0 0,0 0 0,0 0 0,0 0 0,0 0 0,0 0 0,0 0 0,0 0 0,0 0 0,0 0 0,0 0 0,0 0 0,1 0 0,-1 0 0,1 1 0,2 3 0,0 0 0,0 0 0,0 0 0,1-1 0,0 0 0,0 1 0,0-1 0,0-1 0,0 1 0,1-1 0,0 1 0,0-1 0,0 0 0,0-1 0,0 0 0,8 3 0,-3-2 0,0 0 0,0-1 0,0 0 0,0 0 0,1-1 0,-1-1 0,0 0 0,14-1 0,-21 0 0,-1 1 0,1 0 0,-1-1 0,1 0 0,-1 0 0,1 1 0,-1-1 0,0-1 0,1 1 0,-1 0 0,0-1 0,0 1 0,0-1 0,0 1 0,0-1 0,0 0 0,-1 0 0,1 0 0,-1 0 0,1 0 0,-1 0 0,0 0 0,1-1 0,-1 1 0,0 0 0,-1-1 0,2-3 0,-1 2 0,-1 0 0,1 0 0,-1-1 0,0 1 0,0 0 0,0 0 0,-1 0 0,1 0 0,-1-1 0,0 1 0,-1 0 0,1 0 0,0 1 0,-1-1 0,0 0 0,-3-4 0,-5-5-170,0 1-1,-1 0 0,0 0 1,-1 1-1,-1 0 0,1 1 1,-29-16-1,29 19-6655</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0.784"/>
    </inkml:context>
    <inkml:brush xml:id="br0">
      <inkml:brushProperty name="width" value="0.05" units="cm"/>
      <inkml:brushProperty name="height" value="0.05" units="cm"/>
    </inkml:brush>
  </inkml:definitions>
  <inkml:trace contextRef="#ctx0" brushRef="#br0">0 0 24575,'8'13'0,"4"6"0,4 3 0,0 0 0,1-4 0,-2-5-8191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0.974"/>
    </inkml:context>
    <inkml:brush xml:id="br0">
      <inkml:brushProperty name="width" value="0.05" units="cm"/>
      <inkml:brushProperty name="height" value="0.05" units="cm"/>
    </inkml:brush>
  </inkml:definitions>
  <inkml:trace contextRef="#ctx0" brushRef="#br0">1 0 24575,'15'25'0,"7"11"0,1 2 0,-2-4 0,-4-6-8191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1.206"/>
    </inkml:context>
    <inkml:brush xml:id="br0">
      <inkml:brushProperty name="width" value="0.05" units="cm"/>
      <inkml:brushProperty name="height" value="0.05" units="cm"/>
    </inkml:brush>
  </inkml:definitions>
  <inkml:trace contextRef="#ctx0" brushRef="#br0">11 133 24575,'-3'-19'0,"0"7"0,1 1 0,1-1 0,0 0 0,0 0 0,2-16 0,-1 27 0,0 0 0,0 0 0,0 0 0,0 0 0,1-1 0,-1 1 0,0 0 0,1 0 0,-1 0 0,0 0 0,1 0 0,-1 0 0,1 0 0,0 0 0,-1 0 0,1 1 0,0-1 0,-1 0 0,1 0 0,0 0 0,0 1 0,0-1 0,0 0 0,0 1 0,0-1 0,0 1 0,0-1 0,0 1 0,0-1 0,0 1 0,0 0 0,0 0 0,0-1 0,0 1 0,0 0 0,0 0 0,0 0 0,1 0 0,-1 0 0,0 1 0,0-1 0,0 0 0,0 0 0,0 1 0,1-1 0,6 4 0,0-1 0,0 1 0,0 0 0,12 10 0,-8-6 0,3 0-195,0 0 0,0-1 0,0-1 0,1-1 0,0 0 0,25 4 0,-28-7-6631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1.625"/>
    </inkml:context>
    <inkml:brush xml:id="br0">
      <inkml:brushProperty name="width" value="0.05" units="cm"/>
      <inkml:brushProperty name="height" value="0.05" units="cm"/>
    </inkml:brush>
  </inkml:definitions>
  <inkml:trace contextRef="#ctx0" brushRef="#br0">132 337 24575,'-8'8'0,"1"0"0,0 0 0,1 1 0,0 0 0,0 0 0,1 0 0,0 1 0,-5 16 0,9-22 0,0 0 0,0 0 0,0 1 0,0-1 0,1 0 0,0 1 0,0-1 0,0 0 0,1 1 0,0 5 0,0-7 0,0 0 0,0 0 0,1 0 0,-1 0 0,1 0 0,-1 0 0,1 0 0,0-1 0,0 1 0,0-1 0,1 0 0,-1 1 0,0-1 0,1 0 0,3 2 0,-2-1 0,-1-1 0,1-1 0,0 1 0,-1 0 0,1-1 0,0 0 0,0 0 0,0 0 0,0 0 0,0-1 0,0 1 0,0-1 0,5 0 0,-7 0 0,0-1 0,0 1 0,0 0 0,0-1 0,0 0 0,-1 1 0,1-1 0,0 0 0,0 0 0,0 0 0,-1 0 0,1 0 0,0 0 0,-1-1 0,1 1 0,-1 0 0,1-1 0,-1 1 0,0-1 0,0 0 0,0 1 0,0-1 0,0 0 0,0 0 0,0 1 0,0-1 0,0-3 0,0-1 0,0 0 0,0 1 0,-1-1 0,0 0 0,0 0 0,0 0 0,-1 1 0,1-1 0,-2 0 0,-1-6 0,-3-8 0,-14-28 0,10 26 0,-67-144 0,-1-2 0,70 152 0,7 16 0,6 9 0,80 149 0,-59-106 0,5 8-682,52 75-1,-74-122-6143</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1.983"/>
    </inkml:context>
    <inkml:brush xml:id="br0">
      <inkml:brushProperty name="width" value="0.05" units="cm"/>
      <inkml:brushProperty name="height" value="0.05" units="cm"/>
    </inkml:brush>
  </inkml:definitions>
  <inkml:trace contextRef="#ctx0" brushRef="#br0">213 71 24575,'-23'-10'0,"-54"-20"0,66 26 0,0 1 0,0 0 0,-1 1 0,-20-1 0,30 3 0,1 0 0,0 0 0,0-1 0,-1 1 0,1 1 0,0-1 0,-1 0 0,1 0 0,0 0 0,0 1 0,0-1 0,-1 0 0,1 1 0,0-1 0,0 1 0,0 0 0,0-1 0,0 1 0,0 0 0,0 0 0,0-1 0,0 1 0,0 0 0,0 0 0,0 0 0,1 0 0,-1 0 0,0 0 0,1 1 0,-1-1 0,1 0 0,-1 0 0,1 0 0,-1 1 0,1-1 0,0 0 0,0 0 0,0 1 0,0-1 0,0 0 0,0 2 0,0 3 0,1-1 0,0 1 0,1 0 0,-1-1 0,1 0 0,0 1 0,6 9 0,0-1 0,0-1 0,1 0 0,1 0 0,0-1 0,1 0 0,0-1 0,20 16 0,-23-22 0,-1 1 0,1-1 0,0-1 0,0 1 0,1-1 0,-1-1 0,1 0 0,0 0 0,0 0 0,0-1 0,0-1 0,1 1 0,-1-2 0,13 1 0,-20-1 0,0 0 0,0-1 0,-1 1 0,1 0 0,0-1 0,0 1 0,0-1 0,0 0 0,0 1 0,0-1 0,-1 0 0,1 0 0,0 0 0,-1 0 0,1-1 0,-1 1 0,1 0 0,-1-1 0,3-2 0,-3 1 0,1 1 0,-1-1 0,0 0 0,0 0 0,0 0 0,0 0 0,-1 1 0,1-1 0,-1 0 0,0 0 0,0-6 0,-1-2 0,0 1 0,-1-1 0,0 1 0,-1 0 0,0 0 0,-7-15 0,6 17-85,-1-1 0,0 1-1,0 0 1,0 0 0,-1 0-1,0 1 1,-1 0 0,0 0-1,0 0 1,0 1 0,-1 0-1,0 1 1,0 0 0,0 0-1,-10-4 1,5 4-6741</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2.529"/>
    </inkml:context>
    <inkml:brush xml:id="br0">
      <inkml:brushProperty name="width" value="0.05" units="cm"/>
      <inkml:brushProperty name="height" value="0.05" units="cm"/>
    </inkml:brush>
  </inkml:definitions>
  <inkml:trace contextRef="#ctx0" brushRef="#br0">22 152 24575,'-1'0'0,"-1"1"0,1 0 0,-1 0 0,1 0 0,-1 1 0,1-1 0,0 0 0,0 0 0,0 1 0,0-1 0,0 1 0,0-1 0,0 1 0,0-1 0,1 1 0,-1 0 0,0-1 0,1 1 0,-1 0 0,1-1 0,0 4 0,0-3 0,0 0 0,1 0 0,-1 0 0,1 0 0,0 0 0,-1 0 0,1 0 0,0 0 0,0 0 0,0-1 0,1 1 0,-1 0 0,0-1 0,1 1 0,-1-1 0,1 1 0,-1-1 0,3 2 0,2 1 0,0 0 0,0 0 0,0 0 0,1-1 0,0 0 0,-1 0 0,1 0 0,0-1 0,0 0 0,0-1 0,9 2 0,-12-3 0,-1 0 0,0 0 0,0 0 0,1-1 0,-1 1 0,0-1 0,0 1 0,0-1 0,0 0 0,1-1 0,-2 1 0,1 0 0,0-1 0,0 0 0,0 1 0,-1-1 0,1 0 0,-1 0 0,1-1 0,-1 1 0,0 0 0,0-1 0,0 0 0,0 1 0,0-1 0,-1 0 0,2-4 0,0 1 0,-1 0 0,0-1 0,-1 0 0,0 1 0,0-1 0,1-11 0,-2 9 0,1 0 0,3-15 0,-4 24 0,0-1 0,1 1 0,-1-1 0,0 1 0,1-1 0,-1 1 0,0-1 0,1 1 0,-1-1 0,0 1 0,1-1 0,-1 1 0,1 0 0,-1-1 0,1 1 0,-1 0 0,1 0 0,-1-1 0,1 1 0,-1 0 0,1 0 0,-1 0 0,1-1 0,0 1 0,-1 0 0,1 0 0,-1 0 0,1 0 0,0 0 0,-1 0 0,1 0 0,-1 0 0,1 1 0,-1-1 0,1 0 0,-1 0 0,1 0 0,0 1 0,-1-1 0,1 1 0,27 13 0,-22-10 0,12 6 0,-7-2 0,1-2 0,0 1 0,1-1 0,0-1 0,0-1 0,13 4 0,-25-8 0,0 1 0,0-1 0,0 0 0,0 0 0,0 0 0,0 0 0,0 0 0,0 0 0,0 0 0,0 0 0,-1 0 0,1 0 0,0-1 0,0 1 0,0 0 0,0-1 0,0 1 0,0 0 0,0-2 0,0 2 0,-1-1 0,0 1 0,1-1 0,-1 1 0,0-1 0,1 1 0,-1-1 0,0 1 0,0-1 0,0 0 0,0 1 0,0-1 0,1 0 0,-1 1 0,0-1 0,0 1 0,0-1 0,-1 0 0,1 1 0,0-1 0,0 0 0,-1-2 0,0 0 0,0 0 0,0 0 0,-1 1 0,1-1 0,-1 0 0,0 1 0,1-1 0,-1 1 0,-3-3 0,-14-10 0,0 0 0,-1 2 0,-39-20 0,-4-2 0,51 26-1365,2 1-5461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2.934"/>
    </inkml:context>
    <inkml:brush xml:id="br0">
      <inkml:brushProperty name="width" value="0.05" units="cm"/>
      <inkml:brushProperty name="height" value="0.05" units="cm"/>
    </inkml:brush>
  </inkml:definitions>
  <inkml:trace contextRef="#ctx0" brushRef="#br0">239 40 24575,'-17'-8'0,"5"3"0,1 0 0,-1 0 0,1 1 0,-1 1 0,0 0 0,-1 0 0,-18 0 0,30 3 0,0-1 0,1 1 0,-1 0 0,0 0 0,1 0 0,-1 0 0,0 0 0,0 0 0,1 0 0,-1 1 0,0-1 0,1 0 0,-1 0 0,0 0 0,1 1 0,-1-1 0,0 0 0,1 1 0,-1-1 0,1 1 0,-1-1 0,0 0 0,1 1 0,-1-1 0,1 1 0,-1 0 0,1-1 0,0 1 0,-1-1 0,1 1 0,0 0 0,-1-1 0,1 1 0,0 0 0,0-1 0,-1 1 0,1 0 0,0-1 0,0 1 0,0 0 0,0 0 0,0-1 0,0 1 0,0 0 0,0-1 0,0 1 0,1 1 0,0 3 0,1-1 0,0 1 0,0-1 0,1 1 0,4 5 0,7 10 0,1-1 0,1 0 0,1-1 0,38 30 0,86 51 0,-117-85 0,-18-12 0,-1 1 0,1 0 0,-1 0 0,0 0 0,0 1 0,0 0 0,0 0 0,5 6 0,-9-9 0,-1 0 0,0-1 0,1 1 0,-1 0 0,0 0 0,0-1 0,0 1 0,1 0 0,-1 0 0,0 0 0,0-1 0,0 1 0,0 0 0,0 0 0,-1-1 0,1 1 0,0 0 0,0 0 0,0-1 0,-1 1 0,1 0 0,0 0 0,-1-1 0,1 1 0,0 0 0,-1-1 0,1 1 0,-1-1 0,1 1 0,-1-1 0,0 1 0,1-1 0,-1 1 0,1-1 0,-1 1 0,0-1 0,1 0 0,-1 1 0,-1-1 0,-4 4 0,0-1 0,0-1 0,-9 3 0,13-4 0,-168 43 0,11-3 0,123-30-1365,7-2-5461</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4.981"/>
    </inkml:context>
    <inkml:brush xml:id="br0">
      <inkml:brushProperty name="width" value="0.05" units="cm"/>
      <inkml:brushProperty name="height" value="0.05" units="cm"/>
    </inkml:brush>
  </inkml:definitions>
  <inkml:trace contextRef="#ctx0" brushRef="#br0">1014 7 24575,'0'0'0,"0"-1"0,0 1 0,0 0 0,0-1 0,0 1 0,-1 0 0,1-1 0,0 1 0,0 0 0,0-1 0,-1 1 0,1 0 0,0-1 0,-1 1 0,1 0 0,0 0 0,-1 0 0,1-1 0,0 1 0,-1 0 0,1 0 0,0 0 0,-1 0 0,1-1 0,0 1 0,-1 0 0,1 0 0,-1 0 0,1 0 0,0 0 0,-1 0 0,1 0 0,0 0 0,-1 0 0,0 0 0,-17 3 0,15-3 0,-111 25 0,62-12 0,-62 6 0,-244 8 0,102-9 0,192-13-1365,40-4-5461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5.506"/>
    </inkml:context>
    <inkml:brush xml:id="br0">
      <inkml:brushProperty name="width" value="0.05" units="cm"/>
      <inkml:brushProperty name="height" value="0.05" units="cm"/>
    </inkml:brush>
  </inkml:definitions>
  <inkml:trace contextRef="#ctx0" brushRef="#br0">407 131 24575,'-356'-120'0,"343"116"0,10 3 0,-16-4 0,19 5 0,-1 0 0,0 0 0,0-1 0,1 1 0,-1 0 0,0 0 0,0 0 0,1 0 0,-1 0 0,0 0 0,0 1 0,1-1 0,-1 0 0,0 0 0,0 0 0,1 1 0,-1-1 0,0 0 0,0 1 0,1 0 0,0-1 0,0 1 0,0-1 0,0 1 0,0-1 0,0 0 0,0 1 0,0-1 0,0 1 0,0-1 0,0 1 0,0-1 0,1 1 0,-1-1 0,0 0 0,0 1 0,0-1 0,1 1 0,-1-1 0,0 0 0,1 1 0,-1-1 0,0 0 0,1 1 0,-1-1 0,0 0 0,1 0 0,-1 1 0,1-1 0,0 0 0,13 10 0,21 7 0,70 23 0,-13-6 0,-83-30 0,69 32 0,-67-30 0,-1 0 0,0 0 0,0 1 0,-1 1 0,9 8 0,-17-15 0,0 0 0,1 0 0,-1 0 0,0 1 0,0-1 0,0 0 0,-1 1 0,1-1 0,0 0 0,0 1 0,-1-1 0,1 1 0,-1-1 0,1 1 0,-1 0 0,0-1 0,1 1 0,-1-1 0,0 1 0,0 0 0,0 1 0,-1-1 0,0 0 0,1-1 0,-1 1 0,0 0 0,0-1 0,0 1 0,0-1 0,0 1 0,-1-1 0,1 0 0,0 1 0,-1-1 0,1 0 0,-1 0 0,-1 2 0,-6 1 0,-1 1 0,1-1 0,-1 0 0,1-1 0,-14 3 0,-124 20 109,62-13-1583,61-9-5352</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6.549"/>
    </inkml:context>
    <inkml:brush xml:id="br0">
      <inkml:brushProperty name="width" value="0.05" units="cm"/>
      <inkml:brushProperty name="height" value="0.05" units="cm"/>
    </inkml:brush>
  </inkml:definitions>
  <inkml:trace contextRef="#ctx0" brushRef="#br0">319 0 24575,'-25'4'0,"-30"8"0,48-10 0,0 0 0,0 1 0,0-1 0,1 2 0,-1-1 0,1 1 0,0 0 0,-12 9 0,17-11 0,-1 0 0,0 0 0,1 0 0,-1 0 0,1 0 0,0 1 0,0-1 0,-1 0 0,2 1 0,-1-1 0,0 1 0,0-1 0,1 1 0,-1-1 0,1 1 0,0-1 0,0 1 0,0-1 0,0 1 0,0 0 0,1-1 0,-1 1 0,1-1 0,-1 1 0,1-1 0,0 1 0,0-1 0,0 0 0,1 1 0,1 2 0,1 2 0,1-1 0,0 1 0,0-1 0,0 0 0,1 0 0,0-1 0,0 1 0,10 5 0,75 40 0,-58-34 0,-33-17 0,0 0 0,0 0 0,0 0 0,1 0 0,-1 0 0,0 0 0,0 0 0,0 0 0,1 0 0,-1 0 0,0 0 0,0 0 0,0 0 0,0 0 0,0 0 0,1 1 0,-1-1 0,0 0 0,0 0 0,0 0 0,0 0 0,0 0 0,1 0 0,-1 1 0,0-1 0,0 0 0,0 0 0,0 0 0,0 0 0,0 1 0,0-1 0,0 0 0,0 0 0,0 0 0,0 0 0,0 1 0,0-1 0,0 0 0,0 0 0,0 0 0,0 1 0,0-1 0,0 0 0,0 0 0,-10 3 0,-20-2 0,28-1 0,-85 0 0,-75-2 0,157 2-170,0 0-1,-1-1 0,1 0 1,0 0-1,0-1 0,0 1 1,-6-4-1,1-1-6655</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7.602"/>
    </inkml:context>
    <inkml:brush xml:id="br0">
      <inkml:brushProperty name="width" value="0.05" units="cm"/>
      <inkml:brushProperty name="height" value="0.05" units="cm"/>
    </inkml:brush>
  </inkml:definitions>
  <inkml:trace contextRef="#ctx0" brushRef="#br0">3 1 24575,'-2'17'0,"1"1"0,1 0 0,1-1 0,0 1 0,2-1 0,0 1 0,1-1 0,0 0 0,1 0 0,1-1 0,1 1 0,1-1 0,0-1 0,1 0 0,0 0 0,1 0 0,1-1 0,0-1 0,19 18 0,-22-23 0,0-1 0,1 0 0,0 0 0,1 0 0,0-1 0,18 8 0,-25-13 0,0 1 0,0-1 0,0 0 0,0 0 0,0-1 0,0 1 0,0-1 0,0 0 0,0 1 0,1-1 0,-1-1 0,0 1 0,0 0 0,0-1 0,0 0 0,0 1 0,0-1 0,0 0 0,0-1 0,0 1 0,0 0 0,-1-1 0,1 0 0,0 0 0,-1 1 0,1-1 0,-1-1 0,0 1 0,3-4 0,-3 4 0,-1 0 0,0-1 0,0 1 0,0 0 0,0 0 0,0-1 0,0 1 0,-1 0 0,1-1 0,-1 1 0,1-1 0,-1 1 0,0 0 0,0-1 0,0 1 0,-1-1 0,1 1 0,-1-4 0,0 3 0,0 0 0,0 0 0,0 0 0,0-1 0,-1 1 0,1 0 0,-1 1 0,0-1 0,0 0 0,0 0 0,0 1 0,-4-4 0,6 5 0,-1 1 0,1 0 0,0-1 0,-1 1 0,1 0 0,0 0 0,-1-1 0,1 1 0,0 0 0,-1 0 0,1 0 0,0-1 0,-1 1 0,1 0 0,-1 0 0,1 0 0,-1 0 0,1 0 0,0 0 0,-1 0 0,1 0 0,-1 0 0,0 0 0,-1 7 0,2-5 0,0 0 0,0 1 0,1-1 0,-1 0 0,1 0 0,0 0 0,1 4 0,1-2 0,0 0 0,0-1 0,1 1 0,-1 0 0,1-1 0,0 0 0,0 0 0,6 4 0,38 17 0,-44-21 0,9 2 0,0 0 0,-1-1 0,2 0 0,-1-1 0,0 0 0,21 1 0,-28-3 0,0-1 0,0 0 0,-1 0 0,1 0 0,0-1 0,0 0 0,0 0 0,-1-1 0,1 1 0,0-1 0,-1-1 0,0 1 0,1-1 0,-1 0 0,0 0 0,0 0 0,6-6 0,-8 6 0,-1 1 0,0-1 0,0 0 0,0 0 0,0 0 0,0 0 0,-1 0 0,1 0 0,-1-1 0,0 1 0,0 0 0,0-1 0,0 1 0,-1-1 0,1 1 0,-1-1 0,0 1 0,0-1 0,0 1 0,-1-1 0,1 1 0,-1-1 0,0 1 0,-1-5 0,-1 1 0,0 1 0,0-1 0,0 1 0,-1 0 0,0 0 0,0 0 0,-1 1 0,1-1 0,-1 1 0,0 0 0,-7-4 0,6 4 0,-1 0 0,0 1 0,-15-8 0,20 11 0,-1 0 0,0 0 0,1 0 0,-1 0 0,0 1 0,0-1 0,0 1 0,1 0 0,-1 0 0,0 0 0,0 0 0,0 0 0,0 0 0,-4 2 0,5-2 0,1 1 0,0 0 0,0-1 0,0 1 0,0 0 0,0 0 0,0-1 0,0 1 0,0 0 0,0 0 0,0 0 0,0 0 0,0 0 0,1 1 0,-1-1 0,0 0 0,1 0 0,-1 0 0,1 1 0,0-1 0,-1 0 0,1 0 0,0 1 0,0-1 0,-1 0 0,1 1 0,0-1 0,0 0 0,1 1 0,-1-1 0,0 0 0,0 1 0,1-1 0,-1 0 0,1 2 0,1 3 0,1 1 0,-1 0 0,1-1 0,0 1 0,5 6 0,-3-6 0,1 0 0,0 0 0,0-1 0,0 0 0,1 0 0,0 0 0,0-1 0,12 8 0,-5-6 0,1 0 0,-1 0 0,31 8 0,-42-14 0,0 0 0,0-1 0,-1 1 0,1-1 0,0 0 0,0 1 0,0-2 0,0 1 0,0 0 0,0 0 0,-1-1 0,1 1 0,0-1 0,0 0 0,-1 0 0,5-2 0,-5 2 0,0-1 0,-1 1 0,1 0 0,-1-1 0,0 1 0,1-1 0,-1 1 0,0-1 0,0 0 0,0 0 0,0 1 0,0-1 0,-1 0 0,1 0 0,0 0 0,-1 0 0,1 0 0,-1 0 0,0 0 0,0 0 0,0 0 0,0 0 0,0 0 0,-1-4 0,0 1 0,0-1 0,-1 1 0,1 0 0,-2-1 0,1 1 0,0 0 0,-1 0 0,0 1 0,0-1 0,0 0 0,-1 1 0,0 0 0,-5-6 0,4 5 0,0 1 0,-1 0 0,1 0 0,-1 0 0,1 0 0,-1 1 0,0 0 0,0 0 0,-1 1 0,-12-4 0,18 6 0,1 0 0,-1-1 0,0 1 0,0 0 0,0 0 0,1 0 0,-1 0 0,0 0 0,0 0 0,0 0 0,0 1 0,1-1 0,-1 0 0,0 0 0,0 1 0,-1 0 0,2-1 0,0 0 0,0 0 0,-1 1 0,1-1 0,0 0 0,0 1 0,0-1 0,0 0 0,-1 1 0,1-1 0,0 0 0,0 1 0,0-1 0,0 0 0,0 1 0,0-1 0,0 0 0,0 1 0,0-1 0,0 0 0,0 1 0,0-1 0,0 0 0,0 1 0,1-1 0,-1 1 0,1 1 0,0-1 0,0 1 0,0 0 0,0 0 0,0-1 0,0 1 0,1-1 0,-1 1 0,0-1 0,1 0 0,3 3 0,3 1 0,1-1 0,0 0 0,-1-1 0,1 0 0,12 2 0,48 6 0,-41-9 0,31-1 0,-31-2 0,33 4 0,-60-3 0,0 0 0,-1 1 0,1-1 0,0 0 0,0 0 0,-1 0 0,1 0 0,0 0 0,-1 0 0,1 0 0,0 0 0,0 0 0,-1 0 0,1-1 0,0 1 0,-1 0 0,1 0 0,0-1 0,-1 1 0,1 0 0,0-1 0,-1 1 0,1 0 0,-1-1 0,1 1 0,-1-1 0,2 0 0,-2 0 0,0 0 0,0 0 0,0 0 0,0 0 0,0 0 0,0 0 0,0 0 0,0 0 0,-1 0 0,1 0 0,0 0 0,-1 0 0,1 0 0,0 1 0,-1-1 0,0-2 0,-4-5 0,-1 1 0,-11-14 0,13 16 0,-84-97 0,87 100 0,-1 0 0,1 0 0,0 0 0,0 0 0,0 1 0,0-1 0,0-1 0,0 1 0,1 0 0,-1 0 0,1 0 0,0 0 0,-1 0 0,1-1 0,0 1 0,0 0 0,0 0 0,0 0 0,1-1 0,-1 1 0,2-3 0,-1 2 0,0 1 0,0 0 0,1 0 0,-1 0 0,1 0 0,-1 0 0,1 0 0,0 0 0,0 1 0,0-1 0,0 0 0,0 1 0,0 0 0,0-1 0,0 1 0,1 0 0,-1 0 0,5-1 0,4 0-273,1 0 0,-1 0 0,1 1 0,22 1 0,-17 0-6553</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7.837"/>
    </inkml:context>
    <inkml:brush xml:id="br0">
      <inkml:brushProperty name="width" value="0.05" units="cm"/>
      <inkml:brushProperty name="height" value="0.05" units="cm"/>
    </inkml:brush>
  </inkml:definitions>
  <inkml:trace contextRef="#ctx0" brushRef="#br0">1 0 24575,'5'13'0,"4"11"0,3 7 0,2 6 0,2 1 0,-3 2 0,-1-1 0,1-2 0,0-2 0,0-2 0,1-2 0,0-3 0,1-2 0,-3-5-8191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7.992"/>
    </inkml:context>
    <inkml:brush xml:id="br0">
      <inkml:brushProperty name="width" value="0.05" units="cm"/>
      <inkml:brushProperty name="height" value="0.05" units="cm"/>
    </inkml:brush>
  </inkml:definitions>
  <inkml:trace contextRef="#ctx0" brushRef="#br0">336 76 24575,'-30'-15'0,"-15"-5"0,-3 1 0,5 6 0,7 6 0,7 6 0,6 5 0,5 6 0,2 3 0,-1 1 0,1 2 0,2-3-8191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8.803"/>
    </inkml:context>
    <inkml:brush xml:id="br0">
      <inkml:brushProperty name="width" value="0.05" units="cm"/>
      <inkml:brushProperty name="height" value="0.05" units="cm"/>
    </inkml:brush>
  </inkml:definitions>
  <inkml:trace contextRef="#ctx0" brushRef="#br0">1 134 24575,'7'12'0,"1"-1"0,0 0 0,1 0 0,0-1 0,0 0 0,1-1 0,1 0 0,-1-1 0,2 0 0,-1 0 0,1-1 0,0-1 0,0 0 0,27 9 0,-37-14 0,0-1 0,0 1 0,1-1 0,-1 1 0,0-1 0,1 0 0,-1 0 0,1 0 0,-1 0 0,0-1 0,1 1 0,-1 0 0,0-1 0,1 0 0,-1 0 0,0 1 0,0-1 0,0 0 0,0-1 0,0 1 0,0 0 0,0-1 0,0 1 0,0-1 0,3-3 0,-4 3 0,1-1 0,0 1 0,-1-1 0,1 0 0,-1 0 0,0 1 0,0-1 0,0 0 0,0 0 0,-1 0 0,1 0 0,-1 0 0,0-1 0,0 1 0,0 0 0,0 0 0,0 0 0,0 0 0,-3-6 0,-1-1 0,0 0 0,-10-16 0,22 32 0,0-1 0,0 0 0,1 0 0,0 0 0,0-1 0,0-1 0,0 0 0,0 0 0,1 0 0,0-2 0,-1 1 0,1-1 0,0 0 0,14-1 0,-22 0 0,6 0 0,0 0 0,0-1 0,0 1 0,0-2 0,-1 1 0,9-3 0,-14 3 0,0 0 0,-1 0 0,1 1 0,0-1 0,-1 0 0,1-1 0,-1 1 0,1 0 0,-1 0 0,0-1 0,1 1 0,-1-1 0,0 1 0,0-1 0,0 1 0,0-1 0,0 0 0,-1 1 0,1-1 0,0 0 0,-1 0 0,1 0 0,-1 1 0,0-1 0,0 0 0,0 0 0,1 0 0,-2 0 0,1 0 0,0 0 0,-1-2 0,0-2 7,0 0 0,-1 1 0,0-1 0,0 0 0,0 1 1,0 0-1,-1-1 0,0 1 0,0 0 0,-1 0 0,0 1 0,1-1 0,-1 1 0,-1 0 0,1 0 0,-9-6 0,5 4-172,0 1 0,-1 0 0,0 0 0,-1 0 0,1 1 0,-1 1 0,1 0 0,-19-4 0,13 5-6661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9.162"/>
    </inkml:context>
    <inkml:brush xml:id="br0">
      <inkml:brushProperty name="width" value="0.05" units="cm"/>
      <inkml:brushProperty name="height" value="0.05" units="cm"/>
    </inkml:brush>
  </inkml:definitions>
  <inkml:trace contextRef="#ctx0" brushRef="#br0">1 0 24575,'20'8'0,"7"-1"0,-4-1 0,-6-4 0,-8-2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9.396"/>
    </inkml:context>
    <inkml:brush xml:id="br0">
      <inkml:brushProperty name="width" value="0.05" units="cm"/>
      <inkml:brushProperty name="height" value="0.05" units="cm"/>
    </inkml:brush>
  </inkml:definitions>
  <inkml:trace contextRef="#ctx0" brushRef="#br0">3 1 24575,'-3'2'0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29.725"/>
    </inkml:context>
    <inkml:brush xml:id="br0">
      <inkml:brushProperty name="width" value="0.05" units="cm"/>
      <inkml:brushProperty name="height" value="0.05" units="cm"/>
    </inkml:brush>
  </inkml:definitions>
  <inkml:trace contextRef="#ctx0" brushRef="#br0">1 95 24575,'18'10'0,"21"10"0,-36-19 0,0 0 0,0 0 0,1 0 0,-1 0 0,0 0 0,0-1 0,0 0 0,0 1 0,1-1 0,4-1 0,-7 1 0,0-1 0,0 1 0,0 0 0,0-1 0,1 1 0,-1-1 0,0 0 0,0 1 0,0-1 0,0 0 0,-1 0 0,1 0 0,0 1 0,0-1 0,0 0 0,-1 0 0,1 0 0,0 0 0,-1 0 0,1-1 0,-1 1 0,1 0 0,-1 0 0,0 0 0,1 0 0,-1-2 0,1-4 0,0 0 0,-1 0 0,0-11 0,0 3 0,0 10 0,1 0 0,0 0 0,0 0 0,0 0 0,3-9 0,-4 13 0,1 0 0,-1 1 0,0-1 0,1 0 0,-1 1 0,0-1 0,1 0 0,-1 1 0,1-1 0,-1 1 0,1-1 0,-1 0 0,1 1 0,-1 0 0,1-1 0,-1 1 0,1-1 0,0 1 0,-1 0 0,1-1 0,0 1 0,-1 0 0,1 0 0,0-1 0,-1 1 0,1 0 0,0 0 0,0 0 0,-1 0 0,1 0 0,0 0 0,0 0 0,-1 0 0,1 0 0,0 0 0,0 1 0,-1-1 0,1 0 0,0 0 0,-1 1 0,1-1 0,0 0 0,-1 1 0,1-1 0,-1 1 0,1-1 0,-1 1 0,2 0 0,13 13-1365</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30.147"/>
    </inkml:context>
    <inkml:brush xml:id="br0">
      <inkml:brushProperty name="width" value="0.05" units="cm"/>
      <inkml:brushProperty name="height" value="0.05" units="cm"/>
    </inkml:brush>
  </inkml:definitions>
  <inkml:trace contextRef="#ctx0" brushRef="#br0">155 405 24575,'-1'0'0,"-15"11"0,-19 18 0,32-25 0,-1-1 0,1 1 0,0 0 0,0 0 0,0 0 0,0 0 0,1 0 0,-1 1 0,1-1 0,-2 9 0,3-11 0,1 0 0,0 1 0,0-1 0,0 0 0,0 0 0,0 1 0,0-1 0,0 0 0,1 1 0,-1-1 0,1 0 0,0 0 0,0 0 0,-1 0 0,1 0 0,1 0 0,-1 0 0,1 2 0,1-1 0,0 1 0,0-1 0,-1 0 0,2-1 0,-1 1 0,0-1 0,0 1 0,1-1 0,7 4 0,-8-5 0,1 1 0,-1-1 0,1 0 0,0 0 0,-1 0 0,1-1 0,0 1 0,-1-1 0,1 0 0,0 0 0,3-1 0,-4 1 0,-1 0 0,0-1 0,0 0 0,0 1 0,0-1 0,0 0 0,0 0 0,0 0 0,0 0 0,-1 0 0,1-1 0,0 1 0,-1 0 0,1-1 0,0 1 0,-1-1 0,0 0 0,1 1 0,1-4 0,-1 0 0,0 0 0,-1 1 0,1-1 0,-1 0 0,0 0 0,0-1 0,-1 1 0,1 0 0,-1 0 0,0 0 0,-1 0 0,1 0 0,-3-9 0,-1-7 0,-16-39 0,15 46 0,-24-58 0,-43-76 0,39 84 0,16 34 0,12 22 0,0 0 0,1 0 0,0-1 0,0 1 0,-2-11 0,5 19 0,1 0 0,0 0 0,0 0 0,0 0 0,0 0 0,0-1 0,0 1 0,0 0 0,0 0 0,0 0 0,0 0 0,-1 0 0,1 0 0,0 0 0,0 0 0,0-1 0,0 1 0,0 0 0,0 0 0,0 0 0,0 0 0,0 0 0,0 0 0,0-1 0,0 1 0,0 0 0,0 0 0,0 0 0,0 0 0,0 0 0,0 0 0,0 0 0,0-1 0,1 1 0,-1 0 0,0 0 0,0 0 0,0 0 0,0 0 0,0 0 0,0 0 0,0 0 0,0-1 0,0 1 0,0 0 0,1 0 0,-1 0 0,0 0 0,0 0 0,0 0 0,0 0 0,0 0 0,0 0 0,0 0 0,1 0 0,5 7 0,8 13 0,119 223 0,-80-140-1365,-44-87-5461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30.504"/>
    </inkml:context>
    <inkml:brush xml:id="br0">
      <inkml:brushProperty name="width" value="0.05" units="cm"/>
      <inkml:brushProperty name="height" value="0.05" units="cm"/>
    </inkml:brush>
  </inkml:definitions>
  <inkml:trace contextRef="#ctx0" brushRef="#br0">123 104 24575,'-3'0'0,"-13"0"0,-30 3 0,43-2 0,-1-1 0,1 1 0,-1 0 0,1 0 0,0 0 0,0 0 0,-1 0 0,1 1 0,0 0 0,0-1 0,0 1 0,1 0 0,-1 0 0,0 1 0,-2 2 0,4-3 0,0-1 0,0 1 0,1 0 0,-1-1 0,1 1 0,-1 0 0,1 0 0,0-1 0,-1 1 0,1 0 0,0 0 0,0 0 0,0-1 0,0 1 0,1 0 0,-1 0 0,0-1 0,1 1 0,-1 0 0,1 0 0,0-1 0,0 1 0,-1 0 0,1-1 0,0 1 0,2 1 0,1 3 0,1 0 0,-1 0 0,1-1 0,1 0 0,5 5 0,-2-2 0,0-2 0,1 1 0,17 8 0,-24-14 0,0 1 0,0-1 0,1 0 0,-1 1 0,0-2 0,1 1 0,-1 0 0,1-1 0,-1 1 0,1-1 0,-1 0 0,1 0 0,-1 0 0,1-1 0,-1 1 0,5-2 0,-6 0 0,0 1 0,0 0 0,1-1 0,-1 1 0,0-1 0,0 1 0,-1-1 0,1 0 0,0 0 0,-1 0 0,1 0 0,-1 0 0,1 0 0,-1-1 0,0 1 0,0 0 0,0-1 0,0 1 0,-1-1 0,1 1 0,-1-1 0,1 1 0,-1-1 0,0-2 0,0-3 0,0 1 0,0-1 0,-1 0 0,0 1 0,0-1 0,-5-13 0,2 10 0,0 1 0,-1-1 0,-1 1 0,1 1 0,-2-1 0,-9-11 0,11 15 0,0 0 0,0 1 0,-1 0 0,0 0 0,0 0 0,0 1 0,0 0 0,-1 0 0,0 1 0,-10-5 0,15 7-151,-1 1-1,1-1 0,-1 1 0,1-1 1,-1 1-1,1 0 0,-1 0 1,-4 0-1,-2 3-6674</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31.066"/>
    </inkml:context>
    <inkml:brush xml:id="br0">
      <inkml:brushProperty name="width" value="0.05" units="cm"/>
      <inkml:brushProperty name="height" value="0.05" units="cm"/>
    </inkml:brush>
  </inkml:definitions>
  <inkml:trace contextRef="#ctx0" brushRef="#br0">1 164 24575,'21'22'0,"-4"-4"0,1-1 0,0 0 0,2-1 0,20 13 0,-37-27 0,0-1 0,0 1 0,0-1 0,1 1 0,-1-1 0,0 0 0,1 0 0,-1-1 0,1 1 0,-1-1 0,6 1 0,-8-1 0,1-1 0,0 1 0,0 0 0,-1-1 0,1 1 0,0-1 0,-1 0 0,1 0 0,-1 1 0,1-1 0,-1 0 0,1 0 0,-1 0 0,0-1 0,0 1 0,1 0 0,-1 0 0,0-1 0,0 1 0,0 0 0,0-1 0,0 1 0,-1-1 0,2-2 0,0-2 0,0 0 0,0-1 0,0 1 0,-1-1 0,0 1 0,0 0 0,-1-1 0,0 0 0,-1-11 0,-3-3 0,-9-34 0,10 41 0,2 14 0,1-1 0,-1 0 0,1 0 0,0 0 0,0 0 0,-1 0 0,1 0 0,0 0 0,0 0 0,0 0 0,0 0 0,0 0 0,0 0 0,1 0 0,-1 0 0,1-1 0,-1 2 0,0 0 0,1 0 0,-1 0 0,0 0 0,1 0 0,-1 0 0,0 0 0,1 0 0,-1 0 0,1 0 0,-1 0 0,0 0 0,1 0 0,-1 0 0,0 0 0,1 1 0,-1-1 0,0 0 0,1 0 0,-1 0 0,0 1 0,1-1 0,-1 0 0,0 0 0,0 1 0,1-1 0,-1 1 0,23 25 0,-14-13 0,1 0 0,0-1 0,0-1 0,15 13 0,-21-21 0,0 1 0,1-1 0,-1 1 0,1-1 0,0 0 0,0-1 0,0 0 0,0 1 0,1-2 0,-1 1 0,1 0 0,-1-1 0,1 0 0,9 0 0,-13-1 0,-1 0 0,0 0 0,0 0 0,1-1 0,-1 1 0,0 0 0,1-1 0,-1 1 0,0 0 0,0-1 0,0 0 0,0 1 0,1-1 0,-1 0 0,0 0 0,0 1 0,0-1 0,0 0 0,-1 0 0,3-2 0,-2 1 0,0 0 0,0-1 0,0 1 0,0 0 0,-1 0 0,1-1 0,-1 1 0,1 0 0,-1-1 0,0-4 0,0 1 0,0-1 0,-1 1 0,0-1 0,-1 1 0,1 0 0,-1-1 0,-5-9 0,1 5 20,0 0 0,-1 0 0,0 1 0,-1 0 0,-9-9 0,12 14-155,0 0 0,0 1 0,0-1 0,-1 1 0,1 0 0,-1 1 0,0 0 0,0 0 0,0 0 0,-13-4 0,8 5-6691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31.461"/>
    </inkml:context>
    <inkml:brush xml:id="br0">
      <inkml:brushProperty name="width" value="0.05" units="cm"/>
      <inkml:brushProperty name="height" value="0.05" units="cm"/>
    </inkml:brush>
  </inkml:definitions>
  <inkml:trace contextRef="#ctx0" brushRef="#br0">49 1 24575,'-3'0'0,"0"1"0,1-1 0,-1 1 0,0 0 0,1 0 0,-1 0 0,1 0 0,0 0 0,-1 1 0,1-1 0,0 1 0,0 0 0,0-1 0,0 1 0,0 0 0,-3 4 0,4-4 0,0 0 0,0 0 0,0 0 0,1 0 0,-1 0 0,1 0 0,0 1 0,-1-1 0,1 0 0,0 0 0,0 0 0,0 0 0,1 0 0,-1 1 0,0-1 0,1 0 0,0 0 0,-1 0 0,1 0 0,0 0 0,0 0 0,1 2 0,10 14 0,0 1 0,1-2 0,0 0 0,26 24 0,-19-20 0,32 43 0,-50-60 0,1-1 0,-1 1 0,0 0 0,0 0 0,-1 0 0,1 0 0,-1 0 0,0 0 0,0 0 0,1 7 0,-2-8 0,0-1 0,0 1 0,-1 0 0,1 0 0,-1 0 0,0-1 0,0 1 0,0 0 0,0-1 0,0 1 0,-1 0 0,1-1 0,-1 0 0,1 1 0,-1-1 0,-3 4 0,-7 5-227,0-1-1,-1 0 1,0-1-1,0 0 1,-20 9-1,16-8-6598</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39.021"/>
    </inkml:context>
    <inkml:brush xml:id="br0">
      <inkml:brushProperty name="width" value="0.05" units="cm"/>
      <inkml:brushProperty name="height" value="0.05" units="cm"/>
    </inkml:brush>
  </inkml:definitions>
  <inkml:trace contextRef="#ctx0" brushRef="#br0">48 16 24575,'-1'-1'0,"0"0"0,1-1 0,-1 1 0,0 0 0,0 0 0,0 0 0,0 0 0,0 0 0,0 0 0,0 0 0,-1 0 0,1 1 0,0-1 0,0 0 0,-2 0 0,2 1 0,0 0 0,0 0 0,1 1 0,-1-1 0,0 0 0,0 0 0,1 1 0,-1-1 0,0 0 0,1 1 0,-1-1 0,0 0 0,1 1 0,-1-1 0,0 1 0,1 0 0,-1-1 0,1 1 0,-1-1 0,1 1 0,-1 0 0,1-1 0,0 1 0,-1 0 0,1-1 0,0 1 0,-1 0 0,1 0 0,0 0 0,-3 6 0,1 0 0,0 0 0,0 0 0,1 1 0,0-1 0,0 8 0,2 48 0,0-32 0,-1 168-1365</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39.586"/>
    </inkml:context>
    <inkml:brush xml:id="br0">
      <inkml:brushProperty name="width" value="0.05" units="cm"/>
      <inkml:brushProperty name="height" value="0.05" units="cm"/>
    </inkml:brush>
  </inkml:definitions>
  <inkml:trace contextRef="#ctx0" brushRef="#br0">0 24 24575,'45'-9'0,"1"3"0,-1 1 0,1 2 0,61 4 0,-13 6 0,100 22 0,-168-25 0,19 4 0,-41-7 0,0 0 0,0 0 0,0 0 0,0 1 0,0 0 0,0 0 0,6 4 0,-9-5 0,-1-1 0,0 0 0,1 1 0,-1-1 0,1 0 0,-1 1 0,0-1 0,1 0 0,-1 1 0,0-1 0,0 1 0,1-1 0,-1 0 0,0 1 0,0-1 0,1 1 0,-1-1 0,0 1 0,0-1 0,0 1 0,0-1 0,0 1 0,0-1 0,0 1 0,0-1 0,0 1 0,0 0 0,-1 0 0,1 0 0,-1 0 0,1 0 0,-1 0 0,0-1 0,1 1 0,-1 0 0,0 0 0,1-1 0,-1 1 0,0-1 0,0 1 0,-1 0 0,-4 2 0,0 0 0,0 0 0,-8 1 0,12-3 0,-86 20 0,64-17 0,1 1 0,-45 16 0,65-19 0,0-1 0,0 1 0,0-1 0,0 1 0,0 0 0,0 0 0,1 1 0,-1-1 0,1 0 0,0 1 0,-1 0 0,1-1 0,-2 6 0,3-7 0,0 1 0,1-1 0,-1 1 0,1-1 0,-1 1 0,1 0 0,0-1 0,0 1 0,0-1 0,0 1 0,0 0 0,0-1 0,0 1 0,0-1 0,1 1 0,-1 0 0,1-1 0,-1 1 0,1-1 0,-1 1 0,1-1 0,0 1 0,0-1 0,0 0 0,0 1 0,0-1 0,0 0 0,0 0 0,0 0 0,2 2 0,16 11 0,1 0 0,0-1 0,1-1 0,32 14 0,-3-1 0,15 6 0,-32-16 0,49 31 0,-79-44 0,0 1 0,0-1 0,0 0 0,0 1 0,-1-1 0,1 1 0,-1 0 0,0 0 0,3 5 0,-4-7 0,-1 0 0,1 1 0,-1-1 0,1 0 0,-1 0 0,0 0 0,0 1 0,0-1 0,0 0 0,0 0 0,0 0 0,0 1 0,0-1 0,0 0 0,0 0 0,-1 0 0,1 1 0,0-1 0,-1 0 0,1 0 0,-1 0 0,0 0 0,1 0 0,-1 0 0,0 0 0,1 0 0,-1 0 0,0 0 0,0 0 0,0 0 0,-2 0 0,-3 4 0,0-1 0,-1 0 0,0 0 0,0-1 0,0 0 0,0 0 0,-1-1 0,1 0 0,-12 1 0,-9 1 0,-33 0 0,-73-4 42,77-2-746,-95 10 1,130-5-6123</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1.072"/>
    </inkml:context>
    <inkml:brush xml:id="br0">
      <inkml:brushProperty name="width" value="0.05" units="cm"/>
      <inkml:brushProperty name="height" value="0.05" units="cm"/>
    </inkml:brush>
  </inkml:definitions>
  <inkml:trace contextRef="#ctx0" brushRef="#br0">297 0 24575,'-22'10'0,"-11"3"0,-1 0 0,2-3 0,4-2 0,4-4 0,4-1 0,3-2 0,1-1 0,2-1 0,0 1 0,2-3 0,2-1 0,-1 0 0,1-1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1.276"/>
    </inkml:context>
    <inkml:brush xml:id="br0">
      <inkml:brushProperty name="width" value="0.05" units="cm"/>
      <inkml:brushProperty name="height" value="0.05" units="cm"/>
    </inkml:brush>
  </inkml:definitions>
  <inkml:trace contextRef="#ctx0" brushRef="#br0">399 62 24575,'-30'-10'0,"-15"-4"0,-5 2 0,4 1 0,4 4 0,7 3 0,5 1 0,4 2 0,2 1 0,3 1 0,2-1 0,2 1 0,3-1-8191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2.376"/>
    </inkml:context>
    <inkml:brush xml:id="br0">
      <inkml:brushProperty name="width" value="0.05" units="cm"/>
      <inkml:brushProperty name="height" value="0.05" units="cm"/>
    </inkml:brush>
  </inkml:definitions>
  <inkml:trace contextRef="#ctx0" brushRef="#br0">100 179 24575,'-17'-12'0,"-26"-25"0,39 33 0,0 0 0,0 0 0,0-1 0,1 1 0,0-1 0,0 0 0,0 0 0,0 0 0,1-1 0,0 1 0,-2-7 0,4 11 0,0 0 0,-1-1 0,1 1 0,0-1 0,0 1 0,0-1 0,0 1 0,1-1 0,-1 1 0,0 0 0,1-1 0,-1 1 0,1-1 0,-1 1 0,1 0 0,0-1 0,-1 1 0,1 0 0,1-2 0,0 1 0,0 0 0,0 0 0,1 0 0,-1 0 0,1 1 0,-1-1 0,1 0 0,5-1 0,1-1 0,1 1 0,0 0 0,1 1 0,13-2 0,-13 3 0,0 0 0,-1 1 0,1 0 0,0 1 0,-1 0 0,1 1 0,-1 0 0,19 6 0,-24-6 0,1 0 0,-1 1 0,1 0 0,-1 0 0,0 0 0,0 1 0,0-1 0,-1 1 0,1 0 0,-1 1 0,0-1 0,0 1 0,-1-1 0,1 1 0,-1 0 0,5 10 0,-7-11 0,1-1 0,-1 0 0,0 1 0,0-1 0,-1 1 0,1 0 0,-1-1 0,0 1 0,0-1 0,0 1 0,0-1 0,0 1 0,-1 0 0,0-1 0,-1 5 0,-1-1 0,0 0 0,0 0 0,-1-1 0,0 1 0,0-1 0,-7 7 0,-6 7 0,-25 21 0,24-24 0,-24 28 0,41-44 0,1-1 0,-1 1 0,1 0 0,-1-1 0,1 1 0,-1 0 0,1-1 0,-1 1 0,1 0 0,-1-1 0,1 1 0,0 0 0,-1 0 0,1 0 0,0-1 0,0 1 0,0 0 0,0 0 0,0 0 0,0 0 0,0-1 0,0 1 0,0 0 0,0 0 0,0 0 0,0-1 0,1 1 0,-1 0 0,0 0 0,0 0 0,1-1 0,-1 1 0,2 1 0,0 0 0,0 0 0,0-1 0,1 1 0,-1-1 0,1 0 0,0 1 0,-1-1 0,6 1 0,11 4 0,0-2 0,0 0 0,40 2 0,59-7 0,-65-5 120,-49 5-269,1 0 1,-1 0-1,0 0 1,0-1-1,0 1 1,1-1-1,-1 0 1,-1-1-1,7-4 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2.860"/>
    </inkml:context>
    <inkml:brush xml:id="br0">
      <inkml:brushProperty name="width" value="0.05" units="cm"/>
      <inkml:brushProperty name="height" value="0.05" units="cm"/>
    </inkml:brush>
  </inkml:definitions>
  <inkml:trace contextRef="#ctx0" brushRef="#br0">333 41 24575,'1'-1'0,"0"0"0,0 0 0,-1-1 0,1 1 0,0 0 0,0 0 0,0 1 0,0-1 0,0 0 0,0 0 0,0 0 0,0 1 0,1-1 0,-1 0 0,0 1 0,0-1 0,1 1 0,-1-1 0,0 1 0,1 0 0,-1 0 0,0 0 0,2-1 0,-1 2 0,0-1 0,0 1 0,0-1 0,1 1 0,-1 0 0,0 0 0,-1 0 0,1 0 0,0 0 0,0 0 0,0 1 0,-1-1 0,1 0 0,1 3 0,6 6 0,0 0 0,-1 1 0,8 14 0,4 5 0,-16-25 0,-1 0 0,1 1 0,-1-1 0,0 1 0,-1 0 0,0-1 0,3 12 0,-4-16 0,-1 1 0,0-1 0,0 1 0,0-1 0,0 1 0,0 0 0,0-1 0,0 1 0,0-1 0,-1 1 0,1-1 0,0 1 0,-1-1 0,0 1 0,1-1 0,-1 0 0,0 1 0,0-1 0,0 0 0,0 1 0,0-1 0,0 0 0,0 0 0,0 0 0,0 0 0,0 0 0,-1 0 0,1 0 0,0 0 0,-1-1 0,1 1 0,-1 0 0,1-1 0,-1 1 0,-1-1 0,-7 3 0,1-1 0,-1-1 0,1 0 0,-1 0 0,1-1 0,-1 0 0,-15-2 0,-69-17 0,69 12 0,-11-1 0,0-2 0,1-2 0,-51-24 0,81 34 0,1-1 0,-1 0 0,1 1 0,0-2 0,0 1 0,0 0 0,-6-8 0,9 10 0,0 0 0,1 0 0,-1 0 0,0 0 0,1 0 0,-1 0 0,1 0 0,0-1 0,-1 1 0,1 0 0,0 0 0,0-1 0,-1 1 0,1 0 0,0 0 0,0 0 0,0-1 0,1 1 0,-1 0 0,0 0 0,0-1 0,1 1 0,-1 0 0,1 0 0,-1 0 0,1 0 0,-1 0 0,1 0 0,0 0 0,-1 0 0,1 0 0,0 0 0,0 0 0,0 0 0,0 0 0,0 0 0,2 0 0,5-5 14,0 0 0,0 1-1,0 0 1,1 1 0,0 0 0,12-4-1,58-12-890,-65 17 293,3-1-6242</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3.374"/>
    </inkml:context>
    <inkml:brush xml:id="br0">
      <inkml:brushProperty name="width" value="0.05" units="cm"/>
      <inkml:brushProperty name="height" value="0.05" units="cm"/>
    </inkml:brush>
  </inkml:definitions>
  <inkml:trace contextRef="#ctx0" brushRef="#br0">181 98 24575,'5'-10'0,"1"0"0,1 1 0,-1 0 0,1 0 0,1 0 0,14-12 0,-19 19 0,0-1 0,0 1 0,0 0 0,0 1 0,0-1 0,1 0 0,-1 1 0,1 0 0,-1 0 0,1 0 0,-1 0 0,1 0 0,0 1 0,-1 0 0,1 0 0,0 0 0,0 0 0,-1 0 0,1 1 0,0 0 0,-1-1 0,1 1 0,6 3 0,2 2 0,0 0 0,-1 1 0,0 0 0,0 0 0,11 12 0,1 2 0,21 26 0,-41-43 0,0-1 0,0 1 0,0 0 0,-1 0 0,1 0 0,-1 0 0,0 1 0,-1-1 0,1 1 0,-1-1 0,1 1 0,0 8 0,-2-11 0,0 1 0,0-1 0,-1 1 0,1 0 0,0-1 0,-1 1 0,0-1 0,1 1 0,-1-1 0,0 1 0,0-1 0,-1 0 0,1 0 0,0 1 0,-1-1 0,1 0 0,-1 0 0,0 0 0,0 0 0,1-1 0,-1 1 0,-1 0 0,1-1 0,-3 2 0,-4 2 0,-1 0 0,0-1 0,1-1 0,-2 0 0,1 0 0,0 0 0,0-2 0,-1 1 0,-11-1 0,-7 0 0,0-2 0,-31-5 0,32 1 0,0 0 0,1-2 0,0-1 0,0-1 0,-45-23 0,69 31 0,0-1 0,1 1 0,-1-1 0,1 0 0,-1 0 0,1 0 0,0 0 0,0 0 0,0 0 0,0-1 0,0 1 0,-2-5 0,3 6 0,1-1 0,-1 0 0,1 1 0,-1-1 0,1 0 0,0 1 0,0-1 0,-1 0 0,1 1 0,0-1 0,1 0 0,-1 1 0,0-1 0,0 0 0,1 1 0,-1-1 0,1 0 0,-1 1 0,1-1 0,0 1 0,0-1 0,0 1 0,2-3 0,1-3 11,2 1 0,-1 0 0,1 0 0,0 0 0,0 1 0,1 0-1,-1 0 1,1 1 0,0 0 0,14-6 0,-10 6-197,0 0 1,0 1-1,0 1 0,0 0 1,0 0-1,0 1 1,14 1-1,-10 0-6640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54.996"/>
    </inkml:context>
    <inkml:brush xml:id="br0">
      <inkml:brushProperty name="width" value="0.05" units="cm"/>
      <inkml:brushProperty name="height" value="0.05" units="cm"/>
    </inkml:brush>
  </inkml:definitions>
  <inkml:trace contextRef="#ctx0" brushRef="#br0">10 4 24575,'0'0'0,"0"-1"0,0 1 0,0 0 0,0 0 0,-1 0 0,1-1 0,0 1 0,0 0 0,0 0 0,0 0 0,-1 0 0,1 0 0,0-1 0,0 1 0,0 0 0,-1 0 0,1 0 0,0 0 0,0 0 0,0 0 0,-1 0 0,1 0 0,0 0 0,0 0 0,-1 0 0,1 0 0,0 0 0,0 0 0,0 0 0,-1 0 0,1 0 0,0 0 0,0 0 0,-1 0 0,1 0 0,0 0 0,-3 9 0,5 13 0,3-9 0,1 1 0,0-1 0,1 0 0,10 14 0,-2-2 0,-12-20 0,-1-1 0,0-1 0,0 1 0,1 0 0,0-1 0,3 4 0,-6-6 0,1-1 0,-1 1 0,1-1 0,-1 1 0,1-1 0,-1 0 0,1 1 0,-1-1 0,1 0 0,0 0 0,-1 1 0,1-1 0,-1 0 0,1 0 0,0 0 0,-1 0 0,1 0 0,0 0 0,-1 0 0,1 0 0,0 0 0,-1 0 0,1 0 0,0 0 0,-1 0 0,1 0 0,-1-1 0,1 1 0,0 0 0,-1-1 0,1 1 0,-1 0 0,1-1 0,-1 1 0,1 0 0,-1-1 0,1 1 0,-1-1 0,1 1 0,-1-1 0,1 0 0,3-5 0,0 0 0,-1 0 0,1 0 0,-1 0 0,-1 0 0,5-13 0,6-41 0,-13 58 0,0 1 0,1 0 0,-1-1 0,0 1 0,0 0 0,1 0 0,-1 0 0,0 0 0,1 0 0,-1 0 0,1 0 0,-1 0 0,1 0 0,0 0 0,0 0 0,-1 0 0,1 0 0,0 0 0,0 0 0,1 0 0,-1 1 0,0-1 0,0 1 0,0 0 0,0 0 0,0 0 0,0 0 0,0 0 0,0 0 0,0 0 0,0 1 0,0-1 0,0 0 0,0 0 0,0 1 0,-1-1 0,1 1 0,0-1 0,0 1 0,0-1 0,0 1 0,-1-1 0,2 2 0,10 8 0,-1 1 0,12 14 0,16 15 0,-35-36 0,1 0 0,-1-1 0,1 0 0,0 0 0,0 0 0,0 0 0,7 2 0,-10-5 0,0 1 0,-1 0 0,1-1 0,0 1 0,0-1 0,0 0 0,0 0 0,-1 0 0,1 0 0,0 0 0,0 0 0,0 0 0,0-1 0,-1 1 0,1 0 0,0-1 0,0 0 0,-1 1 0,1-1 0,2-1 0,-2 0 0,-1 0 0,1 1 0,0-1 0,-1 0 0,1 0 0,-1 0 0,0 0 0,0 0 0,0 0 0,0 0 0,0-1 0,0 1 0,0 0 0,-1-1 0,1-2 0,12-69 0,-13 73 0,0 1 0,0-1 0,1 0 0,-1 1 0,0-1 0,0 1 0,0-1 0,1 0 0,-1 1 0,0-1 0,0 1 0,1-1 0,-1 1 0,1-1 0,-1 1 0,1-1 0,-1 1 0,0-1 0,1 1 0,-1 0 0,1-1 0,0 1 0,-1 0 0,1-1 0,-1 1 0,1 0 0,0 0 0,-1-1 0,1 1 0,-1 0 0,1 0 0,0 0 0,-1 0 0,1 0 0,0 0 0,-1 0 0,1 0 0,0 0 0,-1 0 0,1 0 0,-1 0 0,1 1 0,0-1 0,-1 0 0,1 0 0,-1 1 0,2 0 0,3 1 0,1 1 0,0 1 0,8 7 0,-9-8 0,12 10-195,-1 0 0,0 1 0,-2 0 0,1 2 0,-2-1 0,13 21 0,-17-24-6631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55.450"/>
    </inkml:context>
    <inkml:brush xml:id="br0">
      <inkml:brushProperty name="width" value="0.05" units="cm"/>
      <inkml:brushProperty name="height" value="0.05" units="cm"/>
    </inkml:brush>
  </inkml:definitions>
  <inkml:trace contextRef="#ctx0" brushRef="#br0">402 101 24575,'-58'-24'0,"-122"-46"0,175 68 0,0 1 0,1 0 0,-1 0 0,0 0 0,1 1 0,-1 0 0,0-1 0,-8 2 0,12 0 0,-1-1 0,1 0 0,0 1 0,-1-1 0,1 1 0,0 0 0,-1-1 0,1 1 0,0 0 0,0 0 0,0 0 0,0 0 0,0 0 0,0 0 0,0 0 0,0 0 0,0 0 0,1 0 0,-1 0 0,0 1 0,1-1 0,-1 0 0,1 1 0,-1-1 0,1 0 0,0 1 0,-1-1 0,1 0 0,0 1 0,0-1 0,0 1 0,0-1 0,1 3 0,-1 1 0,1 1 0,0 0 0,0-1 0,1 1 0,0-1 0,0 1 0,0-1 0,1 0 0,-1 0 0,6 7 0,5 7 0,20 21 0,-27-33 0,24 23 0,0 0 0,48 34 0,-66-55 0,-9-7 0,-1 0 0,0 0 0,0 0 0,0 0 0,0 0 0,0 0 0,-1 0 0,1 1 0,2 4 0,-4-6 0,0 0 0,1-1 0,-1 1 0,0 0 0,0 0 0,0 0 0,0 0 0,0 0 0,0 0 0,0-1 0,0 1 0,-1 0 0,1 0 0,0 0 0,0 0 0,-1-1 0,1 1 0,0 0 0,-1 0 0,1 0 0,-1-1 0,1 1 0,-1 0 0,0-1 0,1 1 0,-1-1 0,1 1 0,-1 0 0,0-1 0,0 1 0,1-1 0,-1 0 0,0 1 0,0-1 0,-1 1 0,-4 1 0,0 1 0,0-1 0,-1 0 0,1-1 0,0 1 0,-10-1 0,-43 1 0,11-1 0,-88 8-1365,110-8-5461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5.862"/>
    </inkml:context>
    <inkml:brush xml:id="br0">
      <inkml:brushProperty name="width" value="0.05" units="cm"/>
      <inkml:brushProperty name="height" value="0.05" units="cm"/>
    </inkml:brush>
  </inkml:definitions>
  <inkml:trace contextRef="#ctx0" brushRef="#br0">15 1 24575,'-1'0'0,"1"0"0,-1 0 0,0 1 0,1-1 0,-1 0 0,1 1 0,-1-1 0,0 1 0,1-1 0,-1 1 0,1-1 0,-1 1 0,1-1 0,-1 1 0,1-1 0,0 1 0,-1-1 0,1 1 0,0 0 0,-1-1 0,1 1 0,0 0 0,0-1 0,0 1 0,0 0 0,-1-1 0,1 2 0,-2 23 0,2-22 0,-1 9 0,1 0 0,1 0 0,0-1 0,1 1 0,0 0 0,5 13 0,30 67 0,-37-91-26,1 0-108,-1 1 0,1-1 1,0 1-1,-1-1 0,0 1 0,1-1 0,-1 1 0,0 0 0,1 1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6.391"/>
    </inkml:context>
    <inkml:brush xml:id="br0">
      <inkml:brushProperty name="width" value="0.05" units="cm"/>
      <inkml:brushProperty name="height" value="0.05" units="cm"/>
    </inkml:brush>
  </inkml:definitions>
  <inkml:trace contextRef="#ctx0" brushRef="#br0">1 57 24575,'19'-10'0,"0"1"0,1 2 0,0 0 0,1 0 0,-1 2 0,1 1 0,0 1 0,0 0 0,1 2 0,35 1 0,-19 3 0,-1 1 0,0 2 0,39 12 0,-73-17 0,-1 0 0,1 0 0,0 0 0,-1 0 0,1 0 0,-1 1 0,1-1 0,-1 1 0,0 0 0,0 0 0,0 0 0,3 3 0,-4-4 0,-1 0 0,1 0 0,-1 0 0,1 0 0,-1 0 0,0 0 0,1 0 0,-1 0 0,0 0 0,0 0 0,0 0 0,0 0 0,0 0 0,0 0 0,0 0 0,0 0 0,0 0 0,0 0 0,-1 0 0,1 0 0,0 0 0,-1 0 0,1 0 0,-1 0 0,1 0 0,-1 0 0,1-1 0,-1 1 0,0 0 0,1 0 0,-1 0 0,0-1 0,0 1 0,0 0 0,1-1 0,-3 1 0,-6 6 0,-1-1 0,-1 0 0,1-1 0,-1 0 0,-21 7 0,17-8 0,1 2 0,-24 12 0,36-17 0,1 0 0,-1 0 0,0 0 0,1 0 0,-1 0 0,1 1 0,0-1 0,-1 0 0,1 1 0,0-1 0,0 1 0,-1-1 0,1 1 0,1-1 0,-1 1 0,0 0 0,0 0 0,1-1 0,-1 1 0,1 0 0,-1 0 0,1 0 0,-1 3 0,2-3 0,-1 1 0,1 0 0,0-1 0,0 1 0,0-1 0,0 1 0,0-1 0,0 1 0,1-1 0,-1 0 0,1 0 0,0 1 0,-1-1 0,1 0 0,4 3 0,5 4 0,1-1 0,0 0 0,0 0 0,16 7 0,56 21 0,-36-17 0,-18-7 0,-20-9 0,0 1 0,0 0 0,0 1 0,-1 0 0,17 11 0,-25-15 0,0-1 0,0 1 0,0 0 0,-1-1 0,1 1 0,0 0 0,0 0 0,-1 0 0,1 0 0,0 0 0,-1 0 0,1 0 0,-1 0 0,1 0 0,-1 0 0,0 0 0,1 0 0,-1 1 0,0-1 0,0 0 0,0 0 0,1 0 0,-2 3 0,1-3 0,-1 0 0,0 1 0,1-1 0,-1 0 0,0 1 0,0-1 0,0 0 0,0 0 0,0 0 0,0 0 0,0 0 0,0 0 0,-1 0 0,1 0 0,-2 1 0,-5 2 0,0-1 0,0 1 0,0-2 0,0 1 0,-11 1 0,-150 13 0,107-10 92,-13 0-1549,62-7-5369</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7.489"/>
    </inkml:context>
    <inkml:brush xml:id="br0">
      <inkml:brushProperty name="width" value="0.05" units="cm"/>
      <inkml:brushProperty name="height" value="0.05" units="cm"/>
    </inkml:brush>
  </inkml:definitions>
  <inkml:trace contextRef="#ctx0" brushRef="#br0">369 61 24575,'-28'-5'0,"-14"-4"0,-2-1 0,1 2 0,6-1 0,6 2 0,6 1 0,5 3 0,3 1 0,2 1 0,1 0 0,1 2 0,-1-1 0,0 0 0,3 1-8191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7.707"/>
    </inkml:context>
    <inkml:brush xml:id="br0">
      <inkml:brushProperty name="width" value="0.05" units="cm"/>
      <inkml:brushProperty name="height" value="0.05" units="cm"/>
    </inkml:brush>
  </inkml:definitions>
  <inkml:trace contextRef="#ctx0" brushRef="#br0">357 62 24575,'-32'-7'0,"-17"-6"0,-1 0 0,2 2 0,6 3 0,9 3 0,7 2 0,5 2 0,4 1 0,3 2 0,0 2 0,3 3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8.431"/>
    </inkml:context>
    <inkml:brush xml:id="br0">
      <inkml:brushProperty name="width" value="0.05" units="cm"/>
      <inkml:brushProperty name="height" value="0.05" units="cm"/>
    </inkml:brush>
  </inkml:definitions>
  <inkml:trace contextRef="#ctx0" brushRef="#br0">0 107 24575,'5'-8'0,"-1"1"0,1 0 0,0 0 0,1 0 0,0 0 0,0 1 0,0 0 0,1 0 0,0 1 0,0 0 0,0 0 0,1 1 0,-1 0 0,1 0 0,0 0 0,0 1 0,1 1 0,-1-1 0,1 1 0,-1 1 0,1-1 0,-1 1 0,1 1 0,0 0 0,0 0 0,-1 1 0,1 0 0,0 0 0,-1 1 0,14 4 0,-11-2 0,-1 0 0,1 0 0,-1 1 0,0 0 0,0 1 0,11 9 0,-19-13 0,1-1 0,-1 1 0,0 0 0,-1 0 0,1 0 0,0 0 0,-1 1 0,1-1 0,-1 0 0,1 1 0,-1-1 0,0 1 0,0-1 0,0 1 0,-1 0 0,1-1 0,0 1 0,-1 0 0,0-1 0,0 1 0,0 0 0,0 0 0,0-1 0,0 1 0,-1 0 0,1-1 0,-1 1 0,0 0 0,0-1 0,0 1 0,-1 2 0,-2 2 0,0-1 0,0 0 0,0-1 0,-1 1 0,0-1 0,0 0 0,-6 5 0,-42 30 0,13-18 0,31-18 0,1 0 0,0 1 0,0 0 0,0 1 0,-13 11 0,20-16 0,0-1 0,0 1 0,1 0 0,-1 1 0,0-1 0,0 0 0,0 0 0,1 0 0,-1 0 0,1 1 0,-1-1 0,1 0 0,-1 0 0,1 1 0,0-1 0,0 0 0,0 1 0,0-1 0,0 0 0,0 1 0,0-1 0,0 2 0,1-1 0,0-1 0,-1 1 0,1 0 0,0 0 0,0-1 0,0 1 0,1-1 0,-1 1 0,0-1 0,1 1 0,-1-1 0,1 0 0,1 2 0,7 3 0,-1-1 0,0 0 0,1-1 0,14 5 0,9 0 0,0-1 0,1-1 0,0-2 0,0-2 0,0 0 0,54-5 0,-75 1 40,1 0 0,17-5 0,-28 6-146,1-1 0,0 0 0,-1-1 0,1 1 0,-1 0 0,0-1-1,0 0 1,1 0 0,-1 0 0,0 0 0,0-1 0,-1 1 0,4-4 0,0-3-6720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48.974"/>
    </inkml:context>
    <inkml:brush xml:id="br0">
      <inkml:brushProperty name="width" value="0.05" units="cm"/>
      <inkml:brushProperty name="height" value="0.05" units="cm"/>
    </inkml:brush>
  </inkml:definitions>
  <inkml:trace contextRef="#ctx0" brushRef="#br0">150 85 24575,'3'-7'0,"-1"0"0,1 0 0,0 1 0,1-1 0,-1 1 0,1-1 0,6-5 0,-8 10 0,0-1 0,0 1 0,0 0 0,1 0 0,-1 0 0,1 1 0,0-1 0,-1 0 0,1 1 0,0 0 0,0 0 0,0 0 0,0 0 0,0 0 0,0 0 0,0 1 0,0 0 0,0-1 0,4 1 0,8 2 0,0 1 0,-1 0 0,1 1 0,-1 0 0,0 1 0,0 1 0,-1 0 0,1 1 0,21 15 0,-31-19 0,0 0 0,-1 0 0,1 1 0,-1-1 0,0 1 0,0 0 0,0 0 0,-1 0 0,1 0 0,-1 0 0,0 0 0,0 1 0,-1-1 0,1 1 0,-1 0 0,0-1 0,0 1 0,0 0 0,-1-1 0,0 1 0,0 0 0,0 0 0,0 0 0,-1-1 0,0 1 0,0 0 0,0-1 0,-1 1 0,1 0 0,-1-1 0,0 0 0,0 1 0,-1-1 0,1 0 0,-1 0 0,0 0 0,0-1 0,0 1 0,-1-1 0,1 0 0,-1 1 0,-4 1 0,-2 1 0,-1 0 0,0-1 0,0-1 0,-1 0 0,1-1 0,-1 0 0,0 0 0,0-1 0,0-1 0,0 0 0,0-1 0,-14-1 0,12 0 0,1-1 0,-1 0 0,1-1 0,0 0 0,0-1 0,0-1 0,0 0 0,1-1 0,0 0 0,-18-12 0,23 12 0,0 0 0,1 0 0,-1 0 0,1-1 0,1 0 0,0-1 0,0 1 0,-8-16 0,11 19 0,0 0 0,0 0 0,0 0 0,1 0 0,0-1 0,0 1 0,0 0 0,0 0 0,1-1 0,0 1 0,-1-1 0,2 1 0,-1 0 0,0-1 0,1 1 0,0 0 0,0-1 0,0 1 0,4-8 0,-4 10-136,1 0-1,-1 0 1,1-1-1,0 1 1,0 1-1,0-1 1,0 0-1,0 0 0,3-1 1,6-3-6690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57.511"/>
    </inkml:context>
    <inkml:brush xml:id="br0">
      <inkml:brushProperty name="width" value="0.05" units="cm"/>
      <inkml:brushProperty name="height" value="0.05" units="cm"/>
    </inkml:brush>
  </inkml:definitions>
  <inkml:trace contextRef="#ctx0" brushRef="#br0">6 57 24575,'0'-5'0,"0"2"0,1 0 0,-1 0 0,-1 1 0,1-1 0,0 0 0,-1 0 0,1 0 0,-1 1 0,0-1 0,-2-4 0,4 19 0,3 9 0,5 2 0,17 41 0,-23-59 0,0 1 0,0-1 0,0 0 0,1 0 0,0-1 0,0 1 0,0-1 0,8 7 0,-10-10 0,-1 0 0,0 0 0,0 0 0,1-1 0,-1 1 0,0 0 0,1-1 0,-1 1 0,0-1 0,1 1 0,-1-1 0,1 0 0,-1 0 0,1 1 0,-1-1 0,1 0 0,-1-1 0,0 1 0,1 0 0,-1 0 0,4-1 0,-3 0 0,0 0 0,0-1 0,-1 1 0,1 0 0,0-1 0,0 1 0,-1-1 0,1 0 0,0 0 0,-1 1 0,0-1 0,2-3 0,2-5 0,0 1 0,-2-1 0,1 0 0,4-20 0,-6 14 0,2-26 0,-2 12 0,-2 30 0,0-1 0,0 0 0,0 1 0,0-1 0,0 1 0,0-1 0,0 1 0,0-1 0,0 1 0,0-1 0,1 1 0,-1-1 0,0 1 0,0-1 0,1 1 0,-1-1 0,0 1 0,1-1 0,-1 1 0,0 0 0,1-1 0,-1 1 0,1 0 0,-1-1 0,1 1 0,-1 0 0,1-1 0,0 1 0,0 0 0,0 0 0,0 0 0,0 0 0,0 0 0,0 1 0,0-1 0,-1 0 0,1 0 0,0 1 0,0-1 0,0 1 0,0-1 0,-1 1 0,2 0 0,5 4 0,-1 0 0,11 12 0,-13-13 0,32 35 0,-18-19 0,1 0 0,0-2 0,25 18 0,-40-33 0,0 0 0,0-1 0,1 1 0,0-1 0,-1 0 0,1-1 0,0 1 0,10 1 0,-14-3 0,1 0 0,-1 0 0,0 0 0,1 0 0,-1 0 0,0 0 0,1 0 0,-1 0 0,0-1 0,1 1 0,-1 0 0,0-1 0,1 1 0,-1-1 0,0 0 0,0 1 0,0-1 0,1 0 0,-1 0 0,0 0 0,0 1 0,0-1 0,0 0 0,-1 0 0,1-1 0,0 1 0,0 0 0,-1 0 0,1 0 0,0 0 0,-1-1 0,1 1 0,-1 0 0,0-1 0,1 1 0,-1-3 0,1-1 0,-1 0 0,1 0 0,-1 0 0,-1-1 0,1 1 0,-1 0 0,1 0 0,-2 0 0,1 0 0,-3-6 0,0 1 0,0 1 0,-1-1 0,-1 1 0,-6-8 0,6 5 0,6 12 0,1 0 0,-1-1 0,0 1 0,0 0 0,0 0 0,0 0 0,0 0 0,0 0 0,0 0 0,1-1 0,-1 1 0,0 0 0,0 0 0,0 0 0,0 0 0,0 0 0,1 0 0,-1 0 0,0 0 0,0 0 0,0 0 0,0 0 0,1 0 0,-1 0 0,0 0 0,0 0 0,0 0 0,0 0 0,1 0 0,-1 0 0,0 0 0,0 0 0,0 0 0,0 0 0,0 0 0,1 0 0,-1 1 0,22 10 0,21 17-455,-1 2 0,76 72 0,-108-93-6371</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58.056"/>
    </inkml:context>
    <inkml:brush xml:id="br0">
      <inkml:brushProperty name="width" value="0.05" units="cm"/>
      <inkml:brushProperty name="height" value="0.05" units="cm"/>
    </inkml:brush>
  </inkml:definitions>
  <inkml:trace contextRef="#ctx0" brushRef="#br0">338 80 24575,'-30'-16'0,"-1"2"0,-1 1 0,0 1 0,-44-10 0,72 21 0,-1 0 0,1 1 0,-1 0 0,1-1 0,-1 1 0,1 1 0,0-1 0,-1 1 0,1 0 0,-5 1 0,7-1 0,1-1 0,0 1 0,0-1 0,0 1 0,0 0 0,0-1 0,0 1 0,0 0 0,0 0 0,0 0 0,0 0 0,1 0 0,-1 0 0,0 0 0,1 0 0,-2 1 0,2 0 0,-1 0 0,1 0 0,0-1 0,-1 1 0,1 0 0,0 0 0,0 0 0,0-1 0,0 1 0,1 0 0,-1 0 0,0 0 0,1-1 0,0 4 0,3 3 0,-1 0 0,1 0 0,1-1 0,-1 1 0,1-1 0,1 0 0,-1 0 0,8 7 0,55 46 0,-65-58 0,202 154 0,-200-153 0,0 1 0,0-1 0,0 1 0,0 0 0,5 6 0,-9-10 0,0 1 0,-1-1 0,1 1 0,-1-1 0,1 1 0,-1 0 0,0-1 0,1 1 0,-1-1 0,1 1 0,-1 0 0,0-1 0,0 1 0,1 0 0,-1 0 0,0-1 0,0 1 0,0 0 0,0-1 0,0 1 0,0 0 0,0 0 0,0-1 0,0 1 0,0 0 0,0 0 0,-1-1 0,1 1 0,0 0 0,0-1 0,-1 1 0,1 0 0,-1-1 0,1 1 0,0-1 0,-1 1 0,1 0 0,-1-1 0,1 1 0,-1-1 0,1 1 0,-1-1 0,0 0 0,1 1 0,-2 0 0,-6 2 0,0 1 0,0-1 0,-1 0 0,1-1 0,-1 0 0,0-1 0,1 1 0,-12-1 0,-6 2 0,-31 4-110,4-1-309,0 3 1,-75 21 0,108-23-6408</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1:59.165"/>
    </inkml:context>
    <inkml:brush xml:id="br0">
      <inkml:brushProperty name="width" value="0.05" units="cm"/>
      <inkml:brushProperty name="height" value="0.05" units="cm"/>
    </inkml:brush>
  </inkml:definitions>
  <inkml:trace contextRef="#ctx0" brushRef="#br0">399 270 24575,'-2'3'0,"1"0"0,-1 0 0,0-1 0,0 1 0,0 0 0,-4 3 0,5-5 0,1-1 0,-1 1 0,1-1 0,-1 1 0,1-1 0,-1 0 0,0 1 0,1-1 0,-1 0 0,1 1 0,-1-1 0,0 0 0,1 0 0,-1 0 0,0 0 0,1 0 0,-1 1 0,0-1 0,0 0 0,1 0 0,-1-1 0,0 1 0,1 0 0,-1 0 0,0 0 0,1 0 0,-1-1 0,0 1 0,1 0 0,-1 0 0,1-1 0,-1 1 0,0-1 0,1 1 0,-1 0 0,1-1 0,-1 0 0,-30-36 0,21 24 0,-20-19 0,-25-20 0,-72-88 0,125 138 0,1 0 0,-1 1 0,1-1 0,-1 0 0,0 1 0,0-1 0,1 1 0,-1-1 0,-3-1 0,4 3 0,1 0 0,-1 0 0,1 0 0,0 0 0,-1 0 0,1 0 0,-1 0 0,1 0 0,-1 0 0,1 0 0,0 0 0,-1 0 0,1 0 0,-1 0 0,1 0 0,-1 0 0,1 1 0,0-1 0,-1 0 0,0 1 0,0-1 0,0 1 0,1 0 0,-1 0 0,0 0 0,0 0 0,1 0 0,-1 0 0,1 0 0,-1 0 0,1 0 0,-1 1 0,-6 18 0,-4 28 0,-3 7 0,0-19 61,9-24-536,0 1-1,-3 14 1,6-14-6351</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00.676"/>
    </inkml:context>
    <inkml:brush xml:id="br0">
      <inkml:brushProperty name="width" value="0.05" units="cm"/>
      <inkml:brushProperty name="height" value="0.05" units="cm"/>
    </inkml:brush>
  </inkml:definitions>
  <inkml:trace contextRef="#ctx0" brushRef="#br0">390 315 24575,'-15'-14'0,"-27"-19"0,28 24 0,1-1 0,1 0 0,0-1 0,-11-13 0,-6-12 0,-96-111 0,124 147 0,-1-3 0,0 1 0,0 0 0,0-1 0,-1 1 0,1 0 0,-1 1 0,-5-4 0,8 5 0,-1 0 0,1 0 0,-1-1 0,1 1 0,-1 0 0,1 0 0,-1 0 0,1 0 0,-1 0 0,1 0 0,-1 0 0,1 1 0,0-1 0,-1 0 0,1 0 0,-1 0 0,1 0 0,-1 1 0,1-1 0,-1 0 0,0 1 0,0 0 0,0 0 0,0 0 0,0 0 0,1 0 0,-1 0 0,0 1 0,0-1 0,0 0 0,1 0 0,-1 3 0,-2 4 0,1 0 0,0 1 0,0-1 0,0 17 0,2-19 0,0 1 0,-1-1 0,0 0 0,0 0 0,0 0 0,-1 0 0,1-1 0,-2 1 0,1 0 0,0-1 0,-1 1 0,-5 6 0,-9 6-1365,10-10-5461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4.485"/>
    </inkml:context>
    <inkml:brush xml:id="br0">
      <inkml:brushProperty name="width" value="0.05" units="cm"/>
      <inkml:brushProperty name="height" value="0.05" units="cm"/>
      <inkml:brushProperty name="color" value="#00A0D7"/>
    </inkml:brush>
  </inkml:definitions>
  <inkml:trace contextRef="#ctx0" brushRef="#br0">281 224 24575,'-16'-28'0,"-2"1"0,-31-37 0,36 49 0,0 2 0,-1 0 0,0 0 0,-1 1 0,-27-16 0,40 27 0,-1-1 0,1 1 0,-1 0 0,0 0 0,0 0 0,1 0 0,-1 0 0,0 1 0,0-1 0,0 1 0,0 0 0,1 0 0,-5 0 0,5 1 0,1-1 0,-1 0 0,1 1 0,-1 0 0,1-1 0,-1 1 0,1 0 0,0-1 0,0 1 0,-1 0 0,1 0 0,0 0 0,0 0 0,0 1 0,0-1 0,0 0 0,0 0 0,0 0 0,0 1 0,1-1 0,-1 1 0,0-1 0,1 0 0,-1 1 0,1-1 0,-1 4 0,-5 27 0,2 1 0,-1 35 0,4-63 0,1-1 0,0 1 0,0-1 0,1 1 0,-1 0 0,1-1 0,0 0 0,0 1 0,0-1 0,1 1 0,-1-1 0,1 0 0,0 0 0,0 0 0,1 0 0,-1 0 0,1-1 0,0 1 0,0-1 0,0 0 0,0 1 0,1-1 0,-1-1 0,1 1 0,0 0 0,0-1 0,5 2 0,-2-1 0,0 0 0,0-1 0,1 0 0,0-1 0,-1 0 0,1 0 0,0 0 0,-1-1 0,1 0 0,0-1 0,0 0 0,-1 0 0,1 0 0,11-5 0,-16 5 0,-1 0 0,0-1 0,0 1 0,0 0 0,0-1 0,-1 0 0,1 0 0,0 1 0,-1-1 0,1 0 0,-1 0 0,1 0 0,-1 0 0,0-1 0,0 1 0,1-3 0,0-1 0,0 0 0,-1 0 0,0 0 0,1-13 0,3 66 0,2 0 0,-2-5 0,1 0 0,14 42 0,7 45 0,-26-123 0,0 1 0,-1 0 0,1-1 0,-1 1 0,-1 0 0,-1 10 0,2-15 0,-1 0 0,0 0 0,1 0 0,-1-1 0,0 1 0,0 0 0,0-1 0,0 1 0,0-1 0,0 1 0,-1-1 0,1 1 0,0-1 0,-1 0 0,1 0 0,-1 1 0,0-1 0,1 0 0,-1-1 0,0 1 0,1 0 0,-1 0 0,0-1 0,0 1 0,0-1 0,0 1 0,-2-1 0,-6 1 0,0 0 0,-1-1 0,1 0 0,0 0 0,-17-4 0,21 3 0,-1-1 0,1 0 0,0 0 0,0 0 0,0-1 0,0 0 0,0 0 0,0 0 0,-9-8 0,14 10 0,1 1 0,-1-1 0,0 0 0,0 0 0,1 1 0,-1-1 0,1 0 0,-1 0 0,1 0 0,-1 1 0,1-1 0,-1 0 0,1 0 0,0 0 0,-1 0 0,1 0 0,0 0 0,0 0 0,0 0 0,0 0 0,0 0 0,0 0 0,0 0 0,0-1 0,1 0 0,0 0 0,-1 0 0,1 0 0,0 0 0,0 1 0,0-1 0,1 1 0,-1-1 0,0 1 0,1-1 0,2-1 0,3-3 0,0 1 0,0 1 0,1-1 0,12-4 0,19-6 31,-19 8-729,23-12 0,-33 13-6128</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4.904"/>
    </inkml:context>
    <inkml:brush xml:id="br0">
      <inkml:brushProperty name="width" value="0.05" units="cm"/>
      <inkml:brushProperty name="height" value="0.05" units="cm"/>
      <inkml:brushProperty name="color" value="#00A0D7"/>
    </inkml:brush>
  </inkml:definitions>
  <inkml:trace contextRef="#ctx0" brushRef="#br0">186 89 24575,'-14'-11'0,"-4"-2"0,0 0 0,-1 1 0,0 1 0,-29-12 0,46 22 0,0 0 0,0 0 0,-1 1 0,1-1 0,0 1 0,-1-1 0,1 1 0,0 0 0,-1 0 0,1 0 0,0 0 0,-3 1 0,4-1 0,0 0 0,0 1 0,0-1 0,0 1 0,0-1 0,0 1 0,0 0 0,1-1 0,-1 1 0,0 0 0,0 0 0,1 0 0,-1-1 0,0 1 0,1 0 0,-1 0 0,1 0 0,-1 0 0,1 0 0,0 0 0,-1 0 0,1 0 0,0 0 0,0 0 0,0 0 0,-1 0 0,1 1 0,0 7 0,0-1 0,0 0 0,0 1 0,1-1 0,0 0 0,1 1 0,0-1 0,0 0 0,0 0 0,1-1 0,1 1 0,-1 0 0,1-1 0,1 0 0,-1 0 0,1 0 0,0-1 0,1 1 0,-1-1 0,1 0 0,0-1 0,1 1 0,0-1 0,-1-1 0,2 1 0,-1-1 0,0-1 0,1 1 0,0-1 0,0 0 0,0-1 0,0 0 0,0 0 0,0-1 0,10 1 0,-15-2 0,0 0 0,0 0 0,0 0 0,-1 0 0,1-1 0,0 1 0,0-1 0,-1 1 0,1-1 0,0 0 0,-1 0 0,1-1 0,-1 1 0,1 0 0,-1-1 0,1 0 0,3-3 0,-5 3 0,1 0 0,-1 0 0,0 0 0,0 0 0,1 0 0,-1 0 0,-1 0 0,1 0 0,0-1 0,-1 1 0,1 0 0,-1-1 0,1 1 0,-1 0 0,0-1 0,0 1 0,0-1 0,-1 1 0,1 0 0,0-1 0,-2-3 0,-1-2 0,0 0 0,0 1 0,-1-1 0,0 1 0,0 0 0,-1 0 0,0 1 0,0-1 0,-11-10 0,6 8 0,-1 0 0,1 1 0,-1 0 0,0 1 0,-17-9 0,12 10-1365,3 2-5461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5.357"/>
    </inkml:context>
    <inkml:brush xml:id="br0">
      <inkml:brushProperty name="width" value="0.05" units="cm"/>
      <inkml:brushProperty name="height" value="0.05" units="cm"/>
      <inkml:brushProperty name="color" value="#00A0D7"/>
    </inkml:brush>
  </inkml:definitions>
  <inkml:trace contextRef="#ctx0" brushRef="#br0">134 103 24575,'-5'-2'0,"-10"-3"0,-28-6 0,39 10 0,1 1 0,-1-1 0,0 1 0,1 0 0,-1 0 0,0 0 0,1 1 0,-1-1 0,1 1 0,-1 0 0,1 0 0,-1 0 0,-5 3 0,8-3 0,0-1 0,0 1 0,0 0 0,0 0 0,0-1 0,0 1 0,0 0 0,1 0 0,-1 0 0,0 0 0,1 0 0,-1 0 0,0 0 0,1 0 0,-1 1 0,1-1 0,0 0 0,-1 0 0,1 2 0,0-1 0,0 1 0,0 0 0,0-1 0,0 1 0,1-1 0,-1 1 0,1 0 0,1 3 0,0 1 0,1-1 0,0 0 0,1-1 0,-1 1 0,1 0 0,6 6 0,-3-4 0,1-1 0,0 0 0,1 0 0,-1-1 0,1 0 0,1-1 0,-1 0 0,1 0 0,-1-1 0,1 0 0,0-1 0,1 0 0,15 2 0,-23-5 0,-1 0 0,1 0 0,0 0 0,-1 0 0,1 0 0,0-1 0,-1 0 0,1 1 0,-1-1 0,1 0 0,-1 0 0,1 0 0,-1-1 0,0 1 0,0 0 0,1-1 0,-1 0 0,0 1 0,0-1 0,-1 0 0,1 0 0,0 0 0,0 0 0,-1 0 0,0-1 0,2-1 0,-1 0 0,0 0 0,-1 0 0,1 0 0,-1-1 0,0 1 0,0 0 0,-1 0 0,1-1 0,-1 1 0,0-1 0,0 1 0,0 0 0,-1-1 0,1 1 0,-3-5 0,-1-5 0,-1 1 0,0 0 0,-2 0 0,-13-22 0,17 29 0,-2 0 0,1 1 0,-1-1 0,0 1 0,0 0 0,0 0 0,0 1 0,-1-1 0,0 1 0,0 0 0,-10-4 0,14 7-80,-1 0 0,1 1-1,-1-1 1,1 1 0,0-1-1,-1 1 1,1 0 0,-1 0-1,1 0 1,0 0 0,-1 0 0,1 1-1,-1-1 1,1 1 0,0 0-1,-4 1 1,-7 4-6746</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5.951"/>
    </inkml:context>
    <inkml:brush xml:id="br0">
      <inkml:brushProperty name="width" value="0.05" units="cm"/>
      <inkml:brushProperty name="height" value="0.05" units="cm"/>
      <inkml:brushProperty name="color" value="#00A0D7"/>
    </inkml:brush>
  </inkml:definitions>
  <inkml:trace contextRef="#ctx0" brushRef="#br0">180 580 24575,'-9'3'0,"1"-1"0,0 1 0,0 1 0,0 0 0,-14 8 0,20-10 0,0-1 0,0 0 0,1 0 0,-1 1 0,1-1 0,0 1 0,-1-1 0,1 1 0,0-1 0,0 1 0,0 0 0,0 0 0,0-1 0,0 1 0,0 0 0,1 0 0,-1 0 0,1 0 0,-1 0 0,1 0 0,0 0 0,0 0 0,0 0 0,0 0 0,0 0 0,0 0 0,0 0 0,1 1 0,-1-2 0,1 1 0,1 3 0,0 0 0,1 0 0,0 0 0,0 0 0,1 0 0,-1 0 0,1-1 0,0 1 0,0-1 0,1 0 0,-1-1 0,1 1 0,0-1 0,0 0 0,0 0 0,11 5 0,-13-7 0,0 0 0,0 0 0,0 0 0,1 0 0,-1 0 0,0-1 0,0 0 0,1 1 0,-1-1 0,0 0 0,1-1 0,-1 1 0,0 0 0,0-1 0,1 0 0,-1 0 0,0 0 0,0 0 0,0 0 0,0-1 0,0 1 0,0-1 0,0 0 0,-1 0 0,1 0 0,-1 0 0,1 0 0,-1-1 0,4-4 0,-4 3 0,1-1 0,0 0 0,-1 0 0,0 0 0,-1-1 0,1 1 0,-1 0 0,0-1 0,0 1 0,0-1 0,-1 1 0,0-1 0,0 0 0,0 1 0,-1-1 0,-1-6 0,-2-8 0,-2 0 0,-14-38 0,-125-251 0,92 204 0,36 67 0,8 19 0,-15-26 0,21 42 0,2 9 0,2 10 0,12 43 0,2 0 0,31 77 0,-32-97 0,49 104 112,2 9-1589,-60-136-5349</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6.464"/>
    </inkml:context>
    <inkml:brush xml:id="br0">
      <inkml:brushProperty name="width" value="0.05" units="cm"/>
      <inkml:brushProperty name="height" value="0.05" units="cm"/>
      <inkml:brushProperty name="color" value="#00A0D7"/>
    </inkml:brush>
  </inkml:definitions>
  <inkml:trace contextRef="#ctx0" brushRef="#br0">0 1 24575,'13'18'0,"-1"1"0,-1 0 0,10 26 0,22 64 0,-7-13 0,-27-75-119,1 1-130,-1-1-1,-1 2 1,-1-1 0,6 34 0,-11-41-6577</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6.780"/>
    </inkml:context>
    <inkml:brush xml:id="br0">
      <inkml:brushProperty name="width" value="0.05" units="cm"/>
      <inkml:brushProperty name="height" value="0.05" units="cm"/>
      <inkml:brushProperty name="color" value="#00A0D7"/>
    </inkml:brush>
  </inkml:definitions>
  <inkml:trace contextRef="#ctx0" brushRef="#br0">0 43 24575,'62'24'0,"-37"-13"0,1-1 0,0-1 0,1-1 0,31 5 0,-53-13 0,0 0 0,1 0 0,-1 0 0,0 0 0,0-1 0,0 1 0,0-1 0,0-1 0,0 1 0,0-1 0,0 0 0,0 0 0,0 0 0,-1-1 0,1 1 0,-1-1 0,7-6 0,-2 1 0,-1-1 0,0 0 0,0-1 0,0 0 0,-2 0 0,8-14 0,-14 24 0,0-1 0,1 1 0,-1-1 0,0 1 0,0 0 0,0-1 0,1 1 0,-1 0 0,0-1 0,0 1 0,1-1 0,-1 1 0,0 0 0,1 0 0,-1-1 0,0 1 0,1 0 0,-1 0 0,1-1 0,-1 1 0,0 0 0,1 0 0,-1 0 0,1 0 0,-1 0 0,1-1 0,0 2 0,-1-1 0,1 0 0,-1 1 0,1-1 0,-1 0 0,1 1 0,-1-1 0,0 1 0,1-1 0,-1 1 0,1-1 0,-1 1 0,0-1 0,0 1 0,1-1 0,-1 1 0,0 0 0,9 33 0,-8-27 0,7 17-273,0-1 0,2 1 0,0-2 0,18 27 0,-21-37-6553</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6.967"/>
    </inkml:context>
    <inkml:brush xml:id="br0">
      <inkml:brushProperty name="width" value="0.05" units="cm"/>
      <inkml:brushProperty name="height" value="0.05" units="cm"/>
      <inkml:brushProperty name="color" value="#00A0D7"/>
    </inkml:brush>
  </inkml:definitions>
  <inkml:trace contextRef="#ctx0" brushRef="#br0">1 10 24575,'0'-5'0,"0"1"0,2 3 0,2 5 0,-1 4 0,-1 3 0,0 3 0,-1 0 0,0-1-8191</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7.783"/>
    </inkml:context>
    <inkml:brush xml:id="br0">
      <inkml:brushProperty name="width" value="0.05" units="cm"/>
      <inkml:brushProperty name="height" value="0.05" units="cm"/>
      <inkml:brushProperty name="color" value="#00A0D7"/>
    </inkml:brush>
  </inkml:definitions>
  <inkml:trace contextRef="#ctx0" brushRef="#br0">1 133 24575,'12'24'0,"28"42"0,-35-59 0,1 0 0,-1 0 0,1-1 0,0 0 0,1 0 0,0-1 0,0 1 0,0-1 0,14 7 0,-18-11 0,-1 0 0,0 0 0,1 0 0,-1 0 0,1-1 0,-1 1 0,1-1 0,-1 1 0,1-1 0,-1 0 0,1 0 0,-1 0 0,1-1 0,-1 1 0,1 0 0,-1-1 0,1 0 0,-1 0 0,1 1 0,-1-1 0,0-1 0,0 1 0,1 0 0,3-3 0,-4 1 0,1 0 0,0 0 0,-1 0 0,0 0 0,0 0 0,0-1 0,0 1 0,0-1 0,-1 1 0,1-1 0,-1 1 0,0-1 0,0 0 0,0 0 0,0-6 0,-1 0 0,0 0 0,0-1 0,-1 1 0,-1 0 0,-2-11 0,2 12 0,2 9 0,0 0 0,1 1 0,-1-1 0,0 0 0,0 0 0,0 0 0,0 0 0,1 0 0,-1 0 0,0 0 0,0 0 0,0 0 0,0 0 0,1 0 0,-1 0 0,0 0 0,0 0 0,0 0 0,1 0 0,-1 0 0,0 0 0,0 0 0,0 0 0,0 0 0,1 0 0,-1 0 0,0 0 0,0 0 0,0 0 0,0-1 0,1 1 0,-1 0 0,0 0 0,0 0 0,0 0 0,0 0 0,0-1 0,0 1 0,0 0 0,1 0 0,-1 0 0,0 0 0,0 0 0,0-1 0,0 1 0,0 0 0,0 0 0,0 0 0,0-1 0,0 1 0,0 0 0,0 0 0,0 0 0,0 0 0,0-1 0,0 1 0,0 0 0,0 0 0,0 0 0,0 0 0,0-1 0,-1 1 0,17 14 0,-10-9 0,26 22 0,19 14 0,-45-37 0,0-1 0,0 1 0,0-1 0,1 0 0,-1-1 0,1 0 0,9 3 0,0-2 0,-10-1 0,1-1 0,-1 0 0,1 0 0,-1 0 0,1-1 0,-1 0 0,1 0 0,-1-1 0,12-2 0,116-39 0,-114 34 0,-1 0 0,-1-2 0,0 0 0,30-21 0,-46 29 0,-1 1 0,1 0 0,0 0 0,-1-1 0,0 1 0,1-1 0,-1 0 0,0 1 0,0-1 0,0 0 0,0 1 0,0-1 0,0 0 0,0 0 0,0 0 0,-1 0 0,1 0 0,-1 0 0,0 0 0,1 0 0,-1 0 0,0 0 0,0 0 0,0 0 0,-1 0 0,1 0 0,0 0 0,-1 0 0,1 0 0,-1 0 0,0 0 0,-1-2 0,0 0 0,-1-1 0,0 1 0,0 0 0,0 0 0,0 1 0,-1-1 0,0 1 0,1 0 0,-1 0 0,0 0 0,-1 0 0,-3-2 0,6 4 0,-12-6 0,-1 0 0,-23-8 0,35 14 0,-1 0 0,1 0 0,-1 0 0,1 1 0,-1-1 0,1 1 0,-1 0 0,1 0 0,-1 0 0,1 0 0,-1 0 0,1 1 0,-1 0 0,1 0 0,-1 0 0,1 0 0,0 0 0,-4 3 0,4-2 0,1 0 0,-1 1 0,1 0 0,0-1 0,0 1 0,0 0 0,0 0 0,0 0 0,1 0 0,-1 1 0,1-1 0,0 0 0,0 1 0,0-1 0,0 5 0,-1 3 0,1 0 0,0 0 0,1 17 0,1-22 0,-1 1 0,2 0 0,-1-1 0,1 1 0,0-1 0,0 1 0,0-1 0,1 0 0,0 0 0,1 0 0,-1 0 0,1 0 0,0-1 0,1 0 0,6 8 0,-2-6 0,-1 0 0,1 0 0,1-1 0,-1 0 0,1-1 0,0 0 0,0 0 0,18 5 0,-6-4-341,1 0 0,-1-1-1,30 2 1,-33-6-6485</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8.655"/>
    </inkml:context>
    <inkml:brush xml:id="br0">
      <inkml:brushProperty name="width" value="0.05" units="cm"/>
      <inkml:brushProperty name="height" value="0.05" units="cm"/>
      <inkml:brushProperty name="color" value="#00A0D7"/>
    </inkml:brush>
  </inkml:definitions>
  <inkml:trace contextRef="#ctx0" brushRef="#br0">89 224 24575,'10'35'0,"-8"-23"0,1 0 0,1 0 0,0 0 0,0-1 0,1 1 0,12 18 0,-11-26 0,-3-8 0,-3-11 0,-4 0 0,0 0 0,-1 0 0,-1 1 0,0 0 0,0 0 0,-17-24 0,-60-71 0,80 105 0,-3-5 0,11 8 0,15 12 0,3 5 0,1-2 0,0-1 0,46 18 0,-61-28 0,-1 0 0,1 0 0,0-1 0,0-1 0,0 1 0,0-1 0,1-1 0,-1 1 0,0-2 0,0 1 0,0-1 0,1-1 0,-1 0 0,0 0 0,9-4 0,-15 5 0,0 0 0,0-1 0,0 1 0,-1-1 0,1 1 0,-1-1 0,1 0 0,-1 0 0,0 0 0,0-1 0,0 1 0,0 0 0,0-1 0,0 0 0,0 1 0,-1-1 0,0 0 0,1 0 0,-1 0 0,0 1 0,0-1 0,-1 0 0,1-1 0,0 1 0,-1 0 0,0 0 0,0-4 0,-1 2 0,1 0 0,-1 0 0,0 0 0,-1 0 0,1 1 0,-1-1 0,0 0 0,0 1 0,-1-1 0,0 1 0,1 0 0,-1 0 0,0 0 0,-1 0 0,1 0 0,-5-3 0,3 3 0,0 0 0,0 1 0,-1 0 0,1 0 0,-1 0 0,1 0 0,-1 1 0,0 0 0,-8-2 0,10 3 0,0 1 0,0-1 0,0 1 0,0 0 0,0 0 0,0 0 0,0 0 0,0 1 0,0-1 0,0 1 0,0 0 0,0 1 0,1-1 0,-1 0 0,-5 4 0,7-4 0,0 1 0,0 0 0,1 0 0,-1 0 0,0 0 0,1 0 0,-1 0 0,1 0 0,0 0 0,0 0 0,0 1 0,0-1 0,0 0 0,0 1 0,1-1 0,-1 1 0,1-1 0,-1 1 0,1-1 0,0 1 0,0-1 0,0 1 0,1 4 0,1 3 0,0 0 0,0 0 0,1 0 0,5 14 0,-2-11 0,0-2 0,0 1 0,1-1 0,1 0 0,0 0 0,0-1 0,16 15 0,-8-10 0,1-1 0,1 0 0,34 19 0,-39-26 0,0 0 0,1-1 0,22 6 0,-30-10 0,0 0 0,0-1 0,0 0 0,0 0 0,1-1 0,-1 0 0,0 0 0,0 0 0,0-1 0,1 0 0,6-2 0,-3-1-1365</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9.076"/>
    </inkml:context>
    <inkml:brush xml:id="br0">
      <inkml:brushProperty name="width" value="0.05" units="cm"/>
      <inkml:brushProperty name="height" value="0.05" units="cm"/>
      <inkml:brushProperty name="color" value="#00A0D7"/>
    </inkml:brush>
  </inkml:definitions>
  <inkml:trace contextRef="#ctx0" brushRef="#br0">157 2 24575,'-4'-1'0,"0"1"0,1 0 0,-1 0 0,0 0 0,0 0 0,0 0 0,0 1 0,1 0 0,-8 2 0,9-2 0,1-1 0,-1 1 0,1 0 0,-1 0 0,1 0 0,0 0 0,-1 0 0,1 0 0,0 0 0,0 0 0,0 1 0,0-1 0,0 0 0,0 1 0,0-1 0,0 1 0,1-1 0,-1 1 0,0-1 0,1 1 0,0-1 0,-1 1 0,1 0 0,0-1 0,-1 4 0,1 1 0,1 0 0,-1 0 0,1 0 0,0 0 0,0 0 0,1-1 0,0 1 0,0 0 0,3 6 0,6 8 0,15 23 0,-16-27 0,15 29 0,-20-34 0,0 0 0,-1 1 0,-1-1 0,0 1 0,3 17 0,-6-28 0,0 0 0,0 0 0,0 0 0,0 0 0,0 0 0,-1 0 0,1-1 0,0 1 0,0 0 0,-1 0 0,1 0 0,-1 0 0,1-1 0,0 1 0,-1 0 0,0 0 0,1-1 0,-1 1 0,1 0 0,-1-1 0,0 2 0,-1-1 0,0 0 0,0 0 0,0 0 0,1-1 0,-1 1 0,0 0 0,0-1 0,0 1 0,-3 0 0,-4-1 0,0 1 0,0-1 0,-12-1 0,17 0 0,-7 1-170,0-1-1,-1-1 0,1 0 1,0-1-1,1 0 0,-1 0 1,-19-10-1,20 6-6655</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49.401"/>
    </inkml:context>
    <inkml:brush xml:id="br0">
      <inkml:brushProperty name="width" value="0.05" units="cm"/>
      <inkml:brushProperty name="height" value="0.05" units="cm"/>
      <inkml:brushProperty name="color" value="#00A0D7"/>
    </inkml:brush>
  </inkml:definitions>
  <inkml:trace contextRef="#ctx0" brushRef="#br0">147 51 24575,'-13'-7'0,"2"0"0,0 0 0,-1 1 0,0 1 0,0 0 0,0 1 0,-17-4 0,27 8 0,1-1 0,-1 1 0,1 0 0,-1 0 0,1 0 0,-1 0 0,1 0 0,-1 0 0,1 0 0,0 1 0,-1-1 0,1 0 0,-1 1 0,1-1 0,0 1 0,-1 0 0,1-1 0,-2 2 0,3-1 0,-1 0 0,0 0 0,1 0 0,-1-1 0,1 1 0,-1 0 0,1 0 0,-1 0 0,1 0 0,0 1 0,0-1 0,-1 0 0,1 0 0,0 0 0,0 0 0,0 0 0,0 0 0,0 0 0,0 0 0,0 0 0,1 0 0,-1 0 0,1 2 0,2 7 0,1-1 0,-1 0 0,2 0 0,-1-1 0,1 1 0,1-1 0,9 12 0,-5-8 0,1-1 0,0-1 0,1 1 0,14 9 0,-21-17 0,0-1 0,0 1 0,0 0 0,0-1 0,1 0 0,-1-1 0,1 1 0,-1-1 0,1 0 0,8 0 0,-12-1 0,0 0 0,0 0 0,-1 0 0,1 0 0,0 0 0,-1-1 0,1 1 0,0-1 0,-1 1 0,1-1 0,-1 0 0,1 0 0,-1 1 0,1-1 0,-1 0 0,2-2 0,-2 2 0,0 0 0,0-1 0,0 1 0,0-1 0,-1 0 0,1 1 0,0-1 0,-1 1 0,1-1 0,-1 0 0,0 1 0,1-1 0,-1 0 0,0 0 0,0 1 0,0-1 0,0 0 0,-1 1 0,1-3 0,-2-4 9,1 1 1,-2 0-1,1 0 0,-1 1 0,0-1 1,0 0-1,0 1 0,-1 0 0,0 0 0,-1 0 1,1 0-1,-10-9 0,7 9-158,0 0 1,-1 0-1,1 0 1,-1 1-1,0 0 1,0 1-1,-1 0 1,1 0-1,-16-4 1,9 4-6678</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50.352"/>
    </inkml:context>
    <inkml:brush xml:id="br0">
      <inkml:brushProperty name="width" value="0.05" units="cm"/>
      <inkml:brushProperty name="height" value="0.05" units="cm"/>
      <inkml:brushProperty name="color" value="#00A0D7"/>
    </inkml:brush>
  </inkml:definitions>
  <inkml:trace contextRef="#ctx0" brushRef="#br0">150 550 24575,'-19'-114'0,"-47"-155"0,23 119 0,35 135 0,3 13 0,1 10 0,2 5 0,1-1 0,0 0 0,1 1 0,0-1 0,1 1 0,0-1 0,1 1 0,4 14 0,3 4 0,26 59 0,-26-70 0,1-1 0,0 0 0,1-1 0,2 0 0,0 0 0,0-1 0,2-1 0,0-1 0,1 0 0,25 19 0,-34-29 0,8 6 0,1-1 0,22 11 0,-34-19 0,0 0 0,1-1 0,-1 1 0,1-1 0,-1 0 0,1 0 0,0 0 0,-1 0 0,1-1 0,0 0 0,-1 0 0,1 0 0,0-1 0,7-1 0,-10 1 0,0 1 0,-1-1 0,1 0 0,-1 1 0,1-1 0,0 0 0,-1 0 0,1 0 0,-1 0 0,0 0 0,1-1 0,-1 1 0,0 0 0,0-1 0,0 1 0,0-1 0,0 1 0,2-3 0,-3 1 0,1 1 0,0-1 0,-1 1 0,1-1 0,-1 0 0,0 1 0,0-1 0,0 0 0,0 1 0,0-1 0,-1-3 0,-1-2 0,0 1 0,-1-1 0,1 1 0,-2-1 0,1 1 0,-1 0 0,-5-7 0,13 17 0,-1 0 0,1 0 0,0 0 0,0-1 0,1 1 0,-1-1 0,7 3 0,-8-4 0,0 0 0,1 0 0,-1 0 0,0-1 0,0 1 0,7 0 0,-9-2 0,1 1 0,-1 0 0,0 0 0,1 0 0,-1 0 0,0-1 0,0 1 0,0-1 0,1 1 0,-1-1 0,0 1 0,0-1 0,0 0 0,0 1 0,0-1 0,0 0 0,0 0 0,1-1 0,-1 0 0,0 1 0,-1 0 0,1 0 0,-1-1 0,0 1 0,1 0 0,-1 0 0,0-1 0,0 1 0,0 0 0,0-2 0,0 2 0,0 0 0,0 0 0,0 0 0,0 0 0,0 0 0,0 0 0,1 1 0,-1-1 0,0 0 0,0 0 0,1 0 0,-1 0 0,0 1 0,1-1 0,0-1 0,0 3 0,0 0 0,0-1 0,0 1 0,0 0 0,0 0 0,0 0 0,0 0 0,-1 0 0,1 0 0,0 0 0,0 0 0,-1 0 0,1 0 0,0 3 0,-1-4 0,7 12 17,1 0 0,0-1 1,0 0-1,1-1 0,1 0 0,11 10 0,7 3-760,34 21 1,-53-38-6084</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51.022"/>
    </inkml:context>
    <inkml:brush xml:id="br0">
      <inkml:brushProperty name="width" value="0.05" units="cm"/>
      <inkml:brushProperty name="height" value="0.05" units="cm"/>
      <inkml:brushProperty name="color" value="#00A0D7"/>
    </inkml:brush>
  </inkml:definitions>
  <inkml:trace contextRef="#ctx0" brushRef="#br0">1 0 24575,'10'12'0,"16"22"0,-17-22 0,0 0 0,13 12 0,-2-5 0,40 30 0,-52-44 0,0 1 0,1-1 0,-1-1 0,1 0 0,0 0 0,1-1 0,-1 0 0,17 3 0,-25-6 0,1 1 0,-1-1 0,1 0 0,-1 0 0,1 0 0,0 0 0,-1 0 0,1 0 0,-1-1 0,1 1 0,-1 0 0,1-1 0,-1 0 0,1 1 0,-1-1 0,1 0 0,-1 1 0,0-1 0,1 0 0,0-1 0,0 0 0,-1 0 0,0 1 0,0-1 0,0 0 0,0 0 0,0 0 0,0 0 0,-1 1 0,1-1 0,-1 0 0,1-1 0,-1 1 0,1-3 0,-1-3 0,0 0 0,-1 1 0,0-1 0,0 0 0,0 0 0,-6-14 0,-10-15 0,0-2 0,17 39 0,0 0 0,0 0 0,-1-1 0,1 1 0,0 0 0,0 0 0,0 0 0,0 0 0,0 0 0,0 0 0,0-1 0,0 1 0,0 0 0,0 0 0,0 0 0,0 0 0,0 0 0,0-1 0,0 1 0,0 0 0,0 0 0,0 0 0,0 0 0,0 0 0,0 0 0,0-1 0,0 1 0,0 0 0,0 0 0,0 0 0,1 0 0,-1 0 0,0 0 0,0 0 0,0-1 0,0 1 0,0 0 0,0 0 0,0 0 0,0 0 0,1 0 0,-1 0 0,0 0 0,0 0 0,0 0 0,0 0 0,0 0 0,9 3 0,7 8 0,73 73-1365,-79-74-5461</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51.818"/>
    </inkml:context>
    <inkml:brush xml:id="br0">
      <inkml:brushProperty name="width" value="0.05" units="cm"/>
      <inkml:brushProperty name="height" value="0.05" units="cm"/>
      <inkml:brushProperty name="color" value="#00A0D7"/>
    </inkml:brush>
  </inkml:definitions>
  <inkml:trace contextRef="#ctx0" brushRef="#br0">1 0 24575,'98'265'0,"-87"-219"0,9 58 0,-20-102 0,0 0 0,1 0 0,-1 0 0,0 0 0,0-1 0,0 1 0,0 0 0,0 0 0,0 0 0,0 0 0,-1 0 0,1-1 0,-1 1 0,0 0 0,1 0 0,-1-1 0,-2 4 0,2-4 0,1 0 0,-1-1 0,0 1 0,0-1 0,0 1 0,0 0 0,0-1 0,0 0 0,0 1 0,0-1 0,0 0 0,0 0 0,-1 1 0,1-1 0,0 0 0,0 0 0,0 0 0,0 0 0,0 0 0,0-1 0,0 1 0,0 0 0,0 0 0,0-1 0,0 1 0,0-1 0,0 1 0,0-1 0,0 1 0,-1-2 0,-5-1 0,1-1 0,0 0 0,1 0 0,-1 0 0,1-1 0,0 0 0,0 0 0,0 0 0,1-1 0,-1 0 0,2 0 0,-6-9 0,9 15 0,-1-1 0,1 0 0,0 1 0,-1-1 0,1 0 0,0 1 0,0-1 0,0 0 0,0 1 0,0-1 0,0 0 0,0 1 0,0-1 0,0 0 0,0 0 0,0 1 0,0-1 0,0 0 0,0 1 0,1-1 0,-1 0 0,0 1 0,0-1 0,1 1 0,-1-1 0,1 0 0,-1 1 0,0-1 0,1 1 0,-1-1 0,1 1 0,-1-1 0,1 1 0,-1 0 0,1-1 0,0 1 0,-1-1 0,1 1 0,0 0 0,-1 0 0,1-1 0,0 1 0,-1 0 0,1 0 0,0 0 0,-1 0 0,1 0 0,1 0 0,1 0 0,1 0 0,-1 0 0,1 0 0,-1 0 0,1 1 0,-1 0 0,1-1 0,3 3 0,16 6 0,1 0 0,0-2 0,28 6 0,-46-12 0,1 0 0,-1 0 0,1 0 0,-1-1 0,1 0 0,-1-1 0,1 1 0,-1-1 0,1 0 0,-1-1 0,0 0 0,0 0 0,0 0 0,0-1 0,0 1 0,0-2 0,8-4 0,-14 7 0,0 1 0,0 0 0,0 0 0,1 0 0,-1-1 0,0 1 0,0 0 0,1 0 0,-1 0 0,0 0 0,0-1 0,1 1 0,-1 0 0,0 0 0,0 0 0,1 0 0,-1 0 0,0 0 0,0 0 0,1 0 0,-1 0 0,0 0 0,1 0 0,-1 0 0,0 0 0,0 0 0,1 0 0,-1 0 0,0 0 0,0 0 0,1 0 0,-1 1 0,0-1 0,0 0 0,1 0 0,3 12 0,-5 22 0,1-28 0,-1 10-1365,1-3-5461</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52.019"/>
    </inkml:context>
    <inkml:brush xml:id="br0">
      <inkml:brushProperty name="width" value="0.05" units="cm"/>
      <inkml:brushProperty name="height" value="0.05" units="cm"/>
      <inkml:brushProperty name="color" value="#00A0D7"/>
    </inkml:brush>
  </inkml:definitions>
  <inkml:trace contextRef="#ctx0" brushRef="#br0">14 0 24575,'-2'5'0,"-2"7"0,1 6 0,1 5 0,0 2 0,3 0 0,2-3-8191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52.316"/>
    </inkml:context>
    <inkml:brush xml:id="br0">
      <inkml:brushProperty name="width" value="0.05" units="cm"/>
      <inkml:brushProperty name="height" value="0.05" units="cm"/>
      <inkml:brushProperty name="color" value="#00A0D7"/>
    </inkml:brush>
  </inkml:definitions>
  <inkml:trace contextRef="#ctx0" brushRef="#br0">194 1 24575,'-10'21'0,"0"-1"0,-1 0 0,-2 0 0,0-1 0,-21 24 0,33-42 0,0-1 0,1 1 0,-1 0 0,0 0 0,1 0 0,-1 0 0,0-1 0,0 1 0,0 0 0,0-1 0,0 1 0,0-1 0,0 1 0,0-1 0,0 1 0,0-1 0,0 0 0,0 0 0,0 1 0,0-1 0,0 0 0,0 0 0,0 0 0,0 0 0,-2 0 0,2-1 0,-1 0 0,1 0 0,-1 0 0,1 0 0,-1 0 0,1 0 0,0 0 0,-1 0 0,1-1 0,0 1 0,0-1 0,0 1 0,0-1 0,-2-2 0,-11-20 0,-20-48 0,28 47-1365,5 13-5461</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52.864"/>
    </inkml:context>
    <inkml:brush xml:id="br0">
      <inkml:brushProperty name="width" value="0.05" units="cm"/>
      <inkml:brushProperty name="height" value="0.05" units="cm"/>
      <inkml:brushProperty name="color" value="#00A0D7"/>
    </inkml:brush>
  </inkml:definitions>
  <inkml:trace contextRef="#ctx0" brushRef="#br0">0 3 24575,'4'-1'0,"1"0"0,-1 1 0,0-1 0,1 1 0,-1 0 0,0 0 0,1 1 0,-1-1 0,0 1 0,0 0 0,1 0 0,-1 0 0,0 1 0,0 0 0,0 0 0,6 3 0,-4 0 0,0 0 0,0 0 0,-1 1 0,1 0 0,-1 0 0,-1 0 0,1 0 0,4 10 0,-3-6 0,0 1 0,1 0 0,-1-1 0,14 15 0,-19-23 0,0-1 0,1 1 0,-1-1 0,1 1 0,-1-1 0,1 0 0,0 1 0,-1-1 0,1 0 0,0 0 0,0 0 0,0 0 0,0-1 0,0 1 0,0 0 0,0-1 0,0 0 0,0 1 0,0-1 0,0 0 0,0 0 0,0 0 0,1 0 0,-1 0 0,0-1 0,0 1 0,3-2 0,-3 1 0,0 0 0,0 0 0,0 0 0,0-1 0,-1 1 0,1-1 0,0 1 0,-1-1 0,1 0 0,-1 1 0,2-4 0,12-25 0,-13 24 0,1 0 0,0 0 0,7-10 0,-6 11 0,1 0 0,-1 1 0,1-1 0,0 1 0,1 0 0,-1 0 0,1 1 0,0-1 0,0 1 0,11-4 0,-13 6 0,0 0 0,1 0 0,-1 0 0,0 0 0,1 1 0,-1-1 0,1 1 0,-1 0 0,1 1 0,-1-1 0,1 1 0,-1 0 0,1 0 0,-1 0 0,0 0 0,7 4 0,4 3 0,1 2 0,-1 0 0,19 17 0,-27-22 0,-1 1 0,0 0 0,-1 0 0,1 1 0,-1-1 0,0 1 0,-1 0 0,0 1 0,5 11 0,-5-4-1365,-2-3-5461</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2:53.207"/>
    </inkml:context>
    <inkml:brush xml:id="br0">
      <inkml:brushProperty name="width" value="0.05" units="cm"/>
      <inkml:brushProperty name="height" value="0.05" units="cm"/>
      <inkml:brushProperty name="color" value="#00A0D7"/>
    </inkml:brush>
  </inkml:definitions>
  <inkml:trace contextRef="#ctx0" brushRef="#br0">0 27 24575,'5'-8'0,"4"-2"0,1 3 0,1 5 0,-2 3-8191</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44.128"/>
    </inkml:context>
    <inkml:brush xml:id="br0">
      <inkml:brushProperty name="width" value="0.05" units="cm"/>
      <inkml:brushProperty name="height" value="0.05" units="cm"/>
      <inkml:brushProperty name="color" value="#00A0D7"/>
    </inkml:brush>
  </inkml:definitions>
  <inkml:trace contextRef="#ctx0" brushRef="#br0">254 136 24575,'-6'-12'0,"0"0"0,-1 0 0,-1 0 0,0 1 0,-1 1 0,0-1 0,-15-12 0,20 20 0,0-1 0,0 1 0,-1 0 0,0 0 0,0 1 0,1-1 0,-2 1 0,1 0 0,0 0 0,0 1 0,0 0 0,-1 0 0,1 0 0,-1 0 0,1 1 0,-1 0 0,1 0 0,-1 1 0,1-1 0,0 1 0,-8 2 0,10-2 0,-1 1 0,1-1 0,0 1 0,0 0 0,0 0 0,0 0 0,0 0 0,0 1 0,0-1 0,1 1 0,-1-1 0,1 1 0,0 0 0,0 0 0,0 0 0,0 0 0,0 1 0,1-1 0,-1 0 0,1 1 0,0-1 0,0 1 0,0 0 0,1-1 0,-1 8 0,0-6 0,1 0 0,0 0 0,0 1 0,0-1 0,1 0 0,0 0 0,0 0 0,0 0 0,1 0 0,-1 0 0,1-1 0,0 1 0,1 0 0,-1-1 0,1 1 0,0-1 0,6 7 0,-2-5 0,-1-1 0,1 0 0,0 0 0,0 0 0,0-1 0,0-1 0,1 1 0,8 2 0,-14-5 0,1 0 0,-1-1 0,0 1 0,0-1 0,1 1 0,-1-1 0,0 0 0,1 0 0,-1 0 0,0 0 0,1 0 0,-1 0 0,0-1 0,1 1 0,-1-1 0,0 0 0,0 0 0,0 1 0,0-2 0,0 1 0,0 0 0,0 0 0,0 0 0,0-1 0,0 1 0,0-1 0,-1 0 0,1 1 0,-1-1 0,1 0 0,-1 0 0,0 0 0,2-3 0,-1 0 0,-1 0 0,1-1 0,-1 1 0,0-1 0,0 1 0,-1-1 0,1 0 0,-1 1 0,-1-9 0,1-20 0,0 34 0,0 0 0,0 0 0,0 0 0,0 0 0,0 0 0,0 0 0,0 0 0,0 0 0,0 0 0,0 0 0,0 0 0,0 0 0,0-1 0,0 1 0,0 0 0,0 0 0,0 0 0,0 0 0,0 0 0,0 0 0,0 0 0,0 0 0,0 0 0,0 0 0,0 0 0,1 0 0,-1 0 0,0 0 0,0 0 0,0 0 0,0 0 0,0 0 0,0 0 0,0-1 0,0 1 0,0 0 0,0 0 0,0 0 0,0 0 0,0 0 0,0 0 0,0 0 0,1 0 0,-1 0 0,0 0 0,0 0 0,0 0 0,0 0 0,0 0 0,0 0 0,0 1 0,0-1 0,0 0 0,0 0 0,0 0 0,0 0 0,0 0 0,0 0 0,0 0 0,1 0 0,-1 0 0,0 0 0,0 0 0,5 6 0,3 9 0,14 28 0,2-1 0,45 61 0,-16-23 0,-47-69 0,0 0 0,-1 0 0,0 1 0,-1-1 0,5 22 0,-9-29 0,0 0 0,1-1 0,-2 1 0,1-1 0,0 1 0,-1 0 0,0-1 0,1 1 0,-2-1 0,1 1 0,0-1 0,-1 1 0,1-1 0,-1 0 0,0 0 0,0 0 0,0 0 0,0 0 0,-1 0 0,1-1 0,-1 1 0,0-1 0,0 1 0,0-1 0,0 0 0,-3 2 0,0-1 0,1-1 0,0 1 0,-1-1 0,1 0 0,-1 0 0,1 0 0,-1-1 0,0 0 0,0 0 0,0 0 0,0-1 0,0 0 0,1 0 0,-1 0 0,-11-3 0,15 2 0,-1 1 0,1-1 0,0 0 0,0 0 0,0 0 0,0 0 0,0 0 0,0-1 0,0 1 0,0-1 0,0 1 0,0-1 0,1 1 0,-1-1 0,1 0 0,-1 0 0,1 0 0,0 0 0,-1 0 0,1 0 0,0-1 0,1 1 0,-1 0 0,-1-4 0,1 0 0,1 0 0,-1 0 0,1 0 0,1 0 0,-1 0 0,1 0 0,0 0 0,3-10 0,2-10-1365,-5 15-5461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44.516"/>
    </inkml:context>
    <inkml:brush xml:id="br0">
      <inkml:brushProperty name="width" value="0.05" units="cm"/>
      <inkml:brushProperty name="height" value="0.05" units="cm"/>
      <inkml:brushProperty name="color" value="#00A0D7"/>
    </inkml:brush>
  </inkml:definitions>
  <inkml:trace contextRef="#ctx0" brushRef="#br0">152 77 24575,'-11'-8'0,"-1"-2"0,0 0 0,-1 1 0,0 0 0,-1 2 0,-23-11 0,35 17 0,1 1 0,-1-1 0,1 1 0,-1-1 0,0 1 0,1 0 0,-1 0 0,0 0 0,1 0 0,-1 0 0,0 0 0,1 0 0,-1 0 0,0 1 0,-2 0 0,3 0 0,0-1 0,1 1 0,-1-1 0,0 1 0,1 0 0,-1-1 0,0 1 0,1 0 0,-1-1 0,1 1 0,-1 0 0,1 0 0,0 0 0,-1-1 0,1 1 0,0 0 0,-1 0 0,1 0 0,0 0 0,0 0 0,0 0 0,0 0 0,0-1 0,0 1 0,0 0 0,0 0 0,0 0 0,1 1 0,0 5 0,1-1 0,0 0 0,1 0 0,-1 0 0,1-1 0,0 1 0,1-1 0,-1 1 0,1-1 0,0 0 0,0 0 0,1-1 0,5 5 0,5 4 0,0-1 0,1-1 0,19 10 0,-19-12 0,1 0 0,28 9 0,-40-16 0,0 0 0,1-1 0,-1 1 0,0-2 0,1 1 0,-1 0 0,0-1 0,1 0 0,-1 0 0,1-1 0,-1 1 0,0-1 0,10-3 0,-14 4 0,0-1 0,1 0 0,-1 0 0,0 1 0,1-1 0,-1 0 0,0 0 0,0 0 0,0 0 0,0 0 0,0 0 0,0 0 0,0-1 0,-1 1 0,1 0 0,0-1 0,-1 1 0,1 0 0,-1-1 0,1 1 0,-1 0 0,1-1 0,-1 1 0,0-1 0,0 1 0,0-1 0,0 1 0,0-1 0,0 1 0,0-1 0,-1 1 0,1 0 0,0-1 0,-1 1 0,0-2 0,-1-4 0,-1-1 0,0 1 0,-1 1 0,1-1 0,-8-8 0,3 3 24,-1 0 0,-1 1 0,0 1 0,-17-16 0,21 22-159,0-1 0,-1 1 0,1 0 0,-1 0 0,0 1 0,0 0 0,0 0 0,0 1 0,0 0 0,-13-2 0,7 3-6691</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45.140"/>
    </inkml:context>
    <inkml:brush xml:id="br0">
      <inkml:brushProperty name="width" value="0.05" units="cm"/>
      <inkml:brushProperty name="height" value="0.05" units="cm"/>
      <inkml:brushProperty name="color" value="#00A0D7"/>
    </inkml:brush>
  </inkml:definitions>
  <inkml:trace contextRef="#ctx0" brushRef="#br0">123 122 24575,'-6'-4'0,"-8"-6"0,-19-10 0,30 18 0,0 0 0,0 1 0,-1-1 0,1 1 0,-1 0 0,1 0 0,-1 0 0,1 1 0,-1-1 0,1 1 0,-1 0 0,-4 0 0,6 0 0,1 1 0,0-1 0,0 0 0,0 1 0,0-1 0,0 1 0,0-1 0,0 1 0,1-1 0,-1 1 0,0 0 0,0 0 0,0-1 0,0 1 0,1 0 0,-1 0 0,0 0 0,1 0 0,-1 0 0,1 0 0,-1 0 0,1 0 0,-1 0 0,1 0 0,0 0 0,0 0 0,-1 0 0,1 0 0,0 0 0,0 0 0,0 0 0,0 0 0,0 0 0,0 1 0,1-1 0,-1 1 0,1 4 0,0 0 0,1 0 0,-1 1 0,6 9 0,-4-8 0,0-1 0,1 0 0,0-1 0,0 1 0,0-1 0,8 9 0,-10-13 0,-1-1 0,1 1 0,-1-1 0,1 0 0,-1 0 0,1 1 0,0-1 0,0 0 0,0-1 0,0 1 0,0 0 0,0 0 0,0-1 0,0 1 0,0-1 0,0 0 0,0 1 0,0-1 0,0 0 0,0 0 0,0 0 0,0-1 0,0 1 0,0 0 0,0-1 0,0 0 0,0 1 0,3-3 0,9-4 0,0 0 0,14-11 0,-24 15 0,0-1 0,1 1 0,-1-1 0,-1 0 0,1 0 0,0 0 0,-1 0 0,0-1 0,4-7 0,-6 10 0,0-1 0,-1 1 0,0-1 0,1 0 0,-1 1 0,0-1 0,0 1 0,0-1 0,-1 0 0,1 1 0,0-1 0,-1 1 0,0-1 0,0 1 0,0-1 0,0 1 0,0-1 0,0 1 0,-1 0 0,1 0 0,-1-1 0,1 1 0,-3-2 0,-5-5 0,1-1 0,-2 1 0,-12-9 0,-7-3-1365,16 12-5461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46.263"/>
    </inkml:context>
    <inkml:brush xml:id="br0">
      <inkml:brushProperty name="width" value="0.05" units="cm"/>
      <inkml:brushProperty name="height" value="0.05" units="cm"/>
      <inkml:brushProperty name="color" value="#00A0D7"/>
    </inkml:brush>
  </inkml:definitions>
  <inkml:trace contextRef="#ctx0" brushRef="#br0">140 385 24575,'-4'0'0,"-15"0"0,-30 3 0,45-2 0,-1 0 0,1 0 0,0 0 0,0 0 0,-1 0 0,1 1 0,0 0 0,0 0 0,1 0 0,-1 0 0,0 1 0,-5 4 0,8-6 0,0 0 0,0 0 0,0 0 0,0 0 0,1 1 0,-1-1 0,0 0 0,1 0 0,-1 1 0,1-1 0,-1 0 0,1 1 0,0-1 0,-1 0 0,1 1 0,0-1 0,0 0 0,0 1 0,0-1 0,1 2 0,-1 0 0,1 0 0,0-1 0,0 1 0,0-1 0,0 1 0,0-1 0,1 0 0,-1 1 0,4 3 0,1 0 0,1 1 0,0-1 0,0 0 0,0 0 0,9 4 0,8 5 0,38 17 0,-54-29 0,0 1 0,1-1 0,0-1 0,0 0 0,0 0 0,0-1 0,0 0 0,15 0 0,-23-1 0,1 0 0,-1-1 0,0 1 0,0 0 0,0 0 0,1-1 0,-1 1 0,0-1 0,0 1 0,0-1 0,0 1 0,0-1 0,0 0 0,0 1 0,0-1 0,0 0 0,0 0 0,0 0 0,1-1 0,-1 0 0,0 0 0,0 0 0,0 0 0,0-1 0,0 1 0,-1 0 0,1 0 0,-1-1 0,0 1 0,1-2 0,-1-4 0,0-1 0,-1 1 0,0 0 0,0 0 0,-3-9 0,-6-11 0,-1-1 0,-1 1 0,-2 1 0,-21-31 0,9 13 0,12 20 0,-84-163 0,95 182 0,1 0 0,0 1 0,-1 0 0,1 0 0,-1 0 0,0 0 0,-7-8 0,10 13 0,-1 0 0,1 0 0,0-1 0,0 1 0,0 0 0,0 0 0,0-1 0,-1 1 0,1 0 0,0 0 0,0 0 0,0-1 0,-1 1 0,1 0 0,0 0 0,0 0 0,-1 0 0,1 0 0,0 0 0,0 0 0,-1-1 0,1 1 0,0 0 0,0 0 0,-1 0 0,1 0 0,0 0 0,-1 0 0,1 0 0,0 0 0,0 0 0,-1 0 0,1 0 0,0 1 0,0-1 0,-1 0 0,1 0 0,0 0 0,0 0 0,-1 0 0,1 0 0,0 1 0,0-1 0,0 0 0,-1 0 0,1 0 0,0 1 0,0-1 0,0 0 0,0 0 0,-1 0 0,1 1 0,0-1 0,0 0 0,0 0 0,0 1 0,0-1 0,0 0 0,0 1 0,0-1 0,0 0 0,0 0 0,0 1 0,0-1 0,0 1 0,0 19 0,4-4 0,0 0 0,2 0 0,0-1 0,13 26 0,40 57 0,-38-67 0,146 223-1205,-164-249 1045,7 8-6666</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46.825"/>
    </inkml:context>
    <inkml:brush xml:id="br0">
      <inkml:brushProperty name="width" value="0.05" units="cm"/>
      <inkml:brushProperty name="height" value="0.05" units="cm"/>
      <inkml:brushProperty name="color" value="#00A0D7"/>
    </inkml:brush>
  </inkml:definitions>
  <inkml:trace contextRef="#ctx0" brushRef="#br0">432 273 24575,'-38'-42'0,"-2"2"0,-2 2 0,-1 2 0,-57-36 0,85 63 0,-1 0 0,-20-8 0,31 15 0,1 1 0,-1-1 0,0 1 0,0 0 0,0 0 0,0 0 0,0 0 0,0 1 0,0 0 0,0 0 0,0 1 0,-8 1 0,11-2 0,0 1 0,1 0 0,-1 0 0,0 0 0,1 0 0,-1 0 0,1 0 0,-1 1 0,1-1 0,0 0 0,0 1 0,-1-1 0,1 1 0,0-1 0,0 1 0,0 0 0,0-1 0,1 1 0,-1 0 0,0 0 0,1-1 0,-1 1 0,1 0 0,0 0 0,-1 2 0,1 5 0,-1-1 0,1 1 0,1-1 0,1 11 0,1 3 0,2-1 0,0 0 0,2-1 0,10 25 0,43 76 0,-42-86 0,135 240 0,23-14 0,-170-253-195,0-1 0,0 0 0,1 0 0,0 0 0,1-1 0,13 10 0,-9-10-6631</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47.012"/>
    </inkml:context>
    <inkml:brush xml:id="br0">
      <inkml:brushProperty name="width" value="0.05" units="cm"/>
      <inkml:brushProperty name="height" value="0.05" units="cm"/>
      <inkml:brushProperty name="color" value="#00A0D7"/>
    </inkml:brush>
  </inkml:definitions>
  <inkml:trace contextRef="#ctx0" brushRef="#br0">368 123 24575,'-30'-18'0,"-15"-5"0,-5 1 0,4 1 0,4 5 0,7 5 0,7 4 0,6 4 0,4 1 0,5 5 0,2 1 0,1 3 0,2 2 0,2 3 0,2-2-8191</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47.563"/>
    </inkml:context>
    <inkml:brush xml:id="br0">
      <inkml:brushProperty name="width" value="0.05" units="cm"/>
      <inkml:brushProperty name="height" value="0.05" units="cm"/>
      <inkml:brushProperty name="color" value="#00A0D7"/>
    </inkml:brush>
  </inkml:definitions>
  <inkml:trace contextRef="#ctx0" brushRef="#br0">194 310 24575,'0'3'0,"-1"1"0,0-1 0,0 1 0,-1-1 0,1 0 0,-1 1 0,0-1 0,0 0 0,0 0 0,0 0 0,-4 4 0,5-6 0,0 0 0,0 0 0,0-1 0,0 1 0,0 0 0,0-1 0,0 1 0,-1 0 0,1-1 0,0 0 0,0 1 0,-1-1 0,1 0 0,0 0 0,-1 1 0,1-1 0,0 0 0,-1 0 0,1 0 0,0-1 0,0 1 0,-1 0 0,1 0 0,0-1 0,-1 1 0,1-1 0,0 1 0,0-1 0,0 0 0,0 1 0,-1-1 0,1 0 0,0 0 0,0 0 0,-1-1 0,-6-6 0,0 0 0,-10-13 0,-2-3 0,10 13 0,0-1 0,1 0 0,-15-25 0,21 31 0,0-1 0,0 1 0,1 0 0,0-1 0,0 1 0,0-1 0,1 1 0,0-1 0,0 0 0,1 0 0,0-8 0,0 14 0,0 0 0,0 0 0,0 0 0,0 0 0,0 0 0,1 0 0,-1 0 0,1 0 0,-1 0 0,0 0 0,1 0 0,0 0 0,-1 0 0,1 0 0,0 0 0,-1 0 0,1 0 0,0 1 0,0-1 0,0 0 0,-1 1 0,1-1 0,0 0 0,0 1 0,0-1 0,0 1 0,0 0 0,0-1 0,0 1 0,1 0 0,-1-1 0,0 1 0,0 0 0,0 0 0,0 0 0,0 0 0,0 0 0,0 0 0,0 0 0,1 1 0,0-1 0,6 2 0,0 0 0,0 1 0,0-1 0,11 6 0,-14-5 0,18 5 0,0 0 0,0-2 0,1-1 0,0-1 0,0-1 0,0 0 0,0-2 0,43-4 0,-63 3 0,0-1 0,0 1 0,1-1 0,-1 0 0,0 0 0,0-1 0,0 1 0,-1-1 0,1 0 0,0 0 0,-1 0 0,5-3 0,-7 3 0,1 1 0,-1-1 0,1 1 0,-1-1 0,0 1 0,0-1 0,1 0 0,-1 0 0,0 0 0,-1 1 0,1-1 0,0 0 0,0 0 0,-1 0 0,1 0 0,-1 0 0,0-1 0,0 1 0,0 0 0,0 0 0,0 0 0,0 0 0,0 0 0,0 0 0,-2-4 0,0 0 0,0 0 0,-1 0 0,1 0 0,-1 1 0,0-1 0,-1 1 0,0 0 0,-5-7 0,6 9 0,0 0 0,0 0 0,0 1 0,0-1 0,0 1 0,-1-1 0,1 1 0,-1 0 0,1 1 0,-1-1 0,0 1 0,0-1 0,0 1 0,-4 0 0,7 0 0,0 1 0,0 0 0,0 0 0,0 0 0,0 0 0,0 0 0,0 0 0,0 0 0,-1 1 0,1-1 0,0 0 0,0 1 0,0-1 0,0 0 0,0 1 0,0-1 0,0 1 0,0 0 0,1-1 0,-1 1 0,0 0 0,0-1 0,-1 3 0,1-1 0,0 0 0,0 0 0,0 0 0,0 0 0,0 0 0,1 0 0,-1 0 0,1 0 0,-1 1 0,1-1 0,0 3 0,0 3 0,0-1 0,1 1 0,0-1 0,0 1 0,1-1 0,3 8 0,0-2 0,1-1 0,0 0 0,1 0 0,0 0 0,1-1 0,0 0 0,1-1 0,0 0 0,16 14 0,-17-18 0,0 1 0,1-2 0,-1 1 0,1-1 0,0 0 0,1-1 0,-1 0 0,1 0 0,-1-1 0,1 0 0,0-1 0,0 0 0,13 0 0,14-2-1365,-21-1-5461</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47.954"/>
    </inkml:context>
    <inkml:brush xml:id="br0">
      <inkml:brushProperty name="width" value="0.05" units="cm"/>
      <inkml:brushProperty name="height" value="0.05" units="cm"/>
      <inkml:brushProperty name="color" value="#00A0D7"/>
    </inkml:brush>
  </inkml:definitions>
  <inkml:trace contextRef="#ctx0" brushRef="#br0">136 0 24575,'-22'17'0,"-30"26"0,44-36 0,1 0 0,0 1 0,1 0 0,0 0 0,0 0 0,1 1 0,-6 10 0,10-16 0,0 0 0,0-1 0,0 1 0,1 0 0,-1 0 0,1-1 0,-1 1 0,1 0 0,0 0 0,0 0 0,0-1 0,1 1 0,-1 0 0,1 0 0,-1 0 0,1-1 0,2 6 0,-1-5 0,0 1 0,0-1 0,0 1 0,1-1 0,0 0 0,0 0 0,-1 0 0,2 0 0,-1-1 0,0 1 0,5 2 0,-2-2 0,0 1 0,1-1 0,0 0 0,-1-1 0,1 0 0,0 0 0,0 0 0,0-1 0,0 0 0,0 0 0,1-1 0,-1 0 0,13-1 0,-16-1 0,1 1 0,-1-1 0,0 1 0,0-1 0,0 0 0,0-1 0,0 1 0,-1-1 0,1 1 0,-1-1 0,1 0 0,-1-1 0,0 1 0,0 0 0,-1-1 0,1 0 0,-1 0 0,1 1 0,-1-1 0,-1-1 0,1 1 0,0 0 0,-1 0 0,0-1 0,0 1 0,0 0 0,-1-1 0,1 1 0,-1-1 0,0 1 0,0-1 0,-1 1 0,0-1 0,-1-5 0,2 10 0,0 1 0,0-1 0,0 0 0,0 0 0,0 0 0,0 0 0,0 0 0,0 0 0,0 0 0,0 1 0,0-1 0,0 0 0,0 0 0,-1 0 0,1 0 0,0 0 0,0 0 0,0 0 0,0 0 0,0 0 0,0 0 0,0 0 0,0 1 0,-1-1 0,1 0 0,0 0 0,0 0 0,0 0 0,0 0 0,0 0 0,0 0 0,-1 0 0,1 0 0,0 0 0,0 0 0,0 0 0,0 0 0,0 0 0,0-1 0,-1 1 0,1 0 0,0 0 0,0 0 0,0 0 0,0 0 0,0 0 0,0 0 0,0 0 0,0 0 0,-1 0 0,1 0 0,0 0 0,0-1 0,0 1 0,0 0 0,0 0 0,0 0 0,0 0 0,0 0 0,0 0 0,0-1 0,0 1 0,-5 11 0,3 4 0,0 1 0,1-1 0,0 1 0,3 30 0,14 63 0,-15-104 0,26 106 0,-22-94 0,2 1 0,0-1 0,1-1 0,11 19 0,-11-24-1365</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48.965"/>
    </inkml:context>
    <inkml:brush xml:id="br0">
      <inkml:brushProperty name="width" value="0.05" units="cm"/>
      <inkml:brushProperty name="height" value="0.05" units="cm"/>
      <inkml:brushProperty name="color" value="#00A0D7"/>
    </inkml:brush>
  </inkml:definitions>
  <inkml:trace contextRef="#ctx0" brushRef="#br0">33 141 24575,'-4'5'0,"1"0"0,-1-1 0,1 2 0,0-1 0,0 0 0,1 1 0,-1-1 0,1 1 0,1 0 0,-3 8 0,4-12 0,0 1 0,0 0 0,0 0 0,0 0 0,0 0 0,1 0 0,0 0 0,-1 0 0,1 0 0,0 0 0,0 0 0,0 0 0,1-1 0,-1 1 0,1-1 0,-1 1 0,1-1 0,0 1 0,0-1 0,0 0 0,0 0 0,4 3 0,-1-1 0,0-1 0,0 0 0,0 0 0,0 0 0,0 0 0,1-1 0,-1 0 0,1 0 0,10 2 0,-13-3 0,0-1 0,0 1 0,0-1 0,-1 0 0,1-1 0,0 1 0,0 0 0,0-1 0,0 1 0,-1-1 0,1 0 0,0 0 0,-1 0 0,1-1 0,0 1 0,-1 0 0,0-1 0,1 0 0,-1 1 0,0-1 0,0 0 0,3-3 0,-4 2 0,1 0 0,0 0 0,-1 0 0,1 0 0,-1 0 0,0-1 0,0 1 0,0-1 0,0 1 0,-1 0 0,0-1 0,1 1 0,-1-1 0,0 1 0,-1-5 0,1 2 0,0 1 0,0-1 0,2-10 0,-2 16 0,0 0 0,0-1 0,0 1 0,0 0 0,0-1 0,0 1 0,0 0 0,0 0 0,1-1 0,-1 1 0,0 0 0,0 0 0,0-1 0,0 1 0,0 0 0,0 0 0,1 0 0,-1-1 0,0 1 0,0 0 0,0 0 0,1 0 0,-1-1 0,0 1 0,0 0 0,1 0 0,-1 0 0,0 0 0,0 0 0,1 0 0,-1 0 0,0-1 0,0 1 0,1 0 0,-1 0 0,0 0 0,0 0 0,1 0 0,-1 0 0,0 0 0,1 0 0,-1 0 0,0 1 0,0-1 0,1 0 0,-1 0 0,0 0 0,0 0 0,1 0 0,-1 0 0,0 0 0,0 1 0,0-1 0,1 0 0,-1 0 0,0 0 0,1 1 0,13 16 0,-9-11 0,2 1 0,1 0 0,0 0 0,0-1 0,1 0 0,0-1 0,0 0 0,0 0 0,0-1 0,1 0 0,13 4 0,-17-6 0,0-1 0,0 0 0,0 0 0,0 0 0,1-1 0,-1 1 0,0-2 0,0 1 0,0-1 0,0 0 0,1 0 0,-1 0 0,0-1 0,-1 0 0,1 0 0,0-1 0,-1 1 0,10-7 0,-11 6 0,-1 0 0,0 0 0,1 0 0,-1 0 0,0 0 0,-1-1 0,1 0 0,-1 1 0,1-1 0,-1 0 0,0 0 0,-1 0 0,1 0 0,1-9 0,-2 7 0,0 0 0,0 0 0,-1 0 0,0-1 0,0 1 0,-1 0 0,0 0 0,0-1 0,-4-10 0,3 9 0,-1 0 0,-1 0 0,1 0 0,-1 1 0,-1 0 0,1 0 0,-1 0 0,-1 0 0,1 1 0,-1-1 0,0 2 0,0-1 0,-1 1 0,0 0 0,-14-9 0,20 14 0,0-1 0,0 1 0,1 0 0,-1-1 0,0 1 0,0 0 0,0-1 0,0 1 0,0 0 0,0 0 0,1 0 0,-1 0 0,0 0 0,0 0 0,0 0 0,0 0 0,0 0 0,0 0 0,0 1 0,1-1 0,-1 0 0,0 1 0,0-1 0,0 0 0,-1 2 0,1-1 0,0 0 0,0 0 0,0 1 0,1-1 0,-1 0 0,0 1 0,1-1 0,-1 0 0,1 1 0,-1-1 0,1 1 0,-1-1 0,1 4 0,-1 2 0,1 0 0,0 1 0,1-1 0,-1 1 0,3 8 0,0-4 0,0-1 0,1 0 0,0 0 0,1 0 0,0-1 0,1 0 0,12 18 0,-12-21 0,0 0 0,0 0 0,1-1 0,-1 0 0,1 0 0,1 0 0,-1-1 0,1 0 0,0-1 0,13 6 0,-7-5 0,0 0 0,1-1 0,-1-1 0,1 0 0,0-1 0,0-1 0,0 0 0,0-1 0,0 0 0,26-5 0,-39 4 0,0 1 0,1-1 0,-1 0 0,0 1 0,0-1 0,0 0 0,1-1 0,-1 1 0,0 0 0,0 0 0,-1-1 0,1 0 0,0 1 0,0-1 0,-1 0 0,1 1 0,-1-1 0,1 0 0,1-4 0,-2 2 0,0 1 0,0 0 0,0 0 0,0 0 0,-1 0 0,1-1 0,-1 1 0,0 0 0,0-1 0,0 1 0,-1 0 0,1 0 0,-1-1 0,-1-3 0,1 3 0,-10-32 0,10 34 0,0 0 0,0 0 0,0 0 0,0 0 0,0 0 0,0 1 0,0-1 0,-1 0 0,1 1 0,-1-1 0,1 0 0,-1 1 0,-2-2 0,4 3 0,0 0 0,0 0 0,-1-1 0,1 1 0,0 0 0,0 0 0,0 0 0,-1 0 0,1 0 0,0 0 0,0 0 0,0 0 0,-1 0 0,1 0 0,0 0 0,0 0 0,-1 0 0,1 0 0,0 0 0,0 0 0,0 0 0,-1 0 0,1 0 0,0 0 0,0 1 0,0-1 0,0 0 0,-1 0 0,1 0 0,0 0 0,0 0 0,0 0 0,0 1 0,-1-1 0,-1 9 0,5 10 0,-1-11 0,1 0 0,0 0 0,0 0 0,6 10 0,-7-16 0,0 0 0,-1 1 0,1-1 0,0 0 0,0 0 0,0 0 0,4 3 0,-5-5 0,0 1 0,0-1 0,0 1 0,0-1 0,0 1 0,0-1 0,0 1 0,0-1 0,0 0 0,1 0 0,-1 0 0,0 0 0,0 0 0,0 0 0,0 0 0,0 0 0,1 0 0,-1 0 0,1-1 0,1 0 0,-1-1 0,0 1 0,0-1 0,-1 0 0,1 1 0,0-1 0,0 0 0,-1 0 0,1 0 0,-1 0 0,0 0 0,1 0 0,-1-1 0,0 1 0,0 0 0,0-5 0,1 3 0,0 0 0,0 0 0,0 0 0,0 0 0,4-4 0,-5 7 0,-1 0 0,1 0 0,0 1 0,0-1 0,0 0 0,0 1 0,0-1 0,0 1 0,0-1 0,0 1 0,0-1 0,0 1 0,0 0 0,0-1 0,0 1 0,0 0 0,0 0 0,0 0 0,0 0 0,0 0 0,0 0 0,1 0 0,-1 0 0,0 1 0,2-1 0,8 4 0,0 1 0,0 0 0,0 0 0,10 8 0,14 7 0,-1-5 59,45 13-1,-8-4-1540,-54-17-5344</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49.913"/>
    </inkml:context>
    <inkml:brush xml:id="br0">
      <inkml:brushProperty name="width" value="0.05" units="cm"/>
      <inkml:brushProperty name="height" value="0.05" units="cm"/>
      <inkml:brushProperty name="color" value="#00A0D7"/>
    </inkml:brush>
  </inkml:definitions>
  <inkml:trace contextRef="#ctx0" brushRef="#br0">256 32 24575,'-35'-8'0,"-49"-10"0,70 15 0,0 2 0,0 0 0,-27 1 0,38 1 0,0-1 0,-1 1 0,1-1 0,0 1 0,0 0 0,-1 0 0,1 1 0,0-1 0,0 1 0,1-1 0,-7 5 0,8-5 0,0 0 0,0 0 0,1 0 0,-1 0 0,0 0 0,0 0 0,1 0 0,-1 1 0,0-1 0,1 0 0,-1 1 0,1-1 0,0 0 0,-1 1 0,1-1 0,0 0 0,0 1 0,0-1 0,0 1 0,0-1 0,0 0 0,0 1 0,0-1 0,1 0 0,-1 1 0,1-1 0,-1 0 0,1 1 0,-1-1 0,2 2 0,1 3 0,1-1 0,0 1 0,0-1 0,0 1 0,0-1 0,1 0 0,0-1 0,8 6 0,48 30 0,-35-25 0,-4-1 0,33 15 0,-47-26 0,0 0 0,-1 0 0,1-1 0,0 0 0,0 0 0,1-1 0,-1 0 0,13-1 0,-18 0 0,-1 0 0,1 0 0,-1-1 0,1 1 0,-1-1 0,1 0 0,-1 1 0,0-1 0,1 0 0,-1-1 0,0 1 0,0 0 0,0 0 0,0-1 0,0 0 0,0 1 0,3-4 0,-3 2 0,0 0 0,0-1 0,0 1 0,0-1 0,-1 1 0,0-1 0,1 1 0,-1-1 0,0 0 0,0-5 0,0-4 0,-1 0 0,0 0 0,-1 0 0,0 0 0,-6-23 0,6 32 0,0 0 0,1 0 0,-1 0 0,-1 1 0,1-1 0,0 0 0,-1 1 0,-3-6 0,5 9 0,0 0 0,0 0 0,0 0 0,0 0 0,0 0 0,0 0 0,0 0 0,0 0 0,0 0 0,0 0 0,0-1 0,0 1 0,0 0 0,0 0 0,0 0 0,0 0 0,0 0 0,0 0 0,0 0 0,0 0 0,0 0 0,0 0 0,0 0 0,0 0 0,0 0 0,0 0 0,-1 0 0,1-1 0,0 1 0,0 0 0,0 0 0,0 0 0,0 0 0,0 0 0,0 0 0,0 0 0,0 0 0,0 0 0,0 0 0,-1 0 0,1 0 0,0 0 0,0 0 0,0 0 0,0 0 0,0 0 0,0 0 0,0 0 0,0 0 0,0 0 0,0 0 0,0 1 0,0-1 0,-1 0 0,1 0 0,0 0 0,0 0 0,0 0 0,0 0 0,0 0 0,0 0 0,0 7 0,5 11 0,2-1 0,1 1 0,1-1 0,21 31 0,-22-38 0,0 0 0,1 0 0,0 0 0,0-1 0,1-1 0,19 14 0,-26-20 0,1 0 0,-1-1 0,1 1 0,-1 0 0,1-1 0,0 0 0,-1 0 0,1 0 0,0 0 0,0-1 0,0 1 0,0-1 0,0 0 0,-1 0 0,1-1 0,0 1 0,5-2 0,-6 1 0,0 0 0,-1 0 0,1 0 0,-1-1 0,1 1 0,-1-1 0,0 0 0,1 1 0,-1-1 0,0 0 0,0 0 0,0 0 0,-1-1 0,1 1 0,0 0 0,-1-1 0,0 1 0,1-1 0,-1 0 0,0 1 0,0-1 0,-1 0 0,1 0 0,0-3 0,0-6 0,0-1 0,-1 1 0,0-1 0,-1 1 0,-1 0 0,-5-23 0,5 24 0,1 3 0,2 7 0,7 13 0,8 22 0,59 160 0,-56-137 0,16 87 0,-33-137 0,4 34 0,-6-38 0,0 1 0,1 0 0,-2-1 0,1 1 0,0-1 0,-1 1 0,0-1 0,-1 6 0,1-7 0,0-1 0,0 0 0,0 1 0,0-1 0,0 0 0,0 0 0,0 0 0,0 0 0,0 0 0,-1 0 0,1 0 0,0 0 0,-1-1 0,1 1 0,-1 0 0,1-1 0,-1 0 0,1 1 0,-1-1 0,1 0 0,-1 1 0,1-1 0,-1 0 0,1 0 0,-1 0 0,0 0 0,-2-1 0,-3 0 0,1 0 0,-1-1 0,1 0 0,0 0 0,-9-4 0,-16-10-682,-42-29-1,60 37-6143</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50.771"/>
    </inkml:context>
    <inkml:brush xml:id="br0">
      <inkml:brushProperty name="width" value="0.05" units="cm"/>
      <inkml:brushProperty name="height" value="0.05" units="cm"/>
      <inkml:brushProperty name="color" value="#00A0D7"/>
    </inkml:brush>
  </inkml:definitions>
  <inkml:trace contextRef="#ctx0" brushRef="#br0">104 218 24575,'7'23'0,"18"72"0,-24-80 0,-1-15 0,0 0 0,0 0 0,0 1 0,-1-1 0,1 0 0,0 0 0,0 0 0,0 0 0,0 0 0,0 0 0,0 0 0,-1 0 0,1 0 0,0 0 0,0 0 0,0 0 0,0 0 0,0 0 0,0 0 0,-1 0 0,1 0 0,0 0 0,0 0 0,0 0 0,0 0 0,0 0 0,-1 0 0,1 0 0,0 0 0,0 0 0,0 0 0,0 0 0,0 0 0,0 0 0,0 0 0,-1-1 0,1 1 0,0 0 0,0 0 0,0 0 0,0 0 0,0 0 0,0 0 0,0 0 0,0 0 0,0-1 0,-16-22 0,-96-205 0,109 217 0,3 11 0,0 0 0,0 0 0,0 0 0,0 0 0,0 0 0,0 0 0,1 0 0,-1 0 0,0-1 0,0 1 0,0 0 0,0 0 0,0 0 0,0 0 0,0 0 0,0 0 0,1 0 0,-1 0 0,0 0 0,0 0 0,0 0 0,0 0 0,0 0 0,0 0 0,1 0 0,-1 0 0,0 0 0,0 0 0,0 0 0,0 0 0,0 0 0,0 0 0,1 0 0,-1 0 0,0 0 0,0 0 0,0 0 0,0 1 0,0-1 0,0 0 0,20 13 0,-12-6 0,19 9 0,1 0 0,30 11 0,-40-20 0,-1-1 0,1 0 0,0-2 0,36 5 0,-48-9 0,1 0 0,0 0 0,0-1 0,0 1 0,0-2 0,0 1 0,-1-1 0,1 0 0,-1 0 0,1-1 0,-1 0 0,0 0 0,0 0 0,7-6 0,-10 7 0,0 0 0,0-1 0,0 1 0,0-1 0,-1 0 0,1 0 0,-1 0 0,0 0 0,0 0 0,0-1 0,0 1 0,-1 0 0,1-1 0,-1 0 0,0 1 0,0-1 0,0 0 0,0 1 0,-1-1 0,0 0 0,1 0 0,-1 0 0,-1 0 0,1 1 0,-1-1 0,1 0 0,-2-4 0,0 4 0,0 0 0,0 0 0,0 0 0,0 0 0,-1 1 0,1-1 0,-1 1 0,0-1 0,0 1 0,0 0 0,-1 0 0,-4-3 0,4 3 0,1 1 0,0 0 0,-1 0 0,1 0 0,-1 0 0,1 1 0,-1 0 0,0-1 0,0 1 0,0 1 0,0-1 0,1 0 0,-1 1 0,-5 0 0,8 0 0,-1 0 0,1 1 0,-1-1 0,1 0 0,0 1 0,-1-1 0,1 1 0,0-1 0,0 1 0,-1 0 0,1 0 0,0-1 0,0 1 0,0 0 0,0 0 0,0 0 0,0 0 0,0 1 0,-1 0 0,1 1 0,-1-1 0,1 1 0,0 0 0,0-1 0,1 1 0,-1 0 0,0-1 0,1 1 0,0 4 0,0 1 0,0 0 0,0 0 0,1-1 0,1 1 0,-1 0 0,5 10 0,0-3 0,0-1 0,2 1 0,0-1 0,0-1 0,2 1 0,-1-2 0,2 1 0,0-1 0,0-1 0,1 0 0,0 0 0,1-1 0,0-1 0,1 0 0,17 8 0,-15-11-1365,-2-2-5461</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51.129"/>
    </inkml:context>
    <inkml:brush xml:id="br0">
      <inkml:brushProperty name="width" value="0.05" units="cm"/>
      <inkml:brushProperty name="height" value="0.05" units="cm"/>
      <inkml:brushProperty name="color" value="#00A0D7"/>
    </inkml:brush>
  </inkml:definitions>
  <inkml:trace contextRef="#ctx0" brushRef="#br0">21 1 24575,'-5'20'0,"0"-1"0,1 2 0,1-1 0,1 0 0,0 1 0,2 20 0,2-26 0,-1 0 0,2-1 0,0 1 0,0-1 0,2 0 0,-1 0 0,2 0 0,0-1 0,8 14 0,39 52 0,-53-78 0,0-1 0,0 0 0,1 1 0,-1-1 0,0 1 0,0-1 0,1 1 0,-1-1 0,0 1 0,0-1 0,0 0 0,0 1 0,0-1 0,0 1 0,1-1 0,-1 1 0,0-1 0,-1 1 0,1-1 0,0 1 0,0-1 0,0 1 0,0-1 0,0 1 0,0-1 0,-1 1 0,1-1 0,0 1 0,-1 0 0,0-1 0,0 1 0,1-1 0,-1 1 0,0-1 0,0 0 0,0 0 0,0 1 0,1-1 0,-1 0 0,0 0 0,0 0 0,0 0 0,-1 0 0,-30-4 0,22 1-455,1 0 0,-13-6 0,12 4-6371</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52.358"/>
    </inkml:context>
    <inkml:brush xml:id="br0">
      <inkml:brushProperty name="width" value="0.05" units="cm"/>
      <inkml:brushProperty name="height" value="0.05" units="cm"/>
      <inkml:brushProperty name="color" value="#00A0D7"/>
    </inkml:brush>
  </inkml:definitions>
  <inkml:trace contextRef="#ctx0" brushRef="#br0">11 370 24575,'5'-42'0,"-1"17"0,-1-1 0,-1 1 0,-4-50 0,2 71 0,-1 1 0,0-1 0,0 0 0,-1 0 0,1 1 0,-1-1 0,0 1 0,-2-4 0,-5-9 0,9 13 0,1 1 0,-1-1 0,0 0 0,1 1 0,0-1 0,-1 0 0,1 1 0,3-6 0,-4 7 0,0 1 0,1 0 0,-1-1 0,0 1 0,0 0 0,0 0 0,0 0 0,0 0 0,0 0 0,1 0 0,-1 0 0,0 0 0,0 0 0,0-1 0,0 1 0,0 0 0,1 0 0,-1 0 0,0 0 0,0 0 0,0 0 0,0 0 0,1 0 0,-1 0 0,0 0 0,0 0 0,0 0 0,0 0 0,1 0 0,-1 1 0,0-1 0,0 0 0,0 0 0,0 0 0,1 0 0,-1 0 0,0 0 0,0 0 0,0 0 0,0 0 0,0 1 0,0-1 0,0 0 0,1 0 0,-1 0 0,0 0 0,0 0 0,0 0 0,0 1 0,0-1 0,0 0 0,0 0 0,0 0 0,0 0 0,0 1 0,0-1 0,0 0 0,0 0 0,6 11 0,1 6 0,1 1 0,19 27 0,-22-37 0,0-2 0,1 1 0,0-1 0,0 0 0,1 0 0,-1 0 0,1-1 0,12 7 0,-9-6 0,0-1 0,1 0 0,-1-1 0,1 0 0,14 3 0,-22-6 0,0-1 0,-1 1 0,1-1 0,-1 0 0,1 1 0,0-1 0,-1-1 0,1 1 0,0 0 0,-1-1 0,1 1 0,0-1 0,-1 0 0,1 0 0,-1 0 0,0 0 0,1 0 0,-1 0 0,0-1 0,0 1 0,1-1 0,-1 0 0,0 1 0,-1-1 0,1 0 0,0 0 0,0 0 0,1-4 0,0 0 0,0-1 0,0 1 0,-1-1 0,0 0 0,-1 0 0,1 1 0,-1-1 0,0 0 0,-1 0 0,0 0 0,-1-8 0,-1-11 0,-10-40 0,10 54 0,1 9 0,1 1 0,-1 0 0,0 0 0,1 0 0,-1 0 0,0 0 0,0 0 0,0 1 0,0-1 0,-1 0 0,1 0 0,0 1 0,-1-1 0,1 1 0,-1-1 0,0 1 0,1-1 0,-1 1 0,0 0 0,0 0 0,0 0 0,-3-1 0,-3 0 0,0 0 0,0 0 0,0 1 0,-14-1 0,-10-1 0,21 1 0,3 0 0,0 0 0,0 1 0,-11 0 0,18 1 0,-1 0 0,0 0 0,1 0 0,-1 0 0,1 1 0,-1-1 0,1 0 0,-1 1 0,1-1 0,-1 1 0,1 0 0,-1-1 0,1 1 0,-1 0 0,1 0 0,0 0 0,0 0 0,0 0 0,-1 0 0,1 0 0,0 0 0,-1 3 0,-9 21-1365,8-13-5461</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53.390"/>
    </inkml:context>
    <inkml:brush xml:id="br0">
      <inkml:brushProperty name="width" value="0.05" units="cm"/>
      <inkml:brushProperty name="height" value="0.05" units="cm"/>
      <inkml:brushProperty name="color" value="#00A0D7"/>
    </inkml:brush>
  </inkml:definitions>
  <inkml:trace contextRef="#ctx0" brushRef="#br0">269 780 24575,'-1'-38'0,"-1"0"0,-2 0 0,-1 1 0,-2-1 0,-2 1 0,-1 1 0,-20-46 0,-1 6 0,-107-229 0,128 285 0,8 14 0,0 1 0,-1 0 0,1 0 0,-6-7 0,8 12 0,0 0 0,0 0 0,0 0 0,0 0 0,0-1 0,-1 1 0,1 0 0,0 0 0,0 0 0,0 0 0,0 0 0,0 0 0,0 0 0,0 0 0,0 0 0,0 0 0,0 0 0,0 0 0,0 0 0,0 0 0,-1 0 0,1 0 0,0 0 0,0 0 0,0 0 0,0 0 0,0 0 0,0 0 0,0 0 0,0 0 0,0 0 0,0 0 0,0 0 0,-1 0 0,1 0 0,0 0 0,0 0 0,0 0 0,0 0 0,0 0 0,0 0 0,0 0 0,0 0 0,0 0 0,0 0 0,0 0 0,0 0 0,0 0 0,-1 1 0,1-1 0,0 0 0,0 0 0,0 0 0,0 0 0,0 0 0,0 0 0,0 0 0,0 0 0,0 0 0,0 0 0,0 0 0,0 1 0,0-1 0,0 0 0,0 0 0,0 0 0,0 0 0,0 0 0,0 0 0,0 8 0,2 18 0,1 0 0,13 50 0,24 51 0,-26-87 0,48 124 0,-52-143 0,1 0 0,1 0 0,0-1 0,2 0 0,21 23 0,-30-37 0,1-1 0,0 1 0,1-1 0,-1 0 0,1-1 0,0 0 0,0 0 0,0 0 0,1-1 0,7 3 0,-12-5 0,0-1 0,-1 1 0,1-1 0,0 1 0,0-1 0,-1 0 0,1 0 0,0 0 0,0 0 0,-1-1 0,1 1 0,0-1 0,-1 1 0,1-1 0,0 0 0,-1 0 0,1 0 0,-1-1 0,0 1 0,1-1 0,-1 1 0,0-1 0,0 0 0,0 0 0,0 1 0,0-2 0,0 1 0,-1 0 0,1 0 0,-1 0 0,1-1 0,1-4 0,0 0 0,-1 0 0,1 0 0,-2 0 0,1-1 0,-1 1 0,0-1 0,0-11 0,-5-53 0,4 72 0,0-1 0,-2-17 0,2 17 0,0 1 0,0-1 0,0 0 0,-1 0 0,1 1 0,0-1 0,0 0 0,-1 1 0,1-1 0,0 0 0,-1 1 0,1-1 0,0 0 0,-1 1 0,1-1 0,-1 1 0,1-1 0,-2 0 0,2 1 0,-1 0 0,1 0 0,0 1 0,-1-1 0,1 0 0,0 0 0,0 1 0,-1-1 0,1 0 0,0 1 0,0-1 0,-1 1 0,1-1 0,0 0 0,0 1 0,0-1 0,0 0 0,0 1 0,0-1 0,0 1 0,-1-1 0,1 1 0,0-1 0,0 0 0,1 1 0,-2 12 0,1-5 0,1 0 0,1 0 0,-1 0 0,1 0 0,1 0 0,-1 0 0,1-1 0,1 1 0,-1-1 0,1 0 0,5 7 0,-5-8 0,1 0 0,-1-1 0,1 0 0,0 0 0,0 0 0,1 0 0,-1-1 0,1 0 0,0 0 0,0 0 0,1-1 0,12 5 0,-16-7 0,-1-1 0,1 1 0,0 0 0,0-1 0,0 0 0,0 1 0,0-1 0,0-1 0,0 1 0,-1 0 0,1-1 0,0 1 0,0-1 0,0 0 0,0 0 0,-1 0 0,1 0 0,0 0 0,-1-1 0,1 1 0,-1-1 0,0 0 0,1 0 0,-1 1 0,0-2 0,0 1 0,0 0 0,0 0 0,-1-1 0,1 1 0,-1-1 0,1 1 0,-1-1 0,0 1 0,0-1 0,0 0 0,0 0 0,0-3 0,13-57 0,-14 62-23,0 1 0,0-1 0,0 1 0,0-1 0,1 1-1,-1 0 1,0-1 0,0 1 0,0-1 0,0 1 0,1 0 0,-1-1-1,0 1 1,0 0 0,1-1 0,-1 1 0,0 0 0,1-1 0,-1 1-1,0 0 1,1-1 0,-1 1 0,1 0 0,-1 0 0,0 0 0,1-1-1,-1 1 1,1 0 0,-1 0 0,0 0 0,1 0 0,-1 0 0,1 0-1,-1 0 1,1 0 0,-1 0 0,1 0 0,-1 0 0,0 0 0,1 0 0,-1 0-1,1 0 1,-1 0 0,1 1 0,-1-1 0,0 0 0,1 0 0,-1 0-1,0 1 1,1-1 0,-1 0 0,0 1 0,1-1 0,-1 0 0,0 1-1,1-1 1,-1 0 0,1 1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54.092"/>
    </inkml:context>
    <inkml:brush xml:id="br0">
      <inkml:brushProperty name="width" value="0.05" units="cm"/>
      <inkml:brushProperty name="height" value="0.05" units="cm"/>
      <inkml:brushProperty name="color" value="#00A0D7"/>
    </inkml:brush>
  </inkml:definitions>
  <inkml:trace contextRef="#ctx0" brushRef="#br0">1 1 24575,'101'367'0,"-68"-237"0,-24-99 0,-9-31 0,0 0 0,0 0 0,0 0 0,0 0 0,0 0 0,0 0 0,0 0 0,0 0 0,0 0 0,0 0 0,0 0 0,0 0 0,0 0 0,0 0 0,0 0 0,0-1 0,0 1 0,0 0 0,0 0 0,0 0 0,0 0 0,0 0 0,0 0 0,1 0 0,-1 0 0,0 0 0,0 0 0,0 0 0,0 0 0,0 0 0,0 0 0,0 0 0,0 0 0,0 0 0,0 0 0,0 0 0,0 0 0,0 0 0,0 0 0,0 0 0,0 0 0,1 0 0,-1 0 0,0 0 0,0 0 0,0 0 0,0 0 0,0 0 0,0 0 0,0 1 0,0-1 0,0 0 0,0 0 0,0 0 0,0 0 0,0 0 0,2-11 0,-1-13 0,-1 21 0,0 0 0,0 0 0,0 0 0,1 0 0,-1 0 0,1 0 0,0 0 0,0 0 0,0 1 0,2-6 0,-2 7 0,0 0 0,0 0 0,0 0 0,0 0 0,0 0 0,0 0 0,0 0 0,0 1 0,0-1 0,0 0 0,0 0 0,1 1 0,-1-1 0,0 1 0,1-1 0,-1 1 0,0 0 0,1 0 0,-1-1 0,0 1 0,1 0 0,-1 0 0,1 0 0,-1 0 0,3 1 0,11 2 0,1 1 0,25 10 0,-25-8 0,0 0 0,1-2 0,20 4 0,-33-7 0,0-1 0,1 0 0,-1 0 0,0 0 0,1 0 0,-1-1 0,0 1 0,0-1 0,1 0 0,-1-1 0,0 1 0,0-1 0,0 1 0,0-1 0,-1 0 0,1-1 0,4-3 0,-2 1 0,0-1 0,-1-1 0,5-6 0,-17 36 0,1 1 0,1 0 0,2 0 0,-2 35 0,5-47-108,-1-5-143,1 0-1,0-1 1,1 1-1,2 13 1,0-11-6575</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54.264"/>
    </inkml:context>
    <inkml:brush xml:id="br0">
      <inkml:brushProperty name="width" value="0.05" units="cm"/>
      <inkml:brushProperty name="height" value="0.05" units="cm"/>
      <inkml:brushProperty name="color" value="#00A0D7"/>
    </inkml:brush>
  </inkml:definitions>
  <inkml:trace contextRef="#ctx0" brushRef="#br0">1 1 24575,'0'2'0,"0"7"0,0 5 0,0 5 0,0 2 0,0 2 0,0-5-8191</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54.927"/>
    </inkml:context>
    <inkml:brush xml:id="br0">
      <inkml:brushProperty name="width" value="0.05" units="cm"/>
      <inkml:brushProperty name="height" value="0.05" units="cm"/>
      <inkml:brushProperty name="color" value="#00A0D7"/>
    </inkml:brush>
  </inkml:definitions>
  <inkml:trace contextRef="#ctx0" brushRef="#br0">195 75 24575,'-2'2'0,"0"-1"0,0 1 0,0-1 0,0 1 0,0 0 0,0 0 0,1-1 0,-1 1 0,1 1 0,-1-1 0,1 0 0,0 0 0,0 0 0,-1 4 0,-11 39 0,6-19 0,6-21 0,-1 0 0,0 0 0,0 0 0,-1-1 0,1 1 0,-1-1 0,0 1 0,-4 4 0,6-8 0,0 0 0,0 0 0,-1 0 0,1 0 0,0 0 0,-1 0 0,1 0 0,-1-1 0,1 1 0,-1-1 0,1 1 0,-1-1 0,0 1 0,1-1 0,-1 0 0,1 1 0,-1-1 0,0 0 0,1 0 0,-1 0 0,0-1 0,1 1 0,-1 0 0,0-1 0,1 1 0,-1-1 0,1 1 0,-1-1 0,-1-1 0,-3-1 0,0-1 0,1 0 0,0 0 0,0 0 0,0 0 0,0-1 0,1 0 0,0 0 0,0 0 0,0-1 0,1 1 0,-1-1 0,1 0 0,1 0 0,-3-7 0,3 10 0,1-1 0,0 0 0,0 1 0,0-1 0,1 0 0,-1 0 0,1 0 0,0 1 0,0-1 0,0 0 0,1 0 0,-1 0 0,1 1 0,0-1 0,0 0 0,0 0 0,0 1 0,1-1 0,0 1 0,-1-1 0,1 1 0,1 0 0,-1 0 0,0 0 0,1 0 0,4-4 0,-5 5 0,1 0 0,-1 1 0,0-1 0,0 1 0,1 0 0,-1 0 0,1 0 0,-1 0 0,1 0 0,0 1 0,-1-1 0,1 1 0,0-1 0,5 1 0,-4 1 0,1-1 0,0 1 0,0 0 0,-1 0 0,1 1 0,0-1 0,7 5 0,1 2 0,1 0 0,-1 1 0,23 21 0,-23-18 0,1 1 0,1 0 0,27 17 0,-42-29 0,1-1 0,-1 0 0,1 1 0,-1-1 0,0 0 0,1 0 0,-1 0 0,1 1 0,-1-1 0,1 0 0,-1 0 0,1 0 0,-1 0 0,1 0 0,-1 0 0,1 0 0,-1 0 0,1 0 0,0 0 0,-1 0 0,1 0 0,-1 0 0,1 0 0,-1-1 0,0 1 0,1 0 0,0-1 0,0 0 0,0 1 0,-1-1 0,1 0 0,-1 0 0,1 0 0,-1 0 0,1 0 0,-1 0 0,1 0 0,-1 0 0,0 0 0,0 0 0,1-1 0,0-6 0,-1 0 0,0-16 0,-1 18 0,1-2 0,0 0 0,1 0 0,0 0 0,0 0 0,0 0 0,1 1 0,5-12 0,-7 17 0,1 0 0,0 0 0,0 0 0,0 0 0,0 0 0,0 1 0,0-1 0,0 0 0,1 1 0,-1-1 0,1 1 0,-1-1 0,1 1 0,0 0 0,-1 0 0,1 0 0,0 0 0,0 0 0,0 0 0,0 0 0,0 0 0,0 1 0,0-1 0,0 1 0,0-1 0,0 1 0,0 0 0,0 0 0,0 0 0,0 0 0,0 0 0,0 1 0,3 0 0,7 2 0,0 1 0,0 1 0,-1 0 0,1 1 0,17 11 0,51 43 0,-68-51 0,55 47-1365,-57-49-5461</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55.661"/>
    </inkml:context>
    <inkml:brush xml:id="br0">
      <inkml:brushProperty name="width" value="0.05" units="cm"/>
      <inkml:brushProperty name="height" value="0.05" units="cm"/>
      <inkml:brushProperty name="color" value="#00A0D7"/>
    </inkml:brush>
  </inkml:definitions>
  <inkml:trace contextRef="#ctx0" brushRef="#br0">1 4 24575,'2'-3'0,"2"2"0,-1 4 0,-1 3 0,0 4 0,-1 2 0,2 2 0,1 1 0,-1 1 0,2-1 0,0 1 0,-1-4-8191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56.145"/>
    </inkml:context>
    <inkml:brush xml:id="br0">
      <inkml:brushProperty name="width" value="0.05" units="cm"/>
      <inkml:brushProperty name="height" value="0.05" units="cm"/>
      <inkml:brushProperty name="color" value="#00A0D7"/>
    </inkml:brush>
  </inkml:definitions>
  <inkml:trace contextRef="#ctx0" brushRef="#br0">1 0 24575,'2'0'0,"1"3"0,3 2 0,0 4 0,2 3 0,-1 1 0,1 2 0,1 0 0,0-2-8191</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3:57.456"/>
    </inkml:context>
    <inkml:brush xml:id="br0">
      <inkml:brushProperty name="width" value="0.05" units="cm"/>
      <inkml:brushProperty name="height" value="0.05" units="cm"/>
      <inkml:brushProperty name="color" value="#00A0D7"/>
    </inkml:brush>
  </inkml:definitions>
  <inkml:trace contextRef="#ctx0" brushRef="#br0">62 132 24575,'-8'-48'0,"7"36"0,-1 0 0,-1 0 0,-4-16 0,7 27 0,-1 0 0,1 0 0,0 0 0,0 0 0,-1 0 0,1 0 0,-1 0 0,1 0 0,-1 1 0,1-1 0,-1 0 0,0 0 0,1 0 0,-1 1 0,0-1 0,0 0 0,1 1 0,-1-1 0,0 1 0,0-1 0,0 1 0,0-1 0,0 1 0,0 0 0,0-1 0,1 1 0,-1 0 0,-1 0 0,1 0 0,0 0 0,0 1 0,0-1 0,0 1 0,0-1 0,0 1 0,0 0 0,0-1 0,0 1 0,1 0 0,-1 0 0,0 0 0,1-1 0,-1 1 0,1 0 0,-1 0 0,1 0 0,-1 0 0,1 0 0,-1 0 0,1 0 0,0 0 0,0 0 0,-1 0 0,1 0 0,0 2 0,-2 10 0,1 0 0,0 0 0,1-1 0,0 1 0,1 0 0,1 0 0,0 0 0,1-1 0,0 1 0,0-1 0,2 0 0,-1 0 0,2 0 0,-1 0 0,2-1 0,10 15 0,8 14-1365,-21-31-5461</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7:24.233"/>
    </inkml:context>
    <inkml:brush xml:id="br0">
      <inkml:brushProperty name="width" value="0.05" units="cm"/>
      <inkml:brushProperty name="height" value="0.05" units="cm"/>
      <inkml:brushProperty name="color" value="#E71224"/>
    </inkml:brush>
  </inkml:definitions>
  <inkml:trace contextRef="#ctx0" brushRef="#br0">1647 120 24575,'89'0'0,"-518"-37"0,4-1 0,352 38 0,-198-8 0,64-7 0,138 7 0,14 2 0,-56-1 0,92 7-99,13 0-16,1-1 0,-1 1 0,1 0-1,-1 1 1,0-1 0,1 1 0,0 0 0,-1 1 0,1-1 0,-7 3 0,3 3-6711</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7:25.806"/>
    </inkml:context>
    <inkml:brush xml:id="br0">
      <inkml:brushProperty name="width" value="0.05" units="cm"/>
      <inkml:brushProperty name="height" value="0.05" units="cm"/>
      <inkml:brushProperty name="color" value="#E71224"/>
    </inkml:brush>
  </inkml:definitions>
  <inkml:trace contextRef="#ctx0" brushRef="#br0">1845 46 24575,'19'-3'0,"-6"2"0,0-1 0,16-4 0,-70 2 0,-184-4 0,217 7 0,-320-19 0,305 20 0,-287 9 0,69 6 0,-53-9 0,226-14 0,41 4 0,-34 0 0,-218 5-1365,266-1-5461</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7:28.730"/>
    </inkml:context>
    <inkml:brush xml:id="br0">
      <inkml:brushProperty name="width" value="0.05" units="cm"/>
      <inkml:brushProperty name="height" value="0.05" units="cm"/>
      <inkml:brushProperty name="color" value="#E71224"/>
    </inkml:brush>
  </inkml:definitions>
  <inkml:trace contextRef="#ctx0" brushRef="#br0">1 91 24575,'51'-23'0,"23"-8"0,-56 27 0,-15 4 0,-1-1 0,1 1 0,-1-1 0,1 1 0,-1-1 0,1 0 0,-1 0 0,0 0 0,1 0 0,-1 0 0,0 0 0,0-1 0,0 1 0,0-1 0,0 1 0,2-3 0,-3 2 7,0 1-1,1 0 0,-1 0 0,0 0 1,0 0-1,1 0 0,-1 1 1,0-1-1,1 0 0,-1 0 1,1 1-1,-1-1 0,1 1 0,0 0 1,-1-1-1,1 1 0,-1 0 1,3 0-1,1 0-254,-1 0 1,0 0-1,1 0 1,-1 1-1,7 1 1,-1 2-6579</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7:32.555"/>
    </inkml:context>
    <inkml:brush xml:id="br0">
      <inkml:brushProperty name="width" value="0.05" units="cm"/>
      <inkml:brushProperty name="height" value="0.05" units="cm"/>
      <inkml:brushProperty name="color" value="#E71224"/>
    </inkml:brush>
  </inkml:definitions>
  <inkml:trace contextRef="#ctx0" brushRef="#br0">8038 75 24575,'0'0'0,"1"-1"0,-1 1 0,0-1 0,1 0 0,-1 1 0,0-1 0,0 0 0,0 1 0,1-1 0,-1 0 0,0 0 0,0 1 0,0-1 0,0 0 0,0 1 0,0-1 0,-1 0 0,1 1 0,0-1 0,0 0 0,0 1 0,-1-1 0,1 0 0,0 1 0,0-1 0,-1 0 0,1 1 0,-1-1 0,1 1 0,-1-1 0,1 1 0,-1-1 0,1 1 0,-1-1 0,1 1 0,-1 0 0,1-1 0,-1 1 0,0 0 0,1-1 0,-1 1 0,0 0 0,1 0 0,-2-1 0,-4 0 0,0-1 0,0 1 0,0 1 0,-7-1 0,4 0 0,-34-5 0,24 3 0,-26-1 0,29 2 0,-26-4 0,25 3 0,-26-1 0,21 3 0,-119 3 0,122 0 0,-35 10 0,38-7 0,-1-2 0,1 0 0,-23 2 0,-184-5 0,96-1 0,104 0 0,-31-6 0,-16 0 0,43 6 0,-129 2 0,107 6 0,31-3 0,-33 0 0,-5-3 0,-115-3 0,115-5 0,35 4 0,-30-2 0,4 5 0,-103 1 0,95 7 0,34-5 0,-31 1 0,25-2 0,-35 5 0,48-5 0,-46 3 0,36-3 0,-24 4 0,-10 0 0,40-5 0,-30 6 0,23-3 0,1-1 0,-1-1 0,-48-4 0,19 1 0,26 2 0,-32 6 0,42-4 0,-1-1 0,1 0 0,-1-1 0,-36-4 0,18-3 0,0 2 0,-42 1 0,65 2 0,-1 0 0,-17-4 0,-19-2 0,-37 7 0,-21-1 0,69-6 0,29 4 0,0 1 0,-16-1 0,-100-5 0,3-8 0,51 6 0,-107 0 0,127 11 0,-84-2 0,83-6 0,31 3 0,-33 0 0,-257 4 0,291 2 0,-39 6 0,28-3 0,-2 1 0,14-2 0,-41 2 0,-275-7 0,316 0 0,-31-6 0,29 4 0,-22-1 0,-212 4 0,239 1 0,-33 6 0,33-4 0,-31 2 0,-587-6 0,624 2 0,-1 1 0,1 0 0,-1 0 0,1 2 0,0-1 0,-18 9 0,-12 4 0,29-12 0,0 0 0,0-1 0,-1 0 0,1-2 0,0 1 0,-1-1 0,-14-1 0,-39-10 0,32 4 0,-53-9 0,51 9 0,17 3 0,-41-3 0,21 6 0,-68 1 0,91 2 0,-1 0 0,-22 7 0,-17 4 0,27-8 0,20-3 0,0-1 0,-14 1 0,-25 4 0,36-4 0,-1-1 0,-13 1 0,3-2 0,-41 7 0,30-4 0,-1-1 0,-66-3 0,38-1 0,12 1 0,-58-1 0,67-5 0,34 4 0,-1 0 0,1 1 0,-1 0 0,1 1 0,-1 0 0,1 0 0,-15 3 0,11 0-273,0 0 0,1 1 0,-1 0 0,-18 9 0,21-7-6553</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7:53.091"/>
    </inkml:context>
    <inkml:brush xml:id="br0">
      <inkml:brushProperty name="width" value="0.05" units="cm"/>
      <inkml:brushProperty name="height" value="0.05" units="cm"/>
      <inkml:brushProperty name="color" value="#E71224"/>
    </inkml:brush>
  </inkml:definitions>
  <inkml:trace contextRef="#ctx0" brushRef="#br0">3891 16 24575,'54'2'0,"-25"-1"0,0-1 0,43-5 0,-60 1 0,-12 4 0,0 0 0,0 0 0,0 0 0,0-1 0,0 1 0,0 0 0,0 0 0,0 0 0,0 0 0,0 0 0,0 0 0,0 0 0,0 0 0,0-1 0,0 1 0,0 0 0,0 0 0,0 0 0,0 0 0,0 0 0,0 0 0,0 0 0,0 0 0,0-1 0,0 1 0,0 0 0,0 0 0,-1 0 0,1 0 0,0 0 0,0 0 0,0 0 0,0 0 0,0 0 0,0 0 0,0 0 0,0 0 0,0 0 0,-1 0 0,1 0 0,0 0 0,0 0 0,0 0 0,0 0 0,0 0 0,0 0 0,0 0 0,-1 0 0,-1-1 0,-1 0 0,1 1 0,-1 0 0,1-1 0,-1 1 0,1 0 0,-4 1 0,-14 1 0,4 1 0,-1 0 0,0-2 0,0 0 0,0-1 0,-32-4 0,5-2 0,-1 2 0,-89 3 0,60 3 0,55-1 0,-32 5 0,31-2 0,-24 0 0,-19-4 0,31-1 0,1 1 0,-35 6 0,20 0 0,0-2 0,-1-2 0,-47-5 0,23-4 0,-24-1 0,53 7 0,-182 3 0,159 5 0,-19 1 0,63-8 0,-232-1 0,178-6 0,-23-1 0,-255 8 0,257 8 0,8 0 0,-78-10 0,-67 4 0,159 5 0,-27 1 0,-201-9 0,288 2 0,-1 0 0,-16 4 0,-20 2 0,-84-6 0,71-1 0,49-1 0,1 0 0,-18-5 0,17 3 0,-26-1 0,23 3 0,-126 2 0,132 2-1365,2 0-5461</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01.294"/>
    </inkml:context>
    <inkml:brush xml:id="br0">
      <inkml:brushProperty name="width" value="0.05" units="cm"/>
      <inkml:brushProperty name="height" value="0.05" units="cm"/>
      <inkml:brushProperty name="color" value="#E71224"/>
    </inkml:brush>
  </inkml:definitions>
  <inkml:trace contextRef="#ctx0" brushRef="#br0">3722 179 24575,'1'0'0,"-1"-1"0,0 1 0,0 0 0,0 0 0,0 0 0,1 0 0,-1 0 0,0-1 0,0 1 0,0 0 0,0 0 0,0 0 0,0-1 0,1 1 0,-1 0 0,0 0 0,0 0 0,0-1 0,0 1 0,0 0 0,0 0 0,0-1 0,0 1 0,0 0 0,0 0 0,0 0 0,0-1 0,0 1 0,0 0 0,0 0 0,0-1 0,0 1 0,-1 0 0,1 0 0,0-1 0,-8-3 0,-13 1 0,20 3 0,-68 0 0,49 1 0,1-1 0,-1-1 0,-32-5 0,30 2 0,1 1 0,-1 2 0,0 0 0,0 1 0,0 1 0,-41 7 0,16-3 0,1-2 0,-66-4 0,36 0 0,-48-7 0,3 1 0,22-1 0,3 1 0,-280 7 0,356 1 0,-32 6 0,31-4 0,-30 2 0,-4-5 0,-143-1 0,116-6 0,-27-1 0,-177 8 0,200 8 0,11-1 0,-23 0 0,-22 1 0,70-7 0,-88-3 0,66-6 0,26 1 0,4 1 0,22 3 0,-30-2 0,-48-2 0,-7-1 0,91 7 0,1 0 0,-18-5 0,22 4 0,0 0 0,-1 0 0,1 1 0,0 1 0,-1 0 0,-12 1 0,20 1 0,6 2 0,10 3 0,-13-6 0,14 5 0,0-1 0,-1-1 0,2 0 0,-1 0 0,21 1 0,113 7 0,220 13 0,-119-7 0,331-21 0,-230-15 0,-254 15 0,78-6 0,-32 2 0,6 0 0,-16 0 0,12-1 0,179-22 0,-33 24 0,-181 7 0,-89 0 0,32 5 0,-32-2 0,29 0 0,-30-4 0,-15 0 0,-15 0 0,-64 0 0,-173-9 0,-2 2 0,12 2 0,61-6 0,36 4 0,-43-1 0,21 1 0,-32 0 0,-21-1 0,19 4 0,51 2 0,48-5 0,-29-1 0,-22 1 0,-6 0 0,30-1 0,-1 1 0,-94 16 0,37 7 0,-32-10 0,142-7 0,66 1 15,0 0 0,1 1 0,-1 0 0,0 0 0,1 0 0,-1 0 0,-5 3 0,9-3-98,-1 0 1,1 0-1,0 1 1,0-1-1,-1 1 1,1-1-1,0 1 1,1-1-1,-1 1 1,0 0-1,0 0 1,1 0-1,-1 0 1,1 0-1,-1 1 1,1-1-1,-1 4 1,-2 5-6744</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02.250"/>
    </inkml:context>
    <inkml:brush xml:id="br0">
      <inkml:brushProperty name="width" value="0.05" units="cm"/>
      <inkml:brushProperty name="height" value="0.05" units="cm"/>
      <inkml:brushProperty name="color" value="#E71224"/>
    </inkml:brush>
  </inkml:definitions>
  <inkml:trace contextRef="#ctx0" brushRef="#br0">1 33 24575,'66'-17'0,"-39"10"0,-6 3 0,0 2 0,0 0 0,1 1 0,26 3 0,-3-1 0,872 0 0,-763 6 0,-12 1 0,47-1 0,27 1 0,519-9 0,-561-7 0,-3 1 0,-161 7 0,307 9 0,-159 7 0,-103-11 0,26 4 0,-54-5 0,0-1 0,0-2 0,53-4 0,-60-2 120,-13 3-321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04.638"/>
    </inkml:context>
    <inkml:brush xml:id="br0">
      <inkml:brushProperty name="width" value="0.05" units="cm"/>
      <inkml:brushProperty name="height" value="0.05" units="cm"/>
      <inkml:brushProperty name="color" value="#E71224"/>
    </inkml:brush>
  </inkml:definitions>
  <inkml:trace contextRef="#ctx0" brushRef="#br0">543 30 24575,'1'0'0,"-1"-1"0,1 0 0,-1 1 0,1-1 0,-1 0 0,0 0 0,1 0 0,-1 1 0,0-1 0,0 0 0,0 0 0,1 0 0,-1 0 0,0 0 0,0 0 0,0 1 0,0-1 0,0 0 0,-1 0 0,1 0 0,0 0 0,0 0 0,0 1 0,-1-1 0,1 0 0,-1 0 0,1 0 0,0 1 0,-2-2 0,1 1 0,0 1 0,-1-1 0,1 0 0,-1 1 0,1-1 0,-1 1 0,1 0 0,-1-1 0,1 1 0,-1 0 0,1 0 0,-1 0 0,1 0 0,-1 0 0,1 1 0,-1-1 0,-1 1 0,-29 7 0,1 1 0,-54 24 0,53-20 0,-29 14 0,0 2 0,-59 40 0,46-22-1365,56-33-5461</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05.543"/>
    </inkml:context>
    <inkml:brush xml:id="br0">
      <inkml:brushProperty name="width" value="0.05" units="cm"/>
      <inkml:brushProperty name="height" value="0.05" units="cm"/>
      <inkml:brushProperty name="color" value="#E71224"/>
    </inkml:brush>
  </inkml:definitions>
  <inkml:trace contextRef="#ctx0" brushRef="#br0">327 32 24575,'-11'-16'0,"10"15"0,0-1 0,1 1 0,-1 0 0,0-1 0,0 1 0,0 0 0,0 0 0,0 0 0,0 0 0,-2-2 0,2 3 0,0 0 0,0 0 0,0-1 0,0 1 0,0 0 0,0 0 0,0 0 0,0 0 0,0 0 0,0 1 0,0-1 0,0 0 0,0 0 0,0 1 0,1-1 0,-1 0 0,0 1 0,0-1 0,0 1 0,0-1 0,1 1 0,-2 0 0,-16 13 0,1 0 0,0 1 0,-27 33 0,7-9 0,-3-1 0,-15 14 0,48-44 0,0 0 0,1 1 0,0-1 0,-10 20 0,14-23 0,0 0 0,0 0 0,1 0 0,0 0 0,0 1 0,0-1 0,0 10 0,1-14 0,0 0 0,0 0 0,0 1 0,0-1 0,0 0 0,0 0 0,0 1 0,0-1 0,1 0 0,-1 0 0,0 0 0,1 0 0,-1 0 0,1 0 0,0 1 0,-1-1 0,1 0 0,0-1 0,-1 1 0,1 0 0,0 0 0,0 0 0,0 0 0,0 0 0,0-1 0,0 1 0,0-1 0,0 1 0,0 0 0,0-1 0,0 0 0,0 1 0,1-1 0,-1 0 0,0 1 0,0-1 0,0 0 0,1 0 0,1 0 0,60-6 0,-40 2 0,39 1 0,26 10 133,-16 0-1631,-55-6-5328</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06.435"/>
    </inkml:context>
    <inkml:brush xml:id="br0">
      <inkml:brushProperty name="width" value="0.05" units="cm"/>
      <inkml:brushProperty name="height" value="0.05" units="cm"/>
      <inkml:brushProperty name="color" value="#E71224"/>
    </inkml:brush>
  </inkml:definitions>
  <inkml:trace contextRef="#ctx0" brushRef="#br0">10 42 24575,'-8'-23'0,"6"21"0,6 14 0,4 8 0,-1-1 0,2 0 0,1 0 0,16 24 0,-23-38 0,1 0 0,0 0 0,0 0 0,1 0 0,0-1 0,-1 1 0,1-1 0,1 0 0,-1-1 0,0 1 0,1-1 0,0 0 0,0-1 0,0 1 0,0-1 0,0 0 0,0-1 0,10 2 0,-14-3 0,0 0 0,-1 0 0,1 0 0,0 0 0,0-1 0,-1 1 0,1 0 0,0-1 0,-1 1 0,1-1 0,-1 0 0,1 0 0,0 1 0,-1-1 0,0 0 0,1 0 0,-1-1 0,0 1 0,1 0 0,-1 0 0,0 0 0,0-1 0,0 1 0,0-1 0,0 1 0,0-1 0,0 1 0,-1-1 0,1 0 0,-1 1 0,1-1 0,-1 0 0,1-1 0,1-7 0,-1 0 0,0-1 0,0 1 0,-2-14 0,1 17 0,-2-22 0,1 17 0,0 0 0,1 0 0,2-16 0,-2 27 0,0 1 0,0 0 0,0 0 0,0 0 0,0 0 0,0 0 0,0 0 0,1 0 0,-1 0 0,0 0 0,0 0 0,0 0 0,0 0 0,0 0 0,0-1 0,0 1 0,0 0 0,0 0 0,0 0 0,0 0 0,0 0 0,0 0 0,0 0 0,0 0 0,0 0 0,1 0 0,-1 0 0,0 0 0,0 0 0,0 0 0,0 0 0,0 0 0,0 0 0,0 0 0,0 0 0,0 0 0,0 0 0,0 0 0,0 0 0,1 0 0,-1 0 0,0 0 0,0 0 0,0 0 0,0 0 0,0 0 0,0 0 0,0 0 0,0 0 0,0 0 0,0 0 0,0 1 0,0-1 0,0 0 0,0 0 0,0 0 0,1 0 0,5 6 0,4 9 0,-2-1 0,5 6 0,15 20 0,-24-35 0,1 0 0,-1 0 0,1-1 0,0 0 0,0 0 0,0 0 0,0 0 0,12 5 0,-16-8 0,0-1 0,1 1 0,-1 0 0,0-1 0,1 0 0,-1 1 0,0-1 0,1 0 0,-1 0 0,1 0 0,-1 0 0,0 0 0,1 0 0,-1 0 0,1 0 0,-1 0 0,0-1 0,1 1 0,-1-1 0,0 1 0,1-1 0,1 0 0,-2-1 0,1 1 0,-1-1 0,1 1 0,-1-1 0,0 0 0,0 0 0,1 1 0,-1-1 0,0 0 0,-1 0 0,1 0 0,0 0 0,0-3 0,1-6 0,0 0 0,-1 0 0,0 0 0,-1-15 0,0 22 0,0 0 0,0 0 0,0 0 0,1 0 0,-1 1 0,1-1 0,0 0 0,3-7 0,-4 10 0,1 0 0,0 0 0,-1 0 0,1 0 0,0 0 0,0 1 0,-1-1 0,1 0 0,0 0 0,0 0 0,0 1 0,0-1 0,0 0 0,1 1 0,-1-1 0,0 1 0,0-1 0,0 1 0,0 0 0,0 0 0,1-1 0,-1 1 0,0 0 0,0 0 0,1 0 0,-1 0 0,0 0 0,0 0 0,0 1 0,1-1 0,1 1 0,6 2 0,1 1 0,-1 0 0,0 1 0,0-1 0,-1 2 0,14 9 0,7 5 0,8 5-682,39 33-1,-67-51-6143</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06.922"/>
    </inkml:context>
    <inkml:brush xml:id="br0">
      <inkml:brushProperty name="width" value="0.05" units="cm"/>
      <inkml:brushProperty name="height" value="0.05" units="cm"/>
      <inkml:brushProperty name="color" value="#E71224"/>
    </inkml:brush>
  </inkml:definitions>
  <inkml:trace contextRef="#ctx0" brushRef="#br0">170 27 24575,'-13'-5'0,"-8"-2"0,-22-4 0,37 9 0,1 1 0,-1 1 0,1-1 0,-1 1 0,1 0 0,-1 0 0,0 1 0,1 0 0,-8 2 0,11-3 0,0 1 0,1-1 0,-1 1 0,1 0 0,-1-1 0,1 1 0,-1 0 0,1 0 0,-1 0 0,1 0 0,0 1 0,0-1 0,0 0 0,-1 1 0,1-1 0,0 0 0,1 1 0,-1-1 0,0 1 0,0-1 0,1 1 0,-1 0 0,1-1 0,-1 1 0,1 0 0,-1-1 0,1 1 0,0 0 0,0 0 0,0-1 0,0 1 0,0 0 0,1-1 0,-1 1 0,1 3 0,0-1 0,1 1 0,-1-1 0,1 0 0,0 0 0,0 0 0,0 0 0,1-1 0,-1 1 0,1-1 0,0 1 0,0-1 0,0 0 0,4 3 0,-1-2 0,0 0 0,0 0 0,0-1 0,1 1 0,-1-2 0,1 1 0,0-1 0,0 0 0,0 0 0,14 1 0,-17-3 0,-1 0 0,0 0 0,1 0 0,-1 0 0,0-1 0,1 0 0,-1 1 0,0-1 0,0 0 0,1-1 0,-1 1 0,0-1 0,0 1 0,0-1 0,-1 0 0,1 0 0,0 0 0,-1 0 0,1-1 0,-1 1 0,0-1 0,0 1 0,0-1 0,0 0 0,2-3 0,-1-1 0,-1 1 0,1-1 0,-1 0 0,-1 1 0,1-1 0,-1 0 0,0-9 0,0 5 0,-1 10 0,0 0 0,0 1 0,0-1 0,0 1 0,0-1 0,0 1 0,0-1 0,0 0 0,1 1 0,-1-1 0,0 1 0,0-1 0,0 1 0,1-1 0,-1 1 0,0-1 0,0 1 0,1-1 0,-1 1 0,0-1 0,1 1 0,-1 0 0,1-1 0,0 1 0,-1 0 0,1 0 0,-1 0 0,1 1 0,-1-1 0,0 0 0,1 0 0,-1 1 0,1-1 0,-1 0 0,1 1 0,-1-1 0,0 1 0,1-1 0,-1 1 0,0-1 0,0 1 0,1-1 0,-1 1 0,12 28 0,15 56-1365,-24-75-5461</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07.518"/>
    </inkml:context>
    <inkml:brush xml:id="br0">
      <inkml:brushProperty name="width" value="0.05" units="cm"/>
      <inkml:brushProperty name="height" value="0.05" units="cm"/>
      <inkml:brushProperty name="color" value="#E71224"/>
    </inkml:brush>
  </inkml:definitions>
  <inkml:trace contextRef="#ctx0" brushRef="#br0">150 20 24575,'-2'0'0,"-12"-5"0,-1 0 0,-27-3 0,39 7 0,0 1 0,-1-1 0,1 1 0,0 0 0,-1 0 0,1 1 0,0-1 0,0 0 0,-1 1 0,1 0 0,0 0 0,0 0 0,0 0 0,0 1 0,0-1 0,0 1 0,0 0 0,0-1 0,-3 5 0,5-5 0,0 0 0,0 1 0,0-1 0,0 0 0,0 1 0,0 0 0,1-1 0,-1 1 0,0-1 0,1 1 0,-1 0 0,1-1 0,0 1 0,0 0 0,0 0 0,0 2 0,0 0 0,0 0 0,1-1 0,0 1 0,0 0 0,0 0 0,0 0 0,3 3 0,-1 0 0,1 0 0,0 0 0,0-1 0,1 0 0,0 1 0,10 9 0,-7-9 0,1-1 0,-1 0 0,1 0 0,0-1 0,0 0 0,1-1 0,0 0 0,0 0 0,0-1 0,0 0 0,0-1 0,0 0 0,12 0 0,-20-2 0,1 0 0,-1 0 0,1 0 0,-1-1 0,0 1 0,1-1 0,-1 0 0,0 1 0,1-1 0,-1 0 0,0 0 0,0 0 0,0-1 0,0 1 0,0 0 0,0-1 0,0 0 0,2-2 0,-2 1 0,1 0 0,-1 0 0,-1 0 0,1-1 0,0 1 0,-1 0 0,0-1 0,0 0 0,0 1 0,0-1 0,0-3 0,0-2 0,0 1 0,-1-1 0,-1 1 0,1-1 0,-1 1 0,-1-1 0,1 1 0,-1 0 0,-6-15 0,-1 11 0,9 12 0,0 0 0,0 0 0,0 0 0,0 0 0,-1 0 0,1 0 0,0 0 0,0 0 0,0 0 0,0 0 0,0 0 0,-1 0 0,1 0 0,0 0 0,0 0 0,0 0 0,0 0 0,0 0 0,-1 0 0,1 1 0,0-1 0,0 0 0,0 0 0,0 0 0,0 0 0,0 0 0,0 0 0,-1 0 0,1 1 0,0-1 0,0 0 0,0 0 0,0 0 0,0 0 0,0 1 0,0-1 0,0 0 0,0 0 0,0 0 0,0 1 0,-1 2 0,1 0 0,0 0 0,0 0 0,0 0 0,0 1 0,1 3 0,14 60 0,30 86 0,5 21 0,-44-146 0,-1 0 0,-1 1 0,-1-1 0,-2 37 0,-1-61 0,-1 1 0,1-1 0,-1 0 0,0 0 0,0 1 0,0-1 0,0 0 0,-1 0 0,0 0 0,1 0 0,-1 0 0,-1-1 0,1 1 0,-1 0 0,1-1 0,-5 4 0,3-3 0,-1-1 0,1 0 0,-1 0 0,0 0 0,0-1 0,0 1 0,0-1 0,-1-1 0,1 1 0,0-1 0,-1 1 0,-5-1 0,2 0 0,1 0 0,-1 0 0,0-1 0,1-1 0,-1 1 0,1-1 0,-1-1 0,1 1 0,-1-2 0,1 1 0,0-1 0,-9-4 0,13 4 0,-1 1 0,1-1 0,0 0 0,0 0 0,0 0 0,1-1 0,-1 1 0,1-1 0,0 0 0,0 0 0,0 0 0,0 0 0,1-1 0,0 1 0,0-1 0,0 1 0,0-1 0,1 0 0,0 0 0,0 0 0,0 0 0,0-6 0,1 5 0,0-1 0,1 0 0,0 1 0,0-1 0,0 1 0,1 0 0,0-1 0,0 1 0,0 0 0,1 0 0,0 0 0,1 0 0,-1 1 0,1-1 0,0 1 0,8-8 0,-2 3 0,1-1 0,0 2 0,1 0 0,0 0 0,1 1 0,17-9 0,-19 12-455,0 0 0,16-5 0,-14 7-6371</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08.643"/>
    </inkml:context>
    <inkml:brush xml:id="br0">
      <inkml:brushProperty name="width" value="0.05" units="cm"/>
      <inkml:brushProperty name="height" value="0.05" units="cm"/>
      <inkml:brushProperty name="color" value="#E71224"/>
    </inkml:brush>
  </inkml:definitions>
  <inkml:trace contextRef="#ctx0" brushRef="#br0">194 181 24575,'-3'-6'0,"-7"-24"0,-17-31 0,23 53 0,0 1 0,-1 0 0,0 0 0,0 0 0,0 0 0,-1 1 0,0-1 0,0 1 0,-9-5 0,14 9 0,-1 1 0,0 0 0,0 0 0,0 0 0,0 0 0,0 0 0,0 1 0,0-1 0,0 0 0,0 1 0,0 0 0,0-1 0,0 1 0,0 0 0,0 0 0,0 0 0,0 1 0,0-1 0,0 0 0,-1 1 0,1-1 0,0 1 0,0 0 0,1 0 0,-1-1 0,0 1 0,0 1 0,0-1 0,1 0 0,-1 0 0,0 1 0,1-1 0,-1 1 0,1-1 0,0 1 0,-1-1 0,-1 4 0,0 0 0,1-1 0,-1 0 0,1 1 0,0-1 0,0 1 0,1 0 0,-1 0 0,1 0 0,0 0 0,0 0 0,1 0 0,0 0 0,-1 0 0,2 0 0,0 5 0,0-4 0,1 1 0,1-1 0,-1 0 0,1 0 0,0 0 0,1 0 0,-1 0 0,1-1 0,0 1 0,0-1 0,1 0 0,0-1 0,0 1 0,6 4 0,10 6 0,0-1 0,31 14 0,-46-24 0,36 15 0,-22-10 0,20 12 0,-39-21 0,-1 0 0,1 1 0,0-1 0,0 1 0,-1-1 0,1 0 0,0 1 0,-1-1 0,1 1 0,0 0 0,-1-1 0,1 1 0,-1-1 0,1 1 0,-1 0 0,1-1 0,-1 1 0,0 0 0,1 0 0,-1-1 0,0 1 0,1 1 0,-2-1 0,1 0 0,0-1 0,-1 1 0,1-1 0,-1 1 0,1-1 0,-1 0 0,1 1 0,-1-1 0,1 1 0,-1-1 0,1 0 0,-1 1 0,1-1 0,-1 0 0,0 0 0,1 1 0,-1-1 0,1 0 0,-1 0 0,-1 0 0,-7 1 0,0 1 0,-14-2 0,-2 0 0,1 2 0,-31 4 0,26-2-1365,17-3-5461</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09.175"/>
    </inkml:context>
    <inkml:brush xml:id="br0">
      <inkml:brushProperty name="width" value="0.05" units="cm"/>
      <inkml:brushProperty name="height" value="0.05" units="cm"/>
      <inkml:brushProperty name="color" value="#E71224"/>
    </inkml:brush>
  </inkml:definitions>
  <inkml:trace contextRef="#ctx0" brushRef="#br0">154 70 24575,'-10'-8'0,"0"0"0,0 0 0,-1 1 0,0 1 0,0 0 0,-1 0 0,0 1 0,-13-4 0,24 9 0,-1 0 0,1-1 0,-1 1 0,1 0 0,0-1 0,-1 1 0,1 0 0,-1 0 0,1 0 0,0 1 0,-1-1 0,1 0 0,-1 0 0,1 1 0,0-1 0,-1 1 0,1-1 0,0 1 0,0 0 0,-1-1 0,1 1 0,-2 1 0,2 0 0,0-1 0,0 1 0,0-1 0,1 1 0,-1-1 0,0 1 0,1 0 0,-1-1 0,1 1 0,0 0 0,-1 0 0,1-1 0,0 1 0,0 0 0,0 3 0,1 1 0,0 0 0,0 0 0,0 0 0,1 0 0,0-1 0,0 1 0,0 0 0,1-1 0,5 9 0,-2-6 0,1-1 0,0 1 0,0-1 0,1-1 0,0 1 0,13 7 0,-15-10 0,-1-1 0,1 0 0,-1-1 0,1 0 0,0 1 0,0-2 0,0 1 0,0-1 0,1 0 0,-1 0 0,10 0 0,-14-2 0,-1 1 0,1 0 0,-1 0 0,0-1 0,1 1 0,-1-1 0,0 1 0,1-1 0,-1 1 0,0-1 0,0 0 0,1 0 0,-1 1 0,0-1 0,0 0 0,0 0 0,0 0 0,0 0 0,0-1 0,0 1 0,-1 0 0,1 0 0,0 0 0,-1-1 0,1 1 0,-1 0 0,1-1 0,-1 1 0,1 0 0,-1-3 0,1-5 0,0 1 0,-1-1 0,0 1 0,-1-10 0,0 5 0,1-2 0,-1 0 0,-1 1 0,0-1 0,-6-20 0,8 35 0,0 0 0,0 0 0,0 0 0,0 0 0,0 0 0,0 0 0,0 0 0,0 0 0,0 0 0,0 0 0,0 0 0,0 0 0,0 0 0,0 0 0,0 0 0,0 0 0,0 0 0,-1 0 0,1 0 0,0 0 0,0 0 0,0 0 0,0 0 0,0 0 0,0 0 0,0 0 0,0 0 0,0 0 0,0 0 0,0 0 0,0 0 0,0 0 0,0 0 0,0 0 0,0 0 0,0 0 0,0 0 0,0 0 0,0 0 0,0 0 0,0 0 0,0 0 0,0 0 0,0 0 0,0 0 0,-1 6 0,2 11 0,10 25 0,2-1 0,25 54 0,47 76 0,-23-50 0,-56-111-67,-5-8-26,0 0 1,1 0-1,-1 0 0,0 0 0,0 0 1,0 0-1,0 0 0,0 0 1,-1 0-1,1 1 0,-1-1 0,1 0 1,-1 4-1</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09.662"/>
    </inkml:context>
    <inkml:brush xml:id="br0">
      <inkml:brushProperty name="width" value="0.05" units="cm"/>
      <inkml:brushProperty name="height" value="0.05" units="cm"/>
      <inkml:brushProperty name="color" value="#E71224"/>
    </inkml:brush>
  </inkml:definitions>
  <inkml:trace contextRef="#ctx0" brushRef="#br0">1 3 24575,'27'38'0,"-13"-17"0,24 27 0,-33-42 0,1 0 0,0-1 0,0 0 0,1 0 0,-1 0 0,1-1 0,0 0 0,12 5 0,-17-8 0,0 0 0,0 0 0,-1-1 0,1 1 0,0-1 0,0 0 0,0 1 0,0-1 0,0 0 0,-1 0 0,1 0 0,0 0 0,0 0 0,0-1 0,0 1 0,0-1 0,0 1 0,-1-1 0,1 0 0,3-1 0,-3 0 0,-1 1 0,1-1 0,-1 1 0,1-1 0,-1 0 0,0 1 0,0-1 0,0 0 0,0 0 0,0 0 0,0 0 0,0 0 0,-1 0 0,1 0 0,-1 0 0,1 0 0,-1 0 0,0-3 0,1-11 0,0 0 0,-2 0 0,1 0 0,-2 0 0,-4-16 0,7 25 0,4 10 0,7 11 0,14 22 0,2-1 0,52 51 0,-69-76-1365,-2-3-5461</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10.154"/>
    </inkml:context>
    <inkml:brush xml:id="br0">
      <inkml:brushProperty name="width" value="0.05" units="cm"/>
      <inkml:brushProperty name="height" value="0.05" units="cm"/>
      <inkml:brushProperty name="color" value="#E71224"/>
    </inkml:brush>
  </inkml:definitions>
  <inkml:trace contextRef="#ctx0" brushRef="#br0">152 14 24575,'-11'-3'0,"-1"0"0,1 0 0,-1 1 0,1 1 0,-22 0 0,30 1 0,0 0 0,1 0 0,-1 0 0,1 1 0,-1-1 0,1 1 0,-1 0 0,1 0 0,-1 0 0,1 0 0,0 0 0,-1 0 0,1 1 0,0-1 0,0 1 0,0 0 0,0-1 0,0 1 0,1 0 0,-1 0 0,0 0 0,1 0 0,0 1 0,-1-1 0,1 0 0,0 0 0,0 1 0,0-1 0,0 1 0,1-1 0,-1 1 0,0 4 0,1-2 0,0 1 0,0 0 0,0-1 0,1 1 0,0-1 0,0 1 0,1-1 0,-1 1 0,1-1 0,0 0 0,1 1 0,-1-1 0,1 0 0,0-1 0,0 1 0,0 0 0,1-1 0,0 0 0,4 5 0,-3-5 0,0 1 0,0-1 0,0 0 0,0-1 0,1 1 0,-1-1 0,1 0 0,0 0 0,0-1 0,0 0 0,0 0 0,0 0 0,0-1 0,1 0 0,-1 0 0,12 0 0,-17-1 0,0 0 0,1-1 0,-1 1 0,1 0 0,-1-1 0,1 1 0,-1-1 0,0 0 0,1 1 0,-1-1 0,0 0 0,0 0 0,1 0 0,-1 0 0,0 0 0,0 0 0,0 0 0,0 0 0,0 0 0,0-1 0,-1 1 0,1 0 0,0-1 0,-1 1 0,1 0 0,-1-1 0,1 1 0,-1-1 0,0 1 0,1-1 0,-1-1 0,1-6 0,0-1 0,-1 0 0,-2-17 0,1 11 0,0 8 0,1-15 0,0 22 0,0 0 0,0 0 0,0 0 0,0 0 0,0 0 0,0 0 0,0 0 0,1 0 0,-1 0 0,1 0 0,-1 0 0,0 0 0,1 1 0,0-1 0,-1 0 0,2-1 0,-2 1 0,1 1 0,0 0 0,-1 0 0,1 0 0,-1 0 0,1 0 0,0 0 0,-1 0 0,1 0 0,-1 0 0,1 0 0,0 0 0,-1 0 0,1 0 0,-1 0 0,1 1 0,0-1 0,-1 0 0,1 0 0,-1 1 0,1-1 0,-1 0 0,1 1 0,-1-1 0,1 1 0,0 0 0,13 13 0,-12-13 0,35 49 0,-28-37 0,0 0 0,22 23 0,-26-32-151,-1 0-1,1-1 0,0 1 0,1-1 1,-1 0-1,0 0 0,1-1 1,5 3-1,2-2-6674</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10.701"/>
    </inkml:context>
    <inkml:brush xml:id="br0">
      <inkml:brushProperty name="width" value="0.05" units="cm"/>
      <inkml:brushProperty name="height" value="0.05" units="cm"/>
      <inkml:brushProperty name="color" value="#E71224"/>
    </inkml:brush>
  </inkml:definitions>
  <inkml:trace contextRef="#ctx0" brushRef="#br0">104 351 24575,'0'0'0,"0"0"0,1 0 0,-1 0 0,0 0 0,1 0 0,-1 0 0,1 0 0,-1 0 0,0 0 0,1 0 0,-1 0 0,0 0 0,1 0 0,-1-1 0,0 1 0,1 0 0,-1 0 0,0 0 0,1-1 0,-1 1 0,0 0 0,0 0 0,1-1 0,-1 1 0,0 0 0,0 0 0,1-1 0,-1 1 0,0-1 0,0 1 0,0-1 0,0 0 0,0 1 0,0-1 0,0 0 0,0 1 0,0-1 0,0 0 0,-1 1 0,1-1 0,0 0 0,0 1 0,-1-1 0,0-1 0,-20-23 0,16 20 0,-9-12 0,1 0 0,-15-24 0,24 34 0,0 0 0,1 0 0,-1 0 0,1-1 0,1 1 0,-1-1 0,1 0 0,1 0 0,-2-11 0,3 18 0,0-1 0,0 1 0,0 0 0,0 0 0,0 0 0,0 0 0,1 0 0,-1 0 0,0 0 0,1 0 0,-1 0 0,0 0 0,1 0 0,-1 0 0,1 0 0,-1 0 0,1 0 0,0 1 0,-1-1 0,1 0 0,0 0 0,0 1 0,0-1 0,-1 0 0,2 0 0,0 0 0,0 1 0,0-1 0,0 1 0,1-1 0,-1 1 0,0 0 0,0 0 0,0 0 0,0 0 0,0 0 0,0 0 0,3 1 0,4 1 0,1 1 0,-1 1 0,1-1 0,11 7 0,-11-5 0,0 0 0,1 0 0,-1-2 0,1 1 0,0-1 0,0-1 0,0 0 0,0-1 0,0 0 0,21-1 0,-25 0 0,-1-1 0,1 0 0,-1-1 0,1 1 0,-1-1 0,0 0 0,0-1 0,0 0 0,0 0 0,0 0 0,-1 0 0,1-1 0,-1 0 0,0 0 0,0-1 0,0 1 0,-1-1 0,0 0 0,7-11 0,-6 9 0,-1-1 0,0 0 0,4-10 0,-7 15 0,0 0 0,0 1 0,-1-1 0,1 0 0,-1 0 0,1 0 0,-1 0 0,0 0 0,0 0 0,0 0 0,-1 0 0,0-6 0,1 8 0,-1 0 0,1 1 0,0-1 0,0 1 0,0-1 0,-1 0 0,1 1 0,0-1 0,-1 1 0,1-1 0,0 1 0,-1-1 0,1 1 0,-1-1 0,1 1 0,-1-1 0,1 1 0,-1-1 0,1 1 0,-1 0 0,0-1 0,1 1 0,-1 0 0,1 0 0,-1-1 0,0 1 0,1 0 0,-1 0 0,0 0 0,1 0 0,-1 0 0,0 0 0,1 0 0,-1 0 0,1 0 0,-1 0 0,0 0 0,1 0 0,-1 1 0,0-1 0,1 0 0,-1 0 0,1 1 0,-1-1 0,0 0 0,1 1 0,-1-1 0,1 0 0,-1 1 0,1-1 0,-1 1 0,1 0 0,-3 1 0,0 1 0,0-1 0,1 1 0,0 0 0,-1 0 0,1 0 0,0 0 0,-1 4 0,0 1 7,1-1-1,0 1 0,1-1 0,0 1 1,0-1-1,1 1 0,0 0 1,0-1-1,0 1 0,1 0 1,1-1-1,-1 1 0,1-1 0,0 1 1,1-1-1,0 0 0,0 0 1,7 11-1,-7-12-84,1 1 0,1-1 0,-1 0-1,1 0 1,0 0 0,1-1 0,-1 0 0,1 0 0,0 0-1,0-1 1,1 0 0,0 0 0,-1 0 0,1-1 0,0 0-1,0 0 1,1-1 0,11 3 0,-6-4-6748</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11.201"/>
    </inkml:context>
    <inkml:brush xml:id="br0">
      <inkml:brushProperty name="width" value="0.05" units="cm"/>
      <inkml:brushProperty name="height" value="0.05" units="cm"/>
      <inkml:brushProperty name="color" value="#E71224"/>
    </inkml:brush>
  </inkml:definitions>
  <inkml:trace contextRef="#ctx0" brushRef="#br0">28 376 24575,'-4'18'0,"1"1"0,0-1 0,2 1 0,0 0 0,1 0 0,3 30 0,-1-42 0,-1 0 0,1 0 0,0 0 0,1 0 0,-1 0 0,1-1 0,1 0 0,7 12 0,-8-14 0,1 1 0,0-2 0,0 1 0,0 0 0,0-1 0,1 1 0,-1-1 0,1-1 0,0 1 0,0-1 0,0 1 0,10 2 0,-12-4 0,0 0 0,0-1 0,0 1 0,0-1 0,0 1 0,0-1 0,0 0 0,0 0 0,0-1 0,0 1 0,0 0 0,4-2 0,-5 1 0,0 0 0,0 0 0,-1 0 0,1 0 0,0 0 0,-1 0 0,1-1 0,-1 1 0,0-1 0,1 1 0,-1-1 0,0 1 0,0-1 0,0 0 0,0 1 0,0-1 0,0 0 0,-1 0 0,1 0 0,0-2 0,1-4 0,0-1 0,-1 1 0,0-1 0,0 0 0,-1 0 0,-1 0 0,0-10 0,-16-63 0,10 51 0,-73-285 0,79 314 0,-18-53 0,16 48 0,0 1 0,0 0 0,-1 0 0,1 0 0,-1 0 0,-5-6 0,8 12 0,1-1 0,0 1 0,-1-1 0,1 1 0,-1 0 0,1-1 0,0 1 0,-1-1 0,1 1 0,-1 0 0,1 0 0,-1-1 0,1 1 0,-1 0 0,1 0 0,-1-1 0,1 1 0,-1 0 0,1 0 0,-1 0 0,0 0 0,1 0 0,-1 0 0,1 0 0,-1 0 0,1 0 0,-1 0 0,1 0 0,-1 0 0,0 0 0,1 1 0,-1-1 0,0 0 0,0 2 0,0-1 0,0 0 0,0 0 0,0 0 0,0 1 0,0-1 0,0 0 0,1 1 0,-1-1 0,0 1 0,0 2 0,-1 4 0,0 1 0,0-1 0,0 15 0,2-8 0,1 0 0,1 0 0,0 0 0,1-1 0,1 1 0,0 0 0,1-1 0,9 20 0,4 0 0,1 0 0,25 34 0,48 49 123,-32-41-1611,-47-60-5338</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11.684"/>
    </inkml:context>
    <inkml:brush xml:id="br0">
      <inkml:brushProperty name="width" value="0.05" units="cm"/>
      <inkml:brushProperty name="height" value="0.05" units="cm"/>
      <inkml:brushProperty name="color" value="#E71224"/>
    </inkml:brush>
  </inkml:definitions>
  <inkml:trace contextRef="#ctx0" brushRef="#br0">13 1 24575,'3'0'0,"0"2"0,0 4 0,0 3 0,-4 0 0,-1 1 0,-3 2 0,-3 0 0,0 0-8191</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5:59:12.886"/>
    </inkml:context>
    <inkml:brush xml:id="br0">
      <inkml:brushProperty name="width" value="0.05" units="cm"/>
      <inkml:brushProperty name="height" value="0.05" units="cm"/>
      <inkml:brushProperty name="color" value="#E71224"/>
    </inkml:brush>
  </inkml:definitions>
  <inkml:trace contextRef="#ctx0" brushRef="#br0">1 73 24575,'15'-13'0,"0"1"0,1 0 0,23-14 0,-36 25 0,-1 0 0,0 0 0,0-1 0,1 1 0,-1 1 0,0-1 0,1 0 0,-1 1 0,1-1 0,-1 1 0,1 0 0,-1 0 0,1 0 0,-1 0 0,1 0 0,-1 0 0,1 1 0,-1-1 0,1 1 0,-1 0 0,1 0 0,-1 0 0,0 0 0,0 0 0,1 0 0,-1 0 0,3 3 0,-4-2 0,1-1 0,-1 1 0,1 0 0,-1-1 0,0 1 0,0 0 0,1 0 0,-1 0 0,-1 0 0,1 0 0,0 0 0,0 0 0,-1 0 0,1 0 0,-1 0 0,0 1 0,0-1 0,0 0 0,0 0 0,0 0 0,0 1 0,0-1 0,-1 0 0,1 0 0,-1 0 0,1 0 0,-1 0 0,0 0 0,0 0 0,0 0 0,-2 3 0,0 0 14,-1-1-1,0 1 0,0-1 0,0 0 1,-1 0-1,1 0 0,-1 0 1,-8 4-1,-44 20-1498,44-22-5341</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9.234"/>
    </inkml:context>
    <inkml:brush xml:id="br0">
      <inkml:brushProperty name="width" value="0.05" units="cm"/>
      <inkml:brushProperty name="height" value="0.05" units="cm"/>
    </inkml:brush>
  </inkml:definitions>
  <inkml:trace contextRef="#ctx0" brushRef="#br0">1 1 24575,'0'21'0,"0"-1"0,2 1 0,0 0 0,2-1 0,0 0 0,1 1 0,9 19 0,11 21 0,34 56 0,-56-107-80,-3-9 86,0-1 0,0 0 0,0 0 0,0 0 0,0 0 1,0 0-1,-1 0 0,1 1 0,0-1 0,0 0 0,0 0 0,0 0 0,-1 0 0,1 0 0,0 0 0,0 0 0,0 0 0,0 0 0,-1 0 0,1 0 0,0 0 0,0 0 0,0 0 0,-1 0 0,1 0 0,0 0 0,0 0 0,0 0 0,0 0 0,-1 0 0,1 0 0,0 0 0,-19-11-1490,11 3-5342</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9.874"/>
    </inkml:context>
    <inkml:brush xml:id="br0">
      <inkml:brushProperty name="width" value="0.05" units="cm"/>
      <inkml:brushProperty name="height" value="0.05" units="cm"/>
    </inkml:brush>
  </inkml:definitions>
  <inkml:trace contextRef="#ctx0" brushRef="#br0">1 104 24575,'0'-3'0,"0"0"0,0-1 0,1 1 0,-1 0 0,1-1 0,0 1 0,0 0 0,0 0 0,0 0 0,0 0 0,1 0 0,0 0 0,-1 0 0,5-4 0,-3 3 0,0 1 0,1 0 0,0 0 0,-1 0 0,1 0 0,0 1 0,1 0 0,-1-1 0,6-1 0,7-1 0,0 1 0,0 0 0,1 1 0,23-1 0,-38 4 0,35-2 0,69 5 0,37 15 0,-134-17 0,9 2 0,30 7 0,-45-8 0,0-1 0,0 0 0,0 1 0,0 0 0,0 0 0,0 0 0,0 0 0,-1 1 0,1-1 0,-1 1 0,0 0 0,0 0 0,4 4 0,-6-4 0,1 0 0,0 0 0,-1 0 0,0 1 0,0-1 0,0 0 0,0 0 0,0 1 0,-1-1 0,1 0 0,-1 1 0,0-1 0,0 0 0,0 1 0,-1-1 0,1 0 0,-2 6 0,0-4 0,1 0 0,-1 0 0,0 0 0,0-1 0,-1 1 0,1-1 0,-1 1 0,0-1 0,-1 0 0,-5 6 0,-2 0 0,0 1 0,0 0 0,-14 8 0,20-15 0,0-1 0,0-1 0,-1 1 0,1-1 0,0 0 0,-1 0 0,0 0 0,-11 1 0,-13-1-22,-48-1 0,40-2-1299,25 1-5505</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30.515"/>
    </inkml:context>
    <inkml:brush xml:id="br0">
      <inkml:brushProperty name="width" value="0.05" units="cm"/>
      <inkml:brushProperty name="height" value="0.05" units="cm"/>
    </inkml:brush>
  </inkml:definitions>
  <inkml:trace contextRef="#ctx0" brushRef="#br0">384 40 24575,'0'0'0,"-112"-32"0,100 29 0,-1 1 0,1 1 0,0 0 0,-1 1 0,1 0 0,0 1 0,-18 3 0,27-4 0,-1 1 0,1 0 0,-1 0 0,1 0 0,0 1 0,-1-1 0,1 1 0,0 0 0,0 0 0,0 0 0,0 0 0,0 0 0,1 1 0,-1 0 0,1-1 0,-1 1 0,-1 3 0,1-1 0,1 0 0,0 0 0,0-1 0,1 1 0,-1 0 0,1 0 0,0 1 0,1-1 0,-1 0 0,1 0 0,1 6 0,-1-3 0,1-1 0,1 1 0,-1-1 0,1 0 0,1 0 0,-1 0 0,1 0 0,1 0 0,-1 0 0,1-1 0,0 0 0,0 0 0,1 0 0,0 0 0,7 6 0,10 9 0,1-2 0,37 24 0,-44-32 0,30 19 0,-30-22 0,-1 2 0,0 0 0,-1 1 0,0 1 0,16 17 0,-28-28 0,-1 1 0,1 0 0,-1 0 0,0 0 0,0 0 0,0 0 0,0 0 0,0 0 0,0 0 0,0 0 0,-1 0 0,1 0 0,-1 1 0,1-1 0,-1 0 0,0 3 0,0-3 0,-1-1 0,1 1 0,-1-1 0,1 0 0,-1 1 0,0-1 0,0 0 0,1 1 0,-1-1 0,0 0 0,0 0 0,0 0 0,0 0 0,0 0 0,0 0 0,-1 0 0,1 0 0,0 0 0,0 0 0,-1-1 0,1 1 0,-1-1 0,1 1 0,0-1 0,-3 1 0,-29 7 0,0-1 0,-1-2 0,-45 1 0,5 0 0,59-4-117,-1 1-91,0-2 0,-1 0 0,1 0 0,0-2 0,-21-3 0,24 1-6618</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31.197"/>
    </inkml:context>
    <inkml:brush xml:id="br0">
      <inkml:brushProperty name="width" value="0.05" units="cm"/>
      <inkml:brushProperty name="height" value="0.05" units="cm"/>
    </inkml:brush>
  </inkml:definitions>
  <inkml:trace contextRef="#ctx0" brushRef="#br0">194 340 24575,'-1'58'0,"2"64"0,4-97 0,-5-23 0,0-1 0,1 1 0,-1-1 0,1 1 0,0-1 0,-1 1 0,1-1 0,0 0 0,0 1 0,0-1 0,0 0 0,0 0 0,2 2 0,-1-4 0,-2-4 0,-2-5 0,-12-24 0,0 1 0,-28-45 0,7 13 0,20 37 0,-44-95 0,53 105 0,0 1 0,0-1 0,2 0 0,0-1 0,-1-23 0,5 40 0,-1 0 0,1 0 0,0 0 0,0-1 0,1 1 0,-1 0 0,0 0 0,1 0 0,-1 0 0,1 0 0,0 0 0,0 0 0,0 0 0,0 0 0,0 0 0,0 0 0,0 1 0,0-1 0,1 0 0,-1 1 0,3-3 0,-1 2 0,0 1 0,0-1 0,-1 1 0,1 0 0,0 0 0,0 0 0,0 0 0,0 1 0,0-1 0,1 1 0,-1 0 0,0 0 0,0 0 0,4 0 0,7 2 0,0 1 0,0 0 0,0 0 0,-1 2 0,17 7 0,63 34 0,-60-28 0,-1 1 0,0 2 0,50 44 0,-75-59 0,-1 1 0,0 0 0,0 0 0,-1 0 0,0 0 0,0 1 0,-1 0 0,0 0 0,5 14 0,-7-17 0,-1 1 0,0-1 0,0 1 0,0 0 0,-1 0 0,0-1 0,0 1 0,0 0 0,-1 0 0,0-1 0,0 1 0,0 0 0,-1-1 0,0 1 0,-5 9 0,2-5 0,-1 0 0,-1 0 0,1-1 0,-2 0 0,1 0 0,-11 8 0,-56 43 0,18-16 0,42-34-151,0 0-1,0-1 0,-1 0 0,-1-1 1,1-1-1,-1 0 0,0-1 1,-33 7-1,30-9-6674</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35.775"/>
    </inkml:context>
    <inkml:brush xml:id="br0">
      <inkml:brushProperty name="width" value="0.05" units="cm"/>
      <inkml:brushProperty name="height" value="0.05" units="cm"/>
    </inkml:brush>
  </inkml:definitions>
  <inkml:trace contextRef="#ctx0" brushRef="#br0">1236 16 24575,'-60'0'-37,"-587"-9"-428,204 3 365,396 8-1165,9 2-5059</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17.615"/>
    </inkml:context>
    <inkml:brush xml:id="br0">
      <inkml:brushProperty name="width" value="0.05" units="cm"/>
      <inkml:brushProperty name="height" value="0.05" units="cm"/>
    </inkml:brush>
  </inkml:definitions>
  <inkml:trace contextRef="#ctx0" brushRef="#br0">33 1 24575,'0'0'0,"-1"0"0,1 0 0,-1 0 0,1 0 0,0 0 0,-1 0 0,1 0 0,-1 0 0,1 0 0,0 0 0,-1 0 0,1 0 0,-1 0 0,1 0 0,0 0 0,-1 0 0,1 1 0,0-1 0,-1 0 0,1 0 0,0 0 0,-1 1 0,1-1 0,0 0 0,-1 0 0,1 1 0,0-1 0,0 0 0,-1 1 0,1-1 0,0 0 0,0 1 0,0-1 0,-1 0 0,1 1 0,0-1 0,0 1 0,0-1 0,-9 18 0,6-6 0,0 0 0,1 1 0,0-1 0,1 1 0,1-1 0,-1 1 0,2-1 0,2 16 0,24 100 0,-23-112 0,88 266 0,-87-272-1365</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18.002"/>
    </inkml:context>
    <inkml:brush xml:id="br0">
      <inkml:brushProperty name="width" value="0.05" units="cm"/>
      <inkml:brushProperty name="height" value="0.05" units="cm"/>
    </inkml:brush>
  </inkml:definitions>
  <inkml:trace contextRef="#ctx0" brushRef="#br0">0 140 24575,'19'-18'0,"1"2"0,1 1 0,0 1 0,42-22 0,-46 29 0,0 0 0,1 1 0,-1 1 0,1 0 0,0 2 0,0 0 0,27-1 0,-18 4 0,46 4 0,-63-3 0,1 1 0,-1 0 0,1 1 0,-1 0 0,0 1 0,-1 0 0,13 7 0,-19-10 0,-1 1 0,0-1 0,1 1 0,-1-1 0,0 1 0,0 0 0,0 0 0,-1 0 0,1 0 0,0 0 0,-1 0 0,1 1 0,-1-1 0,0 0 0,0 1 0,0-1 0,0 1 0,0 0 0,0-1 0,-1 1 0,1 4 0,-1-2 0,0-1 0,-1 0 0,1 1 0,-1-1 0,0 0 0,-1 0 0,1 0 0,-1 0 0,0 0 0,0 0 0,0 0 0,-4 5 0,-2 2 0,-1-1 0,0 0 0,-1 0 0,0-1 0,-1 0 0,0-1 0,0-1 0,0 1 0,-26 10 0,-3-1 0,-74 21 0,93-32-682,-29 4-1,33-8-6143</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18.565"/>
    </inkml:context>
    <inkml:brush xml:id="br0">
      <inkml:brushProperty name="width" value="0.05" units="cm"/>
      <inkml:brushProperty name="height" value="0.05" units="cm"/>
    </inkml:brush>
  </inkml:definitions>
  <inkml:trace contextRef="#ctx0" brushRef="#br0">162 1 24575,'15'6'0,"7"2"0,0 1 0,-1 1 0,28 18 0,-44-25 0,-1 1 0,1-1 0,-1 1 0,0 0 0,0 0 0,0 0 0,0 1 0,-1-1 0,1 1 0,-1 0 0,0 0 0,-1 0 0,1 0 0,-1 0 0,0 1 0,-1-1 0,1 1 0,-1-1 0,1 10 0,-2-13 0,0 1 0,0-1 0,0 1 0,0 0 0,-1-1 0,0 1 0,1-1 0,-1 1 0,0-1 0,0 1 0,0-1 0,0 0 0,-1 1 0,-2 3 0,1-3 0,0 0 0,0 0 0,0 0 0,-1 0 0,1 0 0,-1-1 0,0 0 0,-5 3 0,-1-1 0,0 0 0,0-1 0,0 0 0,-1-1 0,1 0 0,-17 1 0,4-2 0,0-1 0,-29-3 0,44 1 0,0 1 0,-1-1 0,1 0 0,0 0 0,0-1 0,0 0 0,1-1 0,-1 0 0,-10-7 0,15 9 0,1 1 0,0-1 0,0 0 0,0 0 0,1 0 0,-1 0 0,0 0 0,1 0 0,-1 0 0,1-1 0,0 1 0,-1 0 0,1-1 0,0 1 0,1-1 0,-1 1 0,0-1 0,1 0 0,0 1 0,-1-1 0,1-5 0,1 5 0,-1-1 0,1 1 0,0 0 0,0 0 0,0 0 0,1-1 0,-1 1 0,1 0 0,-1 1 0,1-1 0,0 0 0,0 0 0,0 1 0,1-1 0,-1 1 0,1 0 0,2-3 0,1 1-114,-1 0 1,0 1-1,1-1 0,-1 1 0,1 0 1,0 1-1,0-1 0,1 1 0,-1 1 1,0-1-1,11-1 0,-2 2-6712</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19.189"/>
    </inkml:context>
    <inkml:brush xml:id="br0">
      <inkml:brushProperty name="width" value="0.05" units="cm"/>
      <inkml:brushProperty name="height" value="0.05" units="cm"/>
    </inkml:brush>
  </inkml:definitions>
  <inkml:trace contextRef="#ctx0" brushRef="#br0">0 74 24575,'4'21'0,"1"-1"0,9 25 0,-11-37 0,1-1 0,0 1 0,0-1 0,0 0 0,1 0 0,0-1 0,0 1 0,11 8 0,-9-8 0,0-1 0,1 0 0,0-1 0,0 1 0,0-2 0,14 7 0,-18-10 0,-1 0 0,0 0 0,1 0 0,-1 0 0,1 0 0,-1-1 0,1 0 0,-1 1 0,1-1 0,-1-1 0,1 1 0,-1 0 0,1-1 0,-1 0 0,1 0 0,-1 0 0,0 0 0,1 0 0,-1-1 0,0 0 0,3-1 0,-4 1 0,0 1 0,-1-1 0,1 0 0,-1 1 0,1-1 0,-1 0 0,1 0 0,-1 0 0,0 0 0,0 0 0,0 0 0,0 0 0,-1 0 0,1 0 0,0-1 0,-1 1 0,1-5 0,-1-3 0,1-1 0,-4-19 0,2 22 0,1 0 0,0-17 0,0 25 0,0 0 0,0 0 0,0 0 0,0-1 0,0 1 0,1 0 0,-1 0 0,0 0 0,0 0 0,0 0 0,0-1 0,0 1 0,0 0 0,0 0 0,0 0 0,1 0 0,-1 0 0,0 0 0,0 0 0,0 0 0,0-1 0,0 1 0,1 0 0,-1 0 0,0 0 0,0 0 0,0 0 0,0 0 0,0 0 0,1 0 0,-1 0 0,0 0 0,0 0 0,0 0 0,0 0 0,1 0 0,-1 0 0,0 0 0,0 0 0,0 0 0,0 0 0,1 1 0,-1-1 0,0 0 0,0 0 0,0 0 0,0 0 0,0 0 0,0 0 0,1 0 0,-1 0 0,0 1 0,0-1 0,0 0 0,0 0 0,9 8 0,-8-7 0,10 10 0,1-1 0,0 0 0,0 0 0,1-2 0,1 1 0,17 7 0,-23-12 0,-1-1 0,0-1 0,1 1 0,-1-1 0,1-1 0,0 0 0,-1 0 0,1 0 0,0-1 0,0 0 0,0 0 0,-1-1 0,1 0 0,12-3 0,-18 3 0,1 0 0,0 0 0,-1-1 0,1 1 0,-1-1 0,1 1 0,-1-1 0,0 0 0,0 0 0,0 0 0,0 0 0,0 0 0,0 0 0,0-1 0,-1 1 0,1 0 0,-1-1 0,0 0 0,0 1 0,1-1 0,-2 0 0,1 1 0,0-1 0,-1 0 0,1 0 0,-1 0 0,0-3 0,1 0 0,-1 0 0,-1-1 0,1 1 0,-1-1 0,0 1 0,-1 0 0,0 0 0,0 0 0,0 0 0,0 0 0,-4-6 0,-1 1 40,1 1 0,-16-19 0,18 25-205,0 0 0,0 1 0,0-1 0,-1 1 0,1 0 0,-1 0 0,0 0 0,-9-3 0,1 1-6661</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19.828"/>
    </inkml:context>
    <inkml:brush xml:id="br0">
      <inkml:brushProperty name="width" value="0.05" units="cm"/>
      <inkml:brushProperty name="height" value="0.05" units="cm"/>
    </inkml:brush>
  </inkml:definitions>
  <inkml:trace contextRef="#ctx0" brushRef="#br0">34 180 24575,'7'-16'0,"3"-5"0,8-26 0,-16 40 0,-1 1 0,1 0 0,-1 0 0,0 0 0,-1-1 0,0 1 0,0 0 0,0 0 0,-2-9 0,2 14 0,0 0 0,0-1 0,0 1 0,0 0 0,-1 0 0,1 0 0,0 0 0,-1 0 0,1 0 0,-1 0 0,1 1 0,-1-1 0,1 0 0,-1 0 0,0 0 0,0 0 0,1 1 0,-1-1 0,0 0 0,0 1 0,0-1 0,0 0 0,0 1 0,1-1 0,-1 1 0,0-1 0,0 1 0,0 0 0,0 0 0,-1-1 0,1 1 0,0 0 0,0 0 0,0 0 0,0 0 0,0 0 0,0 0 0,-2 1 0,1-1 0,0 1 0,0 0 0,0 0 0,0 0 0,0 0 0,0 0 0,0 0 0,1 0 0,-1 1 0,0-1 0,1 0 0,-1 1 0,1 0 0,-1-1 0,1 1 0,0 0 0,0 0 0,-1 2 0,-1 3 0,1 1 0,0-1 0,0 0 0,1 1 0,0 0 0,1-1 0,0 1 0,0-1 0,0 1 0,1 0 0,0-1 0,0 1 0,1-1 0,0 0 0,1 0 0,-1 1 0,7 11 0,-6-16 0,-1 0 0,1-1 0,0 1 0,-1 0 0,1-1 0,1 1 0,-1-1 0,0 0 0,0 0 0,1-1 0,-1 1 0,1 0 0,0-1 0,-1 0 0,1 0 0,0 0 0,5 0 0,8 1 0,0-2 0,29-1 0,-15 0 0,0 2 0,-1 2 0,0 1 0,46 13 0,9 2 0,-71-16 0,-8-2 0,-1 1 0,0-1 0,0 0 0,1-1 0,6 1 0,-12-1 0,1 0 0,0 0 0,0 0 0,0 0 0,-1-1 0,1 1 0,0 0 0,0 0 0,-1-1 0,1 1 0,0 0 0,0-1 0,-1 1 0,1-1 0,0 1 0,-1-1 0,1 1 0,-1-1 0,1 0 0,0 1 0,-1-1 0,0 0 0,1 1 0,-1-1 0,1 0 0,-1 1 0,0-1 0,1 0 0,-1 0 0,0 0 0,0 1 0,0-1 0,0 0 0,1 0 0,-1 0 0,0 1 0,0-1 0,-1 0 0,1-1 0,0-3 0,-1 0 0,0 0 0,0 0 0,-1 0 0,1 0 0,-1 0 0,0 1 0,-5-9 0,-2-1 0,-16-18 0,18 24 0,1 0 0,-1-1 0,1 0 0,1 0 0,-7-14 0,12 22 0,-1 0 0,1 1 0,0-1 0,-1 0 0,1 0 0,0 0 0,0 1 0,0-1 0,-1 0 0,1 0 0,0 0 0,0 0 0,0 0 0,0 1 0,1-1 0,-1 0 0,0 0 0,0 0 0,0 0 0,1 1 0,-1-1 0,0 0 0,1 0 0,-1 1 0,1-1 0,-1 0 0,1 0 0,-1 1 0,1-1 0,-1 1 0,1-1 0,0 0 0,-1 1 0,1-1 0,0 1 0,-1 0 0,1-1 0,0 1 0,0-1 0,-1 1 0,1 0 0,0 0 0,0 0 0,0-1 0,0 1 0,-1 0 0,1 0 0,2 0 0,3 0 0,0 0 0,0 0 0,0 1 0,0-1 0,8 3 0,17 4-1365,-17-4-5461</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0.841"/>
    </inkml:context>
    <inkml:brush xml:id="br0">
      <inkml:brushProperty name="width" value="0.05" units="cm"/>
      <inkml:brushProperty name="height" value="0.05" units="cm"/>
    </inkml:brush>
  </inkml:definitions>
  <inkml:trace contextRef="#ctx0" brushRef="#br0">383 136 24575,'-20'-12'0,"-108"-58"0,104 58 0,0 2 0,-1 1 0,-38-10 0,60 18 0,-1 0 0,0 1 0,0-1 0,0 1 0,0 0 0,0 0 0,1 0 0,-1 0 0,0 1 0,0 0 0,0 0 0,0 0 0,-3 1 0,4 0 0,1-1 0,-1 1 0,1 0 0,-1 0 0,1 0 0,0 0 0,0 0 0,0 0 0,0 1 0,1-1 0,-1 0 0,0 1 0,1 0 0,0-1 0,0 1 0,0 0 0,-2 4 0,1 3 0,0 0 0,1 1 0,0-1 0,0 1 0,1-1 0,0 0 0,1 1 0,1-1 0,-1 0 0,1 1 0,1-1 0,0 0 0,1 0 0,4 9 0,2 2 0,0-1 0,2 0 0,0-1 0,1 0 0,22 23 0,-17-23 0,1-1 0,1-1 0,1 0 0,23 13 0,94 48 0,-30-18 0,-105-58 0,22 15 0,-23-16 0,-1 1 0,1-1 0,-1 0 0,0 1 0,1-1 0,-1 1 0,0-1 0,0 1 0,0 0 0,0-1 0,0 1 0,1 3 0,-2-4 0,-1 0 0,1 0 0,0 0 0,0 0 0,0 0 0,0 0 0,-1-1 0,1 1 0,0 0 0,-1 0 0,1 0 0,-1-1 0,1 1 0,-1 0 0,1-1 0,-1 1 0,0 0 0,1-1 0,-1 1 0,0-1 0,1 1 0,-1-1 0,0 1 0,0-1 0,1 1 0,-1-1 0,0 0 0,0 1 0,0-1 0,0 0 0,-1 0 0,-31 7 0,31-6 0,-31 1 0,0-1 0,0-2 0,-51-7 0,32 2 0,-54-9-1365</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1.377"/>
    </inkml:context>
    <inkml:brush xml:id="br0">
      <inkml:brushProperty name="width" value="0.05" units="cm"/>
      <inkml:brushProperty name="height" value="0.05" units="cm"/>
    </inkml:brush>
  </inkml:definitions>
  <inkml:trace contextRef="#ctx0" brushRef="#br0">74 152 24575,'1'29'0,"0"1"0,2-1 0,13 53 0,-10-61 0,0 0 0,2-1 0,0-1 0,2 1 0,22 35 0,-23-39 0,-7-13 0,-1 0 0,1 0 0,-1 0 0,1 0 0,0 0 0,0-1 0,1 1 0,-1 0 0,0-1 0,4 3 0,-6-5 0,0 0 0,0 0 0,0 0 0,1 0 0,-1 0 0,0 0 0,0 0 0,0 0 0,0 0 0,0 0 0,1 0 0,-1 0 0,0 0 0,0 0 0,0 0 0,0 0 0,1 0 0,-1 0 0,0 0 0,0 0 0,0 0 0,0 0 0,1 0 0,-1 0 0,0 0 0,0 0 0,0 0 0,0 0 0,0 0 0,1 0 0,-1-1 0,0 1 0,0 0 0,0 0 0,0 0 0,0 0 0,0 0 0,0 0 0,0-1 0,1 1 0,0-10 0,-4-9 0,-5-3 0,-1 0 0,-1 0 0,0 1 0,-16-23 0,-6-12 0,25 43 0,-13-24 0,2-2 0,-22-63 0,29 53 0,11 44 0,-1 1 0,1-1 0,0 1 0,0-1 0,0 1 0,1 0 0,-1-1 0,1 1 0,2-5 0,-3 8 0,1-1 0,-1 1 0,1 0 0,0 0 0,-1 0 0,1 0 0,0 0 0,0 0 0,0 0 0,0 0 0,0 0 0,0 1 0,0-1 0,0 0 0,0 1 0,0-1 0,0 0 0,2 0 0,0 1 0,-1-1 0,1 1 0,0-1 0,-1 1 0,1 0 0,-1 0 0,1 0 0,4 1 0,1 1 0,0 0 0,0 1 0,0-1 0,13 8 0,4 4 0,-1 0 0,27 21 0,-48-32 0,1 0 0,-1 0 0,0 0 0,0 0 0,0 1 0,-1-1 0,1 1 0,-1 0 0,3 4 0,-5-6 0,1-1 0,-1 0 0,1 1 0,-1-1 0,0 1 0,1-1 0,-1 1 0,0-1 0,0 1 0,0-1 0,0 1 0,0-1 0,-1 1 0,1-1 0,0 1 0,-1-1 0,1 1 0,-1-1 0,1 0 0,-1 1 0,0-1 0,1 0 0,-1 1 0,0-1 0,0 0 0,0 0 0,0 0 0,0 0 0,0 0 0,-2 1 0,-3 2 0,0 0 0,0 0 0,-1-1 0,1 0 0,-1 0 0,0-1 0,0 0 0,0 0 0,0 0 0,-12 0 0,-8 1 0,-39-3 0,55 0 0,-21-1-1365,19 1-5461</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1.816"/>
    </inkml:context>
    <inkml:brush xml:id="br0">
      <inkml:brushProperty name="width" value="0.05" units="cm"/>
      <inkml:brushProperty name="height" value="0.05" units="cm"/>
    </inkml:brush>
  </inkml:definitions>
  <inkml:trace contextRef="#ctx0" brushRef="#br0">93 283 24575,'8'-18'0,"5"-11"0,11-37 0,-21 58 0,-1 0 0,0-1 0,-1 0 0,0 1 0,0-1 0,-1 1 0,0-1 0,0 0 0,-3-12 0,2 17 0,-1-1 0,0 1 0,0 0 0,0 0 0,0 0 0,0 0 0,-1 0 0,0 1 0,0-1 0,0 1 0,0 0 0,0 0 0,-1 0 0,1 0 0,-1 0 0,-7-3 0,10 5 0,-1 0 0,0 0 0,0 0 0,0 0 0,0 1 0,0-1 0,0 1 0,0-1 0,0 1 0,0 0 0,0-1 0,0 1 0,0 0 0,0 1 0,0-1 0,0 0 0,0 0 0,0 1 0,0-1 0,0 1 0,0 0 0,1 0 0,-1-1 0,0 1 0,0 0 0,0 1 0,1-1 0,-1 0 0,1 0 0,-1 1 0,1-1 0,-1 1 0,1-1 0,0 1 0,0 0 0,0-1 0,0 1 0,-1 2 0,-2 5 0,0 0 0,1 0 0,0 0 0,0 0 0,1 0 0,1 0 0,-1 0 0,1 13 0,1-17 0,0-1 0,0 0 0,1 0 0,-1 0 0,1 1 0,0-1 0,0 0 0,0 0 0,0 0 0,1 0 0,0 0 0,0-1 0,0 1 0,0 0 0,1-1 0,-1 0 0,1 1 0,0-1 0,0 0 0,5 4 0,11 4 0,0-2 0,1 0 0,0-1 0,39 11 0,-6-3 0,-39-11-273,-1-1 0,0-1 0,1 0 0,19 1 0,-20-3-6553</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2.195"/>
    </inkml:context>
    <inkml:brush xml:id="br0">
      <inkml:brushProperty name="width" value="0.05" units="cm"/>
      <inkml:brushProperty name="height" value="0.05" units="cm"/>
    </inkml:brush>
  </inkml:definitions>
  <inkml:trace contextRef="#ctx0" brushRef="#br0">106 1 24575,'-8'1'0,"-1"1"0,1 0 0,0 0 0,-1 1 0,1 0 0,-15 8 0,21-10 0,0 0 0,0 1 0,0-1 0,-1 1 0,2-1 0,-1 1 0,0 0 0,0 0 0,0 0 0,1 0 0,-1 0 0,1 0 0,0 0 0,0 1 0,0-1 0,0 0 0,0 1 0,0-1 0,0 1 0,1-1 0,-1 1 0,1-1 0,0 1 0,0-1 0,0 1 0,0-1 0,1 6 0,1 0 0,1 0 0,0 0 0,0 0 0,0-1 0,1 1 0,1-1 0,-1 0 0,12 13 0,-2-4 0,0-1 0,24 19 0,-31-28-91,1-1 0,-1 0 0,1 0 0,0-1 0,0 0 0,0 0 0,1-1 0,0 0 0,-1 0 0,1-1 0,0 0 0,0-1 0,0 0 0,10 0 0,-3-1-6735</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2.537"/>
    </inkml:context>
    <inkml:brush xml:id="br0">
      <inkml:brushProperty name="width" value="0.05" units="cm"/>
      <inkml:brushProperty name="height" value="0.05" units="cm"/>
    </inkml:brush>
  </inkml:definitions>
  <inkml:trace contextRef="#ctx0" brushRef="#br0">0 0 24575,'133'403'0,"-107"-337"0,2-2 0,46 77 0,-68-133-1365</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2.740"/>
    </inkml:context>
    <inkml:brush xml:id="br0">
      <inkml:brushProperty name="width" value="0.05" units="cm"/>
      <inkml:brushProperty name="height" value="0.05" units="cm"/>
    </inkml:brush>
  </inkml:definitions>
  <inkml:trace contextRef="#ctx0" brushRef="#br0">325 32 24575,'-30'-7'0,"-12"-3"0,-2 3 0,4 2 0,6 3 0,7 1 0,5 4 0,4 1 0,3-1 0,1 3 0,0 0 0,1-2 0,1 0-8191</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3.099"/>
    </inkml:context>
    <inkml:brush xml:id="br0">
      <inkml:brushProperty name="width" value="0.05" units="cm"/>
      <inkml:brushProperty name="height" value="0.05" units="cm"/>
    </inkml:brush>
  </inkml:definitions>
  <inkml:trace contextRef="#ctx0" brushRef="#br0">46 233 24575,'6'16'0,"-4"-12"0,0 0 0,-1 0 0,0-1 0,1 1 0,-2 0 0,2 8 0,-13-35 0,-1-3 0,-13-47 0,21 58 0,1 0 0,0 0 0,1 0 0,1-29 0,1 41 4,0 1 0,0 0 0,0-1 0,0 1 0,1 0 0,-1-1 0,1 1 0,0 0 0,0-1 0,0 1 0,0 0 0,0 0 0,0 0 0,0 0 0,1 0 0,-1 0 0,1 0 0,-1 1 0,1-1 0,0 1 0,0-1 0,0 1 0,0-1 0,0 1 0,0 0 0,0 0 0,0 0 0,0 0 0,4-1 0,-2 2-103,0-1 0,1 0 0,-1 1 0,1 0 0,-1 0 0,0 0 0,1 1 0,-1 0 0,0-1 0,1 1 0,-1 1 0,0-1 0,0 1 0,7 3 0,-1 1-6727</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3.837"/>
    </inkml:context>
    <inkml:brush xml:id="br0">
      <inkml:brushProperty name="width" value="0.05" units="cm"/>
      <inkml:brushProperty name="height" value="0.05" units="cm"/>
    </inkml:brush>
  </inkml:definitions>
  <inkml:trace contextRef="#ctx0" brushRef="#br0">64 361 24575,'-8'10'0,"0"0"0,0 1 0,1 0 0,0 0 0,1 1 0,-6 14 0,10-21 0,1-1 0,0 1 0,0 0 0,0-1 0,0 1 0,1 0 0,0 0 0,0-1 0,0 1 0,1 0 0,-1 0 0,1-1 0,0 1 0,0 0 0,1-1 0,0 0 0,0 1 0,0-1 0,0 0 0,4 6 0,5 5 0,1-1 0,0 0 0,1-1 0,1-1 0,27 20 0,-38-29 0,0-1 0,1 0 0,-1-1 0,1 1 0,-1 0 0,1-1 0,0 0 0,0 0 0,-1 0 0,6 0 0,-8-1 0,0 0 0,1 0 0,-1 0 0,0 0 0,0 0 0,1-1 0,-1 1 0,0 0 0,0-1 0,0 1 0,0-1 0,1 1 0,-1-1 0,0 1 0,0-1 0,0 0 0,0 0 0,0 0 0,-1 1 0,1-1 0,0 0 0,0 0 0,0 0 0,-1 0 0,1 0 0,-1 0 0,1-1 0,-1 1 0,1 0 0,-1 0 0,1 0 0,-1 0 0,0-1 0,0 1 0,0-1 0,2-11 0,-1 1 0,0 0 0,-1 0 0,-1-1 0,0 1 0,-1 0 0,0 0 0,-1 0 0,0 0 0,-7-17 0,10 29 0,0-1 0,-1 0 0,1 0 0,0 1 0,-1-1 0,1 0 0,0 1 0,-1-1 0,1 0 0,-1 1 0,1-1 0,-1 1 0,1-1 0,-1 1 0,1-1 0,-2 0 0,2 1 0,-1 0 0,1 0 0,0 1 0,0-1 0,-1 0 0,1 0 0,0 1 0,0-1 0,0 0 0,-1 0 0,1 1 0,0-1 0,0 0 0,0 1 0,0-1 0,0 0 0,0 1 0,-1-1 0,1 0 0,0 1 0,0-1 0,0 0 0,0 1 0,0 0 0,1 27 0,1-21 0,0 1 0,0-2 0,1 1 0,0 0 0,0 0 0,0-1 0,1 0 0,0 0 0,0 0 0,1 0 0,0 0 0,0-1 0,0 0 0,8 6 0,-9-7 0,1-1 0,0 0 0,-1-1 0,1 1 0,0-1 0,0 0 0,0 0 0,1 0 0,-1-1 0,0 1 0,1-1 0,-1-1 0,0 1 0,1-1 0,-1 0 0,1 0 0,-1-1 0,1 1 0,10-4 0,-13 3 0,-1 0 0,1 0 0,0-1 0,-1 1 0,1-1 0,-1 0 0,0 1 0,1-1 0,-1 0 0,0-1 0,0 1 0,0 0 0,0 0 0,-1-1 0,1 1 0,-1-1 0,1 0 0,-1 1 0,0-1 0,0 0 0,0 0 0,0 0 0,-1 0 0,1-4 0,1-9 0,-1 1 0,-1 0 0,-2-25 0,1 23 0,-34-278 0,30 270 0,-1-1 0,-2 1 0,0 1 0,-17-35 0,24 56 0,-1 1 0,1 0 0,0 0 0,-1-1 0,0 1 0,0 0 0,-3-3 0,5 5 0,-1 0 0,1-1 0,-1 1 0,1 0 0,-1 0 0,1-1 0,-1 1 0,1 0 0,-1 0 0,1 0 0,-1 0 0,1 0 0,-1 0 0,1-1 0,-1 1 0,1 0 0,-1 1 0,0-1 0,1 0 0,-1 0 0,1 0 0,-1 0 0,1 0 0,-1 0 0,1 1 0,-1-1 0,1 0 0,-1 0 0,1 1 0,0-1 0,-1 0 0,1 1 0,-1-1 0,1 1 0,0-1 0,-1 0 0,1 1 0,0-1 0,-1 1 0,1-1 0,0 1 0,-1 0 0,-2 6 0,-1 0 0,1 0 0,0 1 0,1-1 0,0 1 0,0 0 0,-1 9 0,1-3 0,1 1 0,1-1 0,2 17 0,0-10 0,2-1 0,0 0 0,2 0 0,0 0 0,1-1 0,11 20 0,-4-12 0,0-1 0,2-1 0,31 37 0,-34-47-195,0-1 0,0 0 0,2-1 0,0-1 0,0 0 0,30 17 0,-32-23-6631</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4.551"/>
    </inkml:context>
    <inkml:brush xml:id="br0">
      <inkml:brushProperty name="width" value="0.05" units="cm"/>
      <inkml:brushProperty name="height" value="0.05" units="cm"/>
    </inkml:brush>
  </inkml:definitions>
  <inkml:trace contextRef="#ctx0" brushRef="#br0">0 9 24575,'0'0'0,"0"-1"0,0 1 0,0 0 0,1-1 0,-1 1 0,0-1 0,0 1 0,0 0 0,0-1 0,1 1 0,-1 0 0,0-1 0,0 1 0,1 0 0,-1 0 0,0-1 0,1 1 0,-1 0 0,0-1 0,0 1 0,1 0 0,-1 0 0,1 0 0,-1 0 0,0-1 0,1 1 0,-1 0 0,0 0 0,1 0 0,0 0 0,-1 1 0,1-1 0,-1 1 0,1-1 0,-1 1 0,0 0 0,0-1 0,1 1 0,-1-1 0,0 1 0,0 0 0,1-1 0,-1 1 0,0 0 0,0 0 0,2 31 0,-2-31 0,1 16 0,1 0 0,1 0 0,0 0 0,1-1 0,1 0 0,10 23 0,49 90 0,-58-119 0,9 17-455,2 0 0,26 32 0,-35-50-6371</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4.927"/>
    </inkml:context>
    <inkml:brush xml:id="br0">
      <inkml:brushProperty name="width" value="0.05" units="cm"/>
      <inkml:brushProperty name="height" value="0.05" units="cm"/>
    </inkml:brush>
  </inkml:definitions>
  <inkml:trace contextRef="#ctx0" brushRef="#br0">1 93 24575,'14'-13'0,"0"2"0,1 0 0,1 0 0,0 2 0,19-9 0,-27 14 0,1 1 0,0 0 0,-1 1 0,1-1 0,0 2 0,1-1 0,-1 1 0,0 1 0,0 0 0,0 0 0,1 1 0,10 2 0,-6 0 0,0 1 0,-1 1 0,1 0 0,-1 1 0,20 12 0,59 45 0,-67-44 0,-1-2 0,-1 2 0,41 42 0,-56-53 0,-1 1 0,0-1 0,-1 2 0,0-1 0,-1 1 0,0 0 0,0 0 0,-1 0 0,0 0 0,-1 1 0,3 13 0,-5-16 0,-1 0 0,0 1 0,-1-1 0,0 0 0,0 0 0,0 0 0,-1 0 0,-1 0 0,1 0 0,-1 0 0,-1-1 0,1 1 0,-1-1 0,-9 12 0,4-6 0,-1 0 0,-1 0 0,0-1 0,-1 0 0,0-1 0,-20 13 0,18-15-136,-1-2-1,0 1 1,0-2-1,-1 0 1,0-1-1,0 0 1,-1-1-1,1-1 0,-20 1 1,24-3-6690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5.475"/>
    </inkml:context>
    <inkml:brush xml:id="br0">
      <inkml:brushProperty name="width" value="0.05" units="cm"/>
      <inkml:brushProperty name="height" value="0.05" units="cm"/>
    </inkml:brush>
  </inkml:definitions>
  <inkml:trace contextRef="#ctx0" brushRef="#br0">137 321 24575,'7'-42'0,"-2"-1"0,-2 1 0,-4-83 0,1 122 0,-1-1 0,0 1 0,-1-1 0,1 1 0,0 0 0,-1 0 0,0 0 0,1 0 0,-1 0 0,-1 0 0,1 0 0,0 0 0,-1 1 0,1-1 0,-1 1 0,0 0 0,0 0 0,0 0 0,0 0 0,0 0 0,0 1 0,0-1 0,-1 1 0,1 0 0,-5-1 0,6 1 0,-1 0 0,1 0 0,-1 1 0,0 0 0,1-1 0,-1 1 0,0 0 0,0 0 0,1 0 0,-1 1 0,0-1 0,1 1 0,-1-1 0,1 1 0,-1 0 0,0 0 0,1 0 0,-1 0 0,1 0 0,0 1 0,0-1 0,-1 1 0,1 0 0,0-1 0,0 1 0,0 0 0,1 0 0,-1 0 0,0 1 0,1-1 0,-1 0 0,1 1 0,-1 2 0,0 0 0,0 0 0,1 0 0,0 0 0,0 0 0,0 0 0,1 1 0,0-1 0,0 0 0,0 0 0,0 1 0,3 8 0,-1-6 0,1 0 0,0 0 0,0-1 0,0 1 0,1-1 0,10 14 0,-4-8 0,1 0 0,1-1 0,0 0 0,1-1 0,0 0 0,26 15 0,35 15 0,-66-37 0,0-1 0,0 0 0,0-1 0,0 1 0,1-2 0,-1 1 0,16 0 0,-13-4-1365,-1-1-5461</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5.831"/>
    </inkml:context>
    <inkml:brush xml:id="br0">
      <inkml:brushProperty name="width" value="0.05" units="cm"/>
      <inkml:brushProperty name="height" value="0.05" units="cm"/>
    </inkml:brush>
  </inkml:definitions>
  <inkml:trace contextRef="#ctx0" brushRef="#br0">0 1 24575,'165'149'0,"-139"-126"0,-24-21 0,0 0 0,1-1 0,-1 1 0,0-1 0,0 1 0,1-1 0,-1 0 0,1 0 0,-1 0 0,1 0 0,-1 0 0,1-1 0,0 1 0,3 0 0,-4-1 0,-1-1 0,1 1 0,0 0 0,-1-1 0,1 1 0,-1-1 0,0 1 0,1-1 0,-1 0 0,1 1 0,-1-1 0,0 0 0,0 0 0,1 0 0,-1 0 0,0 0 0,0 0 0,0-1 0,0 1 0,0 0 0,0-1 0,0 1 0,-1 0 0,1-1 0,0-2 0,3-3 0,-2-1 0,1 0 0,-1 0 0,0 0 0,0 0 0,-1 0 0,-1 0 0,1 0 0,-1-1 0,0 1 0,-1 0 0,-2-11 0,3 19 0,0 0 0,0-1 0,-1 1 0,1 0 0,0-1 0,0 1 0,0 0 0,0-1 0,0 1 0,0 0 0,0-1 0,0 1 0,0 0 0,0-1 0,0 1 0,0 0 0,0-1 0,0 1 0,0 0 0,0-1 0,0 1 0,0 0 0,1-1 0,-1 1 0,0 0 0,0-1 0,0 1 0,0 0 0,1 0 0,-1-1 0,0 1 0,0 0 0,1 0 0,-1-1 0,1 1 0,0 0 0,0 0 0,-1 0 0,1 0 0,0 1 0,0-1 0,0 0 0,0 1 0,0-1 0,0 1 0,-1-1 0,1 0 0,0 1 0,0 0 0,29 25 0,-28-24 0,85 74-1365,-72-63-5461</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6.381"/>
    </inkml:context>
    <inkml:brush xml:id="br0">
      <inkml:brushProperty name="width" value="0.05" units="cm"/>
      <inkml:brushProperty name="height" value="0.05" units="cm"/>
    </inkml:brush>
  </inkml:definitions>
  <inkml:trace contextRef="#ctx0" brushRef="#br0">111 1 24575,'-4'2'0,"0"0"0,0 0 0,0 1 0,1-1 0,-1 1 0,1 0 0,0 0 0,0 1 0,0-1 0,0 1 0,0-1 0,1 1 0,-1 0 0,1 0 0,0 0 0,0 0 0,1 0 0,-1 1 0,1-1 0,0 0 0,0 1 0,0 7 0,1-5 0,0 0 0,0 0 0,1 0 0,0 0 0,0-1 0,1 1 0,0 0 0,0-1 0,1 1 0,-1-1 0,1 1 0,1-1 0,-1 0 0,6 6 0,2 0 0,1 0 0,1 0 0,-1-2 0,2 0 0,-1 0 0,21 10 0,-2 0 0,-19-12 0,35 26 0,-44-30 0,0-1 0,0 1 0,0 0 0,0 0 0,-1 1 0,0-1 0,0 1 0,3 5 0,-5-8 0,0-1 0,-1 0 0,1 1 0,-1-1 0,1 0 0,-1 1 0,0-1 0,1 1 0,-1-1 0,0 1 0,0-1 0,0 0 0,0 1 0,0-1 0,-1 1 0,1-1 0,0 1 0,-1-1 0,1 0 0,-1 1 0,0 1 0,0-2 0,-1 1 0,1 0 0,-1-1 0,1 1 0,-1-1 0,1 0 0,-1 1 0,0-1 0,0 0 0,0 0 0,1 0 0,-5 1 0,-3 1 0,1-1 0,-1 0 0,0-1 0,0 0 0,-15 0 0,-11-1 0,13 1 0,1-2 0,-36-4 0,47 3-170,0-1-1,1 0 0,-1-1 1,1 0-1,0 0 0,0-1 1,-10-7-1,9 4-6655</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6.629"/>
    </inkml:context>
    <inkml:brush xml:id="br0">
      <inkml:brushProperty name="width" value="0.05" units="cm"/>
      <inkml:brushProperty name="height" value="0.05" units="cm"/>
    </inkml:brush>
  </inkml:definitions>
  <inkml:trace contextRef="#ctx0" brushRef="#br0">1 1 24575,'2'17'0,"4"9"0,3 2 0,0-1 0,2-2 0,-3-4 0,2-2 0,0-2 0,-1-4-8191</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6.829"/>
    </inkml:context>
    <inkml:brush xml:id="br0">
      <inkml:brushProperty name="width" value="0.05" units="cm"/>
      <inkml:brushProperty name="height" value="0.05" units="cm"/>
    </inkml:brush>
  </inkml:definitions>
  <inkml:trace contextRef="#ctx0" brushRef="#br0">1 0 24575</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7.268"/>
    </inkml:context>
    <inkml:brush xml:id="br0">
      <inkml:brushProperty name="width" value="0.05" units="cm"/>
      <inkml:brushProperty name="height" value="0.05" units="cm"/>
    </inkml:brush>
  </inkml:definitions>
  <inkml:trace contextRef="#ctx0" brushRef="#br0">0 1 24575,'5'0'0,"-1"0"0,1 0 0,-1 1 0,1-1 0,-1 1 0,0 0 0,1 0 0,-1 1 0,0-1 0,0 1 0,0 0 0,0 0 0,0 1 0,0-1 0,-1 1 0,1-1 0,-1 1 0,0 0 0,0 1 0,0-1 0,0 0 0,0 1 0,-1 0 0,1 0 0,-1-1 0,0 1 0,0 1 0,-1-1 0,2 6 0,4 14 0,-1 0 0,-2 1 0,3 42 0,0 3 0,16 56 0,-17-101 0,1 0 0,20 45 0,2-16-1365,-24-46-5461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7.503"/>
    </inkml:context>
    <inkml:brush xml:id="br0">
      <inkml:brushProperty name="width" value="0.05" units="cm"/>
      <inkml:brushProperty name="height" value="0.05" units="cm"/>
    </inkml:brush>
  </inkml:definitions>
  <inkml:trace contextRef="#ctx0" brushRef="#br0">283 8 24575,'-28'-3'0,"-11"0"0,-2 2 0,4 2 0,5 0 0,6 3 0,5 1 0,3 1 0,3 1 0,0-2 0,4-1-8191</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28.235"/>
    </inkml:context>
    <inkml:brush xml:id="br0">
      <inkml:brushProperty name="width" value="0.05" units="cm"/>
      <inkml:brushProperty name="height" value="0.05" units="cm"/>
    </inkml:brush>
  </inkml:definitions>
  <inkml:trace contextRef="#ctx0" brushRef="#br0">1 1 24575,'10'34'0,"1"0"0,28 57 0,-32-78 0,0-1 0,0 0 0,1-1 0,1 0 0,0 0 0,0-1 0,1 0 0,0 0 0,1-1 0,14 9 0,-22-17 0,0 1 0,0 0 0,0-1 0,1 0 0,-1 0 0,0 0 0,1 0 0,-1 0 0,0-1 0,1 1 0,-1-1 0,1 0 0,-1 0 0,1 0 0,-1-1 0,1 1 0,-1-1 0,0 0 0,1 0 0,-1 0 0,0 0 0,0-1 0,1 1 0,-1-1 0,0 0 0,-1 0 0,1 0 0,0 0 0,0 0 0,-1-1 0,0 1 0,1-1 0,-1 1 0,0-1 0,0 0 0,0 0 0,1-3 0,2-9 0,0 1 0,-1-1 0,-1 0 0,0 0 0,-1-1 0,-1 1 0,0-22 0,-1 127 0,3 90 0,0-140 0,1 0 0,16 61 0,-5-44 0,24 95 0,-32-115 0,-1 1 0,1 41 0,-7-74 0,1-1 0,-2 0 0,1 0 0,0 1 0,-1-1 0,0 0 0,0 1 0,0-1 0,-2 5 0,2-8 0,0 1 0,0-1 0,0 1 0,0-1 0,0 0 0,0 0 0,-1 1 0,1-1 0,0 0 0,-1 0 0,1 0 0,-1 0 0,1 0 0,-1-1 0,1 1 0,-1 0 0,0-1 0,1 1 0,-1-1 0,0 0 0,0 1 0,1-1 0,-1 0 0,0 0 0,-2 0 0,-3-1 0,0 0 0,0 0 0,0-1 0,0 0 0,0 0 0,1 0 0,-1-1 0,0 0 0,1 0 0,-11-8 0,2 0 0,0 0 0,-25-26 0,29 26 0,1-1 0,0 0 0,1 0 0,0-1 0,-7-15 0,13 22 0,0 0 0,1 0 0,-1 0 0,1-1 0,1 1 0,-1-1 0,1 1 0,0-1 0,1 1 0,-1-1 0,1 0 0,0 1 0,1-1 0,2-9 0,-2 12 0,0-1 0,1 1 0,0 0 0,0 0 0,0 0 0,0 0 0,1 0 0,0 0 0,0 0 0,0 1 0,6-6 0,-4 4 0,1 1 0,1 0 0,-1 0 0,1 0 0,-1 1 0,12-5 0,-1 3 0,1 1 0,-1 0 0,0 1 0,1 1 0,23 0 0,-31 2-455,1 0 0,12 2 0,-6 2-6371</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37.059"/>
    </inkml:context>
    <inkml:brush xml:id="br0">
      <inkml:brushProperty name="width" value="0.05" units="cm"/>
      <inkml:brushProperty name="height" value="0.05" units="cm"/>
    </inkml:brush>
  </inkml:definitions>
  <inkml:trace contextRef="#ctx0" brushRef="#br0">3679 104 24575,'-107'1'0,"-118"-2"0,20-15 0,34 2 0,-45-3 0,72 5 0,74 7 0,-115-6 0,-416 12 0,463-8 0,11-1 0,19 1 0,-7-1 0,-98 18 0,132-1 0,-359 32 0,331-35 0,-179 3 0,191-9-1365,58 0-5461</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38.041"/>
    </inkml:context>
    <inkml:brush xml:id="br0">
      <inkml:brushProperty name="width" value="0.05" units="cm"/>
      <inkml:brushProperty name="height" value="0.05" units="cm"/>
    </inkml:brush>
  </inkml:definitions>
  <inkml:trace contextRef="#ctx0" brushRef="#br0">3102 45 24575,'-368'-16'0,"-1"16"0,142 2 0,-214-11 0,1 2 62,21 2-804,-272-4 366,566 9-500,103 0-5383</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48.831"/>
    </inkml:context>
    <inkml:brush xml:id="br0">
      <inkml:brushProperty name="width" value="0.05" units="cm"/>
      <inkml:brushProperty name="height" value="0.05" units="cm"/>
    </inkml:brush>
  </inkml:definitions>
  <inkml:trace contextRef="#ctx0" brushRef="#br0">0 1 24575,'9'146'0,"0"-57"0,-4-28 0,17 72 0,-20-121-151,2 0-1,-1-1 0,2 1 0,-1-1 1,2 0-1,-1-1 0,2 1 1,12 16-1,-12-19-6674</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49.115"/>
    </inkml:context>
    <inkml:brush xml:id="br0">
      <inkml:brushProperty name="width" value="0.05" units="cm"/>
      <inkml:brushProperty name="height" value="0.05" units="cm"/>
    </inkml:brush>
  </inkml:definitions>
  <inkml:trace contextRef="#ctx0" brushRef="#br0">1 99 24575,'10'-13'0,"8"-4"0,7 1 0,3 4 0,2 2 0,4 5 0,1 2 0,0 2 0,-2-2 0,-1 0 0,-3 1 0,-2 0 0,-3 1 0,-3 0 0,-5-2 0,-3 0 0,-3-1-8191</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49.445"/>
    </inkml:context>
    <inkml:brush xml:id="br0">
      <inkml:brushProperty name="width" value="0.05" units="cm"/>
      <inkml:brushProperty name="height" value="0.05" units="cm"/>
    </inkml:brush>
  </inkml:definitions>
  <inkml:trace contextRef="#ctx0" brushRef="#br0">10 18 24575,'-5'0'0,"1"0"0,3 0 0,5 0 0,4 0 0,3 0 0,3 0 0,1 0 0,0 0 0,1-3 0,-1 0 0,-2-3 0,-4 0-8191</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49.993"/>
    </inkml:context>
    <inkml:brush xml:id="br0">
      <inkml:brushProperty name="width" value="0.05" units="cm"/>
      <inkml:brushProperty name="height" value="0.05" units="cm"/>
    </inkml:brush>
  </inkml:definitions>
  <inkml:trace contextRef="#ctx0" brushRef="#br0">18 0 24575,'6'0'0,"15"0"0,31 4 0,-44-3 0,-1 1 0,0-1 0,0 2 0,0-1 0,0 1 0,0 0 0,11 7 0,115 86 0,-130-95 0,-1 1 0,0 0 0,0 0 0,0 0 0,0 1 0,0-1 0,-1 0 0,1 1 0,-1-1 0,1 1 0,-1 0 0,0-1 0,0 1 0,0 0 0,0 4 0,-1-5 0,0 0 0,0-1 0,0 1 0,0 0 0,0 0 0,-1 0 0,1 0 0,-1 0 0,0-1 0,1 1 0,-1 0 0,0-1 0,0 1 0,0 0 0,0-1 0,0 1 0,-1-1 0,1 0 0,0 1 0,-1-1 0,1 0 0,-1 0 0,1 1 0,-3 0 0,-4 2 0,1 0 0,-1-1 0,0 1 0,0-1 0,-1-1 0,1 0 0,-9 1 0,3 0 0,-1-2 0,1 0 0,-21-2 0,24 0 0,0 0 0,0-2 0,0 1 0,0-1 0,1-1 0,-1 0 0,-16-9 0,23 11 0,0 0 0,1-1 0,-1 0 0,1 1 0,-1-1 0,1-1 0,0 1 0,1 0 0,-6-8 0,7 9 0,0-1 0,-1 0 0,1 1 0,1-1 0,-1 0 0,0 0 0,1 0 0,-1 1 0,1-1 0,0 0 0,0 0 0,0 0 0,0 0 0,1 0 0,-1 1 0,2-6 0,-1 4 7,1 1 0,-1-1-1,1 0 1,0 1 0,0-1-1,1 1 1,-1-1-1,1 1 1,-1 0 0,1 0-1,0 0 1,0 1 0,0-1-1,1 1 1,-1-1 0,1 1-1,6-3 1,-3 2-193,1 0 1,0 0-1,1 1 0,-1 0 1,0 0-1,1 1 1,12-1-1,-7 2-6640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0.416"/>
    </inkml:context>
    <inkml:brush xml:id="br0">
      <inkml:brushProperty name="width" value="0.05" units="cm"/>
      <inkml:brushProperty name="height" value="0.05" units="cm"/>
    </inkml:brush>
  </inkml:definitions>
  <inkml:trace contextRef="#ctx0" brushRef="#br0">32 197 24575,'22'36'0,"-12"-20"0,14 20 0,-24-36 0,0 0 0,0 0 0,0 0 0,0 0 0,0 0 0,0 0 0,1 0 0,-1 0 0,0 0 0,0 0 0,0 0 0,0 0 0,0 0 0,0 0 0,0 0 0,0 0 0,0 0 0,0 0 0,0 0 0,0 0 0,0 0 0,0 0 0,0 0 0,0 0 0,0 0 0,0 0 0,1 0 0,-1 0 0,0 0 0,0 0 0,0 0 0,0 0 0,0 0 0,0 0 0,0 0 0,0 0 0,0 0 0,0 0 0,0 0 0,0 0 0,0 0 0,0 0 0,0 0 0,0 0 0,0 0 0,0 0 0,0 0 0,0 0 0,0 0 0,0 0 0,0 0 0,0 1 0,0-1 0,0 0 0,0 0 0,0 0 0,0 0 0,0 0 0,-1-7 0,-6-10 0,-9-12 0,0 1 0,-16-39 0,28 57 0,1 1 0,0-1 0,1 1 0,0-1 0,0 0 0,1 0 0,1 0 0,0-16 0,0 25-3,0-1-1,0 1 1,0 0-1,1-1 1,-1 1-1,0-1 1,1 1-1,-1 0 1,1-1-1,0 1 1,-1 0-1,1 0 1,0-1-1,0 1 1,0 0-1,0 0 1,0 0-1,0 0 1,0 0-1,0 0 1,0 0-1,2 0 1,-1 0 19,0 0 1,1 0 0,-1 0 0,1 1-1,0-1 1,-1 1 0,1 0-1,-1 0 1,1 0 0,0 0-1,2 0 1,7 2-314,-1 1 0,0-1 0,-1 2 0,15 6 0,-12-5-6529</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1.102"/>
    </inkml:context>
    <inkml:brush xml:id="br0">
      <inkml:brushProperty name="width" value="0.05" units="cm"/>
      <inkml:brushProperty name="height" value="0.05" units="cm"/>
    </inkml:brush>
  </inkml:definitions>
  <inkml:trace contextRef="#ctx0" brushRef="#br0">30 149 24575,'18'43'0,"-7"-14"0,20 37 0,-27-62 0,-7-12 0,-7-16 0,1 8 0,-7-11 0,1-2 0,-20-55 0,34 80 0,0 0 0,0 0 0,0 0 0,0 1 0,1-1 0,0 0 0,0 0 0,0 0 0,0 0 0,1 0 0,-1 0 0,1 0 0,0 1 0,0-1 0,1 0 0,2-5 0,-3 6 0,1 1 0,0 0 0,0-1 0,0 1 0,0 0 0,0 0 0,1 0 0,-1 1 0,0-1 0,1 0 0,-1 1 0,1 0 0,0-1 0,0 1 0,-1 0 0,1 0 0,0 1 0,0-1 0,0 1 0,0-1 0,0 1 0,5 0 0,-2 1-162,1 0-1,-1 0 1,1 0 0,-1 1-1,1 0 1,-1 0 0,9 5-1,-14-7 97,11 6-6760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1.575"/>
    </inkml:context>
    <inkml:brush xml:id="br0">
      <inkml:brushProperty name="width" value="0.05" units="cm"/>
      <inkml:brushProperty name="height" value="0.05" units="cm"/>
    </inkml:brush>
  </inkml:definitions>
  <inkml:trace contextRef="#ctx0" brushRef="#br0">201 12 24575,'-83'-11'0,"72"11"0,0-1 0,1 2 0,-1 0 0,0 0 0,-16 5 0,25-6 0,0 0 0,0 1 0,0 0 0,0 0 0,1-1 0,-1 1 0,0 0 0,0 1 0,1-1 0,-1 0 0,1 0 0,-1 1 0,1-1 0,-1 1 0,1-1 0,0 1 0,0-1 0,-1 1 0,0 4 0,1-4 0,0 1 0,1-1 0,-1 1 0,1 0 0,0-1 0,0 1 0,0 0 0,0-1 0,0 1 0,1 0 0,-1-1 0,1 1 0,1 3 0,0 1 0,1 0 0,0-1 0,1 1 0,0-1 0,0 0 0,0 0 0,0 0 0,1-1 0,0 0 0,7 6 0,-4-5 0,0 0 0,0-1 0,1 0 0,0-1 0,0 1 0,14 3 0,-19-7 0,1 1 0,0-1 0,0 0 0,0-1 0,0 1 0,0-1 0,0 0 0,0-1 0,0 1 0,0-1 0,0 0 0,0 0 0,0 0 0,7-4 0,-10 4 0,0 0 0,-1 0 0,1-1 0,0 1 0,-1-1 0,1 0 0,-1 1 0,0-1 0,1 0 0,-1 0 0,0 0 0,0 0 0,0 0 0,-1 0 0,1 0 0,0 0 0,-1 0 0,1 0 0,-1 0 0,0 0 0,1-4 0,-1-5 0,0 0 0,-3-21 0,-9-11 0,36 81 0,-16-26-62,1 0 0,0-1-1,11 10 1,-8-8-1054,-3-2-5710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2.045"/>
    </inkml:context>
    <inkml:brush xml:id="br0">
      <inkml:brushProperty name="width" value="0.05" units="cm"/>
      <inkml:brushProperty name="height" value="0.05" units="cm"/>
    </inkml:brush>
  </inkml:definitions>
  <inkml:trace contextRef="#ctx0" brushRef="#br0">1 1 24575,'3'10'0,"1"0"0,0 0 0,0 0 0,1-1 0,1 1 0,-1-1 0,2 0 0,-1-1 0,1 1 0,0-1 0,1-1 0,0 0 0,0 0 0,1 0 0,-1-1 0,1 0 0,16 7 0,-23-12 0,1 0 0,-1 0 0,1 0 0,-1 0 0,1-1 0,0 1 0,-1-1 0,1 0 0,0 0 0,-1 0 0,1 0 0,0 0 0,-1 0 0,1-1 0,-1 1 0,1-1 0,0 0 0,-1 0 0,1 0 0,-1 0 0,0 0 0,1-1 0,-1 1 0,0-1 0,0 1 0,0-1 0,0 0 0,0 0 0,0 0 0,0 0 0,-1 0 0,1 0 0,-1 0 0,0 0 0,1-1 0,-1 1 0,0-1 0,0 1 0,-1-1 0,1 1 0,0-1 0,0-3 0,1-30 0,-2 29 0,0 0 0,0 1 0,2-12 0,-2 18 0,1-1 0,-1 1 0,0-1 0,0 1 0,0 0 0,0-1 0,0 1 0,0 0 0,1-1 0,-1 1 0,0 0 0,0-1 0,1 1 0,-1 0 0,0-1 0,0 1 0,1 0 0,-1-1 0,0 1 0,1 0 0,-1 0 0,0 0 0,1-1 0,-1 1 0,0 0 0,1 0 0,-1 0 0,1 0 0,-1 0 0,0 0 0,1-1 0,0 2 0,1-1 0,-1 0 0,0 0 0,0 1 0,0-1 0,1 1 0,-1-1 0,0 1 0,0-1 0,2 2 0,24 22 0,-24-21 0,28 28 0,-14-13 0,2 0 0,34 25 0,-41-34-1365,-2-2-5461</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2.591"/>
    </inkml:context>
    <inkml:brush xml:id="br0">
      <inkml:brushProperty name="width" value="0.05" units="cm"/>
      <inkml:brushProperty name="height" value="0.05" units="cm"/>
    </inkml:brush>
  </inkml:definitions>
  <inkml:trace contextRef="#ctx0" brushRef="#br0">194 433 24575,'-22'-4'0,"-42"-7"0,59 10 0,0 1 0,-1 0 0,1 0 0,-1 0 0,1 1 0,0 0 0,0 0 0,-1 0 0,-5 3 0,9-4 0,1 1 0,-1 0 0,1 0 0,-1 0 0,1 0 0,-1 0 0,1 1 0,0-1 0,0 0 0,0 1 0,-1-1 0,1 1 0,0-1 0,1 1 0,-1-1 0,-1 4 0,1-2 0,0 1 0,0-1 0,0 1 0,1-1 0,0 1 0,-1 0 0,1-1 0,1 5 0,-1-3 0,1-1 0,-1 0 0,1 1 0,0-1 0,1 0 0,-1 0 0,1 0 0,0 0 0,0 0 0,0 0 0,0 0 0,1-1 0,-1 1 0,5 4 0,-5-7 0,0 1 0,0-1 0,0 1 0,1-1 0,-1 0 0,0 0 0,1 0 0,-1 0 0,0 0 0,1-1 0,-1 1 0,1-1 0,-1 1 0,1-1 0,-1 0 0,1 0 0,-1 0 0,1 0 0,-1-1 0,1 1 0,-1-1 0,1 1 0,-1-1 0,1 0 0,-1 0 0,0 0 0,1 0 0,-1 0 0,0-1 0,0 1 0,0-1 0,0 1 0,0-1 0,0 0 0,-1 0 0,1 0 0,0 0 0,-1 0 0,0 0 0,1 0 0,-1 0 0,0-1 0,0 1 0,0 0 0,0-1 0,0-4 0,2-9 0,-1 0 0,-1 0 0,-1 0 0,0 0 0,-1-1 0,-6-30 0,-1 9 0,-24-64 0,-52-109 0,83 209 0,1 1 0,-1-1 0,0 0 0,0 0 0,0 1 0,0-1 0,0 0 0,0 1 0,-3-3 0,4 4 0,0 0 0,0 0 0,0-1 0,0 1 0,-1 0 0,1 0 0,0 0 0,0 0 0,0 0 0,0 0 0,0 0 0,0 0 0,-1 0 0,1 0 0,0 0 0,0 0 0,0 0 0,0 0 0,0 0 0,-1 0 0,1 0 0,0 0 0,0 0 0,0 0 0,0 0 0,0 0 0,-1 1 0,1-1 0,0 0 0,0 0 0,0 0 0,0 0 0,0 0 0,0 0 0,0 0 0,-1 0 0,1 0 0,0 1 0,0-1 0,0 0 0,-3 14 0,2 4 0,2 1 0,0 0 0,1-1 0,5 27 0,1-16 0,21 57 0,-17-58 0,2-1 0,1 0 0,1-1 0,2-1 0,0 0 0,2-2 0,0 0 0,1-1 0,40 30 0,-52-43-1365</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3.107"/>
    </inkml:context>
    <inkml:brush xml:id="br0">
      <inkml:brushProperty name="width" value="0.05" units="cm"/>
      <inkml:brushProperty name="height" value="0.05" units="cm"/>
    </inkml:brush>
  </inkml:definitions>
  <inkml:trace contextRef="#ctx0" brushRef="#br0">136 3 24575,'2'-1'0,"0"1"0,0-1 0,-1 1 0,1-1 0,0 1 0,0 0 0,0 0 0,0 0 0,0 0 0,0 0 0,0 1 0,-1-1 0,1 1 0,0-1 0,0 1 0,0-1 0,-1 1 0,1 0 0,0 0 0,-1 0 0,1 0 0,0 0 0,-1 0 0,1 1 0,-1-1 0,2 2 0,3 4 0,1 0 0,-1 0 0,9 15 0,-8-11 0,-2-1 0,1 1 0,-1 0 0,5 16 0,-9-22 0,0-1 0,0 1 0,0-1 0,0 1 0,-1 0 0,0-1 0,0 1 0,0 0 0,0-1 0,-1 1 0,0-1 0,0 1 0,0-1 0,-3 7 0,3-9 0,1-1 0,-1 0 0,0 1 0,0-1 0,0 0 0,0 1 0,0-1 0,0 0 0,-1 0 0,1 0 0,0 0 0,-1 0 0,1 0 0,0-1 0,-1 1 0,-2 1 0,1-1 0,-1 0 0,1-1 0,0 1 0,0-1 0,0 0 0,-1 0 0,1 0 0,-4-1 0,-4-1 0,-1-1 0,1 0 0,-17-7 0,26 9 0,-11-4 0,1 0 0,-1-1 0,1-1 0,1 0 0,-19-15 0,26 18 0,0 1 0,0-1 0,1 0 0,-1 0 0,1-1 0,0 1 0,-4-9 0,6 10 0,0 0 0,0 0 0,0 0 0,0 0 0,0 0 0,1-1 0,0 1 0,-1 0 0,1 0 0,0-1 0,1 1 0,-1 0 0,2-6 0,-1 6 5,0 0 1,0 0-1,1 0 0,-1 1 0,1-1 0,0 0 1,0 1-1,0-1 0,0 1 0,0-1 1,1 1-1,-1 0 0,1 0 0,-1 0 0,1 1 1,0-1-1,-1 0 0,1 1 0,0 0 0,0 0 1,0 0-1,4-1 0,1 0-191,0 0 1,0 1-1,0 0 0,0 1 1,0-1-1,0 2 1,14 1-1,-9 0-6640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3.915"/>
    </inkml:context>
    <inkml:brush xml:id="br0">
      <inkml:brushProperty name="width" value="0.05" units="cm"/>
      <inkml:brushProperty name="height" value="0.05" units="cm"/>
    </inkml:brush>
  </inkml:definitions>
  <inkml:trace contextRef="#ctx0" brushRef="#br0">7 7 24575,'-1'0'0,"1"0"0,0 0 0,0 0 0,0-1 0,-1 1 0,1 0 0,0 1 0,0-1 0,-1 0 0,1 0 0,0 0 0,0 0 0,0 0 0,-1 0 0,1 0 0,0 0 0,0 0 0,0 0 0,-1 0 0,1 1 0,0-1 0,0 0 0,0 0 0,-1 0 0,1 0 0,0 1 0,0-1 0,0 0 0,0 0 0,0 0 0,0 1 0,0-1 0,-1 0 0,1 0 0,0 0 0,0 1 0,3 9 0,10 8 0,2-4 0,0 0 0,1-1 0,26 17 0,-41-29 0,0 0 0,0 0 0,1 0 0,-1 0 0,1 0 0,-1-1 0,1 1 0,-1 0 0,1-1 0,-1 1 0,1-1 0,-1 0 0,1 1 0,-1-1 0,1 0 0,0 0 0,-1 0 0,1 0 0,0 0 0,-1-1 0,1 1 0,2-1 0,-3 0 0,0 0 0,0 0 0,1 0 0,-1-1 0,0 1 0,0 0 0,0-1 0,0 1 0,0-1 0,-1 1 0,1-1 0,0 1 0,-1-1 0,1 1 0,-1-1 0,1 0 0,-1 1 0,0-1 0,0 0 0,0 1 0,0-3 0,1-13 0,0-19 0,0 34 0,-1 0 0,0 1 0,1-1 0,-1 0 0,1 0 0,-1 0 0,1 1 0,0-1 0,0 0 0,0 1 0,0-1 0,0 1 0,0-1 0,0 1 0,2-2 0,-2 2 0,0 1 0,0 0 0,0-1 0,0 1 0,0 0 0,0 0 0,0 0 0,0 0 0,0 0 0,0 0 0,1 0 0,-1 0 0,0 0 0,0 0 0,0 1 0,0-1 0,0 0 0,0 1 0,-1-1 0,1 0 0,0 1 0,0-1 0,1 2 0,23 15 0,-20-13 0,23 19 0,-20-16 0,0 1 0,1-2 0,15 10 0,-18-13 0,1 0 0,-1 0 0,1 0 0,0-1 0,-1 0 0,1 0 0,0-1 0,11 1 0,-15-2 0,-1 0 0,0 0 0,1 0 0,-1 0 0,0-1 0,1 1 0,-1-1 0,0 0 0,0 0 0,1 0 0,-1 0 0,0 0 0,0 0 0,0-1 0,0 1 0,0 0 0,-1-1 0,1 0 0,0 1 0,-1-1 0,1 0 0,-1 0 0,1 0 0,-1 0 0,0 0 0,0 0 0,0 0 0,1-5 0,4-18 0,-6 21 0,1 0 0,-1 1 0,1-1 0,0 0 0,0 1 0,1-1 0,-1 1 0,4-7 0,-4 10 0,-1 0 0,0-1 0,0 1 0,1 0 0,-1-1 0,0 1 0,1 0 0,-1 0 0,0-1 0,1 1 0,-1 0 0,0 0 0,1 0 0,-1 0 0,1-1 0,-1 1 0,0 0 0,1 0 0,-1 0 0,1 0 0,-1 0 0,0 0 0,1 0 0,-1 0 0,1 0 0,-1 0 0,1 1 0,11 6 0,8 16 0,-20-22 0,21 24-58,0-1-1,26 22 0,-21-21-1130,-16-16-5637</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4.692"/>
    </inkml:context>
    <inkml:brush xml:id="br0">
      <inkml:brushProperty name="width" value="0.05" units="cm"/>
      <inkml:brushProperty name="height" value="0.05" units="cm"/>
    </inkml:brush>
  </inkml:definitions>
  <inkml:trace contextRef="#ctx0" brushRef="#br0">115 324 24575,'39'124'0,"50"133"0,-71-212 0,-61-116 0,13 24 0,-63-119 0,75 127 0,1 0 0,-18-61 0,29 78 0,0-1 0,2-1 0,0 1 0,0-26 0,4 42 0,0 0 0,0 1 0,1-1 0,0 1 0,0-1 0,0 1 0,1-1 0,0 1 0,0 0 0,1 0 0,0 0 0,0 0 0,0 0 0,1 1 0,0-1 0,0 1 0,0 0 0,0 0 0,9-6 0,-10 8 0,1 1 0,-1 0 0,1-1 0,0 2 0,-1-1 0,1 0 0,0 1 0,0 0 0,1 0 0,-1 0 0,0 0 0,8 0 0,-5 1 0,0 1 0,1 0 0,-1 0 0,0 0 0,1 1 0,11 4 0,3 4 0,0 1 0,0 0 0,25 20 0,-44-29 0,9 6 0,0 0 0,-1 1 0,0 1 0,0 0 0,-1 0 0,12 16 0,-20-22 0,1-1 0,-1 1 0,0 0 0,0 0 0,0 0 0,-1 1 0,1-1 0,-1 0 0,0 1 0,0 7 0,-1-9 0,0 1 0,0-1 0,0 1 0,-1-1 0,0 0 0,0 1 0,0-1 0,0 0 0,0 0 0,-1 1 0,1-1 0,-1 0 0,0 0 0,0-1 0,-4 6 0,1-3 0,-1 0 0,0 0 0,0 0 0,0 0 0,-1-1 0,0 0 0,0 0 0,0-1 0,0 0 0,0 0 0,-1-1 0,1 0 0,-1 0 0,-9 0 0,-2 1 0,1-2 0,0 0 0,-1-2 0,-34-4 0,32 2-1365,3-1-5461</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5.100"/>
    </inkml:context>
    <inkml:brush xml:id="br0">
      <inkml:brushProperty name="width" value="0.05" units="cm"/>
      <inkml:brushProperty name="height" value="0.05" units="cm"/>
    </inkml:brush>
  </inkml:definitions>
  <inkml:trace contextRef="#ctx0" brushRef="#br0">90 234 24575,'-11'57'0,"11"-56"0,0-1 0,0 0 0,0 1 0,0-1 0,0 0 0,0 0 0,-1 1 0,1-1 0,0 0 0,0 1 0,0-1 0,0 0 0,0 0 0,0 1 0,0-1 0,-1 0 0,1 0 0,0 1 0,0-1 0,0 0 0,-1 0 0,1 0 0,0 1 0,0-1 0,-1 0 0,1 0 0,-5-5 0,-3-18 0,6 19 0,-11-32 0,-22-65 0,32 88 0,0 0 0,0 0 0,2 0 0,0-1 0,0-23 0,1 36-4,0 0-1,0-1 1,1 1-1,-1 0 1,0 0-1,0 0 1,1-1-1,-1 1 1,1 0 0,-1 0-1,1 0 1,-1 0-1,1 0 1,0 0-1,-1 0 1,1 0-1,2-2 1,-3 3 15,1-1 0,0 1 0,0 0 0,0-1 0,0 1 1,0 0-1,0-1 0,0 1 0,0 0 0,0 0 0,0 0 0,0 0 0,0 0 1,0 0-1,0 0 0,0 0 0,1 1 0,3 0-197,-1 1 1,1 0-1,-1 0 0,1 0 1,-1 1-1,0-1 1,4 5-1,3 1-6640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5.459"/>
    </inkml:context>
    <inkml:brush xml:id="br0">
      <inkml:brushProperty name="width" value="0.05" units="cm"/>
      <inkml:brushProperty name="height" value="0.05" units="cm"/>
    </inkml:brush>
  </inkml:definitions>
  <inkml:trace contextRef="#ctx0" brushRef="#br0">118 77 24575,'-10'0'0,"0"0"0,0 1 0,0 1 0,1-1 0,-1 1 0,-10 5 0,17-6 0,0 0 0,1 0 0,-1 0 0,0 1 0,1 0 0,0-1 0,-1 1 0,1 0 0,0 0 0,-4 4 0,5-4 0,0 0 0,0-1 0,0 1 0,0 0 0,1 0 0,-1 0 0,1 0 0,-1 0 0,1 0 0,-1 0 0,1 0 0,0 0 0,0-1 0,0 1 0,0 0 0,0 0 0,2 4 0,0 1 0,0 0 0,1 0 0,0 0 0,1 0 0,0 0 0,0-1 0,0 0 0,0 0 0,1 0 0,0 0 0,1-1 0,-1 0 0,1 0 0,0 0 0,0-1 0,0 0 0,1 0 0,0-1 0,-1 1 0,16 4 0,-20-8 0,1 1 0,0-1 0,0 0 0,0 1 0,0-1 0,0 0 0,0-1 0,0 1 0,0 0 0,0-1 0,0 0 0,0 0 0,-1 0 0,1 0 0,0 0 0,-1 0 0,1-1 0,0 1 0,-1-1 0,0 0 0,1 0 0,-1 0 0,3-3 0,-2 2 0,-1-1 0,1 0 0,-1 0 0,0 0 0,0 0 0,-1 0 0,1 0 0,-1-1 0,0 1 0,0-1 0,0 1 0,-1 0 0,1-1 0,-2-8 0,1 4 11,-2 0 0,1 0 0,-1 0 0,-1 0 0,0 0 0,0 0-1,0 1 1,-1-1 0,-1 1 0,-8-14 0,9 17-98,0 0-1,0 0 1,0 0 0,-1 1-1,0-1 1,1 1 0,-1 0-1,-1 0 1,1 1-1,-1 0 1,1 0 0,-1 0-1,0 0 1,0 1 0,0 0-1,-8-1 1,1 1-6739</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6.182"/>
    </inkml:context>
    <inkml:brush xml:id="br0">
      <inkml:brushProperty name="width" value="0.05" units="cm"/>
      <inkml:brushProperty name="height" value="0.05" units="cm"/>
    </inkml:brush>
  </inkml:definitions>
  <inkml:trace contextRef="#ctx0" brushRef="#br0">244 44 24575,'-36'-6'0,"-2"-1"0,-75-4 0,110 11 0,0 0 0,0 0 0,0 0 0,0 1 0,0-1 0,0 1 0,0 0 0,0-1 0,0 1 0,0 1 0,0-1 0,-4 3 0,5-3 0,1 0 0,0 1 0,0-1 0,0 0 0,0 1 0,0-1 0,0 1 0,0 0 0,0-1 0,1 1 0,-1 0 0,1-1 0,-1 1 0,1 0 0,-1 0 0,1-1 0,0 1 0,0 0 0,0 0 0,0 0 0,0-1 0,1 1 0,0 2 0,0 4 0,1 1 0,0-1 0,0 0 0,1 0 0,0 0 0,0-1 0,1 1 0,0-1 0,1 1 0,0-1 0,6 7 0,-3-5 0,0-1 0,0-1 0,1 1 0,-1-2 0,2 1 0,-1-1 0,1 0 0,11 4 0,-11-5 0,1-1 0,-1 0 0,1-1 0,0 0 0,1-1 0,-1 0 0,0-1 0,1 0 0,-1-1 0,0 0 0,1 0 0,-1-2 0,0 1 0,1-1 0,-1-1 0,0 0 0,19-9 0,-25 10 0,-1-1 0,0 0 0,1 0 0,-2-1 0,1 1 0,0-1 0,-1 1 0,1-1 0,-1-1 0,0 1 0,0 0 0,-1-1 0,0 1 0,1-1 0,-1 0 0,-1 0 0,3-9 0,-1 2 0,-1 0 0,-1-1 0,0 0 0,0 1 0,-1-1 0,-2-14 0,1 23 0,0-1 0,0 0 0,0 1 0,0-1 0,-1 1 0,0-1 0,-4-7 0,5 11 0,1 0 0,-1 0 0,1 0 0,-1 0 0,1 1 0,-1-1 0,0 0 0,0 0 0,1 1 0,-1-1 0,0 0 0,0 1 0,0-1 0,0 1 0,0-1 0,1 1 0,-1-1 0,0 1 0,0 0 0,0-1 0,0 1 0,-1 0 0,1 0 0,0 0 0,0 0 0,0 0 0,0 0 0,0 0 0,0 0 0,0 0 0,0 0 0,0 1 0,0-1 0,0 0 0,0 1 0,0-1 0,0 1 0,0-1 0,0 1 0,1-1 0,-2 2 0,-1 0 0,1 1 0,-1 0 0,1 0 0,0 0 0,-1 0 0,1 0 0,1 1 0,-1-1 0,0 1 0,1-1 0,0 1 0,-1 5 0,-1 1 0,1 1 0,0-1 0,0 14 0,2-17 0,1 1 0,0-1 0,0 1 0,1-1 0,0 0 0,0 1 0,1-1 0,0 0 0,0 0 0,1-1 0,-1 1 0,2-1 0,-1 0 0,10 11 0,-10-13 0,0 1 0,1-1 0,-1-1 0,1 1 0,0-1 0,0 0 0,0 0 0,10 4 0,-12-6 0,1 1 0,0-1 0,0-1 0,-1 1 0,1 0 0,0-1 0,0 0 0,0 0 0,0 0 0,0-1 0,0 1 0,0-1 0,6-2 0,3-2-1365,-4-1-5461</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6.570"/>
    </inkml:context>
    <inkml:brush xml:id="br0">
      <inkml:brushProperty name="width" value="0.05" units="cm"/>
      <inkml:brushProperty name="height" value="0.05" units="cm"/>
    </inkml:brush>
  </inkml:definitions>
  <inkml:trace contextRef="#ctx0" brushRef="#br0">44 0 24575,'-2'0'0,"1"0"0,-1 0 0,1 0 0,0 1 0,-1-1 0,1 0 0,-1 0 0,1 1 0,0-1 0,-1 1 0,1-1 0,0 1 0,0 0 0,-1-1 0,1 1 0,0 0 0,0 0 0,0 0 0,0 0 0,0 0 0,0 0 0,-1 1 0,1 0 0,0 1 0,0-1 0,0 1 0,0-1 0,1 1 0,-1-1 0,1 1 0,-1-1 0,1 1 0,0-1 0,0 4 0,1 6 0,0-1 0,1 1 0,1-1 0,4 14 0,2 1 0,2 0 0,20 38 0,36 44 0,-65-105 0,-1-1 0,1 0 0,-1 1 0,0-1 0,0 1 0,0-1 0,0 1 0,1 3 0,-2-6 0,0 1 0,0 0 0,0-1 0,0 1 0,-1 0 0,1 0 0,0-1 0,0 1 0,0 0 0,-1-1 0,1 1 0,0 0 0,0-1 0,-1 1 0,1-1 0,-1 1 0,1-1 0,-1 1 0,1 0 0,0-1 0,-1 0 0,0 1 0,1-1 0,-1 1 0,1-1 0,-1 0 0,0 1 0,1-1 0,-1 0 0,0 1 0,1-1 0,-1 0 0,0 0 0,1 0 0,-1 0 0,0 0 0,0 0 0,-9 2 30,-1-2-1,1 1 0,-19-3 1,19 1-327,0 1 1,0 0-1,0 0 0,-10 2 1,7 1-6530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0:56.958"/>
    </inkml:context>
    <inkml:brush xml:id="br0">
      <inkml:brushProperty name="width" value="0.05" units="cm"/>
      <inkml:brushProperty name="height" value="0.05" units="cm"/>
    </inkml:brush>
  </inkml:definitions>
  <inkml:trace contextRef="#ctx0" brushRef="#br0">69 8 24575,'-1'-1'0,"-1"0"0,1 0 0,0 1 0,0-1 0,-1 0 0,1 1 0,-1-1 0,1 1 0,-1-1 0,1 1 0,-1 0 0,1-1 0,-1 1 0,1 0 0,-1 0 0,1 0 0,-2 0 0,2 1 0,0-1 0,0 1 0,0-1 0,0 1 0,0-1 0,0 1 0,0-1 0,0 1 0,0 0 0,1-1 0,-1 1 0,0 0 0,0 0 0,1 0 0,-1 0 0,0 0 0,1 0 0,-1 1 0,-1 3 0,1-1 0,-1 1 0,1 0 0,0 0 0,1 0 0,-1 0 0,1-1 0,0 1 0,0 6 0,3 8 0,0 1 0,2-1 0,0 0 0,1 0 0,0 0 0,2-1 0,0 0 0,1 0 0,1-1 0,1-1 0,19 25 0,-28-39 0,0 0 0,-1 0 0,1 0 0,-1 1 0,0-1 0,1 0 0,-1 1 0,0-1 0,0 1 0,-1-1 0,1 1 0,0-1 0,-1 1 0,0 0 0,1-1 0,-1 1 0,0 0 0,-1 3 0,0-3 0,0-1 0,0 1 0,0-1 0,0 1 0,0-1 0,-1 1 0,1-1 0,-1 0 0,0 1 0,0-1 0,0 0 0,0 0 0,0-1 0,0 1 0,-1 0 0,1-1 0,-3 2 0,-12 7-455,-1-1 0,-36 14 0,38-18-6371</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01.456"/>
    </inkml:context>
    <inkml:brush xml:id="br0">
      <inkml:brushProperty name="width" value="0.05" units="cm"/>
      <inkml:brushProperty name="height" value="0.05" units="cm"/>
    </inkml:brush>
  </inkml:definitions>
  <inkml:trace contextRef="#ctx0" brushRef="#br0">8 26 24575,'-7'-19'0,"8"13"0,0 6 0,-1 0 0,1 0 0,-1 0 0,1 0 0,-1 0 0,1 0 0,-1 0 0,1 0 0,-1 1 0,1-1 0,-1 0 0,1 0 0,-1 1 0,1-1 0,-1 0 0,1 1 0,0-1 0,19 16 0,0 1 0,19 20 0,15 13 0,4-1 0,1-3 0,96 55 0,-146-96 0,-5-2 0,1-1 0,-1 1 0,0-1 0,1 0 0,0 0 0,0-1 0,-1 1 0,1-1 0,5 1 0,-10-2 0,1 0 0,-1 0 0,0 0 0,0 0 0,0 0 0,0 0 0,0-1 0,1 1 0,-1 0 0,0 0 0,0 0 0,0 0 0,0 0 0,0 0 0,0 0 0,0-1 0,1 1 0,-1 0 0,0 0 0,0 0 0,0 0 0,0 0 0,0 0 0,0-1 0,0 1 0,0 0 0,0 0 0,0 0 0,0 0 0,0-1 0,0 1 0,0 0 0,0 0 0,0 0 0,0 0 0,0-1 0,0 1 0,0 0 0,0 0 0,0 0 0,0 0 0,0 0 0,0-1 0,0 1 0,0 0 0,-1 0 0,1 0 0,0 0 0,0 0 0,0 0 0,0 0 0,0-1 0,0 1 0,-1 0 0,1 0 0,0 0 0,0 0 0,0 0 0,0 0 0,0 0 0,-1 0 0,1 0 0,-9-9 0,-57-35-1365,53 34-5461</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01.954"/>
    </inkml:context>
    <inkml:brush xml:id="br0">
      <inkml:brushProperty name="width" value="0.05" units="cm"/>
      <inkml:brushProperty name="height" value="0.05" units="cm"/>
    </inkml:brush>
  </inkml:definitions>
  <inkml:trace contextRef="#ctx0" brushRef="#br0">226 17 24575,'0'-1'0,"0"0"0,0 1 0,0-1 0,0 0 0,0 0 0,0 1 0,0-1 0,-1 0 0,1 0 0,0 1 0,0-1 0,-1 0 0,1 1 0,0-1 0,-1 0 0,1 1 0,0-1 0,-1 0 0,1 1 0,-2-2 0,2 2 0,-1 0 0,1 0 0,-1 0 0,1 0 0,-1 0 0,1-1 0,-1 1 0,1 0 0,-1 0 0,0 0 0,1 0 0,-1 1 0,1-1 0,-1 0 0,1 0 0,-1 0 0,1 0 0,-1 0 0,1 1 0,-2-1 0,-3 3 0,1 1 0,-1-1 0,1 1 0,-5 4 0,5-5 0,-22 22 0,2 1 0,-23 31 0,-33 59-1365</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02.813"/>
    </inkml:context>
    <inkml:brush xml:id="br0">
      <inkml:brushProperty name="width" value="0.05" units="cm"/>
      <inkml:brushProperty name="height" value="0.05" units="cm"/>
    </inkml:brush>
  </inkml:definitions>
  <inkml:trace contextRef="#ctx0" brushRef="#br0">108 39 24575,'-1'-2'0,"0"-1"0,0 1 0,0 0 0,-1-1 0,1 1 0,-1 0 0,0 0 0,1 0 0,-1 0 0,0 1 0,0-1 0,0 0 0,0 1 0,-1-1 0,1 1 0,0 0 0,-1 0 0,1 0 0,0 0 0,-1 0 0,1 0 0,-1 1 0,0-1 0,-4 1 0,5 0 0,0-1 0,0 1 0,1 0 0,-1 1 0,0-1 0,0 0 0,0 1 0,0-1 0,0 1 0,0-1 0,0 1 0,0 0 0,1 0 0,-1 0 0,0 0 0,1 0 0,-1 0 0,0 0 0,1 0 0,0 1 0,-1-1 0,1 1 0,0-1 0,0 1 0,-1-1 0,1 1 0,1 0 0,-1 0 0,0-1 0,0 1 0,1 0 0,-1 0 0,0 2 0,-1 12 0,1 0 0,1 0 0,2 28 0,0-2 0,-1-15 0,1 0 0,2-1 0,12 48 0,33 74 0,-26-84 0,28 91 0,-51-154 0,0 0 0,1 0 0,-1 0 0,1 0 0,-1 0 0,1 0 0,0 0 0,-1 0 0,1 0 0,0 0 0,0 0 0,-1 0 0,1 0 0,0-1 0,0 1 0,0 0 0,0-1 0,0 1 0,0 0 0,0-1 0,0 0 0,1 1 0,-1-1 0,0 1 0,0-1 0,0 0 0,0 0 0,1 0 0,-1 0 0,0 0 0,0 0 0,2 0 0,5-1 0,-1-1 0,1 1 0,-1-2 0,10-3 0,9-2 0,-6 6-332,-1 0-1,28 2 1,-43 0-36,9 0-6458</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03.435"/>
    </inkml:context>
    <inkml:brush xml:id="br0">
      <inkml:brushProperty name="width" value="0.05" units="cm"/>
      <inkml:brushProperty name="height" value="0.05" units="cm"/>
    </inkml:brush>
  </inkml:definitions>
  <inkml:trace contextRef="#ctx0" brushRef="#br0">3 44 24575,'0'0'0,"-1"-1"0,1 0 0,0 0 0,-1 0 0,1 0 0,0 0 0,0 0 0,0 0 0,0 0 0,0-1 0,0 1 0,0 0 0,0 0 0,1-1 0,3 1 0,3 9 0,24 41 0,-23-35 0,0 0 0,14 16 0,-10-15 0,-9-10 0,0-1 0,0 0 0,1 0 0,-1 0 0,8 5 0,-10-8 0,-1-1 0,1 0 0,-1 0 0,1 1 0,-1-1 0,1 0 0,-1 0 0,1 0 0,0 0 0,-1 0 0,1 1 0,-1-1 0,1 0 0,-1 0 0,1-1 0,0 1 0,-1 0 0,1 0 0,-1 0 0,1 0 0,-1 0 0,1-1 0,-1 1 0,1 0 0,-1 0 0,1-1 0,-1 1 0,1 0 0,-1-1 0,1 1 0,-1-1 0,1 1 0,-1 0 0,0-1 0,1 1 0,-1-1 0,0 1 0,1-1 0,-1 1 0,0-1 0,0 0 0,0 1 0,1-1 0,6-26 0,-4 8 0,0-1 0,6-21 0,-8 35 0,1 0 0,1 0 0,-1 0 0,1 0 0,0 1 0,0-1 0,7-8 0,-8 12 0,-1 1 0,1-1 0,0 1 0,-1 0 0,1-1 0,0 1 0,0 0 0,0 0 0,0 0 0,0 1 0,0-1 0,0 0 0,0 1 0,0-1 0,0 1 0,1 0 0,-1 0 0,0-1 0,0 2 0,0-1 0,1 0 0,-1 0 0,0 1 0,0-1 0,0 1 0,0-1 0,0 1 0,0 0 0,3 1 0,6 4 0,1 1 0,-1-1 0,18 16 0,-17-14 0,10 11 0,0 0 0,21 25 0,-33-33 0,11 16 120,-20-25-244,1 0 0,-1 0 1,0 0-1,0 0 0,0 1 0,-1-1 1,1 0-1,0 1 0,-1-1 0,0 0 1,1 5-1</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04.027"/>
    </inkml:context>
    <inkml:brush xml:id="br0">
      <inkml:brushProperty name="width" value="0.05" units="cm"/>
      <inkml:brushProperty name="height" value="0.05" units="cm"/>
    </inkml:brush>
  </inkml:definitions>
  <inkml:trace contextRef="#ctx0" brushRef="#br0">1 0 24575,'98'6'0,"-82"-4"0,-1 1 0,1 0 0,-1 1 0,17 7 0,-29-9 0,0-1 0,-1 0 0,1 0 0,0 1 0,-1 0 0,0-1 0,1 1 0,-1 0 0,0 0 0,0 0 0,0 0 0,0 1 0,-1-1 0,1 0 0,0 1 0,1 3 0,-2-1 0,1 1 0,-1-1 0,0 1 0,0-1 0,0 1 0,-1-1 0,0 10 0,0 6 0,1 72 0,0-78 0,1-1 0,1 1 0,0 0 0,7 17 0,43 93 0,-9-24 0,-42-96 0,0 1 0,0-1 0,0 1 0,-1-1 0,0 1 0,0 0 0,0 0 0,-1 9 0,0-13 0,-1 0 0,1 0 0,-1 0 0,1 0 0,-1 0 0,0 0 0,1-1 0,-1 1 0,0 0 0,0-1 0,0 1 0,0 0 0,-1-1 0,1 0 0,0 1 0,-1-1 0,1 0 0,-1 1 0,1-1 0,-1 0 0,0 0 0,1 0 0,-1 0 0,0-1 0,0 1 0,1 0 0,-1-1 0,0 0 0,-3 1 0,-71 10-1365,63-8-5461</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5.044"/>
    </inkml:context>
    <inkml:brush xml:id="br0">
      <inkml:brushProperty name="width" value="0.05" units="cm"/>
      <inkml:brushProperty name="height" value="0.05" units="cm"/>
    </inkml:brush>
  </inkml:definitions>
  <inkml:trace contextRef="#ctx0" brushRef="#br0">19 11 24575,'-5'-5'0,"-2"0"0,1 5 0,6 14 0,3 7 0,3 1 0,2-2 0,-2-1 0,1-2 0,0-1 0,-2 0 0,1-4 0,-3-3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5.248"/>
    </inkml:context>
    <inkml:brush xml:id="br0">
      <inkml:brushProperty name="width" value="0.05" units="cm"/>
      <inkml:brushProperty name="height" value="0.05" units="cm"/>
    </inkml:brush>
  </inkml:definitions>
  <inkml:trace contextRef="#ctx0" brushRef="#br0">0 29 24575,'0'-10'0,"0"-1"0,0 4 0,0 6 0,0 5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5.623"/>
    </inkml:context>
    <inkml:brush xml:id="br0">
      <inkml:brushProperty name="width" value="0.05" units="cm"/>
      <inkml:brushProperty name="height" value="0.05" units="cm"/>
    </inkml:brush>
  </inkml:definitions>
  <inkml:trace contextRef="#ctx0" brushRef="#br0">282 166 24575,'-59'-46'0,"-71"-48"0,126 92 0,-2-2 0,-1 0 0,1 0 0,-1 1 0,-10-3 0,16 5 0,0 1 0,0 0 0,0-1 0,0 1 0,-1 0 0,1 0 0,0 0 0,0 0 0,0 0 0,-1 0 0,1 0 0,0 0 0,0 0 0,0 1 0,-1-1 0,1 0 0,0 1 0,0-1 0,0 1 0,0 0 0,0-1 0,0 1 0,0 0 0,0-1 0,0 1 0,0 0 0,0 0 0,1 0 0,-1 0 0,0 0 0,1 0 0,-1 0 0,0 0 0,0 1 0,-1 4 0,0 0 0,1 0 0,-1 0 0,1 0 0,0 1 0,1-1 0,-1 0 0,1 0 0,1 1 0,0 7 0,3 9 0,8 31 0,-10-48 0,19 67 0,52 117 0,50 63 0,-60-126 0,36 86 0,-96-209-227,-2 1-1,1 0 1,0-1-1,-1 1 1,2 7-1,-3-1-6598</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5.826"/>
    </inkml:context>
    <inkml:brush xml:id="br0">
      <inkml:brushProperty name="width" value="0.05" units="cm"/>
      <inkml:brushProperty name="height" value="0.05" units="cm"/>
    </inkml:brush>
  </inkml:definitions>
  <inkml:trace contextRef="#ctx0" brushRef="#br0">352 30 24575,'-25'-5'0,"-11"-2"0,-4 1 0,2 1 0,2 1 0,3 2 0,4 3 0,2 2 0,1 0 0,2 2 0,3 1 0,4-2-8191</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6.248"/>
    </inkml:context>
    <inkml:brush xml:id="br0">
      <inkml:brushProperty name="width" value="0.05" units="cm"/>
      <inkml:brushProperty name="height" value="0.05" units="cm"/>
    </inkml:brush>
  </inkml:definitions>
  <inkml:trace contextRef="#ctx0" brushRef="#br0">18 4 24575,'-5'-2'0,"-2"1"0,3 4 0,3 3 0,3 4 0,1 2 0,4 2 0,2 1 0,0 0 0,0 1 0,3-3 0,-2-1 0,0 0 0,-2-2-8191</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6.432"/>
    </inkml:context>
    <inkml:brush xml:id="br0">
      <inkml:brushProperty name="width" value="0.05" units="cm"/>
      <inkml:brushProperty name="height" value="0.05" units="cm"/>
    </inkml:brush>
  </inkml:definitions>
  <inkml:trace contextRef="#ctx0" brushRef="#br0">0 4 24575,'0'-2'0,"0"1"0,0 3 0,0 5 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6.701"/>
    </inkml:context>
    <inkml:brush xml:id="br0">
      <inkml:brushProperty name="width" value="0.05" units="cm"/>
      <inkml:brushProperty name="height" value="0.05" units="cm"/>
    </inkml:brush>
  </inkml:definitions>
  <inkml:trace contextRef="#ctx0" brushRef="#br0">1 0 24575,'0'20'0,"2"12"0,2 5 0,1 4 0,4 3 0,2 1 0,1 0 0,5 4 0,1-1 0,3 1 0,3-2 0,-1 0 0,2-4 0,-2-4 0,-1-6 0,-3-7 0,-4-4 0,-5-6-8191</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6.900"/>
    </inkml:context>
    <inkml:brush xml:id="br0">
      <inkml:brushProperty name="width" value="0.05" units="cm"/>
      <inkml:brushProperty name="height" value="0.05" units="cm"/>
    </inkml:brush>
  </inkml:definitions>
  <inkml:trace contextRef="#ctx0" brushRef="#br0">311 65 24575,'-30'-13'0,"-13"-4"0,-3 1 0,3 6 0,4 4 0,3 4 0,6 4 0,5 2 0,7 0-8191</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7.475"/>
    </inkml:context>
    <inkml:brush xml:id="br0">
      <inkml:brushProperty name="width" value="0.05" units="cm"/>
      <inkml:brushProperty name="height" value="0.05" units="cm"/>
    </inkml:brush>
  </inkml:definitions>
  <inkml:trace contextRef="#ctx0" brushRef="#br0">0 1 24575,'0'10'0,"0"6"0,3 2 0,0 2 0,3-1 0,2-4 0,3-1 0,-1-1 0,1-3 0,-2 0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7.681"/>
    </inkml:context>
    <inkml:brush xml:id="br0">
      <inkml:brushProperty name="width" value="0.05" units="cm"/>
      <inkml:brushProperty name="height" value="0.05" units="cm"/>
    </inkml:brush>
  </inkml:definitions>
  <inkml:trace contextRef="#ctx0" brushRef="#br0">10 11 24575,'-3'-5'0,"0"0"0,0 5 0,3 4 0,1 4 0,1 5 0,3 4 0,0-2-8191</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7.990"/>
    </inkml:context>
    <inkml:brush xml:id="br0">
      <inkml:brushProperty name="width" value="0.05" units="cm"/>
      <inkml:brushProperty name="height" value="0.05" units="cm"/>
    </inkml:brush>
  </inkml:definitions>
  <inkml:trace contextRef="#ctx0" brushRef="#br0">235 8 24575,'-7'-2'0,"1"0"0,-1 1 0,1 0 0,-1 0 0,1 1 0,-1-1 0,-7 2 0,12-1 0,1 0 0,-1 1 0,1-1 0,-1 0 0,1 1 0,-1-1 0,1 1 0,0-1 0,-1 1 0,1 0 0,0-1 0,-1 1 0,1 0 0,0 0 0,0 0 0,0 0 0,0 0 0,0 0 0,0 1 0,0-1 0,0 0 0,0 0 0,1 1 0,-1-1 0,0 0 0,1 1 0,-1-1 0,1 1 0,0-1 0,-1 1 0,1-1 0,0 1 0,0-1 0,0 1 0,0-1 0,0 4 0,1 4 0,1 0 0,0 0 0,0 0 0,1 0 0,0 0 0,0-1 0,1 1 0,10 14 0,4 5 0,24 27 0,-36-47 0,16 19 0,2-1 0,36 32 0,-59-57 0,0-1 0,0 1 0,-1-1 0,1 1 0,0 0 0,-1-1 0,1 1 0,0 0 0,-1 0 0,1-1 0,-1 1 0,1 0 0,-1 0 0,0 0 0,1 0 0,-1 0 0,1 1 0,-2-1 0,1-1 0,0 0 0,0 1 0,0-1 0,-1 1 0,1-1 0,0 0 0,0 1 0,-1-1 0,1 0 0,0 1 0,0-1 0,-1 0 0,1 1 0,0-1 0,-1 0 0,1 0 0,-1 1 0,1-1 0,0 0 0,-1 0 0,1 0 0,-1 0 0,1 1 0,-1-1 0,-5 1 0,-1 0 0,1-1 0,-13 1 0,16-1 0,-191-11 0,168 8 0,-46 0-1365,55 3-5461</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9.269"/>
    </inkml:context>
    <inkml:brush xml:id="br0">
      <inkml:brushProperty name="width" value="0.05" units="cm"/>
      <inkml:brushProperty name="height" value="0.05" units="cm"/>
    </inkml:brush>
  </inkml:definitions>
  <inkml:trace contextRef="#ctx0" brushRef="#br0">0 15 24575,'0'14'0,"1"1"0,0-1 0,4 22 0,-3-29 0,0-1 0,1 1 0,-1-1 0,1 1 0,0-1 0,1 0 0,0 0 0,0 0 0,6 7 0,1-1 0,0 0 0,1 0 0,0-1 0,19 14 0,-27-23 0,0 0 0,-1 0 0,1 0 0,0-1 0,0 1 0,0-1 0,0 0 0,0 0 0,0 0 0,5 0 0,-6-1 0,0 0 0,-1-1 0,1 1 0,0-1 0,0 1 0,-1-1 0,1 0 0,0 0 0,-1 0 0,1 0 0,-1-1 0,1 1 0,-1-1 0,0 1 0,0-1 0,4-3 0,-3 2 0,-1 0 0,0-1 0,1 1 0,-1-1 0,-1 1 0,1-1 0,0 0 0,-1 1 0,0-1 0,0 0 0,0 0 0,0 0 0,-1 0 0,1-8 0,6 25 0,15 22 0,-18-31 0,0 1 0,1-1 0,0 1 0,-1-1 0,2-1 0,-1 1 0,0-1 0,1 0 0,-1 0 0,1 0 0,0-1 0,12 3 0,-10-3 0,0-1 0,0 0 0,1 0 0,-1 0 0,0-1 0,0-1 0,1 1 0,-1-2 0,12-2 0,-16 3 0,0 0 0,0-1 0,0 1 0,-1-1 0,1 0 0,0 0 0,-1 0 0,0-1 0,1 1 0,-1-1 0,0 0 0,0 0 0,-1 0 0,1 0 0,3-5 0,-3 3 0,-1-1 0,1 1 0,-1-1 0,0 1 0,0-1 0,0 0 0,-1 0 0,0 0 0,0-11 0,-1 8 0,0 0 0,0 1 0,-1-1 0,0 0 0,-1 1 0,0-1 0,-1 1 0,1-1 0,-1 1 0,-1 0 0,0 0 0,0 0 0,-1 1 0,-8-12 0,11 17-195,0 0 0,0 0 0,0 1 0,0-1 0,-1 0 0,-4-2 0,-2 0-6631</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9.490"/>
    </inkml:context>
    <inkml:brush xml:id="br0">
      <inkml:brushProperty name="width" value="0.05" units="cm"/>
      <inkml:brushProperty name="height" value="0.05" units="cm"/>
    </inkml:brush>
  </inkml:definitions>
  <inkml:trace contextRef="#ctx0" brushRef="#br0">1 1 24575,'2'10'0,"1"6"0,1 2 0,-2 2 0,2-4 0,1-1 0,-1-1 0,-1-3-8191</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49.677"/>
    </inkml:context>
    <inkml:brush xml:id="br0">
      <inkml:brushProperty name="width" value="0.05" units="cm"/>
      <inkml:brushProperty name="height" value="0.05" units="cm"/>
    </inkml:brush>
  </inkml:definitions>
  <inkml:trace contextRef="#ctx0" brushRef="#br0">0 0 24575,'8'8'0,"2"4"0,2 6 0,-1 2 0,-2-2-8191</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0.394"/>
    </inkml:context>
    <inkml:brush xml:id="br0">
      <inkml:brushProperty name="width" value="0.05" units="cm"/>
      <inkml:brushProperty name="height" value="0.05" units="cm"/>
    </inkml:brush>
  </inkml:definitions>
  <inkml:trace contextRef="#ctx0" brushRef="#br0">105 414 24575,'-3'-3'0,"-2"0"0,1 0 0,0 0 0,0 1 0,-1-1 0,1 1 0,-1 1 0,0-1 0,0 0 0,-9-1 0,12 3 0,0 0 0,0 0 0,1 0 0,-1 1 0,0-1 0,0 0 0,1 1 0,-1-1 0,0 1 0,1-1 0,-1 1 0,0 0 0,1 0 0,-1 0 0,1 0 0,-1 0 0,1 0 0,0 0 0,-1 0 0,1 0 0,0 1 0,0-1 0,0 0 0,0 1 0,0-1 0,0 1 0,0 0 0,1-1 0,-1 1 0,0 0 0,1-1 0,0 1 0,-1 0 0,1 2 0,-1 2 0,0 0 0,1 0 0,0 0 0,0 0 0,0 0 0,1 0 0,0 0 0,0 0 0,1 0 0,-1 0 0,1-1 0,1 1 0,-1 0 0,1-1 0,0 0 0,5 8 0,-5-8 0,1-1 0,-1 1 0,1-1 0,0 0 0,0 0 0,0 0 0,0-1 0,1 1 0,0-1 0,0 0 0,-1-1 0,2 1 0,-1-1 0,0 0 0,0 0 0,1 0 0,10 1 0,-14-3 0,1 0 0,-1 0 0,1 0 0,-1 0 0,0 0 0,1-1 0,-1 1 0,0-1 0,0 0 0,1 1 0,-1-1 0,0 0 0,0 0 0,0-1 0,0 1 0,0 0 0,2-3 0,-1 2 0,0-1 0,-1 0 0,0 0 0,0 0 0,0-1 0,0 1 0,0 0 0,0-1 0,1-6 0,0-1 0,-1 0 0,0 0 0,0 0 0,-2-1 0,1 1 0,-2-16 0,-31-174 0,16 111 0,11 57 0,0 3 0,-12-44 0,17 73 0,0 0 0,0 0 0,0 0 0,0 1 0,0-1 0,-1 0 0,1 0 0,0 1 0,-1-1 0,1 0 0,-1 0 0,1 1 0,-1-1 0,1 0 0,-1 1 0,1-1 0,-1 1 0,1-1 0,-1 1 0,0-1 0,0 0 0,0 1 0,1 1 0,-1-1 0,1 0 0,-1 0 0,1 1 0,-1-1 0,1 0 0,-1 1 0,1-1 0,0 1 0,-1-1 0,1 0 0,0 1 0,-1-1 0,1 1 0,0-1 0,-1 1 0,1-1 0,0 1 0,0-1 0,0 1 0,-1 0 0,-1 6 0,0 1 0,0-1 0,0 9 0,0 11 0,1 0 0,1 0 0,1 0 0,2 0 0,0 0 0,2 0 0,1-1 0,1 0 0,2 0 0,0 0 0,1-1 0,26 43 0,-29-59 0,0 0 0,0 0 0,1 0 0,0-1 0,0 0 0,1-1 0,0 0 0,18 10 0,-21-14 0,-1 0 0,1 0 0,0-1 0,0 0 0,0 0 0,1-1 0,9 2 0,-12-3 0,0 0 0,0 0 0,0 0 0,0-1 0,0 1 0,0-1 0,0 0 0,-1 0 0,1-1 0,0 1 0,0-1 0,-1 1 0,5-4 0,-5 3 0,0-1 0,-1 0 0,1 0 0,0 0 0,-1 0 0,1 0 0,-1 0 0,0-1 0,0 1 0,-1-1 0,1 0 0,-1 1 0,1-1 0,-1 0 0,0 0 0,-1 0 0,1 0 0,-1 0 0,0-7 0,1 2 0,-2-1 0,1 1 0,-2-1 0,1 1 0,-1 0 0,0 0 0,-6-13 0,5 14 0,-1 0 0,-1 0 0,1 0 0,-1 1 0,-1 0 0,1 0 0,-1 0 0,0 1 0,-1 0 0,1 0 0,-1 0 0,-1 1 0,-7-5 0,14 10 0,0 0 0,0 0 0,1-1 0,-1 1 0,0 0 0,0 0 0,0 0 0,0 0 0,0 0 0,1 0 0,-1 0 0,0 0 0,0 0 0,0 0 0,0 1 0,1-1 0,-1 0 0,0 1 0,0-1 0,0 0 0,1 1 0,-1-1 0,0 1 0,1-1 0,-1 1 0,0-1 0,1 1 0,-1 0 0,1-1 0,-1 1 0,1 0 0,-1 0 0,1-1 0,-1 1 0,1 0 0,0 0 0,-1-1 0,1 1 0,0 1 0,-2 2 0,1 1 0,0-1 0,0 0 0,0 1 0,0-1 0,1 6 0,0-1 0,0 0 0,1 0 0,1 0 0,-1 0 0,1 0 0,1-1 0,0 1 0,0-1 0,7 13 0,-4-9 0,2-1 0,-1-1 0,1 1 0,0-1 0,1-1 0,11 10 0,-1-4 0,0 0 0,1-2 0,1 0 0,0-1 0,1-1 0,38 13 0,-51-21-341,1 0 0,-1-1-1,17 2 1,-13-3-6485</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0.987"/>
    </inkml:context>
    <inkml:brush xml:id="br0">
      <inkml:brushProperty name="width" value="0.05" units="cm"/>
      <inkml:brushProperty name="height" value="0.05" units="cm"/>
    </inkml:brush>
  </inkml:definitions>
  <inkml:trace contextRef="#ctx0" brushRef="#br0">285 59 24575,'-28'-10'0,"-14"-3"0,-2 0 0,4 3 0,5 2 0,8 4 0,4 4 0,5 2 0,2 4 0,4 0-8191</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2.080"/>
    </inkml:context>
    <inkml:brush xml:id="br0">
      <inkml:brushProperty name="width" value="0.05" units="cm"/>
      <inkml:brushProperty name="height" value="0.05" units="cm"/>
    </inkml:brush>
  </inkml:definitions>
  <inkml:trace contextRef="#ctx0" brushRef="#br0">123 69 24575,'-5'-5'0,"-20"-17"0,23 20 0,1 1 0,-1 0 0,0-1 0,0 1 0,-1 0 0,1 0 0,0 1 0,0-1 0,0 0 0,-1 1 0,-2-1 0,5 1 0,-1 0 0,0 0 0,1 0 0,-1 0 0,0 0 0,1 0 0,-1 0 0,0 1 0,1-1 0,-1 0 0,1 0 0,-1 1 0,1-1 0,-1 0 0,0 1 0,1-1 0,-1 0 0,1 1 0,0-1 0,-1 1 0,1-1 0,-1 1 0,1-1 0,0 1 0,-1 0 0,1-1 0,0 1 0,-1-1 0,1 1 0,0 0 0,0-1 0,0 1 0,0-1 0,0 1 0,0 0 0,-1-1 0,1 1 0,1 0 0,-1-1 0,0 2 0,4 27 0,2-10 0,1 0 0,0 0 0,1-1 0,1 0 0,1-1 0,0 1 0,2-2 0,26 31 0,-23-31 0,24 30 0,-36-41 0,0-1 0,0 1 0,0-1 0,-1 1 0,1 0 0,-1 0 0,0 0 0,1 8 0,-3-12 0,0 0 0,0 0 0,0 0 0,0 0 0,0 0 0,0 0 0,0 1 0,0-1 0,0 0 0,-1 0 0,1 0 0,0 0 0,-1 0 0,1 0 0,-1 0 0,1 0 0,-1 0 0,0-1 0,1 1 0,-1 0 0,0 0 0,1 0 0,-1-1 0,0 1 0,0 0 0,0-1 0,0 1 0,0-1 0,0 1 0,0-1 0,0 1 0,0-1 0,0 1 0,0-1 0,0 0 0,0 0 0,0 0 0,-1 0 0,-7 2 0,0-2 0,0 1 0,-15-3 0,13 2 0,-16-2 0,1-2 0,-41-9 0,64 12 0,0 0 0,1 0 0,-1 0 0,1 0 0,0 0 0,-1 0 0,1 0 0,0-1 0,0 0 0,-3-2 0,4 4 0,1-1 0,0 1 0,-1 0 0,1-1 0,0 1 0,0 0 0,-1-1 0,1 1 0,0-1 0,0 1 0,0 0 0,0-1 0,0 1 0,0-1 0,-1 1 0,1-1 0,0 1 0,0-1 0,0 1 0,0 0 0,1-1 0,-1 1 0,0-1 0,0 1 0,0-1 0,1 0 0,0 0 0,-1 0 0,1 0 0,0 0 0,0 0 0,0 1 0,0-1 0,0 0 0,0 1 0,0-1 0,0 0 0,0 1 0,0 0 0,2-1 0,9-4 0,1 1 0,0 1 0,-1 0 0,28-1 0,54 3 0,6-1 0,-84 1 0,3 0 0,0-1 0,0-1 0,-1 0 0,1-2 0,19-7 0,-34 10 0,0 0 0,-1 0 0,1-1 0,-1 1 0,1-1 0,-1 0 0,0 0 0,0 0 0,0-1 0,0 1 0,-1-1 0,0 1 0,1-1 0,-1 0 0,-1 0 0,1 0 0,0 0 0,-1 0 0,0-1 0,1-6 0,0-5 0,0 1 0,-1-1 0,-1 0 0,-2-21 0,1 27 0,0 1 0,0-1 0,-1 1 0,-1-1 0,0 1 0,0 0 0,-1 0 0,0 0 0,0 0 0,-11-15 0,14 23 0,1 1 0,-1-1 0,0 0 0,1 0 0,-1 0 0,0 1 0,0-1 0,0 0 0,0 1 0,0-1 0,0 1 0,0-1 0,0 1 0,0-1 0,0 1 0,0 0 0,0 0 0,0-1 0,-1 1 0,1 0 0,0 0 0,0 1 0,0-1 0,1 0 0,-1 0 0,0 1 0,0-1 0,0 1 0,1-1 0,-1 1 0,0-1 0,0 1 0,1-1 0,-1 1 0,0-1 0,1 1 0,-1 0 0,0 1 0,-1 1 0,0 1 0,0-1 0,1 1 0,-1 0 0,1-1 0,0 1 0,0 0 0,-1 8 0,0 2 0,2 1 0,0-1 0,0 1 0,2-1 0,-1 1 0,2-1 0,0 0 0,6 16 0,-6-21 0,1 0 0,0 0 0,1 0 0,0 0 0,0-1 0,1 0 0,0 0 0,1 0 0,-1-1 0,1 0 0,1 0 0,13 9 0,-16-12 0,0-1 0,0 0 0,1 0 0,-1-1 0,1 0 0,-1 1 0,1-2 0,0 1 0,10 1 0,-13-3 0,0 0 0,-1 0 0,1 0 0,0-1 0,-1 1 0,1-1 0,0 1 0,-1-1 0,1 0 0,-1 0 0,1 0 0,-1 0 0,0-1 0,1 1 0,-1-1 0,0 1 0,0-1 0,0 0 0,0 0 0,0 0 0,0 0 0,-1 0 0,1 0 0,1-3 0,1-2 0,-1-1 0,1 0 0,-1 0 0,-1 0 0,1 0 0,-1-1 0,-1 1 0,0-1 0,0 1 0,0-12 0,0 4 0,2 1 0,0 12 0,1 8 0,5 17 0,1-1 0,20 31 0,-22-41 0,1 1 0,0-1 0,0-1 0,1 0 0,17 15 0,-26-24 0,0 0 0,1 0 0,-1 0 0,1 0 0,-1-1 0,0 1 0,1 0 0,0 0 0,-1-1 0,1 1 0,-1-1 0,1 0 0,0 1 0,-1-1 0,1 0 0,0 0 0,-1 0 0,1 0 0,0 0 0,-1 0 0,4-1 0,-4 0 0,1 0 0,-1 0 0,1 0 0,-1 0 0,0 0 0,1-1 0,-1 1 0,0 0 0,0 0 0,0-1 0,0 1 0,0-1 0,0 1 0,0-1 0,-1 1 0,1-1 0,0 0 0,-1 1 0,1-1 0,-1-3 0,2-6 0,-1-1 0,-1 1 0,-1-20 0,1-13 0,0 43 0,0 1 0,0-1 0,0 0 0,0 0 0,0 0 0,0 0 0,0 0 0,1 0 0,-1 0 0,0 0 0,1 0 0,-1 0 0,0 0 0,1 0 0,-1 1 0,1-1 0,0 0 0,-1 0 0,1 1 0,0-1 0,-1 0 0,1 1 0,0-1 0,0 0 0,-1 1 0,2-1 0,0 1 0,-1-1 0,1 1 0,0 0 0,-1 0 0,1 0 0,-1 0 0,1 0 0,0 1 0,-1-1 0,1 0 0,-1 1 0,1-1 0,-1 1 0,3 1 0,4 2 0,1 1 0,-1 1 0,0 0 0,7 6 0,51 52-498,-56-54-369,3 3-5959</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2.986"/>
    </inkml:context>
    <inkml:brush xml:id="br0">
      <inkml:brushProperty name="width" value="0.05" units="cm"/>
      <inkml:brushProperty name="height" value="0.05" units="cm"/>
    </inkml:brush>
  </inkml:definitions>
  <inkml:trace contextRef="#ctx0" brushRef="#br0">90 109 24575,'-1'-3'0,"-2"-8"0,0 1 0,0 0 0,-1 0 0,0 0 0,-1 1 0,0 0 0,-11-15 0,16 23 0,0 1 0,0-1 0,-1 1 0,1 0 0,0 0 0,-1-1 0,1 1 0,0 0 0,-1-1 0,1 1 0,-1 0 0,1 0 0,0 0 0,-1 0 0,1-1 0,-1 1 0,1 0 0,-1 0 0,1 0 0,-1 0 0,1 0 0,0 0 0,-1 0 0,1 0 0,-1 0 0,1 0 0,-1 0 0,1 0 0,-1 1 0,1-1 0,0 0 0,-1 0 0,1 0 0,-1 1 0,1-1 0,0 0 0,-1 0 0,1 1 0,0-1 0,-1 0 0,1 1 0,0-1 0,-1 0 0,1 1 0,0-1 0,0 0 0,0 1 0,-1-1 0,1 1 0,0-1 0,0 1 0,0-1 0,0 1 0,-8 24 0,6-14 0,1 0 0,1 0 0,0 0 0,0 0 0,1 0 0,0 0 0,1 0 0,1-1 0,4 16 0,2-4 0,0 1 0,2-2 0,15 26 0,-26-47 0,1 1 0,-1-1 0,1 1 0,-1 0 0,0-1 0,1 1 0,-1-1 0,0 1 0,0 0 0,1-1 0,-1 1 0,0 0 0,0-1 0,0 1 0,0 0 0,0 0 0,0-1 0,0 1 0,0 0 0,0-1 0,0 1 0,0 0 0,-1 1 0,0-2 0,1 1 0,-1-1 0,1 1 0,-1-1 0,1 1 0,-1-1 0,0 0 0,1 1 0,-1-1 0,0 0 0,1 1 0,-1-1 0,0 0 0,0 0 0,1 0 0,-1 0 0,-1 0 0,-3 1 0,0-1 0,0-1 0,0 1 0,1-1 0,-8-2 0,8 2 0,0 0 0,1 0 0,-1 0 0,1-1 0,-1 1 0,1-1 0,-1 0 0,1 0 0,-4-4 0,7 6 0,0 0 0,0-1 0,0 1 0,0 0 0,0 0 0,0 0 0,0 0 0,0-1 0,0 1 0,0 0 0,0 0 0,0 0 0,0 0 0,0-1 0,0 1 0,0 0 0,0 0 0,0 0 0,0 0 0,0 0 0,0-1 0,0 1 0,0 0 0,0 0 0,0 0 0,0 0 0,1 0 0,-1-1 0,0 1 0,0 0 0,0 0 0,0 0 0,0 0 0,1 0 0,-1 0 0,0 0 0,0 0 0,0 0 0,0 0 0,0-1 0,1 1 0,-1 0 0,0 0 0,0 0 0,0 0 0,0 0 0,1 0 0,-1 0 0,0 0 0,0 0 0,1 1 0,10-3 0,-11 2 0,87-1 0,-53 2 0,56-6 0,-79 4 0,0-1 0,0-1 0,0 0 0,-1 0 0,1-1 0,-1-1 0,0 0 0,0 0 0,10-7 0,-16 9 0,0-1 0,-1 1 0,1 0 0,-1-1 0,0 0 0,0 0 0,0 0 0,-1 0 0,1-1 0,-1 1 0,0-1 0,0 1 0,-1-1 0,1 0 0,-1 1 0,1-10 0,0-2 0,-2 1 0,0 0 0,0 0 0,-4-19 0,4 31 0,0 0 0,-1 0 0,0 0 0,0 1 0,0-1 0,0 0 0,0 0 0,0 1 0,-1-1 0,1 1 0,-1-1 0,0 1 0,0 0 0,-3-4 0,5 6 0,-1-1 0,-1 0 0,1 1 0,0-1 0,0 1 0,0-1 0,0 1 0,0-1 0,0 1 0,-1 0 0,1 0 0,0-1 0,0 1 0,0 0 0,-1 0 0,1 0 0,0 0 0,0 1 0,-1-1 0,1 0 0,0 0 0,0 1 0,0-1 0,0 1 0,0-1 0,-1 1 0,1-1 0,0 1 0,0 0 0,0-1 0,0 1 0,1 0 0,-1 0 0,0 0 0,0 0 0,0 1 0,-4 3 0,1 0 0,0 1 0,0 0 0,0 0 0,1 0 0,0 0 0,0 0 0,1 0 0,0 1 0,-2 7 0,2-3 0,0 0 0,1 0 0,0 1 0,0-1 0,3 16 0,-1-23 0,0 0 0,0 0 0,0 0 0,1 0 0,-1 0 0,1-1 0,0 1 0,0-1 0,0 1 0,1-1 0,-1 0 0,1 0 0,0 0 0,0 0 0,0 0 0,6 4 0,2 0 0,0 0 0,0-1 0,1 0 0,12 5 0,1-3 0,1-1 0,0 0 0,0-2 0,29 1 0,-40-3-1365,-2 0-5461</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3.860"/>
    </inkml:context>
    <inkml:brush xml:id="br0">
      <inkml:brushProperty name="width" value="0.05" units="cm"/>
      <inkml:brushProperty name="height" value="0.05" units="cm"/>
    </inkml:brush>
  </inkml:definitions>
  <inkml:trace contextRef="#ctx0" brushRef="#br0">219 3 24575,'-1'0'0,"-1"-1"0,1 1 0,0 0 0,0-1 0,-1 1 0,1 0 0,0 0 0,-1 0 0,1 0 0,0 0 0,-1 0 0,1 0 0,0 0 0,-1 1 0,1-1 0,0 0 0,0 1 0,-1-1 0,1 1 0,0-1 0,0 1 0,-2 1 0,2-1 0,0 1 0,-1-1 0,1 1 0,0-1 0,0 1 0,0 0 0,0 0 0,0 0 0,0-1 0,0 1 0,1 0 0,-1 0 0,0 3 0,0 0 0,1 1 0,-1 0 0,1 0 0,0-1 0,1 1 0,-1 0 0,1 0 0,0-1 0,4 11 0,-4-12 0,1 0 0,1-1 0,-1 1 0,1 0 0,-1-1 0,1 1 0,0-1 0,0 0 0,0 0 0,1 0 0,6 4 0,4 1 0,0 0 0,16 5 0,-15-6 0,19 10 0,-29-13 0,1 0 0,-1 0 0,1 1 0,-1-1 0,0 1 0,5 8 0,-9-12 0,0 0 0,0 0 0,0 0 0,0 0 0,-1 0 0,1 1 0,0-1 0,-1 0 0,1 0 0,-1 1 0,1-1 0,-1 0 0,0 1 0,0-1 0,1 1 0,-1-1 0,0 0 0,0 1 0,0-1 0,-1 1 0,1-1 0,0 1 0,0-1 0,-1 0 0,1 1 0,-1-1 0,1 0 0,-1 0 0,0 1 0,1-1 0,-1 0 0,0 0 0,0 0 0,0 0 0,0 0 0,0 0 0,-1 1 0,-3 2 0,-1 0 0,1-1 0,-1 0 0,0 0 0,0-1 0,0 0 0,0 0 0,0 0 0,-1 0 0,1-1 0,-8 0 0,-10 1 0,-42-4 0,23 1 0,4 0-682,-58-7-1,81 5-6143</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4.311"/>
    </inkml:context>
    <inkml:brush xml:id="br0">
      <inkml:brushProperty name="width" value="0.05" units="cm"/>
      <inkml:brushProperty name="height" value="0.05" units="cm"/>
    </inkml:brush>
  </inkml:definitions>
  <inkml:trace contextRef="#ctx0" brushRef="#br0">0 0 24575,'1'1'0,"0"-1"0,0 1 0,-1 0 0,1-1 0,0 1 0,-1 0 0,1-1 0,0 1 0,-1 0 0,1 0 0,-1-1 0,1 1 0,-1 0 0,1 0 0,-1 0 0,0 0 0,1 0 0,-1 1 0,1 0 0,53 151 0,13 32 0,-52-151 0,19 51 0,-32-69 120,-2-16-164,0 1 1,0-1-1,0 0 0,0 1 1,0-1-1,0 1 0,0-1 1,0 0-1,0 1 0,0-1 1,-1 0-1,1 1 0,0-1 1,0 1-1,-1-1 0,1 0 0,0 0 1,0 1-1,-1-1 0,1 0 1,0 1-1,-1-1 0,1 0 1,0 0-1,-1 0 0,1 1 1,0-1-1,-1 0 0,1 0 1,-1 0-1,1 0 0,0 0 1,-1 0-1,-8 0-6782</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4.793"/>
    </inkml:context>
    <inkml:brush xml:id="br0">
      <inkml:brushProperty name="width" value="0.05" units="cm"/>
      <inkml:brushProperty name="height" value="0.05" units="cm"/>
    </inkml:brush>
  </inkml:definitions>
  <inkml:trace contextRef="#ctx0" brushRef="#br0">0 42 24575,'119'26'0,"41"5"0,-147-29 0,-1-1 0,1-1 0,0 0 0,24-3 0,-34 2 0,0 1 0,0-1 0,0 0 0,0 0 0,-1 0 0,1 0 0,0 0 0,0-1 0,-1 1 0,1-1 0,-1 0 0,0 0 0,1 0 0,-1 0 0,0 0 0,0 0 0,0 0 0,0-1 0,-1 1 0,1-1 0,-1 1 0,1-1 0,-1 0 0,0 0 0,0 0 0,1-4 0,-1 6 0,-1 0 0,0-1 0,1 1 0,-1 0 0,0-1 0,0 1 0,0-1 0,0 1 0,0 0 0,0-1 0,0 1 0,0 0 0,0-1 0,-1 1 0,1 0 0,0-1 0,-1 1 0,0 0 0,1 0 0,-1-1 0,0 1 0,1 0 0,-1 0 0,0 0 0,0 0 0,0 0 0,0 0 0,0 0 0,0 0 0,0 0 0,0 0 0,0 1 0,-1-1 0,1 1 0,0-1 0,0 0 0,-1 1 0,1 0 0,-2-1 0,-1 1 0,1-1 0,0 1 0,0 0 0,0 0 0,0 1 0,0-1 0,0 1 0,0-1 0,0 1 0,0 0 0,0 0 0,0 0 0,0 1 0,0-1 0,1 1 0,-5 3 0,3-2 0,0 1 0,1 0 0,-1 0 0,1 0 0,0 1 0,1-1 0,-1 1 0,1-1 0,0 1 0,0 0 0,0 0 0,1 0 0,-1 0 0,1 0 0,-1 11 0,2-13 0,0-1 0,0 1 0,0 0 0,0 0 0,1 0 0,-1 0 0,1 0 0,-1 0 0,1-1 0,0 1 0,0 0 0,0-1 0,1 1 0,-1-1 0,1 1 0,-1-1 0,1 1 0,0-1 0,0 0 0,0 0 0,0 0 0,0 0 0,0 0 0,0-1 0,1 1 0,-1 0 0,1-1 0,-1 0 0,1 0 0,3 1 0,0 0 0,0 0 0,1-1 0,-1 0 0,1 0 0,0 0 0,-1-1 0,1 0 0,11-2 0,-15 2 0,-1-1 0,1 1 0,-1-1 0,0 0 0,0 1 0,1-1 0,-1 0 0,0-1 0,0 1 0,0 0 0,0-1 0,0 1 0,0-1 0,-1 1 0,1-1 0,0 0 0,-1 0 0,1 0 0,-1 0 0,0 0 0,1 0 0,-1 0 0,0 0 0,0 0 0,-1-1 0,2-3 0,-1 2 0,4-15 0,-4 19 0,-1-1 0,0 1 0,0 0 0,0 0 0,0 0 0,0 0 0,0 0 0,0-1 0,1 1 0,-1 0 0,0 0 0,0 0 0,0 0 0,0 0 0,1 0 0,-1 0 0,0 0 0,0 0 0,0-1 0,0 1 0,1 0 0,-1 0 0,0 0 0,0 0 0,0 0 0,1 0 0,-1 0 0,0 0 0,0 0 0,0 0 0,1 1 0,7 7 0,78 120-1365,-78-118-5461</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5.402"/>
    </inkml:context>
    <inkml:brush xml:id="br0">
      <inkml:brushProperty name="width" value="0.05" units="cm"/>
      <inkml:brushProperty name="height" value="0.05" units="cm"/>
    </inkml:brush>
  </inkml:definitions>
  <inkml:trace contextRef="#ctx0" brushRef="#br0">1 0 24575,'8'19'0,"6"25"0,-11-34 0,41 132 0,39 116 0,-72-216 0,-12-49 0,0-1 0,1 1 0,0 0 0,1-1 0,-1 1 0,2-1 0,-1 1 0,5-13 0,-4 12 0,1 0 0,0 1 0,0-1 0,0 1 0,1 0 0,1 0 0,-1 1 0,10-12 0,-10 15 0,-1 0 0,0 1 0,1 0 0,-1 0 0,1 0 0,0 0 0,0 0 0,0 1 0,0-1 0,0 1 0,0 0 0,0 1 0,0-1 0,0 1 0,0-1 0,1 1 0,-1 0 0,0 1 0,0-1 0,0 1 0,0 0 0,0 0 0,7 3 0,-5-2 0,-1 0 0,0 0 0,0 1 0,1 0 0,-2 0 0,1 0 0,0 1 0,-1-1 0,0 1 0,1 0 0,-1 0 0,-1 1 0,1-1 0,-1 1 0,0 0 0,5 9 0,-4-4-120,-2-6 7,1 1 0,-1 0 0,-1 0-1,1 0 1,-1 0 0,0 1 0,0-1 0,0 0-1,0 0 1,-1 9 0,-3-6-6713</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5.590"/>
    </inkml:context>
    <inkml:brush xml:id="br0">
      <inkml:brushProperty name="width" value="0.05" units="cm"/>
      <inkml:brushProperty name="height" value="0.05" units="cm"/>
    </inkml:brush>
  </inkml:definitions>
  <inkml:trace contextRef="#ctx0" brushRef="#br0">1 29 24575,'5'-10'0,"1"-1"0,1 4 0,-2 8 0,-2 7 0,0 4 0,-2 3 0,-1 1 0,0 0 0,0 1 0,0-4-8191</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6.078"/>
    </inkml:context>
    <inkml:brush xml:id="br0">
      <inkml:brushProperty name="width" value="0.05" units="cm"/>
      <inkml:brushProperty name="height" value="0.05" units="cm"/>
    </inkml:brush>
  </inkml:definitions>
  <inkml:trace contextRef="#ctx0" brushRef="#br0">191 71 24575,'0'26'0,"1"-7"0,-3 24 0,2-38 0,-1 0 0,0 1 0,0-1 0,-1 0 0,0 0 0,0 0 0,0 0 0,0 0 0,-4 5 0,5-9 0,0 1 0,0-1 0,0 0 0,0 0 0,0 0 0,0 0 0,-1 0 0,1 0 0,0 0 0,-1 0 0,1 0 0,-1 0 0,1-1 0,-1 1 0,1-1 0,-1 1 0,0-1 0,-1 1 0,-1-1 0,1 0 0,-1 0 0,1 0 0,0 0 0,-1-1 0,1 0 0,-1 1 0,-3-3 0,-5-1 0,1-2 0,0 1 0,-19-13 0,27 16 0,0 0 0,0 0 0,0-1 0,0 1 0,0-1 0,0 0 0,1 0 0,-1 0 0,1 0 0,0 0 0,0 0 0,0-1 0,0 1 0,1 0 0,-1-1 0,1 0 0,0 1 0,0-1 0,0 0 0,1 0 0,-1 1 0,1-1 0,0 0 0,0 0 0,0 0 0,1 0 0,-1 0 0,1 1 0,0-1 0,0 0 0,0 1 0,0-1 0,1 0 0,0 1 0,3-6 0,-1 3 14,0 0-1,1 0 0,0 0 0,0 1 1,0-1-1,1 1 0,-1 0 1,12-6-1,-15 9-64,0 1 0,1 0-1,-1-1 1,0 1 0,0 0 0,1 0 0,-1 1-1,1-1 1,-1 0 0,1 1 0,-1 0 0,1-1-1,-1 1 1,1 0 0,-1 0 0,1 0-1,-1 1 1,1-1 0,-1 1 0,1-1 0,-1 1-1,1 0 1,-1 0 0,0 0 0,1 0 0,-1 0-1,0 1 1,3 1 0,4 6-6775</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6.578"/>
    </inkml:context>
    <inkml:brush xml:id="br0">
      <inkml:brushProperty name="width" value="0.05" units="cm"/>
      <inkml:brushProperty name="height" value="0.05" units="cm"/>
    </inkml:brush>
  </inkml:definitions>
  <inkml:trace contextRef="#ctx0" brushRef="#br0">1 1 24575,'9'24'0,"1"1"0,1-1 0,1-1 0,2 0 0,22 30 0,-35-52 0,0 0 0,-1 0 0,1 0 0,0 0 0,-1 0 0,1 0 0,0 0 0,0-1 0,0 1 0,0 0 0,0-1 0,0 1 0,0 0 0,0-1 0,0 1 0,0-1 0,0 0 0,0 1 0,0-1 0,0 0 0,0 1 0,1-1 0,-1 0 0,0 0 0,0 0 0,0 0 0,0 0 0,1-1 0,-1 1 0,0 0 0,0 0 0,2-1 0,-2-1 0,1 1 0,-1 0 0,1 0 0,-1-1 0,1 1 0,-1-1 0,0 1 0,0-1 0,1 0 0,-1 0 0,-1 1 0,1-1 0,0 0 0,0 0 0,-1 0 0,1 0 0,-1 0 0,1-2 0,1-26 0,-2 19 0,1 1 0,4-20 0,-5 28 0,1-1 0,-1 1 0,1 0 0,0 0 0,0 0 0,0 1 0,0-1 0,0 0 0,0 0 0,0 0 0,1 1 0,-1-1 0,1 1 0,-1-1 0,1 1 0,-1-1 0,1 1 0,0 0 0,3-2 0,-3 3 0,-1-1 0,1 1 0,0 0 0,0 0 0,0 0 0,-1 0 0,1 0 0,0 0 0,0 0 0,0 1 0,0-1 0,-1 1 0,1-1 0,0 1 0,-1 0 0,1 0 0,0-1 0,-1 1 0,1 0 0,1 2 0,5 3 0,0 0 0,9 10 0,-14-13 0,107 101 0,-96-89-1365,-3-2-5461</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7.373"/>
    </inkml:context>
    <inkml:brush xml:id="br0">
      <inkml:brushProperty name="width" value="0.05" units="cm"/>
      <inkml:brushProperty name="height" value="0.05" units="cm"/>
    </inkml:brush>
  </inkml:definitions>
  <inkml:trace contextRef="#ctx0" brushRef="#br0">108 48 24575,'-6'-2'0,"0"0"0,0 0 0,0 1 0,0 0 0,0 1 0,-1-1 0,-11 2 0,16-1 0,0 0 0,0 0 0,0 1 0,0-1 0,0 1 0,0 0 0,0-1 0,0 1 0,0 0 0,1 0 0,-1 0 0,0 1 0,1-1 0,-1 0 0,0 1 0,1-1 0,0 1 0,-1-1 0,1 1 0,0-1 0,0 1 0,0 0 0,0 0 0,0 0 0,0-1 0,1 1 0,-2 4 0,1 2 0,0 0 0,0-1 0,1 1 0,0 0 0,0-1 0,1 1 0,0 0 0,1-1 0,4 15 0,-3-11 0,2 0 0,-1 0 0,1 0 0,1-1 0,12 18 0,-16-25 0,0-1 0,0 0 0,0 1 0,0-1 0,1 0 0,-1 0 0,1 0 0,-1-1 0,1 1 0,-1-1 0,1 1 0,0-1 0,0 0 0,0 0 0,3 1 0,-4-2 0,-1 0 0,1 0 0,0 0 0,0 0 0,0 0 0,-1 0 0,1-1 0,0 1 0,-1-1 0,1 1 0,0-1 0,-1 0 0,1 1 0,0-1 0,-1 0 0,1 0 0,-1 0 0,0 0 0,1 0 0,-1-1 0,0 1 0,0 0 0,1 0 0,-1-1 0,0 1 0,1-4 0,3-4 0,-1-1 0,1 0 0,-2-1 0,0 1 0,3-14 0,9-28 0,-15 51 0,0 0 0,0 0 0,1 0 0,-1 0 0,1 0 0,-1 0 0,1 0 0,-1 0 0,1 0 0,0 0 0,-1 0 0,1 0 0,0 1 0,0-1 0,0 0 0,-1 1 0,1-1 0,0 0 0,0 1 0,0-1 0,0 1 0,0-1 0,2 1 0,-1 0 0,-1 0 0,0 0 0,1 0 0,-1 0 0,0 1 0,1-1 0,-1 1 0,0-1 0,0 1 0,0-1 0,1 1 0,-1 0 0,0 0 0,0-1 0,0 1 0,1 1 0,5 5 0,-1 0 0,0 0 0,0 1 0,4 8 0,4 5 0,2-1 0,0-1 0,0-1 0,2 0 0,0-1 0,2-1 0,-1 0 0,2-2 0,32 18 0,-51-31 0,-1 0 0,1 0 0,0-1 0,0 1 0,0 0 0,0-1 0,0 1 0,0-1 0,0 0 0,0 1 0,0-1 0,0 0 0,0 0 0,3-1 0,-4 1 0,-1 0 0,1-1 0,0 1 0,-1 0 0,1 0 0,-1-1 0,1 1 0,-1 0 0,1-1 0,-1 1 0,1-1 0,-1 1 0,1-1 0,-1 1 0,1-1 0,-1 1 0,0-1 0,1 0 0,0-1 0,-1 1 0,0 0 0,1-1 0,-1 1 0,0-1 0,0 1 0,0 0 0,0-1 0,0 1 0,0 0 0,-1-1 0,1-1 0,-4-12 0,-1 0 0,-1 0 0,0 0 0,-12-19 0,9 17 0,0-1 0,-6-22 0,11 29 0,0-1 0,1 0 0,1 0 0,0-1 0,0 1 0,2 0 0,0-21 0,0 31 5,1 0-1,-1-1 1,1 1-1,-1 0 0,1 0 1,0 0-1,0 0 1,0 0-1,0 0 1,0 1-1,0-1 0,1 0 1,-1 1-1,1-1 1,-1 0-1,1 1 1,0 0-1,-1-1 1,1 1-1,0 0 0,0 0 1,0 0-1,0 0 1,0 0-1,0 0 1,4 0-1,-1-1-153,1 1 1,-1 1-1,1-1 1,0 1-1,-1 0 1,1 0-1,0 0 1,-1 1-1,8 1 1,0 2-6678</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7.964"/>
    </inkml:context>
    <inkml:brush xml:id="br0">
      <inkml:brushProperty name="width" value="0.05" units="cm"/>
      <inkml:brushProperty name="height" value="0.05" units="cm"/>
    </inkml:brush>
  </inkml:definitions>
  <inkml:trace contextRef="#ctx0" brushRef="#br0">1 42 24575,'0'-5'0,"2"0"0,-1 0 0,0 1 0,5-9 0,-6 13 0,0-1 0,0 1 0,1-1 0,-1 1 0,0 0 0,0-1 0,1 1 0,-1 0 0,0-1 0,1 1 0,-1 0 0,0-1 0,1 1 0,-1 0 0,1 0 0,-1-1 0,1 1 0,-1 0 0,0 0 0,1 0 0,-1 0 0,1-1 0,0 1 0,0 1 0,0-1 0,-1 0 0,1 1 0,0-1 0,0 0 0,-1 1 0,1-1 0,0 1 0,0-1 0,-1 1 0,1 0 0,-1-1 0,1 1 0,-1 0 0,1-1 0,-1 1 0,1 0 0,0 1 0,36 73 0,-29-56 0,1 0 0,1-1 0,0 0 0,20 24 0,-28-40 0,0 0 0,0 0 0,0 0 0,0 0 0,1 0 0,-1 0 0,1-1 0,-1 1 0,1-1 0,0 0 0,-1 0 0,1 0 0,5 1 0,-7-2 0,0 0 0,0 0 0,1 0 0,-1 0 0,0 0 0,0 0 0,0 0 0,0-1 0,1 1 0,-1 0 0,0-1 0,0 1 0,0-1 0,0 1 0,0-1 0,0 0 0,0 1 0,0-1 0,0 0 0,-1 0 0,1 0 0,0 1 0,0-1 0,-1 0 0,1 0 0,0 0 0,-1 0 0,1 0 0,-1-1 0,1 1 0,-1 0 0,0 0 0,1 0 0,-1 0 0,0 0 0,0-2 0,11-73 0,-8 50 0,1 0 0,10-37 0,-13 63 0,-1-1 0,0 0 0,0 1 0,0-1 0,0 0 0,1 1 0,-1-1 0,0 1 0,0-1 0,1 0 0,-1 1 0,1-1 0,-1 1 0,0-1 0,1 1 0,-1-1 0,1 1 0,1-1 0,-2 1 0,0 0 0,1 0 0,-1 0 0,0 1 0,0-1 0,1 0 0,-1 0 0,0 0 0,1 1 0,-1-1 0,0 0 0,0 1 0,0-1 0,1 0 0,-1 0 0,0 1 0,0-1 0,0 0 0,0 1 0,1-1 0,-1 0 0,0 1 0,0-1 0,0 1 0,6 31 0,-5-27 0,43 181 0,-5-26 0,-34-128 0,0 0 0,-2 0 0,-1 35 0,-2-61 0,-1 0 0,1 0 0,-1 0 0,0 0 0,0 0 0,-1 0 0,0 0 0,0-1 0,-4 9 0,4-12 0,1 0 0,-1 0 0,1 0 0,-1 0 0,0 0 0,0 0 0,0 0 0,0-1 0,0 1 0,0-1 0,-1 1 0,1-1 0,0 0 0,-1 0 0,1 0 0,-1 0 0,1-1 0,-1 1 0,1-1 0,-1 1 0,0-1 0,1 0 0,-6 0 0,-1-1 7,-1 0 0,1-1 0,-1 0 0,1 0 0,0-1 1,0 0-1,0-1 0,1 0 0,-1-1 0,1 1 0,0-2 0,0 1 0,0-1 0,1 0 0,0 0 0,-10-12 0,10 9-121,-1 0 0,1-1-1,1 0 1,0 0 0,0 0 0,1-1-1,0 0 1,1 0 0,0 0 0,0-1-1,2 1 1,-4-23 0,6 20-6712</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1:58.480"/>
    </inkml:context>
    <inkml:brush xml:id="br0">
      <inkml:brushProperty name="width" value="0.05" units="cm"/>
      <inkml:brushProperty name="height" value="0.05" units="cm"/>
    </inkml:brush>
  </inkml:definitions>
  <inkml:trace contextRef="#ctx0" brushRef="#br0">0 1 24575,'3'0'0,"3"2"0,0 4 0,0 6 0,1 3 0,-1 4 0,2 1 0,-2 0 0,0-3-8191</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2:00.648"/>
    </inkml:context>
    <inkml:brush xml:id="br0">
      <inkml:brushProperty name="width" value="0.05" units="cm"/>
      <inkml:brushProperty name="height" value="0.05" units="cm"/>
    </inkml:brush>
  </inkml:definitions>
  <inkml:trace contextRef="#ctx0" brushRef="#br0">2 90 24575,'-1'-6'0,"1"5"0,0-1 0,0 1 0,0-1 0,0 1 0,0-1 0,0 1 0,0-1 0,1 1 0,-1-1 0,1 1 0,-1-1 0,1 0 0,-1 1 0,1 1 0,-1 0 0,0 0 0,0 0 0,0 0 0,0 0 0,0 0 0,1 0 0,-1 0 0,0 0 0,0 0 0,0 0 0,0 0 0,0 0 0,1 0 0,-1 0 0,0 0 0,0 0 0,0 0 0,0 0 0,1 0 0,-1 0 0,0 0 0,0 0 0,0 0 0,0 1 0,0-1 0,1 0 0,-1 0 0,0 0 0,0 0 0,0 0 0,0 0 0,0 0 0,0 1 0,0-1 0,0 0 0,0 0 0,1 0 0,-1 0 0,0 0 0,0 1 0,0-1 0,0 0 0,0 0 0,0 0 0,0 0 0,0 0 0,0 1 0,0-1 0,0 0 0,0 0 0,0 0 0,0 1 0,3 11 0,-2-11 0,46 160 0,-33-122 0,1-2 0,24 41 0,-33-66 0,1 0 0,1 0 0,-1-1 0,2 0 0,0-1 0,0 1 0,11 8 0,-18-18 0,-1 0 0,1 0 0,0 0 0,0 0 0,0 0 0,0 0 0,0 0 0,0 0 0,0-1 0,0 1 0,0-1 0,0 1 0,0-1 0,0 0 0,0 0 0,0 0 0,0 0 0,0 0 0,1 0 0,-1-1 0,0 1 0,0-1 0,0 1 0,0-1 0,0 0 0,0 0 0,-1 0 0,1 0 0,0 0 0,0 0 0,-1-1 0,1 1 0,0 0 0,-1-1 0,0 0 0,1 1 0,-1-1 0,0 0 0,0 1 0,0-1 0,0 0 0,1-2 0,2-9 0,0 0 0,-1 0 0,-1-1 0,2-20 0,-4-54 0,-1 61 0,21 68 0,-8-18 0,1-1 0,0-1 0,25 30 0,-28-39 0,0-1 0,0-1 0,1 0 0,0-1 0,1 0 0,0 0 0,19 9 0,-23-14 0,-1-1 0,1 0 0,0-1 0,0 0 0,0 0 0,0-1 0,0 0 0,0 0 0,0 0 0,9-2 0,-13 1 0,0 0 0,-1-1 0,1 0 0,-1 0 0,1 0 0,-1 0 0,1 0 0,-1-1 0,0 1 0,1-1 0,-1 0 0,0 0 0,0 0 0,0 0 0,0-1 0,-1 1 0,1-1 0,-1 0 0,0 1 0,1-1 0,-1 0 0,0 0 0,-1-1 0,3-3 0,-1-3 0,0-1 0,0 1 0,-1-1 0,-1 0 0,1 1 0,-2-1 0,0 0 0,0 0 0,-1 1 0,0-1 0,-1 0 0,-3-11 0,-5-13 0,-1 1 0,-20-41 0,26 63 0,-9-21 0,-2 1 0,-32-51 0,47 81-59,0-1 0,-1 1-1,0 0 1,1 0-1,-1 0 1,0 1 0,0-1-1,0 0 1,0 1 0,0-1-1,-1 1 1,1 0 0,0 0-1,-1-1 1,1 2-1,-1-1 1,1 0 0,-1 0-1,1 1 1,-1-1 0,1 1-1,-4 0 1,-7 2-6767</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2:01.238"/>
    </inkml:context>
    <inkml:brush xml:id="br0">
      <inkml:brushProperty name="width" value="0.05" units="cm"/>
      <inkml:brushProperty name="height" value="0.05" units="cm"/>
    </inkml:brush>
  </inkml:definitions>
  <inkml:trace contextRef="#ctx0" brushRef="#br0">132 47 24575,'-3'-5'0,"0"0"0,-1 0 0,1 0 0,-1 1 0,0-1 0,-5-3 0,8 7 0,0 0 0,-1 0 0,1 0 0,0 0 0,-1 0 0,0 1 0,1-1 0,-1 1 0,1-1 0,-1 1 0,1-1 0,-1 1 0,0 0 0,1 0 0,-1 0 0,0 0 0,1 0 0,-1 0 0,0 0 0,1 1 0,-1-1 0,0 0 0,1 1 0,-1 0 0,-2 1 0,0 0 0,0 1 0,0-1 0,0 1 0,0 0 0,1 0 0,0 0 0,-1 1 0,1-1 0,0 1 0,1 0 0,-1 0 0,1 0 0,-1 0 0,1 0 0,0 1 0,1-1 0,-1 1 0,1-1 0,-1 9 0,1-7 0,0 1 0,0 0 0,1 0 0,0 0 0,1-1 0,-1 1 0,1 0 0,1-1 0,-1 1 0,1 0 0,0-1 0,1 0 0,3 8 0,6 3 0,0 0 0,1-1 0,1 0 0,0-1 0,20 16 0,9 10 0,-31-29 0,23 25 0,-32-33 0,0 1 0,0-1 0,0 1 0,0-1 0,-1 1 0,0 0 0,2 6 0,-3-10 0,-1 0 0,0 0 0,1 1 0,-1-1 0,0 0 0,0 0 0,0 1 0,0-1 0,0 0 0,0 0 0,0 0 0,-1 1 0,1-1 0,0 0 0,-1 0 0,1 0 0,-1 1 0,1-1 0,-1 0 0,1 0 0,-2 2 0,0-2 0,0 1 0,1-1 0,-1 0 0,0 0 0,0 1 0,0-1 0,0 0 0,0-1 0,0 1 0,0 0 0,-3 0 0,-6 1 0,0-1 0,1 0 0,-22-1 0,28 0 0,-32 0-33,24 1-233,-1-1-1,0 0 1,1-1-1,-18-4 1,20 2-6560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2:01.721"/>
    </inkml:context>
    <inkml:brush xml:id="br0">
      <inkml:brushProperty name="width" value="0.05" units="cm"/>
      <inkml:brushProperty name="height" value="0.05" units="cm"/>
    </inkml:brush>
  </inkml:definitions>
  <inkml:trace contextRef="#ctx0" brushRef="#br0">261 84 24575,'-9'-14'0,"-17"-22"0,23 33 0,0 0 0,0 0 0,1 0 0,-2 0 0,1 1 0,0-1 0,-1 1 0,1 0 0,-1 0 0,1 0 0,-1 1 0,-6-3 0,9 4 0,0 0 0,0 0 0,0 0 0,0 0 0,0 0 0,0 0 0,0 0 0,0 1 0,0-1 0,0 0 0,0 1 0,0-1 0,0 0 0,0 1 0,0-1 0,0 1 0,1 0 0,-1-1 0,0 1 0,0 0 0,0-1 0,1 1 0,-1 0 0,0 0 0,1 0 0,-1-1 0,1 1 0,-1 0 0,1 0 0,-1 0 0,1 0 0,-1 2 0,-1 2 0,1 1 0,0 0 0,-1-1 0,1 9 0,-1 6 0,1 0 0,1 0 0,1 0 0,5 33 0,-4-42 0,1 0 0,0-1 0,1 0 0,0 1 0,0-1 0,1 0 0,1-1 0,0 1 0,0-1 0,8 9 0,4 0 0,1 0 0,35 25 0,10 10 0,-62-53 0,-1 1 0,0 0 0,0 0 0,0 0 0,0 1 0,0-1 0,0 0 0,-1 0 0,1 0 0,0 1 0,-1-1 0,1 0 0,0 1 0,-1-1 0,0 1 0,1-1 0,-1 1 0,0-1 0,0 0 0,0 1 0,0-1 0,0 1 0,0-1 0,0 1 0,0-1 0,-1 3 0,0-2 0,0 0 0,0 0 0,-1 0 0,1 0 0,-1 0 0,1 0 0,-1 0 0,0 0 0,0-1 0,0 1 0,0-1 0,0 1 0,0-1 0,0 0 0,-3 1 0,-12 6 0,0-2 0,0 0 0,-31 6 0,-57 3 0,100-15 0,-110 6-1365,98-6-5461</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2:02.328"/>
    </inkml:context>
    <inkml:brush xml:id="br0">
      <inkml:brushProperty name="width" value="0.05" units="cm"/>
      <inkml:brushProperty name="height" value="0.05" units="cm"/>
    </inkml:brush>
  </inkml:definitions>
  <inkml:trace contextRef="#ctx0" brushRef="#br0">11 112 24575,'-1'-5'0,"-8"-43"0,9 43 0,-1 0 0,1 1 0,0-1 0,1 1 0,-1-1 0,1 1 0,0-1 0,2-5 0,-3 9 0,0 1 0,0-1 0,0 1 0,1-1 0,-1 0 0,0 1 0,1-1 0,-1 1 0,0-1 0,1 1 0,-1-1 0,1 1 0,-1-1 0,1 1 0,-1 0 0,1-1 0,-1 1 0,1 0 0,-1-1 0,1 1 0,-1 0 0,1-1 0,0 1 0,-1 0 0,2 0 0,-1 0 0,0 0 0,0 0 0,0 0 0,1 1 0,-1-1 0,0 0 0,0 1 0,0-1 0,0 0 0,0 1 0,0 0 0,2 0 0,3 4 0,-1-1 0,1 1 0,6 9 0,-11-13 0,47 54 0,-2 3 0,-3 1 0,58 107 0,-86-137 0,-2-1 0,0 2 0,-3 0 0,0 0 0,6 41 0,-13-57 0,-1 1 0,-1-1 0,0 1 0,-1 0 0,-1-1 0,0 1 0,-1-1 0,-1 1 0,0-1 0,-1 0 0,0 0 0,-1 0 0,-11 22 0,10-27 14,-1 0 0,1 0 0,-1-1-1,-1 0 1,1 0 0,-1 0 0,-16 10-1,-67 37-1196,83-51 891,-6 4-6534</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2:03.219"/>
    </inkml:context>
    <inkml:brush xml:id="br0">
      <inkml:brushProperty name="width" value="0.05" units="cm"/>
      <inkml:brushProperty name="height" value="0.05" units="cm"/>
    </inkml:brush>
  </inkml:definitions>
  <inkml:trace contextRef="#ctx0" brushRef="#br0">208 92 24575,'2'-9'0,"0"1"0,-1 0 0,0 0 0,0 0 0,-1-1 0,0 1 0,-1-9 0,1 16 0,0 1 0,0-1 0,-1 0 0,1 0 0,0 1 0,0-1 0,0 0 0,-1 0 0,1 1 0,0-1 0,-1 0 0,1 1 0,-1-1 0,1 0 0,0 1 0,-1-1 0,0 1 0,1-1 0,-1 1 0,1-1 0,-1 1 0,0-1 0,1 1 0,-2-1 0,1 1 0,0 0 0,0 0 0,0 0 0,0 0 0,0 0 0,0 0 0,-1 0 0,1 1 0,0-1 0,0 0 0,0 1 0,0-1 0,0 0 0,0 1 0,-1 0 0,-5 4 0,0 0 0,1 0 0,-10 11 0,11-12 0,-18 18 0,1 0 0,-23 30 0,39-43 0,-1 1 0,1 0 0,1 0 0,0 0 0,1 0 0,0 1 0,0 0 0,1-1 0,-3 19 0,4-6 5,0-1 1,2 1-1,1-1 0,1 1 0,0-1 1,2 1-1,1-1 0,0 0 0,2-1 0,0 1 1,2-1-1,12 22 0,2-1 15,37 53-1,37 35-521,-26-37-468,-58-74-5856</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1.309"/>
    </inkml:context>
    <inkml:brush xml:id="br0">
      <inkml:brushProperty name="width" value="0.05" units="cm"/>
      <inkml:brushProperty name="height" value="0.05" units="cm"/>
    </inkml:brush>
  </inkml:definitions>
  <inkml:trace contextRef="#ctx0" brushRef="#br0">76 26 24575,'2'-3'0,"-1"1"0,0 1 0,0-1 0,0 0 0,-1 1 0,1-1 0,-1 0 0,1 0 0,-1 0 0,1 1 0,-1-5 0,-8 19 0,-1 13 0,1 0 0,-5 34 0,1-5 0,-16 74 0,25-106 0,1 0 0,1 0 0,2 40 0,0-62 0,-1 1 0,0-1 0,0 0 0,1 1 0,-1-1 0,0 0 0,1 1 0,-1-1 0,1 0 0,1 3 0,-2-4 0,1 0 0,-1 1 0,0-1 0,1 0 0,-1 1 0,1-1 0,-1 0 0,0 1 0,1-1 0,-1 0 0,1 0 0,-1 0 0,1 1 0,-1-1 0,1 0 0,-1 0 0,1 0 0,-1 0 0,1 0 0,-1 0 0,1 0 0,0 0 0,1-1 0,-1 1 0,0-1 0,0 1 0,1-1 0,-1 1 0,0-1 0,0 0 0,0 0 0,0 0 0,0 0 0,0 0 0,0 0 0,0 0 0,0 0 0,-1 0 0,1 0 0,0 0 0,-1 0 0,2-3 0,2-6-455,0-1 0,5-20 0,-6 14-6371</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1.714"/>
    </inkml:context>
    <inkml:brush xml:id="br0">
      <inkml:brushProperty name="width" value="0.05" units="cm"/>
      <inkml:brushProperty name="height" value="0.05" units="cm"/>
    </inkml:brush>
  </inkml:definitions>
  <inkml:trace contextRef="#ctx0" brushRef="#br0">177 9 24575,'-4'-8'0,"5"12"0,8 14 0,19 23 0,1 0 0,3-2 0,0-2 0,44 38 0,-11-18 0,80 78 0,-140-130 0,-1-1 0,0 1 0,-1 0 0,6 9 0,-9-13 0,1 0 0,-1 0 0,0-1 0,1 1 0,-1 0 0,0-1 0,1 1 0,-1 0 0,0 0 0,0 0 0,0-1 0,0 1 0,0 0 0,0 0 0,0 0 0,0-1 0,0 1 0,0 0 0,0 0 0,-1 0 0,1-1 0,0 1 0,-1 0 0,1 0 0,0-1 0,-1 1 0,1 0 0,-1-1 0,1 1 0,-1-1 0,1 1 0,-1 0 0,1-1 0,-1 1 0,0-1 0,1 1 0,-1-1 0,0 0 0,0 1 0,1-1 0,-1 0 0,0 1 0,0-1 0,1 0 0,-1 0 0,-1 0 0,-7 2 0,-1 0 0,1-1 0,-1 0 0,-18-2 0,-40-6 0,57 5 0,-90-15 0,-113-35 0,86 24-1365,115 27-5461</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2.228"/>
    </inkml:context>
    <inkml:brush xml:id="br0">
      <inkml:brushProperty name="width" value="0.05" units="cm"/>
      <inkml:brushProperty name="height" value="0.05" units="cm"/>
    </inkml:brush>
  </inkml:definitions>
  <inkml:trace contextRef="#ctx0" brushRef="#br0">8 26 24575,'-1'1'0,"0"1"0,0-1 0,0 1 0,0-1 0,1 1 0,-1-1 0,1 1 0,-1 0 0,1-1 0,0 1 0,-1 0 0,1 0 0,0-1 0,0 1 0,0 0 0,0-1 0,0 1 0,1 0 0,-1-1 0,1 1 0,-1 0 0,1-1 0,-1 1 0,1-1 0,0 1 0,1 2 0,2 3 0,0 0 0,0-1 0,1 0 0,7 9 0,-4-8 0,0 0 0,0 0 0,0 0 0,1-2 0,0 1 0,0-1 0,1 0 0,0-1 0,14 5 0,-11-5 0,0-1 0,0 0 0,1-1 0,-1 0 0,1-1 0,26-2 0,-38 1 0,-1 0 0,1 0 0,0-1 0,0 1 0,-1-1 0,1 1 0,0-1 0,-1 1 0,1-1 0,-1 0 0,1 0 0,-1 0 0,1 0 0,-1 0 0,1 0 0,-1-1 0,0 1 0,2-2 0,-2 0 0,1 1 0,-1-1 0,1 0 0,-1 0 0,0 0 0,0 0 0,0 1 0,-1-2 0,1-4 0,0-2 0,-1-1 0,0 1 0,-1 0 0,0 0 0,-4-13 0,2 10 0,-1-1 0,-10-23 0,33 64 40,1 0 0,45 43 0,-49-54-288,0-2 1,2 0-1,0-1 1,1-1-1,26 13 1,-31-18-6579</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2.573"/>
    </inkml:context>
    <inkml:brush xml:id="br0">
      <inkml:brushProperty name="width" value="0.05" units="cm"/>
      <inkml:brushProperty name="height" value="0.05" units="cm"/>
    </inkml:brush>
  </inkml:definitions>
  <inkml:trace contextRef="#ctx0" brushRef="#br0">5 1 24575,'-1'0'0,"1"1"0,-1 0 0,1 0 0,-1 0 0,1 0 0,0 0 0,-1 0 0,1 0 0,0 0 0,0 0 0,0 0 0,-1 0 0,1 0 0,0 0 0,1 0 0,-1 2 0,4 18 0,-4-19 0,11 35 0,1 0 0,27 55 0,47 65 0,-33-77-1365,-43-66-5461</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2.794"/>
    </inkml:context>
    <inkml:brush xml:id="br0">
      <inkml:brushProperty name="width" value="0.05" units="cm"/>
      <inkml:brushProperty name="height" value="0.05" units="cm"/>
    </inkml:brush>
  </inkml:definitions>
  <inkml:trace contextRef="#ctx0" brushRef="#br0">274 15 24575,'-28'-2'0,"-11"-2"0,-2 1 0,4 0 0,5 2 0,6 0 0,5 2 0,3 3 0,5 1 0,2 1 0,3 2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3.162"/>
    </inkml:context>
    <inkml:brush xml:id="br0">
      <inkml:brushProperty name="width" value="0.05" units="cm"/>
      <inkml:brushProperty name="height" value="0.05" units="cm"/>
    </inkml:brush>
  </inkml:definitions>
  <inkml:trace contextRef="#ctx0" brushRef="#br0">150 116 24575,'-9'-4'0,"-9"-3"0,-27-8 0,41 14 0,0 0 0,0 0 0,0 1 0,-1-1 0,1 1 0,0 0 0,0 0 0,-1 0 0,1 1 0,0 0 0,0 0 0,-7 2 0,10-3 0,0 1 0,0-1 0,0 1 0,0-1 0,0 1 0,0 0 0,0-1 0,1 1 0,-1 0 0,0 0 0,0 0 0,1 0 0,-1 0 0,0 0 0,1 0 0,-1 0 0,1 0 0,-1 0 0,1 0 0,-1 2 0,1-1 0,0 0 0,0 1 0,0-1 0,0 1 0,0-1 0,0 0 0,0 1 0,1-1 0,1 4 0,0 0 0,0 0 0,1 0 0,0 0 0,0 0 0,1 0 0,5 7 0,-1-5 0,0 1 0,1-1 0,0-1 0,1 1 0,-1-2 0,1 1 0,1-1 0,-1-1 0,1 0 0,0 0 0,0-1 0,0 0 0,1-1 0,-1-1 0,1 0 0,0 0 0,16 0 0,-26-2 0,1 0 0,-1 0 0,0-1 0,0 1 0,0 0 0,1-1 0,-1 1 0,0-1 0,0 0 0,0 0 0,0 0 0,0 0 0,0 0 0,0 0 0,0 0 0,0-1 0,-1 1 0,4-4 0,-3 3 0,-1-1 0,1 0 0,-1 0 0,0 0 0,0 0 0,0 0 0,0 0 0,-1 0 0,1 0 0,-1 0 0,0 0 0,0-6 0,0-1 8,-2 0-1,1 0 1,-1 1-1,0-1 1,-1 0-1,0 1 1,-1 0-1,0 0 1,0 0-1,-1 0 1,0 1-1,0-1 1,-1 1-1,0 1 1,-8-8-1,8 8-90,0 1 1,0 1-1,-1-1 1,0 1-1,0 0 1,0 0-1,-1 1 1,1 0-1,-1 1 1,0-1-1,0 1 1,0 1-1,0 0 1,-1 0-1,1 0 1,-1 1-1,-13 0 1,5 3-6744</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3.688"/>
    </inkml:context>
    <inkml:brush xml:id="br0">
      <inkml:brushProperty name="width" value="0.05" units="cm"/>
      <inkml:brushProperty name="height" value="0.05" units="cm"/>
    </inkml:brush>
  </inkml:definitions>
  <inkml:trace contextRef="#ctx0" brushRef="#br0">181 0 24575,'-27'0'0,"-28"4"0,47-3 0,1 0 0,-1 0 0,1 1 0,-1 1 0,1-1 0,0 1 0,0 0 0,-10 6 0,15-8 0,1 0 0,-1 1 0,0-1 0,1 0 0,-1 1 0,1-1 0,0 1 0,-1-1 0,1 1 0,0 0 0,0-1 0,0 1 0,0 0 0,0 0 0,1 0 0,-1-1 0,0 1 0,1 0 0,-1 3 0,1-3 0,0 1 0,0 0 0,1 0 0,-1 0 0,1-1 0,0 1 0,-1 0 0,1-1 0,0 1 0,0-1 0,1 1 0,1 3 0,3 2 0,0 0 0,1 0 0,0-1 0,0 1 0,0-2 0,13 10 0,-4-6 0,1 0 0,0-1 0,0-1 0,1 0 0,0-1 0,0-1 0,1-1 0,-1-1 0,1-1 0,0 0 0,0-1 0,1-1 0,30-2 0,-48 0-54,0 1-1,1 0 0,-1 0 1,0-1-1,0 1 1,0-1-1,0 0 0,0 0 1,0 0-1,-1 0 1,1 0-1,0 0 0,0 0 1,0 0-1,-1-1 0,1 1 1,-1-1-1,1 1 1,-1-1-1,0 0 0,0 1 1,1-1-1,-1 0 1,1-2-1,2-8-6771</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4.097"/>
    </inkml:context>
    <inkml:brush xml:id="br0">
      <inkml:brushProperty name="width" value="0.05" units="cm"/>
      <inkml:brushProperty name="height" value="0.05" units="cm"/>
    </inkml:brush>
  </inkml:definitions>
  <inkml:trace contextRef="#ctx0" brushRef="#br0">141 165 24575,'-6'-1'0,"1"-1"0,-1 1 0,0 1 0,1-1 0,-1 1 0,-7 1 0,12-1 0,-1 0 0,1 0 0,0 0 0,0 0 0,0 1 0,0-1 0,0 0 0,0 1 0,0-1 0,0 1 0,0-1 0,0 1 0,0 0 0,0-1 0,0 1 0,0 0 0,1 0 0,-1-1 0,0 1 0,0 0 0,1 0 0,-1 0 0,0 0 0,1 0 0,-1 0 0,1 0 0,0 0 0,-1 0 0,1 0 0,0 0 0,0 0 0,-1 1 0,1-1 0,0 0 0,0 0 0,0 0 0,0 0 0,1 2 0,0 1 0,-1-1 0,1 1 0,1-1 0,-1 1 0,0-1 0,1 0 0,0 0 0,0 1 0,0-1 0,0-1 0,0 1 0,1 0 0,-1 0 0,1-1 0,-1 0 0,1 1 0,0-1 0,0 0 0,0 0 0,7 2 0,-4-1 0,0 0 0,1-1 0,-1 0 0,1 0 0,0 0 0,0-1 0,-1 0 0,1-1 0,0 1 0,8-2 0,-12 1 0,-1 0 0,0-1 0,1 1 0,-1-1 0,0 1 0,1-1 0,-1 0 0,0 0 0,0 0 0,0 0 0,0 0 0,0-1 0,0 1 0,0-1 0,0 1 0,0-1 0,2-3 0,-2 2 0,0 0 0,-1 0 0,1 0 0,-1 0 0,0 0 0,0-1 0,0 1 0,0 0 0,0-1 0,-1 1 0,1-5 0,-1 1 0,0-1 0,-1 1 0,0-1 0,0 1 0,0 0 0,-1-1 0,0 1 0,-1 0 0,0 0 0,-6-11 0,3 7 12,-2 1 0,1 1 0,-1 0 0,0 0 0,-1 0 0,0 1 0,-1 1 0,1-1 0,-12-5 0,16 10-80,1 0 1,-1 1-1,-1-1 1,1 1-1,0 0 1,0 0-1,-1 1 1,1 0-1,-1 0 1,1 0-1,-1 1 1,0-1-1,1 1 1,-1 1-1,1-1 1,-1 1-1,1 0 1,-1 0-1,1 1 1,-1-1-1,-7 5 1,3 0-6759</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4.564"/>
    </inkml:context>
    <inkml:brush xml:id="br0">
      <inkml:brushProperty name="width" value="0.05" units="cm"/>
      <inkml:brushProperty name="height" value="0.05" units="cm"/>
    </inkml:brush>
  </inkml:definitions>
  <inkml:trace contextRef="#ctx0" brushRef="#br0">44 186 24575,'4'17'0,"-3"-9"0,1 1 0,0-1 0,0-1 0,1 1 0,0 0 0,0-1 0,1 1 0,0-1 0,8 11 0,-11-17 0,-1 0 0,1 0 0,0-1 0,-1 1 0,1 0 0,0-1 0,0 1 0,0-1 0,0 1 0,0-1 0,0 1 0,0-1 0,1 1 0,-2-1 0,0 0 0,1 0 0,-1 0 0,0 0 0,1 0 0,-1 0 0,0 0 0,1 0 0,-1-1 0,0 1 0,0 0 0,1 0 0,-1 0 0,0 0 0,1 0 0,-1-1 0,0 1 0,0 0 0,0 0 0,1 0 0,-1-1 0,0 1 0,0 0 0,0 0 0,1-1 0,-1 1 0,0-1 0,1 0 0,-1-1 0,1 0 0,-1 0 0,0 0 0,1 0 0,-1 0 0,0 0 0,0 1 0,0-1 0,0 0 0,-1 0 0,0-2 0,-5-16 0,0 0 0,-2 1 0,-1 0 0,-11-19 0,-10-22 0,24 47 0,-9-23 0,14 33 0,0 1 0,0-1 0,1 1 0,-1-1 0,1 1 0,-1-1 0,1 1 0,0-1 0,0 0 0,1 1 0,-1-4 0,1 5-35,-1 0 0,0 1 0,1-1 0,-1 1 0,1-1 0,-1 1 0,0-1 0,1 1 0,-1-1 0,1 1 0,-1 0 0,1-1 0,-1 1 0,1 0 0,0-1 0,-1 1 0,1 0 0,-1 0 0,1-1 0,0 1 0,-1 0 0,1 0 0,0 0 0,-1 0 0,1 0 0,0 0 0,-1 0 0,1 0 0,0 0 0,-1 0 0,1 0 0,-1 0 0,1 1 0,0-1 0,-1 0 0,1 0 0,0 1 0,0 0 0,7 3-6791</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4.985"/>
    </inkml:context>
    <inkml:brush xml:id="br0">
      <inkml:brushProperty name="width" value="0.05" units="cm"/>
      <inkml:brushProperty name="height" value="0.05" units="cm"/>
    </inkml:brush>
  </inkml:definitions>
  <inkml:trace contextRef="#ctx0" brushRef="#br0">87 252 24575,'-1'11'0,"1"-7"0,0 0 0,0 0 0,0 0 0,0 0 0,0-1 0,1 1 0,0 0 0,0 0 0,0-1 0,2 5 0,-3-8 0,0 0 0,0 0 0,0 0 0,0 0 0,0 0 0,0 0 0,0 0 0,0 0 0,0 0 0,0 0 0,0 0 0,0 0 0,0 0 0,0 0 0,0 0 0,0 0 0,0 0 0,0 0 0,0 0 0,0 0 0,0 0 0,0 0 0,0 0 0,0 0 0,0 0 0,0 0 0,0 0 0,0 0 0,0 0 0,0 0 0,0 0 0,0 0 0,0 0 0,0 0 0,0 0 0,0 0 0,0 0 0,0 0 0,0 0 0,1 0 0,-1 0 0,0 0 0,0 0 0,0 0 0,0 0 0,0 0 0,0 0 0,0 0 0,-1-7 0,-2-9 0,-30-64 0,-6-20 0,34 87 0,3 6 0,-1 0 0,1 1 0,0-1 0,1-1 0,-1-7 0,1 13 0,1 0 0,0 1 0,1-1 0,-1 1 0,0-1 0,0 1 0,1-1 0,-1 1 0,1-1 0,-1 1 0,1-1 0,0 1 0,-1 0 0,1-1 0,0 1 0,0 0 0,0 0 0,0 0 0,0-1 0,0 1 0,0 0 0,0 0 0,1 0 0,-1 1 0,0-1 0,1 0 0,-1 0 0,1 1 0,2-2 0,2 1-76,0 0 1,0 0-1,0 0 0,0 1 0,0-1 0,1 1 0,-1 1 0,0 0 1,0-1-1,0 2 0,0-1 0,0 1 0,0 0 0,0 0 1,-1 0-1,1 1 0,9 6 0,-5-2-6750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5.595"/>
    </inkml:context>
    <inkml:brush xml:id="br0">
      <inkml:brushProperty name="width" value="0.05" units="cm"/>
      <inkml:brushProperty name="height" value="0.05" units="cm"/>
    </inkml:brush>
  </inkml:definitions>
  <inkml:trace contextRef="#ctx0" brushRef="#br0">1 278 24575,'22'-7'0,"0"-1"0,33-18 0,-50 23 0,1 0 0,-1 0 0,-1 0 0,1-1 0,0 0 0,-1 0 0,0 0 0,0-1 0,0 1 0,0-1 0,-1 0 0,0 0 0,0 0 0,0 0 0,3-10 0,-4 9 0,0-1 0,-1 1 0,1 0 0,-1-1 0,-1 0 0,1-12 0,-2 16 0,1 0 0,-1 0 0,0 0 0,0 0 0,0 0 0,0 0 0,-1 0 0,1 0 0,-1 0 0,0 0 0,0 1 0,0-1 0,0 1 0,0-1 0,-5-3 0,-30-24 0,33 27 0,-1 0 0,1 0 0,-1 1 0,1-1 0,-1 1 0,0 0 0,-7-1 0,11 3 0,0-1 0,0 1 0,0 0 0,-1 0 0,1 0 0,0 0 0,0 0 0,0 0 0,0 0 0,0 1 0,-1-1 0,1 0 0,0 1 0,0-1 0,0 1 0,0-1 0,0 1 0,0-1 0,0 1 0,0 0 0,0-1 0,-1 3 0,0-1 0,1 0 0,0 0 0,-1 0 0,1 0 0,0 0 0,0 1 0,0-1 0,1 0 0,-1 1 0,0 2 0,0 5 0,0 0 0,1 0 0,0 0 0,1 13 0,0-16 0,0 0 0,1-1 0,0 1 0,0-1 0,0 1 0,1-1 0,-1 0 0,2 1 0,-1-2 0,7 10 0,-4-8 0,1 1 0,0-1 0,0 0 0,1-1 0,0 1 0,12 6 0,4 0 0,0-1 0,1-2 0,0 0 0,39 8 0,-20-7-1365,-26-5-5461</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6.158"/>
    </inkml:context>
    <inkml:brush xml:id="br0">
      <inkml:brushProperty name="width" value="0.05" units="cm"/>
      <inkml:brushProperty name="height" value="0.05" units="cm"/>
    </inkml:brush>
  </inkml:definitions>
  <inkml:trace contextRef="#ctx0" brushRef="#br0">195 794 24575,'11'-15'0,"-1"-1"0,0 0 0,-1-1 0,11-29 0,-17 35 0,0 1 0,0-1 0,-1 0 0,-1 0 0,0 0 0,0 0 0,-1 0 0,0 0 0,-3-15 0,-2 3 0,0 1 0,-2 0 0,0 0 0,-12-23 0,-48-82 0,45 88 0,-20-33 0,16 29 0,-27-62 0,41 65 0,14 86 0,0-9 0,11 70 0,-1-56 0,2 0 0,2-2 0,2 0 0,3-1 0,37 66 0,-53-107 14,-1 0-1,2 0 0,-1-1 0,1 1 1,0-1-1,0-1 0,1 1 1,11 7-1,-4-5-384,1 0-1,0-1 1,23 7 0,-26-9-6455</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6.545"/>
    </inkml:context>
    <inkml:brush xml:id="br0">
      <inkml:brushProperty name="width" value="0.05" units="cm"/>
      <inkml:brushProperty name="height" value="0.05" units="cm"/>
    </inkml:brush>
  </inkml:definitions>
  <inkml:trace contextRef="#ctx0" brushRef="#br0">98 0 24575,'-11'8'0,"0"1"0,1-1 0,1 1 0,-1 1 0,2 0 0,-10 12 0,16-18 0,-1 0 0,1-1 0,0 1 0,0 0 0,0 0 0,0 0 0,1 0 0,0 0 0,0 0 0,0 1 0,0-1 0,1 0 0,-1 0 0,1 1 0,0-1 0,0 0 0,1 1 0,-1-1 0,1 0 0,0 1 0,0-1 0,3 5 0,0 0 0,1 0 0,1 0 0,0-1 0,0 0 0,0 0 0,15 13 0,-17-18 0,0 1 0,1-1 0,-1 0 0,1 0 0,-1 0 0,1 0 0,0-1 0,0 0 0,0 0 0,0 0 0,1-1 0,-1 0 0,0 0 0,9 1 0,-12-2 0,1 0 0,-1-1 0,1 1 0,-1 0 0,1-1 0,-1 0 0,0 1 0,1-1 0,-1 0 0,0 0 0,0 0 0,1-1 0,-1 1 0,0 0 0,0-1 0,2-2 0,-1 1 0,-1 0 0,1 0 0,-1-1 0,1 1 0,-1-1 0,0 0 0,-1 0 0,3-7 0,0-2 0,-2-1 0,1 1 0,-2-1 0,0-25 0,-1 28 0,-1 8 0,1 1 0,-1-1 0,1 0 0,0 0 0,0 0 0,0 1 0,1-1 0,-1 0 0,1 0 0,1-4 0,-2 7 0,0 0 0,1-1 0,-1 1 0,0 0 0,1 0 0,-1 0 0,0 0 0,0 1 0,1-1 0,-1 0 0,0 0 0,1 0 0,-1 0 0,0 0 0,0 0 0,1 0 0,-1 0 0,0 1 0,0-1 0,1 0 0,-1 0 0,0 0 0,0 1 0,0-1 0,1 0 0,-1 0 0,0 0 0,0 1 0,0-1 0,0 0 0,1 1 0,-1-1 0,0 0 0,6 11 0,53 108-1365,-53-105-5461</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7.091"/>
    </inkml:context>
    <inkml:brush xml:id="br0">
      <inkml:brushProperty name="width" value="0.05" units="cm"/>
      <inkml:brushProperty name="height" value="0.05" units="cm"/>
    </inkml:brush>
  </inkml:definitions>
  <inkml:trace contextRef="#ctx0" brushRef="#br0">1 0 24575,'59'120'0,"77"220"0,-100-247 0,-17-49 0,18 68 0,-36-93 0,-4-16 0,-3-9 0,1-5 0,1-1 0,0 1 0,0-1 0,1 1 0,0-1 0,1 0 0,-1-20 0,3 25 0,0-1 0,0 1 0,0-1 0,1 1 0,0 0 0,1 0 0,0-1 0,0 1 0,0 0 0,1 1 0,0-1 0,6-11 0,-7 15 0,0 1 0,0-1 0,0 1 0,0-1 0,1 1 0,-1 0 0,1-1 0,0 1 0,-1 1 0,1-1 0,0 0 0,0 1 0,0-1 0,0 1 0,0 0 0,0 0 0,1 0 0,-1 0 0,0 1 0,1-1 0,-1 1 0,0 0 0,1 0 0,-1 0 0,0 1 0,0-1 0,1 1 0,-1-1 0,6 3 0,-1 0 9,1 1-1,-1 0 1,0 0-1,0 1 1,0 0 0,-1 0-1,0 1 1,0 0-1,0 0 1,0 0-1,-1 1 1,0 0-1,6 11 1,-4-5-195,0 0 1,-1 0-1,-1 0 0,-1 1 1,0 0-1,0 0 1,4 24-1,-8-25-6640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7.308"/>
    </inkml:context>
    <inkml:brush xml:id="br0">
      <inkml:brushProperty name="width" value="0.05" units="cm"/>
      <inkml:brushProperty name="height" value="0.05" units="cm"/>
    </inkml:brush>
  </inkml:definitions>
  <inkml:trace contextRef="#ctx0" brushRef="#br0">1 1 24575,'0'5'0,"0"4"0,0 3 0,0 5 0,2 1 0,2 4 0,-1-1 0,-1 0 0,0-4-8191</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8.072"/>
    </inkml:context>
    <inkml:brush xml:id="br0">
      <inkml:brushProperty name="width" value="0.05" units="cm"/>
      <inkml:brushProperty name="height" value="0.05" units="cm"/>
    </inkml:brush>
  </inkml:definitions>
  <inkml:trace contextRef="#ctx0" brushRef="#br0">209 47 24575,'3'7'0,"0"1"0,-1-1 0,0 1 0,0 0 0,0 0 0,0 11 0,-1-2 0,-1 0 0,-2 17 0,2-31 0,-1 1 0,1-1 0,-1 0 0,0 1 0,0-1 0,0 0 0,0 0 0,-1 0 0,1 0 0,-1 0 0,0 0 0,0 0 0,0-1 0,0 1 0,0-1 0,-1 1 0,1-1 0,-1 0 0,-3 3 0,2-3 0,1-1 0,-1 1 0,1 0 0,-1-1 0,0 0 0,0 0 0,1 0 0,-1 0 0,0-1 0,0 0 0,0 0 0,0 0 0,0 0 0,0 0 0,-7-2 0,4 0 0,-1 0 0,1 0 0,0-1 0,1 0 0,-1 0 0,0-1 0,1 0 0,0 0 0,0 0 0,-10-10 0,12 10 0,0 0 0,1 0 0,0 0 0,0-1 0,0 1 0,0-1 0,1 0 0,0 0 0,0 0 0,0 0 0,0 0 0,1 0 0,0-1 0,0 1 0,0-9 0,0 8 0,2 0 0,-1 1 0,0-1 0,1 0 0,0 0 0,1 0 0,-1 1 0,1-1 0,0 0 0,1 1 0,-1 0 0,4-6 0,-4 8 0,1 0 0,-1 0 0,1 0 0,0 0 0,0 0 0,0 1 0,0 0 0,0-1 0,0 1 0,1 0 0,-1 0 0,1 1 0,-1-1 0,1 1 0,0 0 0,0 0 0,-1 0 0,1 0 0,4 0 0,10 0 0,0 1 0,0 1 0,0 1 0,0 0 0,0 1 0,-1 1 0,1 0 0,31 14 0,-42-14 0,-1-1 0,1 1 0,-2 1 0,1-1 0,0 1 0,-1 0 0,0 1 0,6 6 0,20 20 0,4-3 0,-17-12 0,1-1 0,1-1 0,37 21 0,-56-35 0,0 0 0,0 0 0,1-1 0,-1 1 0,1 0 0,-1-1 0,0 1 0,1-1 0,-1 0 0,1 0 0,-1 1 0,1-1 0,-1 0 0,1 0 0,-1 0 0,0-1 0,1 1 0,-1 0 0,1 0 0,-1-1 0,1 1 0,1-1 0,-2-1 0,0 1 0,0 0 0,0 0 0,0-1 0,0 1 0,0-1 0,0 1 0,0-1 0,-1 1 0,1-1 0,0 0 0,-1 1 0,0-1 0,1 0 0,-1 1 0,0-1 0,0 0 0,0 1 0,0-3 0,-1-66 0,0-11 0,1 79 0,0 0 0,0 1 0,0-1 0,0 0 0,1 0 0,-1 1 0,1-1 0,-1 0 0,1 1 0,-1-1 0,1 1 0,0-1 0,0 1 0,0-1 0,0 1 0,0-1 0,0 1 0,0 0 0,1 0 0,-1 0 0,2-2 0,-1 2 0,0 1 0,0-1 0,0 1 0,-1-1 0,1 1 0,0 0 0,0 0 0,0 0 0,0 0 0,0 0 0,0 0 0,0 0 0,0 1 0,-1-1 0,1 1 0,0-1 0,0 1 0,0 0 0,1 1 0,13 7 0,0 0 0,-1 1 0,-1 1 0,22 21 0,5 3 0,61 42-1365,-89-66-5461</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8.928"/>
    </inkml:context>
    <inkml:brush xml:id="br0">
      <inkml:brushProperty name="width" value="0.05" units="cm"/>
      <inkml:brushProperty name="height" value="0.05" units="cm"/>
    </inkml:brush>
  </inkml:definitions>
  <inkml:trace contextRef="#ctx0" brushRef="#br0">414 424 24575,'-32'-54'0,"-3"2"0,-2 0 0,-3 3 0,-1 1 0,-2 3 0,-78-64 0,118 107 0,1 0 0,-1 0 0,1 0 0,-1 1 0,0-1 0,-5-1 0,8 2 0,-1 1 0,0 0 0,0 0 0,1 0 0,-1 0 0,0 0 0,1 0 0,-1 0 0,0 0 0,0 1 0,1-1 0,-1 0 0,0 0 0,1 0 0,-1 1 0,0-1 0,1 0 0,-1 1 0,1-1 0,-1 1 0,0-1 0,1 1 0,-1-1 0,1 1 0,-1-1 0,1 1 0,0-1 0,-1 1 0,1 0 0,-1-1 0,1 1 0,0 0 0,-1 0 0,-2 8 0,-1 1 0,1-1 0,1 0 0,0 1 0,-2 19 0,2 50 0,2-68 0,1 30-2,3 0-1,1-1 1,2 0 0,17 60-1,0-28-421,50 104-1,-44-115 425,3-1 0,2-1 0,87 106 0,-118-159 43,36 37-153,-36-38 222,1-1 0,0 0 0,0 0 0,1 0 1,-1 0-1,10 4 0,-14-8-103,0 0 1,-1 1-1,1-1 1,-1 0-1,1 0 0,0 0 1,-1 0-1,1 0 1,0 1-1,-1-1 1,1 0-1,0 0 1,-1 0-1,1-1 1,0 1-1,-1 0 0,1 0 1,0 0-1,-1 0 1,1-1-1,-1 1 1,1 0-1,0-1 1,-1 1-1,1 0 0,-1-1 1,1 1-1,0-1 1,0-1-146,0 1 0,0 0 0,-1-1 0,1 1 0,0-1 0,-1 1 0,1-1 0,-1 1 0,0-1 0,1-2 0,0-8-6690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9.116"/>
    </inkml:context>
    <inkml:brush xml:id="br0">
      <inkml:brushProperty name="width" value="0.05" units="cm"/>
      <inkml:brushProperty name="height" value="0.05" units="cm"/>
    </inkml:brush>
  </inkml:definitions>
  <inkml:trace contextRef="#ctx0" brushRef="#br0">428 91 24575,'-30'-12'0,"-16"-5"0,-4 1 0,4 3 0,7 2 0,5 2 0,6 3 0,5 2 0,4 2 0,3 1 0,-1 1 0,-1 1 0,2 0 0,-1-1 0,2 0 0,2 3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49.588"/>
    </inkml:context>
    <inkml:brush xml:id="br0">
      <inkml:brushProperty name="width" value="0.05" units="cm"/>
      <inkml:brushProperty name="height" value="0.05" units="cm"/>
    </inkml:brush>
  </inkml:definitions>
  <inkml:trace contextRef="#ctx0" brushRef="#br0">5 25 24575,'-4'-4'0,"5"10"0,8 8 0,3 0 0,1 0 0,0-1 0,0-1 0,1 0 0,1-1 0,0-1 0,0 0 0,34 15 0,-46-24 0,1 1 0,0-1 0,0 0 0,-1 0 0,1 0 0,0-1 0,0 1 0,0-1 0,0 0 0,0 0 0,0-1 0,0 1 0,0-1 0,0 0 0,0 0 0,0 0 0,6-3 0,-7 3 0,0-1 0,0 0 0,-1 0 0,1 0 0,0 0 0,-1-1 0,1 1 0,-1-1 0,0 1 0,0-1 0,0 0 0,0 0 0,-1 0 0,1 0 0,-1 0 0,0 0 0,0 0 0,0-1 0,0 1 0,0 0 0,0-5 0,-1-3 0,1 1 0,-2-1 0,0 0 0,-2-11 0,0-11 0,5 33 0,4 6 0,7 8 0,12 19-80,-12-16 176,15 17 0,-23-30-260,-1 0 0,0 0 0,1 0 0,0-1-1,0 1 1,0-1 0,0-1 0,9 5 0,-2-4-6662</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0.009"/>
    </inkml:context>
    <inkml:brush xml:id="br0">
      <inkml:brushProperty name="width" value="0.05" units="cm"/>
      <inkml:brushProperty name="height" value="0.05" units="cm"/>
    </inkml:brush>
  </inkml:definitions>
  <inkml:trace contextRef="#ctx0" brushRef="#br0">1 41 24575,'0'-1'0,"0"0"0,1 1 0,-1-1 0,0 0 0,1 1 0,-1-1 0,1 1 0,-1-1 0,1 1 0,0-1 0,-1 1 0,1-1 0,-1 1 0,1 0 0,0-1 0,-1 1 0,1 0 0,0 0 0,-1-1 0,1 1 0,0 0 0,1 0 0,-1 0 0,1 0 0,0 0 0,0 0 0,0 0 0,0 1 0,0-1 0,0 1 0,2 0 0,3 2 0,-1 1 0,1-1 0,8 7 0,1 3 0,27 28 0,-29-26 0,29 22 0,-42-36 0,1 0 0,-1 0 0,0 0 0,1 0 0,-1 0 0,1 0 0,0 0 0,-1-1 0,1 1 0,0-1 0,-1 1 0,1-1 0,0 0 0,0 1 0,-1-1 0,1 0 0,0 0 0,0 0 0,0 0 0,-1-1 0,1 1 0,0 0 0,3-2 0,-3 1 0,0-1 0,0 1 0,0-1 0,0 0 0,0 0 0,0 0 0,0 0 0,-1 0 0,1 0 0,-1 0 0,0 0 0,1-1 0,-1 1 0,0-1 0,1-3 0,1-3 0,-1-1 0,0 1 0,1-19 0,-2 17 0,0 1 0,6-20 0,-7 29 0,0 0 0,0 0 0,0 0 0,1-1 0,-1 1 0,1 0 0,-1 0 0,1 0 0,-1 0 0,1 0 0,0 0 0,-1 0 0,1 0 0,0 0 0,0 0 0,0 1 0,0-1 0,-1 0 0,1 0 0,0 1 0,1-1 0,-1 0 0,0 1 0,0 0 0,0-1 0,0 1 0,0-1 0,0 1 0,1 0 0,-1 0 0,0 0 0,0 0 0,0 0 0,1 0 0,-1 0 0,0 0 0,0 0 0,0 0 0,0 1 0,1-1 0,-1 0 0,2 2 0,2 0 0,0 1 0,-1 0 0,1 0 0,-1 0 0,1 1 0,-1 0 0,0-1 0,3 6 0,5 6-341,-1 1 0,-1-1-1,10 21 1,-12-20-6485</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0.386"/>
    </inkml:context>
    <inkml:brush xml:id="br0">
      <inkml:brushProperty name="width" value="0.05" units="cm"/>
      <inkml:brushProperty name="height" value="0.05" units="cm"/>
    </inkml:brush>
  </inkml:definitions>
  <inkml:trace contextRef="#ctx0" brushRef="#br0">70 0 24575,'-5'4'0,"-1"-1"0,1 1 0,-1 1 0,1-1 0,0 1 0,1-1 0,-1 1 0,1 1 0,0-1 0,-4 8 0,6-9 0,0 0 0,0 0 0,1 0 0,-1 0 0,1 1 0,0-1 0,1 0 0,-1 0 0,1 1 0,0-1 0,0 1 0,0-1 0,0 0 0,1 1 0,0-1 0,2 8 0,0-3 0,1 1 0,0-1 0,0 0 0,1 0 0,0-1 0,1 1 0,10 12 0,-12-17 0,0 0 0,1 0 0,-1 0 0,0 0 0,1-1 0,0 0 0,0 0 0,0 0 0,0 0 0,1-1 0,-1 0 0,1 0 0,-1-1 0,10 2 0,-8-2 0,0 0 0,0-1 0,1 0 0,-1 0 0,0-1 0,1 0 0,-1-1 0,0 1 0,0-1 0,0-1 0,12-5 0,-14 6 0,-1-1 0,0 0 0,-1 0 0,1 0 0,0 0 0,-1 0 0,0-1 0,0 1 0,0-1 0,0 0 0,0 0 0,-1 0 0,0-1 0,1 1 0,-2 0 0,1-1 0,0 1 0,1-10 0,1-30-1365,-4 26-5461</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0.916"/>
    </inkml:context>
    <inkml:brush xml:id="br0">
      <inkml:brushProperty name="width" value="0.05" units="cm"/>
      <inkml:brushProperty name="height" value="0.05" units="cm"/>
    </inkml:brush>
  </inkml:definitions>
  <inkml:trace contextRef="#ctx0" brushRef="#br0">1 1 24575,'42'144'0,"64"196"0,-106-339 0,33 82 0,-26-67 0,1-1 0,0-1 0,13 18 0,-20-31 0,-1-1 0,0 1 0,1 0 0,-1-1 0,1 1 0,-1-1 0,1 1 0,-1-1 0,1 1 0,-1-1 0,1 0 0,-1 1 0,1-1 0,0 1 0,-1-1 0,1 0 0,0 0 0,-1 1 0,1-1 0,0 0 0,-1 0 0,2 0 0,-1 0 0,-1 0 0,1-1 0,-1 1 0,1 0 0,-1-1 0,1 1 0,-1 0 0,1-1 0,-1 1 0,1-1 0,-1 1 0,0-1 0,1 1 0,-1-1 0,0 1 0,0-1 0,1 1 0,-1-1 0,0 1 0,0-2 0,2-3 0,-1-1 0,0 1 0,0-1 0,-1-6 0,-1-36 0,-1 35 0,2 1 0,-1-1 0,2 1 0,0-1 0,3-15 0,-3 26 0,-1-1 0,1 1 0,0 0 0,0 0 0,0-1 0,1 1 0,-1 0 0,0 0 0,1 0 0,-1 0 0,1 0 0,0 1 0,0-1 0,0 0 0,0 1 0,4-3 0,-2 2 0,0 0 0,0 0 0,0 1 0,1 0 0,-1 0 0,1 0 0,-1 0 0,9 0 0,-3 1 0,0 0 0,1 1 0,-1 1 0,0-1 0,0 2 0,0-1 0,16 8 0,-18-7 0,0 1 0,0 0 0,-1 1 0,1-1 0,-1 1 0,0 1 0,-1 0 0,0-1 0,1 2 0,-2-1 0,1 1 0,-1 0 0,0 0 0,6 12 0,-7-11 0,15 28 0,-18-34 0,0 1 0,0-1 0,-1 1 0,1-1 0,-1 1 0,1 0 0,-1-1 0,0 1 0,0 0 0,0 0 0,0 4 0,0-7 0,-1 1 0,1 0 0,0-1 0,0 1 0,0-1 0,-1 1 0,1 0 0,0-1 0,-1 1 0,1-1 0,0 1 0,-1-1 0,1 1 0,-1-1 0,1 1 0,-1-1 0,1 0 0,-1 1 0,1-1 0,-1 0 0,1 1 0,-1-1 0,1 0 0,-1 1 0,-1-1 0,1 0 0,-1 0 0,1 0 0,-1 0 0,1 0 0,-1 0 0,1 0 0,-1 0 0,1-1 0,-1 1 0,-1-1 0,-3-2 0,0 1 0,0-1 0,0 0 0,-5-5 0,-6-5-1365,3 0-5461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1.104"/>
    </inkml:context>
    <inkml:brush xml:id="br0">
      <inkml:brushProperty name="width" value="0.05" units="cm"/>
      <inkml:brushProperty name="height" value="0.05" units="cm"/>
    </inkml:brush>
  </inkml:definitions>
  <inkml:trace contextRef="#ctx0" brushRef="#br0">12 93 24575,'2'-23'0,"2"-5"0,-1 6 0,-1 8 0,0 9 0,-3 8 0,-2 6 0,0 4 0,-2 2 0,0 2 0,0-1 0,2-2-8191</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1.978"/>
    </inkml:context>
    <inkml:brush xml:id="br0">
      <inkml:brushProperty name="width" value="0.05" units="cm"/>
      <inkml:brushProperty name="height" value="0.05" units="cm"/>
    </inkml:brush>
  </inkml:definitions>
  <inkml:trace contextRef="#ctx0" brushRef="#br0">33 22 24575,'5'0'0,"0"1"0,0-1 0,0 1 0,0-1 0,0 2 0,0-1 0,0 0 0,0 1 0,-1 0 0,1 0 0,0 0 0,-1 1 0,5 3 0,-6-4 0,0 1 0,0 0 0,-1-1 0,1 1 0,-1 1 0,0-1 0,1 0 0,-1 0 0,-1 1 0,1-1 0,0 1 0,-1 0 0,0-1 0,0 1 0,0 0 0,0 0 0,0 5 0,0 2 0,0-1 0,-1 1 0,0 0 0,-3 17 0,3-25 0,-1-1 0,1 0 0,-1 1 0,0-1 0,0 0 0,0 0 0,0 1 0,0-1 0,0 0 0,-1 0 0,1 0 0,0 0 0,-1-1 0,0 1 0,1 0 0,-1-1 0,0 1 0,0-1 0,0 1 0,0-1 0,0 0 0,-1 0 0,1 0 0,0 0 0,0 0 0,-4 0 0,2 0 0,1 0 0,-1-1 0,0 1 0,1-1 0,-1 0 0,0 0 0,0-1 0,1 1 0,-1-1 0,0 0 0,1 0 0,-1 0 0,1 0 0,-6-3 0,7 2 0,-1 1 0,1-1 0,0 0 0,0 0 0,0 1 0,0-1 0,0 0 0,1-1 0,-1 1 0,0 0 0,1-1 0,0 1 0,0 0 0,-1-1 0,1 1 0,1-1 0,-1 0 0,0 1 0,1-1 0,-1-4 0,-1-11 0,1 1 0,2-21 0,-1 34 0,0 0 0,1 0 0,-1 0 0,1 1 0,0-1 0,0 0 0,1 0 0,-1 0 0,1 1 0,0-1 0,0 1 0,0-1 0,0 1 0,0 0 0,5-6 0,-2 7 0,-1 0 0,1 0 0,-1 0 0,1 0 0,0 0 0,0 1 0,0 0 0,0 0 0,0 1 0,0-1 0,9 1 0,8-1 0,-19 0 0,-1 1 0,1 1 0,-1-1 0,1 0 0,-1 1 0,1-1 0,-1 1 0,1 0 0,-1-1 0,0 1 0,1 1 0,-1-1 0,0 0 0,0 0 0,0 1 0,0-1 0,3 4 0,4 3 0,-1 0 0,11 16 0,-6-8 0,-4-6 0,48 52 0,-50-55 0,0-1 0,0 0 0,1 0 0,0-1 0,1 0 0,13 7 0,-20-12 0,-1 1 0,1 0 0,-1-1 0,1 1 0,0-1 0,-1 0 0,1 1 0,0-1 0,0 0 0,-1 0 0,1 0 0,0 0 0,0 0 0,-1-1 0,1 1 0,0 0 0,-1-1 0,1 1 0,0-1 0,-1 0 0,1 0 0,-1 1 0,1-1 0,-1 0 0,1 0 0,-1 0 0,0-1 0,1 1 0,-1 0 0,0 0 0,0-1 0,0 1 0,0-1 0,0 1 0,0-1 0,0 1 0,-1-1 0,2-1 0,1-8 0,1 0 0,-1 0 0,-1 0 0,2-20 0,-3 22 0,1-3 0,0 1 0,6-18 0,-7 25 0,0 0 0,1 1 0,-1-1 0,1 1 0,0-1 0,0 1 0,0 0 0,0 0 0,1 0 0,0 0 0,4-4 0,-6 6 0,0 1 0,0-1 0,0 1 0,0-1 0,1 1 0,-1 0 0,0 0 0,0-1 0,0 1 0,0 0 0,1 0 0,-1 0 0,0 0 0,0 1 0,0-1 0,1 0 0,-1 0 0,0 1 0,0-1 0,0 0 0,0 1 0,0-1 0,0 1 0,0 0 0,2 1 0,3 2 0,0 0 0,-1 1 0,6 5 0,-8-7 0,31 31 0,-2 2 0,48 68 0,-72-92-1365,-3-2-5461</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3.209"/>
    </inkml:context>
    <inkml:brush xml:id="br0">
      <inkml:brushProperty name="width" value="0.05" units="cm"/>
      <inkml:brushProperty name="height" value="0.05" units="cm"/>
    </inkml:brush>
  </inkml:definitions>
  <inkml:trace contextRef="#ctx0" brushRef="#br0">26 42 24575,'5'-4'0,"-1"-1"0,1 1 0,0 1 0,0-1 0,0 1 0,0 0 0,1 0 0,0 0 0,-1 1 0,8-2 0,-9 3 0,1 0 0,-1 0 0,0 1 0,0 0 0,0 0 0,0 0 0,0 0 0,0 0 0,0 1 0,1 0 0,-1 0 0,0 0 0,-1 0 0,1 1 0,0 0 0,4 2 0,25 16 0,-1 2 0,42 38 0,-70-57 0,-1 1 0,1-1 0,-1 1 0,1 0 0,-1 0 0,-1 0 0,4 7 0,-5-10 0,0 0 0,-1 1 0,1-1 0,-1 0 0,0 1 0,1-1 0,-1 0 0,0 1 0,0-1 0,0 1 0,0-1 0,0 0 0,0 1 0,0-1 0,0 1 0,-1-1 0,1 0 0,-1 1 0,1-1 0,-1 0 0,1 0 0,-1 1 0,0-1 0,1 0 0,-1 0 0,0 0 0,0 0 0,0 0 0,0 0 0,-2 2 0,-2 0 0,0 1 0,-1-1 0,1 0 0,-1-1 0,0 1 0,0-1 0,0 0 0,0-1 0,0 1 0,0-1 0,-11 0 0,-7 0 0,-39-3 0,45 0 0,0 0 0,-30-8 0,43 9 0,1 0 0,0 0 0,0-1 0,0 1 0,0-1 0,0 0 0,0 0 0,0-1 0,0 1 0,1-1 0,-1 0 0,1 0 0,0 0 0,0 0 0,0-1 0,-4-6 0,6 9 0,1-1 0,-1 1 0,1-1 0,-1 1 0,1-1 0,0 1 0,-1-1 0,1 0 0,0 1 0,0-1 0,0 1 0,0-1 0,1 0 0,-1 1 0,0-1 0,1 1 0,-1-1 0,1-1 0,1 0 0,-1 0 0,1 0 0,0 0 0,0 1 0,0-1 0,0 0 0,1 1 0,3-3 0,2-1 0,0 0 0,0 0 0,1 1 0,17-7 0,-18 9-195,0 1 0,1 0 0,-1 0 0,1 1 0,-1 0 0,18 0 0,-14 1-6631</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3.757"/>
    </inkml:context>
    <inkml:brush xml:id="br0">
      <inkml:brushProperty name="width" value="0.05" units="cm"/>
      <inkml:brushProperty name="height" value="0.05" units="cm"/>
    </inkml:brush>
  </inkml:definitions>
  <inkml:trace contextRef="#ctx0" brushRef="#br0">207 252 24575,'-7'-14'0,"-23"-47"0,-54-80 0,81 137 0,0 0 0,0 0 0,0 0 0,-1 0 0,0 1 0,-5-5 0,8 8 0,1-1 0,-1 1 0,0-1 0,1 1 0,-1 0 0,0-1 0,0 1 0,0 0 0,0-1 0,1 1 0,-1 0 0,0 0 0,0 0 0,0 0 0,0 0 0,0 0 0,0 0 0,1 0 0,-1 0 0,0 0 0,0 0 0,0 0 0,0 1 0,1-1 0,-1 0 0,0 1 0,0-1 0,0 1 0,1-1 0,-1 1 0,0-1 0,1 1 0,-1-1 0,0 1 0,1 0 0,-1-1 0,1 1 0,-1 0 0,1 0 0,-1-1 0,1 1 0,-1 1 0,-3 6 0,1 0 0,0 0 0,1 0 0,0 0 0,-2 14 0,-1 44 0,4-56 0,1 31 0,1 0 0,2 0 0,2 0 0,2 0 0,13 41 0,6 6 0,45 98 0,-33-96 0,5-3 0,54 85 0,-70-126-1365</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3.896"/>
    </inkml:context>
    <inkml:brush xml:id="br0">
      <inkml:brushProperty name="width" value="0.05" units="cm"/>
      <inkml:brushProperty name="height" value="0.05" units="cm"/>
    </inkml:brush>
  </inkml:definitions>
  <inkml:trace contextRef="#ctx0" brushRef="#br0">197 53 24575,'-23'-10'0,"-12"-4"0,-5 2 0,1 1 0,5 7 0,9 2-8191</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6.458"/>
    </inkml:context>
    <inkml:brush xml:id="br0">
      <inkml:brushProperty name="width" value="0.05" units="cm"/>
      <inkml:brushProperty name="height" value="0.05" units="cm"/>
    </inkml:brush>
  </inkml:definitions>
  <inkml:trace contextRef="#ctx0" brushRef="#br0">1 88 24575,'0'0'0,"0"0"0,0-1 0,0 1 0,0 0 0,1 0 0,-1 0 0,0 0 0,0 0 0,0 0 0,0-1 0,0 1 0,1 0 0,-1 0 0,0 0 0,0 0 0,0 0 0,0 0 0,1 0 0,-1 0 0,0 0 0,0 0 0,0 0 0,0 0 0,1 0 0,-1 0 0,0 0 0,0 0 0,0 0 0,1 0 0,-1 0 0,0 0 0,0 0 0,0 0 0,0 0 0,1 0 0,-1 0 0,0 0 0,0 0 0,0 1 0,0-1 0,0 0 0,1 0 0,-1 0 0,0 0 0,0 0 0,0 0 0,0 1 0,0-1 0,0 0 0,1 0 0,10 9 0,-10-8 0,6 5 0,0 0 0,-1 1 0,0 0 0,0 0 0,7 13 0,21 43 0,-3-5 0,-30-56 0,0 0 0,0 0 0,0 1 0,0-1 0,-1 0 0,1 0 0,0 4 0,-1-5 0,0-1 0,0 0 0,0 1 0,0-1 0,0 0 0,0 1 0,0-1 0,0 0 0,0 0 0,0 1 0,0-1 0,0 0 0,0 1 0,0-1 0,-1 0 0,1 0 0,0 1 0,0-1 0,0 0 0,0 0 0,-1 1 0,1-1 0,0 0 0,0 0 0,-1 1 0,1-1 0,-1 0 0,0 0 0,1 0 0,-1 0 0,0 0 0,1 0 0,-1 0 0,0 0 0,1 0 0,-1 0 0,1-1 0,-1 1 0,0 0 0,1 0 0,-1-1 0,1 1 0,-1 0 0,0-1 0,-3-2 0,0 0 0,1 0 0,-1 0 0,1 0 0,0 0 0,0-1 0,0 0 0,-4-5 0,-17-34 0,20 34 0,1-1 0,-1 1 0,1-1 0,1 0 0,0 0 0,0 1 0,1-1 0,1 0 0,-1-1 0,1 1 0,3-14 0,-3 20 0,1-1 0,0 1 0,0 0 0,0 0 0,0 0 0,1 0 0,0 1 0,-1-1 0,1 0 0,1 1 0,-1-1 0,0 1 0,1 0 0,0-1 0,0 1 0,0 1 0,0-1 0,0 0 0,1 1 0,-1-1 0,1 1 0,-1 0 0,1 0 0,0 1 0,0-1 0,0 1 0,0 0 0,0 0 0,8-1 0,-6 2-114,-1 0 1,1 0-1,0 1 0,-1-1 0,1 1 1,-1 1-1,1-1 0,-1 1 0,0 0 1,1 0-1,8 6 0,-1 0-6712</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7.236"/>
    </inkml:context>
    <inkml:brush xml:id="br0">
      <inkml:brushProperty name="width" value="0.05" units="cm"/>
      <inkml:brushProperty name="height" value="0.05" units="cm"/>
    </inkml:brush>
  </inkml:definitions>
  <inkml:trace contextRef="#ctx0" brushRef="#br0">180 58 24575,'-10'-7'0,"1"-1"0,-2 2 0,1-1 0,-1 1 0,0 1 0,-15-6 0,23 10 0,-1 0 0,1 1 0,-1-1 0,1 0 0,-1 1 0,1 0 0,-1 0 0,1 0 0,-1 0 0,1 1 0,-6 1 0,7-2 0,0 1 0,-1 1 0,1-1 0,0 0 0,-1 0 0,1 1 0,0 0 0,0-1 0,0 1 0,0 0 0,0 0 0,1 0 0,-1 0 0,1 0 0,-1 0 0,1 1 0,-2 2 0,2-3 0,0 1 0,-1 0 0,1 0 0,0-1 0,1 1 0,-1 0 0,0 0 0,1 0 0,0 0 0,0 0 0,0 0 0,0 0 0,0 0 0,0 0 0,1 0 0,1 5 0,-1-4 0,1 0 0,0 0 0,0 0 0,1-1 0,-1 1 0,1-1 0,-1 1 0,1-1 0,0 0 0,6 4 0,1 1 0,0-1 0,1-1 0,0 0 0,0 0 0,0-1 0,1-1 0,13 4 0,-18-6 0,10 3 0,0-1 0,33 4 0,-46-7 0,-1-1 0,1 0 0,0 0 0,0 0 0,0 0 0,-1-1 0,1 0 0,0 0 0,-1 0 0,1 0 0,0 0 0,-1 0 0,1-1 0,-1 0 0,0 0 0,0 0 0,1 0 0,-1 0 0,4-5 0,-5 4 0,-1 0 0,1 1 0,0-1 0,-1-1 0,0 1 0,0 0 0,0 0 0,0 0 0,0-1 0,-1 1 0,1 0 0,-1-1 0,0 1 0,0 0 0,0-1 0,0 1 0,-2-4 0,1-2 0,-1 0 0,0 1 0,-1-1 0,0 1 0,-5-11 0,-11-8 0,18 25 0,3 5 0,7 8 0,-1-3 0,0 1 0,1-1 0,0-1 0,0 0 0,0 0 0,1-1 0,0 0 0,1-1 0,-1 0 0,1 0 0,0-1 0,0-1 0,0 1 0,0-2 0,1 0 0,-1 0 0,1-1 0,-1-1 0,1 0 0,15-1 0,-25 0 0,0 1 0,0 0 0,0 0 0,0-1 0,0 1 0,0-1 0,0 1 0,-1-1 0,1 0 0,0 0 0,-1 0 0,1 0 0,0 0 0,-1 0 0,1 0 0,-1-1 0,1 1 0,-1-1 0,0 1 0,0-1 0,0 1 0,0-1 0,0 0 0,0 1 0,0-1 0,1-2 0,-1-3 0,0 1 0,0-1 0,0 0 0,-1 0 0,0-14 0,0 18 0,0 0 0,0 0 0,0 0 0,0 0 0,0 0 0,1 0 0,-1 0 0,1 0 0,0 1 0,2-5 0,-3 6 0,1 1 0,-1-1 0,1 0 0,-1 1 0,1-1 0,-1 0 0,1 1 0,-1-1 0,1 1 0,0-1 0,-1 1 0,1-1 0,0 1 0,0 0 0,-1-1 0,1 1 0,0 0 0,0-1 0,0 1 0,-1 0 0,1 0 0,0 0 0,0 0 0,0 0 0,0 0 0,-1 0 0,1 0 0,0 0 0,0 0 0,0 0 0,-1 1 0,1-1 0,0 0 0,0 1 0,-1-1 0,1 0 0,0 1 0,1 0 0,9 5 0,0 1 0,-1 1 0,12 10 0,20 13 0,-28-22 0,3 2 0,30 14 0,-43-23 0,1 0 0,-1 0 0,1-1 0,0 1 0,0-1 0,0 0 0,0-1 0,0 1 0,0-1 0,0 0 0,0 0 0,5-1 0,-7-1-68,0 1 0,1 0-1,-1-1 1,0 0 0,0 1 0,0-1-1,0-1 1,0 1 0,-1 0 0,1-1-1,-1 1 1,1-1 0,-1 0 0,0 1-1,0-1 1,0 0 0,0-1 0,-1 1-1,2-5 1,1 0-6758</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7.734"/>
    </inkml:context>
    <inkml:brush xml:id="br0">
      <inkml:brushProperty name="width" value="0.05" units="cm"/>
      <inkml:brushProperty name="height" value="0.05" units="cm"/>
    </inkml:brush>
  </inkml:definitions>
  <inkml:trace contextRef="#ctx0" brushRef="#br0">152 513 24575,'-1'0'0,"-18"-2"0,-30 1 0,44 1 0,-1 0 0,1 1 0,0 0 0,1 0 0,-1 0 0,0 0 0,0 1 0,0 0 0,1 0 0,-1 0 0,-5 4 0,9-5 0,-1 0 0,1 1 0,0-1 0,-1 0 0,1 1 0,0-1 0,0 1 0,0-1 0,0 1 0,0-1 0,0 1 0,0 0 0,0 0 0,1-1 0,-1 1 0,1 0 0,-1 0 0,1 3 0,0-2 0,0 0 0,0 0 0,1 0 0,-1 0 0,1 0 0,0 0 0,-1 1 0,2-2 0,-1 1 0,2 4 0,1 0 0,0 0 0,1-1 0,0 1 0,0-1 0,0 0 0,1-1 0,12 11 0,-15-14 0,1 0 0,-1 0 0,1 0 0,0 0 0,0 0 0,-1-1 0,1 0 0,0 1 0,1-2 0,-1 1 0,0 0 0,0-1 0,4 0 0,-5 0 0,0 0 0,-1 0 0,1-1 0,0 0 0,-1 1 0,1-1 0,-1 0 0,1 0 0,-1 0 0,1-1 0,-1 1 0,0 0 0,0-1 0,0 0 0,1 1 0,-1-1 0,-1 0 0,1 0 0,0 0 0,2-5 0,0 1 0,-1-1 0,0 1 0,-1-1 0,1 0 0,-1 0 0,-1 0 0,1 0 0,-1 0 0,0-1 0,-1 1 0,0 0 0,0 0 0,-3-14 0,-2-7 0,-1 0 0,-13-33 0,11 36 0,-31-94 0,11 39 0,-24-115 0,71 276 0,3-2 0,4 0 0,2-2 0,62 115 0,-84-179 0,34 56 0,-34-60 0,0-1 0,0-1 0,0 1 0,1-1 0,15 12 0,-19-17-195,0 0 0,0 0 0,0 0 0,1-1 0,-1 1 0,6 1 0,4-1-6631</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8.125"/>
    </inkml:context>
    <inkml:brush xml:id="br0">
      <inkml:brushProperty name="width" value="0.05" units="cm"/>
      <inkml:brushProperty name="height" value="0.05" units="cm"/>
    </inkml:brush>
  </inkml:definitions>
  <inkml:trace contextRef="#ctx0" brushRef="#br0">247 73 24575,'-21'0'0,"3"0"0,-35 3 0,49-3 0,-1 1 0,1 0 0,-1 0 0,1 0 0,0 1 0,0-1 0,-1 1 0,1 0 0,0 1 0,1-1 0,-1 0 0,-6 7 0,8-7 0,-1 1 0,2 0 0,-1 0 0,0 0 0,1 0 0,-1 0 0,1 0 0,0 1 0,0-1 0,0 0 0,0 1 0,1-1 0,-1 1 0,1-1 0,0 0 0,0 1 0,0-1 0,1 1 0,-1-1 0,1 1 0,1 3 0,0 0 0,0 0 0,0-1 0,1 1 0,0-1 0,0 0 0,0 0 0,1 0 0,0 0 0,7 8 0,-8-12 0,-1 0 0,1 0 0,0 0 0,0 0 0,0-1 0,0 1 0,1-1 0,-1 0 0,0 0 0,0 0 0,1 0 0,-1 0 0,1-1 0,-1 1 0,0-1 0,1 0 0,-1 0 0,1-1 0,-1 1 0,1-1 0,-1 1 0,0-1 0,1 0 0,-1 0 0,0-1 0,0 1 0,0-1 0,0 1 0,0-1 0,0 0 0,0 0 0,0 0 0,-1-1 0,1 1 0,-1-1 0,0 1 0,0-1 0,0 0 0,0 0 0,0 0 0,0 0 0,-1 0 0,2-5 0,-1-2 0,-1 1 0,0-1 0,-1 0 0,0 0 0,0 1 0,-1-1 0,0 0 0,-1 1 0,0-1 0,-5-13 0,5 17 0,0 0 0,-1 0 0,1 1 0,-1-1 0,0 1 0,-1 0 0,1 0 0,-1 0 0,0 0 0,0 0 0,-1 1 0,1 0 0,-1 0 0,0 0 0,0 1 0,0-1 0,-9-3 0,11 6-5,0 0-1,0 0 0,0 1 0,0-1 1,0 1-1,0-1 0,0 1 0,0 0 1,0 1-1,0-1 0,0 0 0,-1 1 1,-2 0-1,1 1 34,0 0 1,-1 0 0,1 1-1,1 0 1,-1-1-1,-8 8 1,4-3-241,1 1 0,0 0 0,0 1-1,1-1 1,0 2 0,-9 15 0,9-12-6614</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8.830"/>
    </inkml:context>
    <inkml:brush xml:id="br0">
      <inkml:brushProperty name="width" value="0.05" units="cm"/>
      <inkml:brushProperty name="height" value="0.05" units="cm"/>
    </inkml:brush>
  </inkml:definitions>
  <inkml:trace contextRef="#ctx0" brushRef="#br0">0 15 24575,'0'0'0,"0"0"0,0 0 0,0 0 0,0 0 0,0 0 0,0 0 0,0-1 0,1 1 0,-1 0 0,0 0 0,0 0 0,0 0 0,0 0 0,0 0 0,0 0 0,0 0 0,0 0 0,0 0 0,0 0 0,0 0 0,0 0 0,0-1 0,0 1 0,0 0 0,0 0 0,0 0 0,0 0 0,0 0 0,1 0 0,-1 0 0,0 0 0,0 0 0,0 0 0,0 0 0,0 0 0,0 0 0,0 0 0,0 0 0,0 0 0,0 0 0,0 0 0,1 0 0,-1 0 0,0 0 0,0 0 0,0 0 0,0 0 0,0 0 0,0 0 0,6 3 0,5 6 0,22 26 0,-22-24 0,-1 1 0,19 14 0,-19-19 0,0-1 0,0 0 0,15 8 0,-21-13 0,-1 1 0,0-1 0,1 0 0,-1 0 0,1 0 0,-1-1 0,1 1 0,-1-1 0,1 1 0,-1-1 0,1-1 0,-1 1 0,1 0 0,-1-1 0,7-1 0,-9 1 0,1 0 0,-1 0 0,1 0 0,-1-1 0,1 1 0,-1 0 0,0-1 0,0 1 0,0-1 0,0 1 0,0-1 0,0 1 0,0-1 0,0 0 0,-1 0 0,1 1 0,-1-1 0,1 0 0,-1 0 0,0 0 0,0 1 0,0-5 0,1-4 0,-1 1 0,-3-19 0,-4 1 0,5 22 0,1 0 0,0 0 0,-1 0 0,1-5 0,1 10 0,0-1 0,0 1 0,0 0 0,0 0 0,0 0 0,0 0 0,0 0 0,0 0 0,0 0 0,0 0 0,0 0 0,0 0 0,0-1 0,0 1 0,0 0 0,0 0 0,0 0 0,0 0 0,0 0 0,0 0 0,0 0 0,0 0 0,0 0 0,0 0 0,0-1 0,0 1 0,0 0 0,1 0 0,-1 0 0,0 0 0,0 0 0,0 0 0,0 0 0,0 0 0,0 0 0,0 0 0,0 0 0,0 0 0,0 0 0,1 0 0,-1 0 0,0 0 0,0 0 0,0 0 0,0 0 0,0 0 0,0 0 0,0 0 0,0 0 0,0 0 0,0 0 0,1 0 0,-1 0 0,0 0 0,0 0 0,0 0 0,0 0 0,8 6 0,7 8 0,-4-1 0,0 0 0,1 0 0,1-1 0,19 16 0,-29-26 0,0 1 0,1-1 0,-1 0 0,1 0 0,0 0 0,-1 0 0,1-1 0,0 0 0,0 0 0,0 0 0,0 0 0,0 0 0,0-1 0,1 0 0,-1 0 0,0 0 0,0 0 0,0-1 0,0 1 0,4-2 0,-6 1 0,0 0 0,0 0 0,0 0 0,0 0 0,0 0 0,0 0 0,-1 0 0,1-1 0,0 1 0,-1 0 0,1-1 0,-1 0 0,0 1 0,1-1 0,1-3 0,0-1 0,-1-1 0,1 1 0,2-11 0,-4 12 0,1 0 0,0-1 0,-1 1 0,2 0 0,4-8 0,-6 12 0,-1 1 0,1-1 0,0 0 0,-1 1 0,1-1 0,0 0 0,0 1 0,0-1 0,-1 1 0,1 0 0,0-1 0,0 1 0,0 0 0,0-1 0,0 1 0,0 0 0,0 0 0,0 0 0,0 0 0,0 0 0,0 0 0,-1 0 0,1 0 0,0 0 0,0 1 0,0-1 0,0 0 0,0 0 0,0 1 0,0-1 0,0 1 0,-1-1 0,1 1 0,0-1 0,0 1 0,-1-1 0,2 2 0,4 2 0,-1 1 0,1 0 0,6 9 0,-11-14 0,11 15-455,1 1 0,11 21 0,-12-16-6371</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4:59.626"/>
    </inkml:context>
    <inkml:brush xml:id="br0">
      <inkml:brushProperty name="width" value="0.05" units="cm"/>
      <inkml:brushProperty name="height" value="0.05" units="cm"/>
    </inkml:brush>
  </inkml:definitions>
  <inkml:trace contextRef="#ctx0" brushRef="#br0">46 280 24575,'34'77'0,"3"-1"0,4-2 0,80 113 0,-106-172 0,-15-14 0,0-1 0,0 0 0,0 0 0,0 0 0,0 0 0,0 0 0,0 0 0,0 0 0,0 0 0,0 0 0,0 0 0,0 0 0,0 0 0,0 0 0,0 0 0,0 0 0,1 0 0,-1 0 0,0 0 0,0 0 0,0 0 0,0 0 0,0 0 0,0 0 0,0 0 0,0 0 0,0 0 0,0 0 0,0 0 0,0 0 0,0 0 0,0 0 0,0 0 0,1 0 0,-1 0 0,0 0 0,0 0 0,0 0 0,0 0 0,0 0 0,0 0 0,0 0 0,0 0 0,0 0 0,0-1 0,0 1 0,0 0 0,0 0 0,0 0 0,0 0 0,0 0 0,0 0 0,0 0 0,0 0 0,0 0 0,0 0 0,0 0 0,0 0 0,0 0 0,0 0 0,0 0 0,0 0 0,0-1 0,0 1 0,0 0 0,0 0 0,0 0 0,0 0 0,-4-12 0,-75-126 0,40 76 0,19 29 0,-76-140 0,85 149 0,1 0 0,1 0 0,2-1 0,0 0 0,-5-40 0,11 59 0,1 1 0,-1-1 0,1 0 0,1 1 0,-1-1 0,1 1 0,0-1 0,0 1 0,1 0 0,-1-1 0,4-5 0,-4 9 0,0 0 0,0 0 0,1 0 0,-1 0 0,1 0 0,0 0 0,0 1 0,-1-1 0,1 1 0,0-1 0,0 1 0,1-1 0,-1 1 0,0 0 0,0 0 0,0 0 0,1 1 0,-1-1 0,1 0 0,-1 1 0,0-1 0,1 1 0,-1 0 0,1 0 0,-1 0 0,1 0 0,2 1 0,6 0 0,0 2 0,0-1 0,0 1 0,0 1 0,0 0 0,0 1 0,15 9 0,-3 0 0,0 1 0,22 19 0,-40-29 0,0 0 0,-1-1 0,1 2 0,-1-1 0,0 0 0,0 1 0,-1 0 0,0-1 0,1 2 0,2 9 0,-5-13 0,0-1 0,-1 0 0,1 0 0,-1 1 0,0-1 0,1 0 0,-1 1 0,0-1 0,0 0 0,-1 1 0,1-1 0,0 0 0,-1 0 0,1 1 0,-1-1 0,0 0 0,0 0 0,0 0 0,0 0 0,0 0 0,0 0 0,-1 0 0,1 0 0,-1 0 0,1 0 0,-1-1 0,0 1 0,1-1 0,-1 1 0,0-1 0,0 0 0,0 0 0,0 0 0,-4 2 0,-2 0 0,0-1 0,0 1 0,0-2 0,-1 1 0,1-1 0,0 0 0,-9-1 0,-3 0 0,1-1 0,-20-4 0,30 4-118,-10-2-506,-22-7 1,28 6-6203</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0.018"/>
    </inkml:context>
    <inkml:brush xml:id="br0">
      <inkml:brushProperty name="width" value="0.05" units="cm"/>
      <inkml:brushProperty name="height" value="0.05" units="cm"/>
    </inkml:brush>
  </inkml:definitions>
  <inkml:trace contextRef="#ctx0" brushRef="#br0">16 216 24575,'0'2'0,"0"1"0,-1 0 0,1 0 0,1-1 0,-1 1 0,0 0 0,1 0 0,-1 0 0,1 0 0,0-1 0,2 4 0,-3-6 0,0 1 0,0-1 0,0 0 0,0 0 0,0 0 0,0 0 0,0 0 0,0 0 0,0 0 0,0 1 0,0-1 0,0 0 0,0 0 0,0 0 0,0 0 0,0 0 0,0 0 0,1 0 0,-1 0 0,0 0 0,0 0 0,0 0 0,0 0 0,0 1 0,0-1 0,0 0 0,0 0 0,0 0 0,1 0 0,-1 0 0,0 0 0,0 0 0,0 0 0,0 0 0,0 0 0,0 0 0,0 0 0,1 0 0,-1 0 0,0 0 0,0 0 0,0 0 0,0-1 0,0 1 0,3-6 0,-1-9 0,-2-1 0,-1-1 0,0 1 0,-2 0 0,-6-27 0,4 25 0,2 0 0,0 1 0,-1-29 0,4 45 0,0-1 0,0 1 0,0 0 0,0 0 0,0 0 0,0-1 0,0 1 0,1 0 0,-1 0 0,0 0 0,1 0 0,-1-1 0,1 1 0,-1 0 0,1 0 0,-1 0 0,1 0 0,0 0 0,-1 0 0,2 0 0,-1 0 0,0 1 0,-1 0 0,1 0 0,0-1 0,0 1 0,0 0 0,-1 0 0,1 0 0,0 0 0,0 0 0,0 0 0,0 0 0,-1 1 0,1-1 0,0 0 0,0 0 0,-1 0 0,1 1 0,0-1 0,0 1 0,0 0 0,5 2 0,-1 1 0,0 0 0,-1 0 0,1 0 0,-1 1 0,5 5 0,10 18-1365,-10-15-5461</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0.375"/>
    </inkml:context>
    <inkml:brush xml:id="br0">
      <inkml:brushProperty name="width" value="0.05" units="cm"/>
      <inkml:brushProperty name="height" value="0.05" units="cm"/>
    </inkml:brush>
  </inkml:definitions>
  <inkml:trace contextRef="#ctx0" brushRef="#br0">147 105 24575,'-3'-3'0,"-6"-6"0,1 1 0,-12-8 0,18 14 0,0 1 0,0 0 0,0-1 0,-1 1 0,1 0 0,0 0 0,0 0 0,-1 1 0,1-1 0,0 0 0,-1 1 0,1 0 0,-1-1 0,1 1 0,-1 0 0,-3 1 0,4-1 0,1 0 0,0 1 0,0-1 0,0 0 0,0 1 0,0-1 0,0 1 0,0 0 0,0-1 0,0 1 0,0 0 0,1 0 0,-1-1 0,0 1 0,0 0 0,1 0 0,-1 0 0,-1 2 0,1 0 0,0-1 0,1 1 0,-1-1 0,0 1 0,1-1 0,-1 1 0,1 5 0,0-1 0,0 0 0,1 0 0,0 0 0,1 0 0,2 9 0,-2-9 0,1-1 0,0 0 0,0-1 0,1 1 0,0 0 0,0-1 0,0 0 0,0 0 0,1 0 0,0-1 0,0 1 0,11 6 0,-13-9 0,0 0 0,-1 0 0,1-1 0,0 1 0,1-1 0,-1 0 0,0 0 0,0 0 0,1 0 0,-1-1 0,0 1 0,1-1 0,-1 0 0,0 0 0,1 0 0,-1 0 0,0-1 0,1 1 0,-1-1 0,0 0 0,1 0 0,-1 0 0,0 0 0,0 0 0,0-1 0,5-3 0,-6 3 0,0 0 0,0-1 0,0 1 0,0-1 0,0 1 0,0-1 0,-1 0 0,0 0 0,1 0 0,-1 0 0,0 0 0,0 0 0,-1 0 0,1 0 0,-1 0 0,1-4 0,0-7 0,-1 1 0,-2-19 0,1 27 0,1-1 0,-1 1 0,0 0 0,-1 0 0,1 0 0,-1 0 0,0 0 0,0 0 0,-1 0 0,1 1 0,-1-1 0,0 1 0,0 0 0,-1-1 0,1 2 0,-1-1 0,0 0 0,0 1 0,0-1 0,0 1 0,-1 0 0,0 1 0,1-1 0,-1 1 0,0 0 0,0 0 0,0 0 0,0 1 0,0 0 0,0 0 0,-1 0 0,1 1 0,0-1 0,-1 1 0,1 1 0,-10 0 0,7 1-227,-1 1-1,0 0 1,1 0-1,0 1 1,-15 9-1,10-6-6598</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0.981"/>
    </inkml:context>
    <inkml:brush xml:id="br0">
      <inkml:brushProperty name="width" value="0.05" units="cm"/>
      <inkml:brushProperty name="height" value="0.05" units="cm"/>
    </inkml:brush>
  </inkml:definitions>
  <inkml:trace contextRef="#ctx0" brushRef="#br0">100 12 24575,'-8'3'0,"0"1"0,0 0 0,0 1 0,1 0 0,-1 0 0,1 0 0,0 1 0,-9 10 0,14-13 0,-1 0 0,1 0 0,0 1 0,0-1 0,0 1 0,0-1 0,1 1 0,-1 0 0,1-1 0,0 1 0,0 0 0,1 0 0,-1 0 0,1 0 0,-1 0 0,1 0 0,1 0 0,-1 0 0,0 0 0,1-1 0,2 8 0,1-1 0,0 1 0,0-1 0,1 0 0,1-1 0,-1 1 0,2-1 0,-1 0 0,1-1 0,1 0 0,-1 0 0,2 0 0,10 7 0,-13-10 0,0 0 0,1-1 0,0 0 0,0 0 0,0 0 0,0-1 0,1 0 0,-1-1 0,1 0 0,0 0 0,0 0 0,-1-1 0,1-1 0,0 1 0,0-1 0,0 0 0,14-3 0,-17 2 0,-1 0 0,0-1 0,1 1 0,-1-1 0,0 0 0,0-1 0,0 1 0,0-1 0,0 1 0,-1-1 0,7-6 0,-5 3 0,-1 0 0,1 0 0,-1 0 0,0-1 0,0 1 0,4-13 0,-3 5 0,-1 0 0,-1 0 0,0 0 0,0 0 0,-2-1 0,0 1 0,0-17 0,-2 21 0,0 0 0,0 1 0,-5-15 0,5 21 0,0 0 0,0 0 0,0 0 0,0 0 0,-1 0 0,1 0 0,-1 0 0,0 0 0,0 0 0,0 1 0,0-1 0,0 1 0,-5-4 0,6 6 0,1-1 0,-1 1 0,0-1 0,0 1 0,0 0 0,0-1 0,0 1 0,0 0 0,1 0 0,-1-1 0,0 1 0,0 0 0,0 0 0,0 0 0,0 0 0,0 0 0,0 0 0,0 1 0,0-1 0,0 0 0,0 0 0,0 1 0,-1 0 0,0 0 0,0 0 0,1 0 0,-1 1 0,0-1 0,0 1 0,1 0 0,-1-1 0,1 1 0,-3 3 0,0 2 0,0-1 0,1 2 0,0-1 0,-4 13 0,4-12 0,1 0 0,1 1 0,0-1 0,0 1 0,1-1 0,0 0 0,1 11 0,-1-14 0,1-1 0,0 1 0,1 0 0,-1 0 0,1-1 0,-1 1 0,2-1 0,-1 1 0,0-1 0,1 0 0,0 0 0,-1 0 0,7 6 0,1-1-91,1-1 0,-1 0 0,2-1 0,-1 0 0,1-1 0,0 0 0,0 0 0,0-1 0,1-1 0,0-1 0,0 1 0,0-2 0,0 0 0,26 1 0,-26-3-6735</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1.405"/>
    </inkml:context>
    <inkml:brush xml:id="br0">
      <inkml:brushProperty name="width" value="0.05" units="cm"/>
      <inkml:brushProperty name="height" value="0.05" units="cm"/>
    </inkml:brush>
  </inkml:definitions>
  <inkml:trace contextRef="#ctx0" brushRef="#br0">155 17 24575,'-1'-2'0,"-1"1"0,1-1 0,-1 1 0,0 0 0,0-1 0,0 1 0,0 0 0,0 0 0,0 0 0,0 0 0,0 0 0,-2 0 0,3 1 0,1 0 0,-1 0 0,1 0 0,-1 0 0,1 0 0,-1 0 0,1 0 0,-1 0 0,1 0 0,-1 1 0,1-1 0,-1 0 0,1 0 0,-1 0 0,1 1 0,-1-1 0,1 0 0,0 1 0,-1-1 0,1 0 0,-1 1 0,0 0 0,1 0 0,-1 1 0,0-1 0,1 0 0,-1 0 0,1 0 0,-1 1 0,1-1 0,0 0 0,0 1 0,-1 2 0,1 6 0,0-1 0,1 1 0,0 0 0,1 0 0,0 0 0,0-1 0,5 13 0,30 63 0,-8-37 0,-22-37 0,0 0 0,0 0 0,9 25 0,-16-35 0,1 0 0,-1 0 0,1 0 0,-1 1 0,0-1 0,1 0 0,-1 0 0,0 1 0,0-1 0,0 0 0,0 0 0,0 1 0,0-1 0,0 0 0,-1 0 0,1 1 0,0-1 0,-1 0 0,1 0 0,-1 0 0,1 1 0,-1-1 0,0 0 0,1 0 0,-1 0 0,0 0 0,0 0 0,0 0 0,0 0 0,0-1 0,0 1 0,0 0 0,0 0 0,0-1 0,0 1 0,0-1 0,0 1 0,0-1 0,-1 1 0,1-1 0,0 0 0,0 1 0,-2-1 0,-7 2 0,0-1 0,0-1 0,0 1 0,-16-3 0,14 2 0,-1-1-170,0-1-1,1 0 0,-1 0 1,0-2-1,1 1 0,0-1 1,-18-10-1,20 9-6655</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1.795"/>
    </inkml:context>
    <inkml:brush xml:id="br0">
      <inkml:brushProperty name="width" value="0.05" units="cm"/>
      <inkml:brushProperty name="height" value="0.05" units="cm"/>
    </inkml:brush>
  </inkml:definitions>
  <inkml:trace contextRef="#ctx0" brushRef="#br0">206 28 24575,'-1'-6'0,"0"3"0,1 1 0,-1-1 0,0 1 0,0-1 0,0 1 0,-2-4 0,1 5 0,0 6 0,1 5 0,0 3 0,2 0 0,0 0 0,0 0 0,1 0 0,1 0 0,4 12 0,30 75 0,-30-81 0,3 1 0,-7-16 0,0 1 0,-1 1 0,0-1 0,0 0 0,2 6 0,-4-10 0,0 1 0,0-1 0,0 1 0,0-1 0,0 1 0,0-1 0,0 0 0,0 1 0,0-1 0,-1 1 0,1-1 0,-1 1 0,1-1 0,-1 0 0,1 1 0,-1-1 0,0 0 0,0 0 0,1 0 0,-1 1 0,0-1 0,0 0 0,0 0 0,-2 1 0,-3 2 0,0 0 0,0 0 0,0-1 0,-1 1 0,0-1 0,1-1 0,-1 1 0,-12 1 0,-61 8 0,48-8 0,-24 2-1365,32-4-5461</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2.556"/>
    </inkml:context>
    <inkml:brush xml:id="br0">
      <inkml:brushProperty name="width" value="0.05" units="cm"/>
      <inkml:brushProperty name="height" value="0.05" units="cm"/>
    </inkml:brush>
  </inkml:definitions>
  <inkml:trace contextRef="#ctx0" brushRef="#br0">0 1 24575,'5'1'0,"0"0"0,0 0 0,0 0 0,0 1 0,-1 0 0,1 0 0,0 0 0,-1 1 0,0 0 0,1 0 0,5 5 0,9 5 0,302 201 0,-266-176 0,2 4 0,-108-80-1365,37 26-5461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2.839"/>
    </inkml:context>
    <inkml:brush xml:id="br0">
      <inkml:brushProperty name="width" value="0.05" units="cm"/>
      <inkml:brushProperty name="height" value="0.05" units="cm"/>
    </inkml:brush>
  </inkml:definitions>
  <inkml:trace contextRef="#ctx0" brushRef="#br0">183 4 24575,'0'-1'0,"-1"1"0,1 0 0,0 0 0,0-1 0,-1 1 0,1 0 0,0 0 0,-1-1 0,1 1 0,0 0 0,0 0 0,-1 0 0,1 0 0,0 0 0,-1-1 0,1 1 0,-1 0 0,1 0 0,0 0 0,-1 0 0,1 0 0,0 0 0,-1 0 0,1 0 0,0 0 0,-1 0 0,1 0 0,0 0 0,-1 1 0,1-1 0,0 0 0,-1 0 0,1 0 0,0 0 0,-1 0 0,1 1 0,-17 5 0,16-6 0,-5 4 0,-1-1 0,1 1 0,0 0 0,0 1 0,0-1 0,1 1 0,-8 9 0,4-3 0,0-1 0,1 1 0,-8 15 0,9-12 0,1 0 0,1 0 0,0 1 0,1-1 0,0 1 0,2 0 0,-2 17 0,3-24-227,0 0-1,-1 0 1,0 0-1,0 0 1,-3 7-1,0-6-6598</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3.498"/>
    </inkml:context>
    <inkml:brush xml:id="br0">
      <inkml:brushProperty name="width" value="0.05" units="cm"/>
      <inkml:brushProperty name="height" value="0.05" units="cm"/>
    </inkml:brush>
  </inkml:definitions>
  <inkml:trace contextRef="#ctx0" brushRef="#br0">202 97 24575,'-4'-10'0,"0"1"0,-1 0 0,0 0 0,0 1 0,-1-1 0,-9-9 0,13 16 0,0 0 0,0 0 0,-1 0 0,1 0 0,-1 0 0,0 0 0,1 1 0,-1-1 0,0 1 0,0-1 0,0 1 0,0 0 0,0 1 0,0-1 0,0 0 0,0 1 0,-1 0 0,1-1 0,0 1 0,0 1 0,0-1 0,0 0 0,-6 2 0,-1 1 0,0 0 0,-14 7 0,21-8 0,0-1 0,0 1 0,0 0 0,0 0 0,0 0 0,0 1 0,1-1 0,-1 0 0,1 1 0,0 0 0,-3 3 0,4-4 0,1 0 0,-1 1 0,0-1 0,1 0 0,-1 1 0,1-1 0,0 0 0,0 1 0,0-1 0,0 0 0,0 1 0,1-1 0,-1 0 0,2 5 0,12 32 0,-12-34 0,23 55 0,-3 1 0,-3 1 0,-3 1 0,9 68 0,-20-97 0,0 3 0,2 42 0,-8-76 0,1-1 0,0 0 0,0 0 0,1 0 0,-1 0 0,0 0 0,1 1 0,-1-1 0,1 0 0,-1 0 0,1 0 0,0 0 0,0 0 0,0-1 0,0 1 0,0 0 0,1 0 0,-1-1 0,1 1 0,-1-1 0,1 1 0,-1-1 0,1 1 0,0-1 0,-1 0 0,1 0 0,0 0 0,0 0 0,0 0 0,0 0 0,0-1 0,0 1 0,4 0 0,4 1 20,1 0 0,0-1 0,0 0 0,0 0 0,15-2 0,-21 0-134,0 1 0,1-1-1,-1 0 1,0 0 0,0-1 0,0 1-1,0-1 1,0 0 0,0-1 0,0 1-1,-1-1 1,9-6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4.060"/>
    </inkml:context>
    <inkml:brush xml:id="br0">
      <inkml:brushProperty name="width" value="0.05" units="cm"/>
      <inkml:brushProperty name="height" value="0.05" units="cm"/>
    </inkml:brush>
  </inkml:definitions>
  <inkml:trace contextRef="#ctx0" brushRef="#br0">1 17 24575,'0'-8'0,"-1"0"0,3 13 0,1 13 0,1 0 0,1 0 0,1 0 0,0-1 0,2 0 0,12 22 0,-15-32 0,0 0 0,0 0 0,7 7 0,-10-12 0,-1-1 0,1 1 0,0-1 0,-1 1 0,1-1 0,0 1 0,0-1 0,0 0 0,0 0 0,0 0 0,0 0 0,0-1 0,0 1 0,0 0 0,0-1 0,0 1 0,4-1 0,-5 0 0,0-1 0,1 1 0,-1-1 0,0 1 0,0-1 0,0 1 0,0-1 0,0 0 0,0 0 0,0 1 0,0-1 0,0 0 0,0 0 0,0 0 0,0 0 0,0 0 0,-1-1 0,1 1 0,-1 0 0,1 0 0,-1 0 0,1-2 0,8-31 0,-6 22 0,5-24 0,-7 25 0,1 0 0,1 0 0,0 0 0,1 1 0,7-16 0,-10 25 0,-1 0 0,1-1 0,0 1 0,0 0 0,0 0 0,0 0 0,0 0 0,0 0 0,0 0 0,0 0 0,1 0 0,-1 0 0,0 1 0,1-1 0,-1 0 0,0 1 0,1-1 0,1 0 0,-1 1 0,1 0 0,0 0 0,-1 0 0,1 0 0,-1 0 0,1 0 0,-1 1 0,1-1 0,4 2 0,4 3 0,0 0 0,-1 0 0,18 13 0,-17-11 0,29 20 0,50 46 0,-29-22 0,-42-39 120,-16-10-321,-12-8-1083</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4.648"/>
    </inkml:context>
    <inkml:brush xml:id="br0">
      <inkml:brushProperty name="width" value="0.05" units="cm"/>
      <inkml:brushProperty name="height" value="0.05" units="cm"/>
    </inkml:brush>
  </inkml:definitions>
  <inkml:trace contextRef="#ctx0" brushRef="#br0">1 12 24575,'27'-4'0,"1"0"0,0 1 0,43 3 0,-57 1 0,0 0 0,0 1 0,0 1 0,-1 0 0,1 1 0,-1 1 0,0 0 0,25 13 0,-27-11 0,-5-4 0,0 0 0,0 1 0,0 0 0,0 1 0,-1-1 0,6 6 0,-10-9 0,-1 1 0,1-1 0,-1 0 0,1 0 0,-1 0 0,1 1 0,-1-1 0,0 0 0,0 1 0,1-1 0,-1 0 0,0 0 0,0 1 0,0-1 0,-1 0 0,1 1 0,0-1 0,-1 2 0,-9 27 0,2-10 0,2 15 0,0 0 0,3 0 0,0 0 0,3 0 0,5 57 0,4-18 0,3-1 0,35 119 0,-45-189 0,-2 0 0,1 0 0,0 0 0,0 0 0,-1 0 0,0 0 0,1 0 0,-1-1 0,0 1 0,-1 0 0,0 5 0,1-7 0,-1 1 0,1-1 0,-1 0 0,0 0 0,0 1 0,0-1 0,1 0 0,-1 0 0,0 0 0,0 0 0,0 0 0,-1 0 0,1 0 0,0-1 0,0 1 0,0 0 0,-1-1 0,1 1 0,0 0 0,-1-1 0,1 0 0,0 1 0,-1-1 0,1 0 0,-3 0 0,-16 2 18,1-1 0,-29-3-1,9 0-1435,22 2-5408</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7.874"/>
    </inkml:context>
    <inkml:brush xml:id="br0">
      <inkml:brushProperty name="width" value="0.05" units="cm"/>
      <inkml:brushProperty name="height" value="0.05" units="cm"/>
    </inkml:brush>
  </inkml:definitions>
  <inkml:trace contextRef="#ctx0" brushRef="#br0">16 86 24575,'0'-13'0,"1"6"0,-1-1 0,0 1 0,-1-1 0,0 0 0,0 1 0,0-1 0,-5-11 0,6 19 0,0 0 0,0 0 0,0 0 0,0 0 0,0 0 0,0 0 0,0 0 0,0 0 0,0 0 0,0 0 0,0 0 0,0 0 0,0 0 0,0 0 0,0 0 0,0 0 0,0 0 0,0 0 0,0 0 0,-1 0 0,1 0 0,0 1 0,0-1 0,0 0 0,0 0 0,0 0 0,0 0 0,0 0 0,0 0 0,0 0 0,0 0 0,0 0 0,0 0 0,0 0 0,0 0 0,0 0 0,0 0 0,0 0 0,0 0 0,-1 0 0,1 0 0,0 0 0,0 0 0,0 0 0,0-1 0,0 1 0,0 0 0,0 0 0,0 0 0,0 0 0,0 0 0,0 0 0,0 0 0,0 0 0,0 0 0,0 0 0,0 0 0,0 0 0,0 0 0,0 0 0,0 0 0,0 0 0,0 0 0,0 0 0,0 0 0,0 0 0,0-1 0,-2 9 0,0 9 0,3 29 0,3-1 0,12 58 0,-1-35 0,50 132 0,-56-175 0,12 33 0,-29-77-1365,2 11-5461</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8.730"/>
    </inkml:context>
    <inkml:brush xml:id="br0">
      <inkml:brushProperty name="width" value="0.05" units="cm"/>
      <inkml:brushProperty name="height" value="0.05" units="cm"/>
    </inkml:brush>
  </inkml:definitions>
  <inkml:trace contextRef="#ctx0" brushRef="#br0">1 194 24575,'1'-14'0,"1"0"0,1-1 0,0 2 0,1-1 0,6-15 0,-8 24 0,1 1 0,-1-1 0,1 0 0,0 1 0,0 0 0,0 0 0,1 0 0,-1 0 0,1 0 0,0 1 0,0-1 0,0 1 0,1 0 0,-1 0 0,1 1 0,0-1 0,4-1 0,18-3 0,0 1 0,0 1 0,1 2 0,44-1 0,-61 4 0,22-2 0,36 4 0,-67-1 0,0-1 0,0 0 0,1 1 0,-1 0 0,0 0 0,0-1 0,0 1 0,0 0 0,0 1 0,0-1 0,0 0 0,0 0 0,-1 1 0,1-1 0,0 1 0,-1 0 0,0 0 0,1-1 0,-1 1 0,0 0 0,0 0 0,0 0 0,2 4 0,1 4 0,-1 0 0,0 1 0,2 19 0,-1-7 0,0-4 0,-1 1 0,-1 0 0,-1 0 0,-3 35 0,2-51 0,-1 0 0,0 1 0,0-1 0,-1 0 0,0 0 0,1 0 0,-1 0 0,-1 0 0,1 0 0,0-1 0,-1 1 0,0-1 0,0 1 0,0-1 0,0 0 0,0 0 0,-1-1 0,1 1 0,-1-1 0,0 1 0,-4 1 0,-10 4 0,-1 0 0,0-1 0,-27 6 0,28-8 0,-3 0 0,15-4 0,1 0 0,-1 0 0,1 1 0,-1 0 0,-7 4 0,15-7 0,0 0 0,0 0 0,0 1 0,0-1 0,0 0 0,0 1 0,0 0 0,0-1 0,0 1 0,0 0 0,0 0 0,0 0 0,3 1 0,1 0 0,0 0 0,0 1 0,0-1 0,8 4 0,3 3 0,-1 1 0,20 13 0,51 38 0,109 68 0,-84-61 0,-111-65 21,-7-4-283,2 0-862,-6 0-5702</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9.401"/>
    </inkml:context>
    <inkml:brush xml:id="br0">
      <inkml:brushProperty name="width" value="0.05" units="cm"/>
      <inkml:brushProperty name="height" value="0.05" units="cm"/>
    </inkml:brush>
  </inkml:definitions>
  <inkml:trace contextRef="#ctx0" brushRef="#br0">5 3 24575,'-5'-3'0,"7"8"0,7 10 0,17 10 0,2-1 0,50 34 0,-69-52 0,21 13 0,64 30 0,-58-32 0,36 24 0,-64-34 0,-15-5 0,-14-6 0,-25-12-1365,32 11-5461</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09.699"/>
    </inkml:context>
    <inkml:brush xml:id="br0">
      <inkml:brushProperty name="width" value="0.05" units="cm"/>
      <inkml:brushProperty name="height" value="0.05" units="cm"/>
    </inkml:brush>
  </inkml:definitions>
  <inkml:trace contextRef="#ctx0" brushRef="#br0">205 6 24575,'0'0'0,"0"0"0,0 0 0,0-1 0,0 1 0,1 0 0,-1 0 0,0 0 0,0 0 0,0-1 0,0 1 0,0 0 0,0 0 0,0 0 0,0 0 0,0-1 0,-1 1 0,1 0 0,0 0 0,0 0 0,0 0 0,0-1 0,0 1 0,0 0 0,0 0 0,0 0 0,0 0 0,0 0 0,-1-1 0,1 1 0,0 0 0,0 0 0,0 0 0,0 0 0,0 0 0,0 0 0,-1 0 0,1 0 0,0-1 0,0 1 0,0 0 0,0 0 0,-1 0 0,1 0 0,0 0 0,-8 6 0,-5 13 0,3 4 0,-2 2 0,-22 39 0,30-58 0,-1 1 0,0-1 0,0 0 0,0 0 0,-1 0 0,0-1 0,0 0 0,0 0 0,-1 0 0,-9 4 0,12-7-195,-1 0 0,0 0 0,0-1 0,0 0 0,-1 0 0,-5 1 0,-1-1-6631</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10.356"/>
    </inkml:context>
    <inkml:brush xml:id="br0">
      <inkml:brushProperty name="width" value="0.05" units="cm"/>
      <inkml:brushProperty name="height" value="0.05" units="cm"/>
    </inkml:brush>
  </inkml:definitions>
  <inkml:trace contextRef="#ctx0" brushRef="#br0">46 1 24575,'-5'0'0,"-2"2"0,1 4 0,0 3 0,3 3 0,1 1 0,-2 2 0,0 0 0,1 0 0,0 1 0,2-1 0,0 0 0,1-2-8191</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11.328"/>
    </inkml:context>
    <inkml:brush xml:id="br0">
      <inkml:brushProperty name="width" value="0.05" units="cm"/>
      <inkml:brushProperty name="height" value="0.05" units="cm"/>
    </inkml:brush>
  </inkml:definitions>
  <inkml:trace contextRef="#ctx0" brushRef="#br0">0 3 24575,'1'1'0,"-1"-1"0,0 0 0,0 0 0,0 0 0,0 0 0,0 1 0,0-1 0,0 0 0,1 0 0,-1 0 0,0 0 0,0 0 0,0 1 0,0-1 0,0 0 0,1 0 0,-1 0 0,0 0 0,0 0 0,0 0 0,1 0 0,-1 0 0,0 0 0,0 0 0,0 0 0,1 0 0,-1 0 0,0 0 0,0 0 0,0 0 0,1 0 0,-1 0 0,0 0 0,0 0 0,0 0 0,1 0 0,-1 0 0,0 0 0,0 0 0,0 0 0,0 0 0,1-1 0,-1 1 0,0 0 0,0 0 0,0 0 0,0 0 0,0 0 0,1-1 0,-1 1 0,0 0 0,0 0 0,0 0 0,0 0 0,0-1 0,0 1 0,0 0 0,0 0 0,0 0 0,0-1 0,0 1 0,0 0 0,0 0 0,0 0 0,0-1 0,0 1 0,0 0 0,0 0 0,0-1 0,11 13 0,-9-6 0,0 0 0,0 1 0,0-1 0,0 0 0,-1 0 0,0 1 0,0 10 0,3 17 0,13 46 0,-11-49 120,-6-29-213,0-1 0,0 1 1,0 0-1,-1-1 0,1 1 0,0 0 0,0 0 0,-1-1 1,1 1-1,-1 0 0,0-1 0,1 1 0,-1-1 1,0 1-1,-1 1 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14.385"/>
    </inkml:context>
    <inkml:brush xml:id="br0">
      <inkml:brushProperty name="width" value="0.05" units="cm"/>
      <inkml:brushProperty name="height" value="0.05" units="cm"/>
    </inkml:brush>
  </inkml:definitions>
  <inkml:trace contextRef="#ctx0" brushRef="#br0">345 7 24575,'-1'-1'0,"0"1"0,-1-1 0,1 0 0,0 0 0,-1 1 0,1-1 0,-1 1 0,1-1 0,-1 1 0,1 0 0,-1-1 0,1 1 0,-1 0 0,0 0 0,1 0 0,-1 0 0,-2 1 0,-32 7 0,22-5 0,-157 27 0,112-21 0,57-8 0,1-1 0,-1 1 0,0-1 0,0 1 0,1 0 0,-1 0 0,0 0 0,1 0 0,-1 0 0,1 0 0,-1 0 0,1 0 0,-1 1 0,1-1 0,0 0 0,0 1 0,0-1 0,0 1 0,0 0 0,0-1 0,0 1 0,0 0 0,0-1 0,1 1 0,-1 0 0,1 0 0,0 0 0,-1 0 0,1 3 0,-1 6 0,1 0 0,0 0 0,4 21 0,-3-21 0,3 12 0,2 1 0,12 35 0,-5-18 0,10 35 0,-2-12 0,-3 0 0,11 83 0,-13 184 0,-16-328 0,0-1 0,0 1 0,0-1 0,1 1 0,-1-1 0,0 1 0,1-1 0,0 0 0,1 4 0,-1-5 0,-1 0 0,1 0 0,-1-1 0,1 1 0,0 0 0,0-1 0,-1 1 0,1 0 0,0-1 0,0 1 0,0-1 0,0 0 0,0 1 0,0-1 0,0 1 0,0-1 0,0 0 0,0 0 0,0 0 0,0 0 0,0 0 0,0 0 0,0 0 0,0 0 0,0 0 0,1 0 0,220-11-1365,-208 11-5461</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15.710"/>
    </inkml:context>
    <inkml:brush xml:id="br0">
      <inkml:brushProperty name="width" value="0.05" units="cm"/>
      <inkml:brushProperty name="height" value="0.05" units="cm"/>
    </inkml:brush>
  </inkml:definitions>
  <inkml:trace contextRef="#ctx0" brushRef="#br0">3 18 24575,'-3'-14'0,"3"11"0,2 9 0,41 132 0,-35-116 0,-5-8 0,-3-11 0,0-1 0,1 0 0,-1 1 0,1-1 0,-1 0 0,1 0 0,0 1 0,0-1 0,0 0 0,2 3 0,-2-5 0,-1 0 0,1 0 0,-1 0 0,0 0 0,1 0 0,-1 0 0,0 0 0,1 0 0,-1 0 0,1-1 0,-1 1 0,0 0 0,1 0 0,-1 0 0,0-1 0,0 1 0,1 0 0,-1 0 0,0-1 0,1 1 0,-1 0 0,0-1 0,0 1 0,0 0 0,1-1 0,-1 1 0,0 0 0,0-1 0,0 1 0,0-1 0,0 1 0,1-1 0,6-16 0,-7 16 0,13-34 0,-8 20 0,0 1 0,1-1 0,1 1 0,0 1 0,16-24 0,-22 36 0,0-1 0,0 1 0,0 0 0,0-1 0,0 1 0,1 0 0,-1 0 0,0 0 0,1 0 0,-1 0 0,0 1 0,1-1 0,-1 0 0,1 1 0,-1-1 0,1 1 0,0-1 0,-1 1 0,1 0 0,0-1 0,-1 1 0,1 0 0,-1 0 0,1 0 0,0 0 0,-1 1 0,1-1 0,0 0 0,-1 1 0,1-1 0,-1 1 0,1 0 0,-1-1 0,1 1 0,-1 0 0,1 0 0,-1 0 0,0 0 0,0 0 0,3 2 0,4 6 0,0-1 0,-1 1 0,0 0 0,10 17 0,-12-18 0,39 79 0,-43-86 0,-1-1 0,1 1 0,-1 0 0,1 0 0,-1-1 0,1 1 0,-1-1 0,1 1 0,0 0 0,-1-1 0,1 1 0,0-1 0,-1 0 0,1 1 0,0-1 0,0 0 0,0 1 0,-1-1 0,1 0 0,0 0 0,0 1 0,0-1 0,0 0 0,-1 0 0,2 0 0,0-1 0,0 1 0,-1-1 0,1 1 0,0-1 0,-1 0 0,1 0 0,-1 1 0,1-1 0,-1 0 0,1-1 0,1-1 0,2-1 0,0-1 0,-1 0 0,0-1 0,0 1 0,5-11 0,18-49 0,-19 43 0,-7 21 0,-1 0 0,0 0 0,1-1 0,-1 1 0,1 0 0,0 0 0,-1 0 0,1 0 0,0 1 0,-1-1 0,1 0 0,0 0 0,0 0 0,0 0 0,0 1 0,2-2 0,-2 2 0,-1 0 0,1-1 0,0 1 0,0 0 0,0 0 0,0 0 0,-1 0 0,1 0 0,0 0 0,0 0 0,0 1 0,0-1 0,-1 0 0,1 0 0,0 1 0,0-1 0,-1 0 0,2 1 0,3 3 0,0 0 0,0 0 0,-1 0 0,1 0 0,4 7 0,-1-2 0,113 103 0,-119-110 17,0 0 0,0 0 1,0 0-1,0 1 0,0-1 0,1 4 0,-3-6-45,0 0 0,1 0 0,-1 1 0,0-1 0,0 1 0,0-1 0,1 0 0,-1 1 0,0-1 0,0 0 0,0 1 0,0-1 0,0 1 0,0-1 0,0 0 0,0 1 0,0-1 0,0 1 0,0-1 0,0 0 0,0 1 0,0-1 0,0 1 0,0-1 0,0 0 0,0 1-1,0-1 1,-1 1 0,1-1 0,0 0 0,0 1 0,0-1 0,-1 0 0,1 1 0,0-1 0,-1 0 0,1 0 0,0 1 0,-1-1 0,1 0 0,0 0 0,-1 1 0,1-1 0,0 0 0,-1 0 0,1 0 0,-1 0 0,1 0 0,0 1 0,-1-1 0,1 0 0,-1 0 0</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16.410"/>
    </inkml:context>
    <inkml:brush xml:id="br0">
      <inkml:brushProperty name="width" value="0.05" units="cm"/>
      <inkml:brushProperty name="height" value="0.05" units="cm"/>
    </inkml:brush>
  </inkml:definitions>
  <inkml:trace contextRef="#ctx0" brushRef="#br0">1 88 24575,'4'-9'0,"1"0"0,1 0 0,0 1 0,0 0 0,14-14 0,-19 19 0,1 1 0,1 1 0,-1-1 0,0 0 0,0 0 0,1 1 0,-1-1 0,1 1 0,-1 0 0,1 0 0,0 0 0,-1 0 0,1 0 0,0 1 0,0-1 0,-1 1 0,1-1 0,0 1 0,0 0 0,0 0 0,0 1 0,-1-1 0,1 1 0,0-1 0,4 2 0,13 8 0,-1 0 0,-1 1 0,0 0 0,0 2 0,-1 0 0,-1 1 0,17 18 0,-30-29 0,-1 0 0,0 1 0,0-1 0,0 1 0,0-1 0,0 1 0,-1 0 0,1-1 0,-1 1 0,0 0 0,0 0 0,-1 0 0,1 0 0,-1 0 0,0 6 0,-1 6 0,0 0 0,-7 26 0,0 11 0,6-33 0,1 0 0,2 0 0,0 0 0,0 1 0,2-2 0,1 1 0,0 0 0,10 23 0,9 12 0,14 36 0,-33-77 0,0 0 0,0 0 0,-1 1 0,1 23 0,-4-36 0,0 0 0,0 1 0,0-1 0,-1 0 0,1 0 0,0 1 0,-1-1 0,1 0 0,-1 0 0,0 0 0,0 0 0,0 0 0,0 0 0,0 0 0,0 0 0,-1 0 0,1 0 0,-3 2 0,1-2 0,1 0 0,-1 0 0,0-1 0,1 1 0,-1-1 0,0 0 0,0 0 0,0 0 0,0 0 0,0 0 0,0-1 0,0 1 0,-4-1 0,-43 1-1365,34-2-5461</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17.422"/>
    </inkml:context>
    <inkml:brush xml:id="br0">
      <inkml:brushProperty name="width" value="0.05" units="cm"/>
      <inkml:brushProperty name="height" value="0.05" units="cm"/>
    </inkml:brush>
  </inkml:definitions>
  <inkml:trace contextRef="#ctx0" brushRef="#br0">306 31 24575,'-7'-1'0,"-21"-4"0,-2 0 0,1 3 0,-41 0 0,30 9-59,33-5 91,-1 0 0,1-1 0,-1 0 0,-11 0 0,16-1-123,0-1-1,0 1 0,1-1 1,-1 1-1,0-1 1,0 0-1,1 0 0,-1 0 1,0-1-1,1 1 0,0 0 1,-1-1-1,1 0 0,0 0 1,-5-4-1,0-2-6734</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17.625"/>
    </inkml:context>
    <inkml:brush xml:id="br0">
      <inkml:brushProperty name="width" value="0.05" units="cm"/>
      <inkml:brushProperty name="height" value="0.05" units="cm"/>
    </inkml:brush>
  </inkml:definitions>
  <inkml:trace contextRef="#ctx0" brushRef="#br0">397 77 24575,'-28'-12'0,"-11"-5"0,-2 1 0,2 3 0,4 4 0,3 3 0,2 3 0,4 2 0,1 4 0,3 3 0,-1 1 0,2 2 0,1-1 0,5-1-8191</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0.529"/>
    </inkml:context>
    <inkml:brush xml:id="br0">
      <inkml:brushProperty name="width" value="0.05" units="cm"/>
      <inkml:brushProperty name="height" value="0.05" units="cm"/>
    </inkml:brush>
  </inkml:definitions>
  <inkml:trace contextRef="#ctx0" brushRef="#br0">1 1 24575,'0'8'0,"3"80"0,-2-73 0,1 0 0,1 0 0,1 0 0,6 18 0,7 9 0,7 19 0,-1 1 0,22 105 0,-39-138 0,-4-20 0,0 0 0,0 0 0,1 16 0,-3-24-16,0-1-1,0 0 0,0 0 1,0 0-1,-1 0 1,1 0-1,0 1 0,0-1 1,0 0-1,0 0 0,0 0 1,0 0-1,0 0 1,0 0-1,0 0 0,-1 1 1,1-1-1,0 0 0,0 0 1,0 0-1,0 0 1,0 0-1,0 0 0,-1 0 1,1 0-1,0 0 0,0 0 1,0 0-1,0 0 1,0 0-1,-1 0 0,1 0 1,0 0-1,0 0 0,0 0 1,0 0-1,0 0 1,-1 0-1,1 0 0,0 0 1,0 0-1,0 0 0,0 0 1,0 0-1,0 0 1,-1 0-1,1-1 0,0 1 1,0 0-1,0 0 0,0 0 1,0 0-1,0 0 1,0 0-1,0 0 0,-1-1 1,1 1-1,0 0 1,0 0-1,0 0 0,0 0 1,0-1-1,0 1-301</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0.886"/>
    </inkml:context>
    <inkml:brush xml:id="br0">
      <inkml:brushProperty name="width" value="0.05" units="cm"/>
      <inkml:brushProperty name="height" value="0.05" units="cm"/>
    </inkml:brush>
  </inkml:definitions>
  <inkml:trace contextRef="#ctx0" brushRef="#br0">0 118 24575,'25'-18'0,"42"-22"0,-55 34 0,1 1 0,1 0 0,-1 0 0,1 1 0,22-3 0,89-4 0,-76 8 0,-46 3 0,0-1 0,0 1 0,0 0 0,0-1 0,0 1 0,0-1 0,0 0 0,-1 0 0,6-2 0,-8 2 0,0 1 0,0 0 0,0 0 0,0 0 0,0 0 0,0-1 0,0 1 0,0 0 0,0 0 0,-1 0 0,1 0 0,0 0 0,0-1 0,0 1 0,0 0 0,0 0 0,0 0 0,0 0 0,0 0 0,0 0 0,0-1 0,0 1 0,-1 0 0,1 0 0,0 0 0,0 0 0,0 0 0,0 0 0,0 0 0,0 0 0,-1 0 0,1 0 0,0 0 0,0 0 0,0 0 0,0-1 0,-1 1 0,1 0 0,0 0 0,0 0 0,0 0 0,0 0 0,0 0 0,-1 1 0,1-1 0,0 0 0,0 0 0,0 0 0,-10-2 0,-4 2-341,-1 0 0,1 1-1,-17 3 1,11 0-6485</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1.229"/>
    </inkml:context>
    <inkml:brush xml:id="br0">
      <inkml:brushProperty name="width" value="0.05" units="cm"/>
      <inkml:brushProperty name="height" value="0.05" units="cm"/>
    </inkml:brush>
  </inkml:definitions>
  <inkml:trace contextRef="#ctx0" brushRef="#br0">0 1 24575,'34'1'0,"64"13"0,-64-8 0,61 3 0,-110-9-116,-33 0 362,43 0-460,-1 0 1,1 1-1,0 0 1,-1 0-1,1 1 1,-10 4-1,5 0-6612</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1.698"/>
    </inkml:context>
    <inkml:brush xml:id="br0">
      <inkml:brushProperty name="width" value="0.05" units="cm"/>
      <inkml:brushProperty name="height" value="0.05" units="cm"/>
    </inkml:brush>
  </inkml:definitions>
  <inkml:trace contextRef="#ctx0" brushRef="#br0">1 0 24575,'5'9'0,"1"-1"0,1 0 0,-1 0 0,13 10 0,-16-15 0,1 0 0,-1-1 0,1 1 0,0-1 0,0 0 0,0 0 0,0 0 0,0-1 0,0 0 0,0 0 0,1 0 0,-1 0 0,5 0 0,135 11 0,31-10-18,-108-3-1329,-54 1-5479</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2.905"/>
    </inkml:context>
    <inkml:brush xml:id="br0">
      <inkml:brushProperty name="width" value="0.05" units="cm"/>
      <inkml:brushProperty name="height" value="0.05" units="cm"/>
    </inkml:brush>
  </inkml:definitions>
  <inkml:trace contextRef="#ctx0" brushRef="#br0">240 88 24575,'6'-3'0,"0"-1"0,0-1 0,0 1 0,8-9 0,-14 13 0,1-1 0,0 1 0,-1-1 0,1 1 0,0-1 0,-1 0 0,1 1 0,-1-1 0,1 0 0,-1 0 0,0 1 0,1-1 0,-1 0 0,0 0 0,1 0 0,-1 1 0,0-1 0,0 0 0,0 0 0,0 0 0,0 0 0,0 0 0,0 1 0,0-1 0,0 0 0,0 0 0,0 0 0,-1 0 0,1 0 0,0 1 0,0-1 0,-1 0 0,1 0 0,-1 1 0,1-1 0,-1 0 0,1 1 0,-1-1 0,1 0 0,-1 1 0,0-1 0,1 1 0,-1-1 0,0 1 0,1-1 0,-1 1 0,0-1 0,0 1 0,0 0 0,-1-1 0,-12-4 0,-1 0 0,0 2 0,0 0 0,0 0 0,-19 0 0,29 3 0,-7-1 0,-1 0 0,1 1 0,0 1 0,-17 3 0,24-4 0,1 1 0,-1 0 0,1 1 0,0-1 0,-1 1 0,1-1 0,0 1 0,0 1 0,0-1 0,0 1 0,0-1 0,1 1 0,-1 0 0,-5 6 0,7-5 0,0 0 0,1 0 0,-1 0 0,1 0 0,-1 0 0,1 0 0,1 0 0,-1 0 0,0 0 0,1 8 0,0 5 0,3 21 0,5 0 0,-6-27 0,0 0 0,2 19 0,4 39 0,-3-30 0,56 357 0,-46-317 0,15 101 0,-24-140 0,-3-27 0,-1 0 0,1 15 0,-3-25 0,0 1 0,0-1 0,0 1 0,1-1 0,0 1 0,-1-1 0,1 1 0,1-1 0,1 5 0,-2-6 0,0-1 0,0 0 0,0 0 0,0 0 0,0 0 0,0 0 0,0 0 0,0-1 0,0 1 0,0 0 0,0 0 0,1-1 0,-1 1 0,0-1 0,1 1 0,-1-1 0,0 0 0,1 1 0,-1-1 0,0 0 0,1 0 0,-1 0 0,1 0 0,-1 0 0,0 0 0,3-1 0,60-10 10,-38 6-469,-1 1 1,39-2 0,-51 6-6368</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5.128"/>
    </inkml:context>
    <inkml:brush xml:id="br0">
      <inkml:brushProperty name="width" value="0.05" units="cm"/>
      <inkml:brushProperty name="height" value="0.05" units="cm"/>
    </inkml:brush>
  </inkml:definitions>
  <inkml:trace contextRef="#ctx0" brushRef="#br0">1 1 24575,'43'19'0,"-19"-6"0,-2 0 0,1 1 0,33 29 0,-12-9 0,174 131 0,-164-132-1365</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5.564"/>
    </inkml:context>
    <inkml:brush xml:id="br0">
      <inkml:brushProperty name="width" value="0.05" units="cm"/>
      <inkml:brushProperty name="height" value="0.05" units="cm"/>
    </inkml:brush>
  </inkml:definitions>
  <inkml:trace contextRef="#ctx0" brushRef="#br0">222 19 24575,'-1'-1'0,"1"-1"0,-1 1 0,0 0 0,1 0 0,-1 0 0,0 0 0,0 0 0,0 0 0,0 0 0,0 0 0,0 0 0,0 1 0,0-1 0,-1 0 0,1 1 0,0-1 0,0 1 0,0-1 0,-1 1 0,1-1 0,0 1 0,-1 0 0,1 0 0,0 0 0,-1 0 0,1 0 0,0 0 0,-1 0 0,-2 0 0,2 1 0,0 1 0,0-1 0,0 0 0,0 1 0,0-1 0,0 1 0,0-1 0,0 1 0,1 0 0,-1 0 0,0 0 0,1 0 0,0 0 0,-1 0 0,0 4 0,-28 67 0,25-57 0,-1 0 0,-1 1 0,-1-2 0,0 1 0,-1-1 0,-12 16 0,17-26-136,0-2-1,-1 1 1,1 0-1,-1-1 1,1 0-1,-1 0 1,0 0-1,0-1 0,-7 3 1,2-2-6690</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6.374"/>
    </inkml:context>
    <inkml:brush xml:id="br0">
      <inkml:brushProperty name="width" value="0.05" units="cm"/>
      <inkml:brushProperty name="height" value="0.05" units="cm"/>
    </inkml:brush>
  </inkml:definitions>
  <inkml:trace contextRef="#ctx0" brushRef="#br0">207 72 24575,'-30'-15'0,"9"4"0,-1 0 0,-1 1 0,-39-12 0,60 22 0,1-1 0,-1 1 0,1 0 0,-1-1 0,1 1 0,-1 0 0,1 0 0,-1 0 0,1 0 0,-1 0 0,1 0 0,-1 0 0,1 0 0,-1 1 0,1-1 0,0 1 0,-1-1 0,1 1 0,-1-1 0,1 1 0,0 0 0,0 0 0,-1 0 0,1 0 0,0 0 0,0 0 0,0 0 0,0 0 0,0 0 0,0 0 0,0 0 0,0 1 0,1-1 0,-1 0 0,0 1 0,1-1 0,-1 1 0,1-1 0,0 1 0,-1-1 0,1 0 0,0 3 0,-1 3 0,1-1 0,0 1 0,0-1 0,1 0 0,0 1 0,0-1 0,1 0 0,3 11 0,9 26 0,-2 0 0,9 70 0,-6-31 0,-9-53 0,2 0 0,11 29 0,-13-44 0,0-1 0,0 0 0,1 0 0,1-1 0,0 0 0,12 14 0,-17-24 0,-1 0 0,0 0 0,1 0 0,0-1 0,-1 1 0,1-1 0,0 1 0,0-1 0,0 0 0,0 0 0,0 0 0,0-1 0,0 1 0,5 0 0,7-1 0,27-1 0,-16-1 0,-18 2-109,-3 0-142,1 0 0,-1 0-1,1-1 1,5-1 0,-1-1-6575</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6.950"/>
    </inkml:context>
    <inkml:brush xml:id="br0">
      <inkml:brushProperty name="width" value="0.05" units="cm"/>
      <inkml:brushProperty name="height" value="0.05" units="cm"/>
    </inkml:brush>
  </inkml:definitions>
  <inkml:trace contextRef="#ctx0" brushRef="#br0">1 1 24575,'0'1'0,"0"-1"0,0 0 0,0 0 0,0 0 0,0 0 0,0 0 0,0 0 0,0 0 0,0 0 0,0 0 0,0 0 0,0 0 0,0 0 0,0 0 0,1 0 0,-1 0 0,0 0 0,0 0 0,0 0 0,0 0 0,0 0 0,0 0 0,0 0 0,0 0 0,0 0 0,0 0 0,0 0 0,0 0 0,1 0 0,-1 0 0,0 0 0,0 0 0,0 0 0,0 0 0,0 0 0,0 0 0,0 0 0,0 0 0,0 0 0,0 0 0,0 0 0,0 0 0,0 0 0,0 0 0,0 0 0,0 0 0,0-1 0,1 1 0,-1 0 0,0 0 0,0 0 0,0 0 0,0 0 0,0 0 0,0 0 0,0 0 0,0 0 0,0 0 0,0 0 0,0 0 0,0 0 0,0-1 0,0 1 0,0 0 0,0 0 0,0 0 0,7 9 0,12 23 0,-8-15 0,-5-8 0,0 0 0,1-1 0,1 1 0,-1-1 0,1-1 0,1 0 0,-1 0 0,1 0 0,1-1 0,-1-1 0,1 1 0,11 3 0,-21-9 0,1 0 0,-1 1 0,1-1 0,-1 0 0,1 0 0,-1 0 0,1 0 0,-1 0 0,1 0 0,-1 0 0,1 0 0,-1 0 0,1 0 0,-1 0 0,1 0 0,-1 0 0,1 0 0,-1 0 0,1-1 0,-1 1 0,1 0 0,-1 0 0,0-1 0,1 1 0,-1 0 0,1-1 0,0 0 0,0 0 0,0 0 0,-1 0 0,1-1 0,-1 1 0,1 0 0,-1 0 0,1 0 0,-1-1 0,1-1 0,0-5 0,-1 0 0,0-16 0,0 19 0,-1-1 0,1 1 0,1 0 0,-1 0 0,1 0 0,0 0 0,0 0 0,0 0 0,1 0 0,1-4 0,-2 7 0,0 1 0,0-1 0,0 1 0,0-1 0,0 1 0,0 0 0,1-1 0,-1 1 0,0 0 0,1 0 0,-1 0 0,1 0 0,-1 0 0,1 0 0,-1 0 0,1 1 0,0-1 0,-1 1 0,1-1 0,0 1 0,0-1 0,-1 1 0,1 0 0,0 0 0,0 0 0,-1 0 0,1 0 0,0 0 0,2 1 0,4 1 0,0 1 0,-1 0 0,1 0 0,-1 1 0,1 0 0,-1 0 0,0 1 0,8 7 0,12 6 0,-15-10 0,-4-4 0,-1 0 0,0 1 0,0 0 0,0 0 0,11 12 0,-18-17-10,2 4 121,-4-3-1577</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7.509"/>
    </inkml:context>
    <inkml:brush xml:id="br0">
      <inkml:brushProperty name="width" value="0.05" units="cm"/>
      <inkml:brushProperty name="height" value="0.05" units="cm"/>
    </inkml:brush>
  </inkml:definitions>
  <inkml:trace contextRef="#ctx0" brushRef="#br0">1 47 24575,'2'-1'0,"23"-10"0,0 2 0,1 0 0,32-5 0,-50 13 0,0 0 0,0 0 0,0 1 0,0 0 0,0 0 0,0 1 0,0 0 0,0 1 0,0 0 0,0 0 0,-1 0 0,1 1 0,-1 0 0,1 1 0,8 5 0,0 1 0,0 1 0,25 24 0,-37-31 0,0 0 0,0 1 0,0-1 0,-1 1 0,0-1 0,0 1 0,0 0 0,-1 0 0,1 0 0,-1 1 0,-1-1 0,1 0 0,-1 1 0,1 6 0,-1 14 0,-2 31 0,-1-42 0,1 0 0,1 1 0,1-1 0,0 0 0,1 0 0,0 1 0,6 17 0,54 108 0,-36-85 0,-24-52 0,0 0 0,0 1 0,0-1 0,0 1 0,-1 0 0,0-1 0,2 10 0,-3-13 0,0 0 0,0 1 0,-1-1 0,1 1 0,0-1 0,-1 0 0,1 1 0,-1-1 0,1 0 0,-1 0 0,1 1 0,-1-1 0,0 0 0,0 0 0,0 0 0,1 0 0,-1 0 0,0 0 0,0 0 0,-1 0 0,1 0 0,0 0 0,0 0 0,0-1 0,-1 1 0,1-1 0,0 1 0,-3 0 0,-2 1 0,-1 0 0,1 0 0,-1-1 0,0 0 0,0 0 0,-7 0 0,-44-3 0,20 0 0,-6 2-1365,32 0-5461</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28.643"/>
    </inkml:context>
    <inkml:brush xml:id="br0">
      <inkml:brushProperty name="width" value="0.05" units="cm"/>
      <inkml:brushProperty name="height" value="0.05" units="cm"/>
    </inkml:brush>
  </inkml:definitions>
  <inkml:trace contextRef="#ctx0" brushRef="#br0">9 1 24575,'-2'0'0,"1"0"0,-2 2 0,1 4 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0.610"/>
    </inkml:context>
    <inkml:brush xml:id="br0">
      <inkml:brushProperty name="width" value="0.05" units="cm"/>
      <inkml:brushProperty name="height" value="0.05" units="cm"/>
    </inkml:brush>
  </inkml:definitions>
  <inkml:trace contextRef="#ctx0" brushRef="#br0">64 61 24575,'-24'-21'0,"18"17"0,1-1 0,-1 0 0,1 0 0,0 0 0,-7-10 0,36 52 0,2 0 0,1-2 0,2-1 0,1-1 0,36 29 0,27 9 0,-57-46 0,54 50 0,-135-101 0,30 14-1365,2 0-5461</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1.001"/>
    </inkml:context>
    <inkml:brush xml:id="br0">
      <inkml:brushProperty name="width" value="0.05" units="cm"/>
      <inkml:brushProperty name="height" value="0.05" units="cm"/>
    </inkml:brush>
  </inkml:definitions>
  <inkml:trace contextRef="#ctx0" brushRef="#br0">185 46 24575,'3'-11'0,"-2"8"0,-1 0 0,1 0 0,0-1 0,-1 1 0,0 0 0,1 0 0,-1-1 0,-1-5 0,-10 36 0,-69 155 0,56-138-682,-45 65-1,63-100-6143</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1.559"/>
    </inkml:context>
    <inkml:brush xml:id="br0">
      <inkml:brushProperty name="width" value="0.05" units="cm"/>
      <inkml:brushProperty name="height" value="0.05" units="cm"/>
    </inkml:brush>
  </inkml:definitions>
  <inkml:trace contextRef="#ctx0" brushRef="#br0">1 9 24575,'0'0'0,"0"0"0,0 0 0,0-1 0,0 1 0,0 0 0,-1 0 0,1-1 0,0 1 0,0 0 0,0 0 0,0-1 0,0 1 0,1 0 0,-1-1 0,0 1 0,0 0 0,0 0 0,0-1 0,0 1 0,0 0 0,0 0 0,0-1 0,1 1 0,-1 0 0,0 0 0,0 0 0,0-1 0,0 1 0,1 0 0,-1 0 0,0 0 0,0 0 0,1-1 0,-1 1 0,0 0 0,0 0 0,1 0 0,-1 0 0,0 0 0,0 0 0,1 0 0,-1 0 0,0 0 0,0 0 0,1 0 0,-1 0 0,0 0 0,1 0 0,-1 0 0,0 0 0,0 0 0,1 0 0,-1 0 0,0 0 0,0 0 0,1 0 0,-1 0 0,0 1 0,0-1 0,1 0 0,-1 0 0,0 0 0,0 0 0,0 1 0,0-1 0,1 0 0,-1 0 0,17 17 0,-14-14 0,175 161 0,-149-143 0,-20-15 0,0 0 0,0 1 0,10 10 0,-18-17 6,-1 1-1,0-1 1,1 0-1,-1 1 1,0-1-1,0 0 1,1 1-1,-1-1 1,0 0-1,0 1 1,1-1 0,-1 1-1,0-1 1,0 0-1,0 1 1,0-1-1,0 1 1,0-1-1,0 1 1,0 0-1,0-1-54,0 0-1,0 0 1,-1 0 0,1 0-1,0 0 1,0 0 0,-1 0-1,1 0 1,0 0-1,-1 0 1,1 0 0,0 0-1,0 0 1,-1 0 0,1 0-1,0-1 1,0 1-1,-1 0 1,1 0 0,0 0-1,0 0 1,-1 0 0,1-1-1,0 1 1,0 0-1,0 0 1,-1 0 0,1-1-1,0 1 1</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1.812"/>
    </inkml:context>
    <inkml:brush xml:id="br0">
      <inkml:brushProperty name="width" value="0.05" units="cm"/>
      <inkml:brushProperty name="height" value="0.05" units="cm"/>
    </inkml:brush>
  </inkml:definitions>
  <inkml:trace contextRef="#ctx0" brushRef="#br0">45 0 24575,'1'23'0,"-2"-1"0,0 0 0,-2 0 0,-9 38 0,6-34-49,4-17-171,-1 1 1,1-1 0,-2 0-1,1-1 1,-5 10 0</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2.028"/>
    </inkml:context>
    <inkml:brush xml:id="br0">
      <inkml:brushProperty name="width" value="0.05" units="cm"/>
      <inkml:brushProperty name="height" value="0.05" units="cm"/>
    </inkml:brush>
  </inkml:definitions>
  <inkml:trace contextRef="#ctx0" brushRef="#br0">346 10 24575,'-17'-2'0,"-12"-2"0,-2 1 0,0 3 0,2 1 0,0 2 0,0 1 0,2 1 0,2 2 0,-1-1 0,-1 0 0,2 0 0,5 0-8191</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4.599"/>
    </inkml:context>
    <inkml:brush xml:id="br0">
      <inkml:brushProperty name="width" value="0.05" units="cm"/>
      <inkml:brushProperty name="height" value="0.05" units="cm"/>
    </inkml:brush>
  </inkml:definitions>
  <inkml:trace contextRef="#ctx0" brushRef="#br0">265 77 24575,'-6'-3'0,"-18"-13"0,-41-21 0,58 33 0,-1 1 0,1 0 0,-1 1 0,0-1 0,0 2 0,0-1 0,0 1 0,0 0 0,0 1 0,-14 0 0,19 1 0,0-1 0,0 1 0,0 0 0,0 0 0,0 0 0,0 1 0,0-1 0,0 1 0,0-1 0,0 1 0,1 0 0,-1 0 0,1 0 0,-1 0 0,1 1 0,0-1 0,0 1 0,0-1 0,0 1 0,1 0 0,-1 0 0,1 0 0,-1 0 0,0 3 0,0 0 0,0 0 0,1 1 0,-1-1 0,1 1 0,1-1 0,-1 1 0,1-1 0,0 1 0,1-1 0,2 13 0,17 68 0,53 280 0,-62-278 0,-2 109 0,-9-186 0,0-7 0,-1 0 0,1 0 0,1 0 0,-1 0 0,2 8 0,-1-12 0,-1 1 0,1-1 0,-1 0 0,1 0 0,0 1 0,-1-1 0,1 0 0,0 0 0,0 0 0,0 0 0,0 0 0,0 0 0,0 0 0,0 0 0,0 0 0,0-1 0,0 1 0,0 0 0,1-1 0,-1 1 0,0-1 0,1 1 0,-1-1 0,0 0 0,2 1 0,11 0 0,-1 1 0,0-2 0,1 0 0,-1-1 0,0 0 0,1-1 0,-1 0 0,0-1 0,0-1 0,18-7 0,-19 5-1365,-3-1-5461</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5.241"/>
    </inkml:context>
    <inkml:brush xml:id="br0">
      <inkml:brushProperty name="width" value="0.05" units="cm"/>
      <inkml:brushProperty name="height" value="0.05" units="cm"/>
    </inkml:brush>
  </inkml:definitions>
  <inkml:trace contextRef="#ctx0" brushRef="#br0">6 39 24575,'-6'-36'0,"6"36"0,0 0 0,0 0 0,0-1 0,0 1 0,0 0 0,0 0 0,0 0 0,0 0 0,0 0 0,0 0 0,0 0 0,0 0 0,0 0 0,0 0 0,0 0 0,0 0 0,0-1 0,0 1 0,0 0 0,0 0 0,0 0 0,0 0 0,0 0 0,0 0 0,0 0 0,1 0 0,-1 0 0,0 0 0,0 0 0,0 0 0,0 0 0,0 0 0,0 0 0,0 0 0,0 0 0,0 0 0,0 0 0,0-1 0,0 1 0,0 0 0,1 0 0,-1 0 0,0 0 0,0 0 0,0 0 0,0 0 0,0 0 0,0 0 0,0 0 0,0 0 0,0 0 0,0 1 0,0-1 0,0 0 0,0 0 0,1 0 0,-1 0 0,0 0 0,0 0 0,0 0 0,6 5 0,5 9 0,83 138 0,-93-151 0,-1 0 0,1 0 0,0 0 0,-1 1 0,1-1 0,0-1 0,0 1 0,-1 0 0,1 0 0,0 0 0,0 0 0,0 0 0,0-1 0,0 1 0,0 0 0,0-1 0,0 1 0,2 0 0,-2-1 0,0-1 0,0 1 0,0 0 0,0 0 0,0-1 0,0 1 0,0 0 0,0-1 0,-1 1 0,1-1 0,0 1 0,0-1 0,0 1 0,-1-1 0,1 0 0,0 1 0,-1-1 0,1 0 0,0 0 0,-1 0 0,1 1 0,-1-1 0,1-2 0,9-15 0,9-23 0,-12 25 0,0 1 0,16-25 0,-22 39 0,-1 0 0,1 0 0,-1 1 0,1-1 0,0 0 0,-1 1 0,1-1 0,0 1 0,0-1 0,-1 1 0,1-1 0,0 1 0,0-1 0,0 1 0,0 0 0,-1-1 0,1 1 0,0 0 0,0 0 0,0 0 0,0-1 0,0 1 0,0 0 0,0 0 0,0 1 0,0-1 0,0 0 0,-1 0 0,1 0 0,0 1 0,0-1 0,0 0 0,0 1 0,1 0 0,3 2 0,0 0 0,0 1 0,0 0 0,6 7 0,-2-3 0,27 26 0,17 15 0,-45-43-114,0 0-303,-1 0 0,12 13 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5.598"/>
    </inkml:context>
    <inkml:brush xml:id="br0">
      <inkml:brushProperty name="width" value="0.05" units="cm"/>
      <inkml:brushProperty name="height" value="0.05" units="cm"/>
    </inkml:brush>
  </inkml:definitions>
  <inkml:trace contextRef="#ctx0" brushRef="#br0">347 14 24575,'-5'-2'0,"-1"-1"0,0 1 0,0 1 0,0-1 0,0 1 0,0 0 0,0 0 0,-12 1 0,-2 1 0,-28 5 0,27-3 0,-24 1 0,20-4-109,-3 1-519,-48-5 0,58 0-6198</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6.598"/>
    </inkml:context>
    <inkml:brush xml:id="br0">
      <inkml:brushProperty name="width" value="0.05" units="cm"/>
      <inkml:brushProperty name="height" value="0.05" units="cm"/>
    </inkml:brush>
  </inkml:definitions>
  <inkml:trace contextRef="#ctx0" brushRef="#br0">13 1 24575,'-1'0'0,"1"0"0,-1 1 0,0-1 0,1 0 0,-1 1 0,0-1 0,1 0 0,-1 1 0,1-1 0,-1 1 0,1-1 0,-1 1 0,1-1 0,-1 1 0,1 0 0,-1-1 0,1 1 0,0-1 0,-1 1 0,1 0 0,0-1 0,0 1 0,-1 0 0,1 0 0,0-1 0,0 1 0,0 0 0,0-1 0,0 1 0,0 1 0,0 22 0,2-10 0,1 0 0,0 0 0,1 0 0,1-1 0,0 1 0,0-1 0,1-1 0,1 1 0,15 20 0,-16-24 0,-4-5 0,1-1 0,-1 1 0,1-1 0,0 0 0,0 0 0,5 4 0,-8-6 0,1-1 0,0 0 0,-1 1 0,1-1 0,-1 0 0,1 0 0,0 1 0,-1-1 0,1 0 0,0 0 0,0 0 0,-1 0 0,1 0 0,0 0 0,-1 0 0,1 0 0,0 0 0,0 0 0,0-1 0,1 1 0,-1-1 0,0 0 0,0 1 0,0-1 0,0 0 0,0 0 0,0 0 0,0 1 0,-1-1 0,1 0 0,0 0 0,1-2 0,6-11 0,0 0 0,-1-1 0,5-15 0,-5 12 0,17-31 0,-23 47 0,0-1 0,1 1 0,0-1 0,-1 1 0,1 0 0,0 0 0,0 0 0,1 0 0,3-3 0,-5 4 0,0 1 0,0 0 0,0-1 0,0 1 0,0 0 0,0 0 0,0 0 0,0 0 0,0 0 0,0 0 0,0 0 0,0 0 0,0 1 0,0-1 0,0 0 0,0 0 0,0 1 0,0-1 0,0 1 0,0-1 0,0 1 0,0-1 0,-1 1 0,1 0 0,0-1 0,0 1 0,-1 0 0,1 0 0,0-1 0,-1 1 0,1 1 0,29 36 0,-20-24 0,1-1 0,17 18 0,-15-18 0,13 12 0,-24-24 0,0 1 0,1-1 0,-1 1 0,0-1 0,0 0 0,0 0 0,1 0 0,-1 0 0,1 0 0,4 1 0,-6-3 0,0 1 0,0 0 0,1 0 0,-1 0 0,0 0 0,0-1 0,0 1 0,0-1 0,0 1 0,0-1 0,0 1 0,0-1 0,0 0 0,0 1 0,0-1 0,0 0 0,0 0 0,0 0 0,0 1 0,-1-1 0,1 0 0,0 0 0,-1 0 0,1 0 0,0-2 0,2-4 0,0-1 0,4-13 0,-4 10 0,4-12 0,-6 17 0,0 1 0,1-1 0,0 0 0,0 0 0,1 1 0,-1 0 0,5-7 0,-7 12 0,1-1 0,-1 1 0,1-1 0,0 1 0,-1-1 0,1 1 0,0-1 0,0 1 0,-1-1 0,1 1 0,0 0 0,0-1 0,-1 1 0,1 0 0,0 0 0,0-1 0,0 1 0,-1 0 0,1 0 0,0 0 0,0 0 0,0 0 0,0 0 0,-1 1 0,1-1 0,0 0 0,0 0 0,0 1 0,-1-1 0,1 0 0,0 1 0,0-1 0,-1 0 0,1 1 0,0-1 0,0 2 0,5 2 0,-1 0 0,0 1 0,7 9 0,-4-5 0,22 20 0,-1 2 0,37 50 0,-51-51-1365,-10-18-5461</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7.347"/>
    </inkml:context>
    <inkml:brush xml:id="br0">
      <inkml:brushProperty name="width" value="0.05" units="cm"/>
      <inkml:brushProperty name="height" value="0.05" units="cm"/>
    </inkml:brush>
  </inkml:definitions>
  <inkml:trace contextRef="#ctx0" brushRef="#br0">0 0 24575,'89'9'0,"94"22"0,-154-28 0,-23-2 0,0-1 0,0 1 0,-1 0 0,8 3 0,-11-4 0,0 1 0,0 0 0,0 0 0,0 0 0,0 0 0,-1 1 0,1-1 0,0 0 0,-1 1 0,1-1 0,-1 1 0,0 0 0,1-1 0,-1 1 0,2 3 0,4 13 0,0 0 0,-2 0 0,6 28 0,-3-16 0,60 315 0,-28-186 0,-28-119 0,-12-39 0,0 1 0,0-1 0,0 0 0,0 0 0,0 0 0,0 0 0,0 0 0,0 0 0,0 0 0,0 0 0,-1 0 0,1 0 0,0 0 0,-1 0 0,1 0 0,0 0 0,-1 0 0,0 0 0,1 0 0,-1-1 0,1 1 0,-1 0 0,0 0 0,0 0 0,1-1 0,-1 1 0,0 0 0,0-1 0,0 1 0,0-1 0,0 1 0,0-1 0,0 0 0,0 1 0,0-1 0,0 0 0,-2 1 0,-4 1 0,0-1 0,0 0 0,-1 0 0,-6 0 0,5-1-118,-8 0-505,-30 5-1,33-2-6202</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39.596"/>
    </inkml:context>
    <inkml:brush xml:id="br0">
      <inkml:brushProperty name="width" value="0.05" units="cm"/>
      <inkml:brushProperty name="height" value="0.05" units="cm"/>
    </inkml:brush>
  </inkml:definitions>
  <inkml:trace contextRef="#ctx0" brushRef="#br0">6 107 24575,'-2'-5'0,"1"-1"0,0 1 0,0 0 0,1-1 0,-1 1 0,1-1 0,1 1 0,-1-1 0,3-10 0,-2 14 0,-1 0 0,1 0 0,0 0 0,0-1 0,1 1 0,-1 0 0,0 1 0,1-1 0,-1 0 0,1 0 0,-1 0 0,1 1 0,0-1 0,0 1 0,0 0 0,0-1 0,0 1 0,0 0 0,0 0 0,0 0 0,1 0 0,-1 1 0,0-1 0,0 1 0,4-1 0,14-1 0,-1 1 0,33 2 0,-10 1 0,-39-3 0,0 2 0,1-1 0,-1 0 0,0 1 0,1-1 0,-1 1 0,0 0 0,1 0 0,-1 0 0,4 2 0,-5-1 0,-1-1 0,1 0 0,-1 0 0,0 0 0,1 1 0,-1-1 0,0 1 0,0-1 0,0 1 0,0 0 0,0-1 0,0 1 0,-1 0 0,1-1 0,0 1 0,-1 0 0,0 0 0,1 0 0,-1 0 0,0 1 0,2 34 0,-1-23 0,0-1 0,3 19 0,-1-15 0,0 0 0,-2 1 0,0 28 0,-10 54 0,1 6 0,8-69 0,3 1 0,1-1 0,2 0 0,1-1 0,2 0 0,1 0 0,2 0 0,2-2 0,18 35 0,-20-46 0,31 69 0,-38-77 0,0-1 0,0 1 0,-1 0 0,2 22 0,-5-33 0,0 12 0,0 21 0,-1-34 0,0 1 0,0-1 0,-1 0 0,1 1 0,-1-1 0,0 0 0,0 0 0,0 1 0,0-1 0,0 0 0,-1 0 0,1 0 0,-4 3 0,3-4 0,0-1 0,0 1 0,0-1 0,0 0 0,0 0 0,0 1 0,-1-1 0,1-1 0,0 1 0,-1 0 0,1-1 0,-1 1 0,1-1 0,-4 1 0,-41-2 0,28 0 0,-143-1-1365,139 2-5461</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58.146"/>
    </inkml:context>
    <inkml:brush xml:id="br0">
      <inkml:brushProperty name="width" value="0.05" units="cm"/>
      <inkml:brushProperty name="height" value="0.05" units="cm"/>
    </inkml:brush>
  </inkml:definitions>
  <inkml:trace contextRef="#ctx0" brushRef="#br0">347 7 24575,'8'1'0,"-8"3"0,0-4 0,0 1 0,-1-1 0,1 1 0,-1-1 0,0 1 0,1-1 0,-1 1 0,1-1 0,-1 0 0,1 1 0,-1-1 0,0 0 0,1 0 0,-1 1 0,0-1 0,0 0 0,-16 3 0,0-2 0,0 0 0,1-1 0,-1 0 0,0-2 0,-24-4 0,13 2 0,-32-1 0,28 6-35,22 0-186,-1 0-1,0-1 0,1-1 0,-1 0 1,-10-2-1,12 0-6604</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5:58.488"/>
    </inkml:context>
    <inkml:brush xml:id="br0">
      <inkml:brushProperty name="width" value="0.05" units="cm"/>
      <inkml:brushProperty name="height" value="0.05" units="cm"/>
    </inkml:brush>
  </inkml:definitions>
  <inkml:trace contextRef="#ctx0" brushRef="#br0">243 29 24575,'-2'-3'0,"-4"0"0,-3 0 0,-3 0 0,-1 1 0,-2 1 0,0 1 0,0-1 0,-1 1 0,-2 0 0,0 1 0,-3-4 0,0 0 0,-1 0 0,0 0 0,4 2-8191</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03.444"/>
    </inkml:context>
    <inkml:brush xml:id="br0">
      <inkml:brushProperty name="width" value="0.05" units="cm"/>
      <inkml:brushProperty name="height" value="0.05" units="cm"/>
    </inkml:brush>
  </inkml:definitions>
  <inkml:trace contextRef="#ctx0" brushRef="#br0">9 36 24575,'-8'-35'0,"29"112"0,-11-31 0,-1 0 0,2-1 0,18 45 0,-4-37 0,-24-48 72,-6-8-1409,5 3 1237</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04.349"/>
    </inkml:context>
    <inkml:brush xml:id="br0">
      <inkml:brushProperty name="width" value="0.05" units="cm"/>
      <inkml:brushProperty name="height" value="0.05" units="cm"/>
    </inkml:brush>
  </inkml:definitions>
  <inkml:trace contextRef="#ctx0" brushRef="#br0">0 163 24575,'5'-9'0,"0"-1"0,1 1 0,0 0 0,0 0 0,1 1 0,12-12 0,-13 15 0,0 0 0,0 0 0,1 1 0,0 0 0,-1 1 0,1-1 0,0 1 0,1 1 0,-1-1 0,8-1 0,120-16 0,-51 9 0,-83 11 0,2 0 0,0-1 0,0 1 0,-1-1 0,1 0 0,0 0 0,0 0 0,-1 0 0,1 0 0,3-2 0,-6 3 0,0 0 0,0-1 0,0 1 0,0 0 0,0 0 0,0 0 0,0 0 0,0-1 0,0 1 0,0 0 0,0 0 0,-1 0 0,1 0 0,0 0 0,0-1 0,0 1 0,0 0 0,0 0 0,0 0 0,0 0 0,0 0 0,0 0 0,-1 0 0,1-1 0,0 1 0,0 0 0,0 0 0,0 0 0,0 0 0,-1 0 0,1 0 0,0 0 0,0 0 0,0 0 0,0 0 0,-1 0 0,1 0 0,0 0 0,0 0 0,0 0 0,0 0 0,-1 0 0,1 0 0,0 0 0,0 0 0,0 0 0,0 0 0,-11-1 0,-8 1 0,0 1 0,0 1 0,0 1 0,0 1 0,1 0 0,-1 1 0,-31 14 0,43-15 0,-1-1 0,1 1 0,0 0 0,1 1 0,-1-1 0,1 1 0,0 1 0,0-1 0,-8 10 0,11-11 0,0 1 0,-1 0 0,1 0 0,1 1 0,-1-1 0,1 1 0,0-1 0,0 1 0,1 0 0,0 0 0,0 0 0,0-1 0,0 10 0,2 18 0,-1-17 0,0-1 0,0 1 0,-4 16 0,4-32 0,0 1 0,0-1 0,0 1 0,0 0 0,0-1 0,0 1 0,0-1 0,0 1 0,0-1 0,0 1 0,0-1 0,0 1 0,0 0 0,0-1 0,0 1 0,1-1 0,-1 1 0,0-1 0,0 1 0,1-1 0,-1 1 0,0-1 0,1 0 0,-1 1 0,1-1 0,-1 1 0,0-1 0,1 0 0,-1 1 0,1-1 0,-1 0 0,1 1 0,-1-1 0,1 0 0,-1 0 0,1 0 0,-1 1 0,1-1 0,-1 0 0,1 0 0,0 0 0,-1 0 0,1 0 0,0 0 0,4 0 0,1-1 0,-1 1 0,0-1 0,6-1 0,-1 0 0,29-3 0,-1 3 0,72 3 0,-109-1 0,1 1 0,0-1 0,0 0 0,-1 1 0,1-1 0,-1 1 0,1-1 0,0 1 0,-1 0 0,1 0 0,-1-1 0,1 1 0,1 2 0,-3-3 0,1 1 0,-1-1 0,0 0 0,0 1 0,1-1 0,-1 0 0,0 1 0,0-1 0,0 0 0,0 1 0,1-1 0,-1 1 0,0-1 0,0 0 0,0 1 0,0-1 0,0 1 0,0-1 0,0 0 0,0 1 0,0-1 0,-1 1 0,1 0 0,0 0 0,-1 0 0,1 0 0,-1 0 0,0 0 0,1-1 0,-1 1 0,0 0 0,1 0 0,-1-1 0,0 1 0,0 0 0,-1 0 0,-13 7 0,1 0 0,-27 8 0,27-11 0,0 1 0,0 1 0,-25 15 0,35-20 0,1 1 0,-1 0 0,1 0 0,0 1 0,0-1 0,0 0 0,1 1 0,-1 0 0,1 0 0,-1 0 0,1 0 0,1 0 0,-1 0 0,0 0 0,1 1 0,0-1 0,-1 8 0,1-4 0,1 0 0,0 0 0,0 0 0,1 0 0,0 0 0,0 0 0,1 0 0,0 0 0,0 0 0,1 0 0,4 8 0,-5-13 0,-1 0 0,1 0 0,-1-1 0,1 1 0,0 0 0,0-1 0,1 1 0,-1-1 0,0 0 0,1 0 0,0 1 0,-1-2 0,1 1 0,0 0 0,0-1 0,0 1 0,0-1 0,0 0 0,0 0 0,0 0 0,0 0 0,1 0 0,-1-1 0,0 0 0,1 1 0,-1-1 0,0-1 0,1 1 0,3-1 0,24-5 0,1 2 0,55-1 0,1 5-1365,-75 0-5461</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05.126"/>
    </inkml:context>
    <inkml:brush xml:id="br0">
      <inkml:brushProperty name="width" value="0.05" units="cm"/>
      <inkml:brushProperty name="height" value="0.05" units="cm"/>
    </inkml:brush>
  </inkml:definitions>
  <inkml:trace contextRef="#ctx0" brushRef="#br0">300 82 24575,'-12'-8'0,"-13"-9"0,-36-18 0,53 31 0,1 1 0,-1 0 0,1 0 0,-1 1 0,0 0 0,0 1 0,0-1 0,0 1 0,0 1 0,-9 0 0,11 1 0,0 1 0,0 0 0,0 0 0,0 0 0,1 1 0,-1 0 0,1 0 0,-1 0 0,1 1 0,0-1 0,1 1 0,-1 1 0,1-1 0,-1 1 0,1-1 0,-5 9 0,7-9 0,0 0 0,0 0 0,1 0 0,-1 1 0,1-1 0,0 0 0,0 1 0,0-1 0,1 1 0,0-1 0,0 0 0,0 1 0,0-1 0,1 5 0,1 0 0,0 0 0,0 0 0,1 0 0,0-1 0,7 16 0,20 40 0,34 107 0,-15-35 0,52 174 0,-78-191 0,-14-61 0,-9-57 0,0 1 0,1-1 0,-1 1 0,1-1 0,-1 0 0,1 1 0,-1-1 0,1 0 0,0 1 0,0-1 0,0 0 0,0 0 0,0 0 0,0 0 0,0 0 0,0 0 0,0 0 0,1 0 0,-1 0 0,0 0 0,0-1 0,1 1 0,-1 0 0,1-1 0,-1 0 0,0 1 0,1-1 0,-1 0 0,1 1 0,-1-1 0,1 0 0,-1 0 0,1 0 0,-1 0 0,3-1 0,6 0 0,1-1 0,-1 0 0,0-1 0,11-4 0,-6 2 0,2-1-682,26-10-1,-31 9-6143</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06.937"/>
    </inkml:context>
    <inkml:brush xml:id="br0">
      <inkml:brushProperty name="width" value="0.05" units="cm"/>
      <inkml:brushProperty name="height" value="0.05" units="cm"/>
    </inkml:brush>
  </inkml:definitions>
  <inkml:trace contextRef="#ctx0" brushRef="#br0">1 0 24575,'0'3'0,"1"-1"0,0 1 0,0-1 0,0 0 0,1 0 0,-1 1 0,1-1 0,-1 0 0,1 0 0,2 2 0,0 0 0,11 12 0,1 0 0,1-2 0,0 0 0,31 19 0,-12-9 0,50 29 0,-59-39 0,-1 1 0,30 25 0,-47-32-1365</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07.199"/>
    </inkml:context>
    <inkml:brush xml:id="br0">
      <inkml:brushProperty name="width" value="0.05" units="cm"/>
      <inkml:brushProperty name="height" value="0.05" units="cm"/>
    </inkml:brush>
  </inkml:definitions>
  <inkml:trace contextRef="#ctx0" brushRef="#br0">190 0 24575,'-15'10'0,"-8"6"0,1 3 0,0 0 0,6 0 0,1-1 0,5-1 0,3-1 0,0-1 0,2 0 0,1 0 0,2 0 0,-1-3 0,-1-1 0,-2 0 0,-2 1 0,-3-1 0,1-3-8191</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07.937"/>
    </inkml:context>
    <inkml:brush xml:id="br0">
      <inkml:brushProperty name="width" value="0.05" units="cm"/>
      <inkml:brushProperty name="height" value="0.05" units="cm"/>
    </inkml:brush>
  </inkml:definitions>
  <inkml:trace contextRef="#ctx0" brushRef="#br0">122 13 24575,'-4'-2'0,"0"0"0,0 0 0,0 1 0,0 0 0,0-1 0,0 1 0,-1 1 0,1-1 0,0 1 0,-1 0 0,1 0 0,0 0 0,-1 0 0,-6 2 0,8-1 0,0 0 0,1 0 0,-1 0 0,1 1 0,-1-1 0,1 1 0,-1-1 0,1 1 0,0 0 0,0 0 0,0 0 0,0 0 0,0 0 0,0 1 0,0-1 0,1 1 0,-1-1 0,1 1 0,0-1 0,0 1 0,0 0 0,0 0 0,-1 2 0,1 4 0,-1 0 0,1 0 0,0 0 0,1 1 0,0-1 0,1 0 0,2 15 0,20 66 0,-7-31 0,-9-29 0,-1 0 0,-2 0 0,0 35 0,3 32 0,0-8 0,-5-67 0,6 34 0,-3-28 0,-5-25 0,1 1 0,0-1 0,-1 1 0,2-1 0,-1 1 0,0-1 0,0 1 0,1-1 0,0 0 0,4 6 0,-5-8 0,1 1 0,0 0 0,0-1 0,0 0 0,0 1 0,0-1 0,0 0 0,0 0 0,0 0 0,1 0 0,-1-1 0,0 1 0,0-1 0,1 1 0,-1-1 0,1 0 0,2 1 0,43 4 0,-30-2 0,21 0 0,-33-4-170,0 1-1,0 0 0,0-1 1,-1 0-1,1-1 0,0 1 1,9-5-1,-5 1-6655</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08.450"/>
    </inkml:context>
    <inkml:brush xml:id="br0">
      <inkml:brushProperty name="width" value="0.05" units="cm"/>
      <inkml:brushProperty name="height" value="0.05" units="cm"/>
    </inkml:brush>
  </inkml:definitions>
  <inkml:trace contextRef="#ctx0" brushRef="#br0">20 27 24575,'-1'-3'0,"-1"-1"0,0 1 0,0-1 0,0 1 0,-1 0 0,-2-4 0,3 9 0,2 6 0,1 8 0,53 235 0,-25-124 0,-7-27 0,-21-91 120,-1-9-143,0 0 0,0 0-1,0 0 1,0 1 0,0-1 0,0 0 0,0 0-1,0 0 1,0 0 0,0 0 0,0 0 0,0 0-1,0 1 1,0-1 0,0 0 0,0 0 0,0 0-1,0 0 1,0 0 0,0 0 0,0 0 0,0 0-1,0 1 1,0-1 0,0 0 0,0 0 0,0 0-1,-1 0 1,1 0 0,0 0 0,0 0 0,0 0-1,0 0 1,0 0 0,0 0 0,0 0-1,0 1 1,0-1 0,0 0 0,-1 0 0,1 0-1,0 0 1,0 0 0,0 0 0,0 0 0,0 0-1,0 0 1,0 0 0,-1 0 0,1 0 0,0 0-1,0 0 1,0 0 0,0 0 0,0 0 0,0 0-1,0 0 1,0-1 0,-1 1 0,1 0 0,0 0-1,0 0 1,0 0 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08.872"/>
    </inkml:context>
    <inkml:brush xml:id="br0">
      <inkml:brushProperty name="width" value="0.05" units="cm"/>
      <inkml:brushProperty name="height" value="0.05" units="cm"/>
    </inkml:brush>
  </inkml:definitions>
  <inkml:trace contextRef="#ctx0" brushRef="#br0">158 0 24575,'-8'3'0,"-1"0"0,0 0 0,1 1 0,0 0 0,0 0 0,0 1 0,0 0 0,1 1 0,0 0 0,0 0 0,0 0 0,1 1 0,0 0 0,0 0 0,1 1 0,0-1 0,0 1 0,-5 11 0,4-5 0,4-11 0,0 0 0,0 0 0,1 1 0,0-1 0,-1 1 0,1-1 0,0 1 0,0 0 0,1-1 0,-1 1 0,1 4 0,0-7 0,1 0 0,-1 0 0,1 0 0,-1 0 0,1 0 0,0 0 0,-1-1 0,1 1 0,0 0 0,0 0 0,0-1 0,-1 1 0,1 0 0,0-1 0,0 1 0,0-1 0,0 1 0,0-1 0,0 1 0,0-1 0,0 0 0,0 0 0,0 1 0,1-1 0,1 0 0,32 0 0,-27 0 0,29 0 0,-1 2 0,1 1 0,48 10 0,-68-9-85,33 8-1195,-40-9-5546</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09.292"/>
    </inkml:context>
    <inkml:brush xml:id="br0">
      <inkml:brushProperty name="width" value="0.05" units="cm"/>
      <inkml:brushProperty name="height" value="0.05" units="cm"/>
    </inkml:brush>
  </inkml:definitions>
  <inkml:trace contextRef="#ctx0" brushRef="#br0">9 3 24575,'0'0'0,"0"0"0,0 0 0,0-1 0,-1 1 0,1 0 0,0 0 0,0 0 0,0 0 0,0-1 0,0 1 0,-1 0 0,1 0 0,0 0 0,0 0 0,0 0 0,-1 0 0,1 0 0,0-1 0,0 1 0,0 0 0,-1 0 0,1 0 0,0 0 0,0 0 0,0 0 0,-1 0 0,1 0 0,0 0 0,0 0 0,0 0 0,-1 0 0,1 0 0,0 1 0,-2 6 0,4 14 0,-2-19 0,7 27 0,0-1 0,2-1 0,20 44 0,-25-60 0,3 2-243,0 0 0,16 22-1,-19-29-391,2 3-6191</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09.480"/>
    </inkml:context>
    <inkml:brush xml:id="br0">
      <inkml:brushProperty name="width" value="0.05" units="cm"/>
      <inkml:brushProperty name="height" value="0.05" units="cm"/>
    </inkml:brush>
  </inkml:definitions>
  <inkml:trace contextRef="#ctx0" brushRef="#br0">232 1 24575,'-20'0'0,"-9"0"0,-2 0 0,1 2 0,4 2 0,3-1 0,4 2 0,0 0 0,0-1 0,3 0-8191</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0.307"/>
    </inkml:context>
    <inkml:brush xml:id="br0">
      <inkml:brushProperty name="width" value="0.05" units="cm"/>
      <inkml:brushProperty name="height" value="0.05" units="cm"/>
    </inkml:brush>
  </inkml:definitions>
  <inkml:trace contextRef="#ctx0" brushRef="#br0">0 1 24575,'14'28'0,"-2"2"0,0-1 0,2 0 0,27 42 0,-39-68 0,1 0 0,0 0 0,0 0 0,-1 0 0,2 0 0,-1 0 0,0-1 0,4 3 0,-6-5 0,0 1 0,0-1 0,0 1 0,0-1 0,0 0 0,0 0 0,0 1 0,-1-1 0,1 0 0,0 0 0,0 0 0,0 0 0,0 0 0,0 0 0,0 0 0,0 0 0,0 0 0,0-1 0,0 1 0,0 0 0,0-1 0,0 1 0,0 0 0,0-1 0,-1 1 0,1-1 0,0 0 0,0 1 0,0-1 0,-1 1 0,1-1 0,0 0 0,-1 0 0,1 1 0,-1-1 0,1 0 0,-1 0 0,1 0 0,0-1 0,1-4 0,0-1 0,0 1 0,-1-1 0,0 1 0,0-1 0,0 1 0,-1-1 0,-1-10 0,1 6 0,1 1 0,1-15 0,0 14 0,-2 7 0,1 0 0,0-1 0,0 1 0,0 0 0,0 0 0,0 0 0,1 0 0,0 0 0,0 1 0,4-8 0,-5 11 0,0-1 0,-1 1 0,1-1 0,0 1 0,0 0 0,-1 0 0,1-1 0,0 1 0,0 0 0,-1 0 0,1 0 0,0 0 0,0 0 0,0 0 0,-1 0 0,1 0 0,0 0 0,0 0 0,0 0 0,-1 0 0,1 0 0,0 1 0,0-1 0,-1 0 0,1 1 0,0-1 0,-1 1 0,1-1 0,0 1 0,-1-1 0,1 1 0,0-1 0,0 2 0,22 22 0,-19-20 0,9 12 0,-2-3 0,22 22 0,-29-32 0,-1-1 0,0 1 0,1 0 0,0-1 0,-1 0 0,1 0 0,0 0 0,0-1 0,0 1 0,0-1 0,1 0 0,5 1 0,-9-2 0,1 1 0,-1-1 0,1 0 0,-1 0 0,0-1 0,1 1 0,-1 0 0,1 0 0,-1-1 0,0 1 0,1-1 0,-1 1 0,0-1 0,1 1 0,-1-1 0,0 0 0,0 0 0,1 1 0,-1-1 0,0 0 0,0 0 0,0 0 0,0-1 0,1 0 0,0-3 0,1 0 0,-1 0 0,0 0 0,-1 0 0,2-8 0,-2 10 0,0 0 0,-1-1 0,1 1 0,0-1 0,1 1 0,-1 0 0,1 0 0,-1 0 0,1 0 0,0 0 0,0 0 0,4-4 0,-5 7 0,0-1 0,1 0 0,-1 1 0,0-1 0,1 0 0,-1 1 0,1 0 0,-1-1 0,1 1 0,-1 0 0,1 0 0,-1 0 0,1 0 0,0 0 0,-1 0 0,1 0 0,-1 0 0,1 1 0,-1-1 0,1 1 0,-1-1 0,0 1 0,1-1 0,-1 1 0,0 0 0,1 0 0,-1-1 0,0 1 0,3 2 0,3 4 0,0-1 0,-1 1 0,10 12 0,-12-14 0,14 16-67,-9-11-257,-1 0-1,0 0 1,12 22-1,-16-21-6501</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0.975"/>
    </inkml:context>
    <inkml:brush xml:id="br0">
      <inkml:brushProperty name="width" value="0.05" units="cm"/>
      <inkml:brushProperty name="height" value="0.05" units="cm"/>
    </inkml:brush>
  </inkml:definitions>
  <inkml:trace contextRef="#ctx0" brushRef="#br0">1 4 24575,'19'-2'0,"1"1"0,0 1 0,-1 0 0,1 2 0,0 1 0,-1 0 0,28 8 0,-37-7 0,0 1 0,0 0 0,0 0 0,10 9 0,5 2 0,-24-16 0,0 1 0,0 0 0,0-1 0,0 1 0,0 0 0,0 0 0,0 0 0,0 0 0,0 0 0,0 0 0,0 0 0,-1 1 0,1-1 0,0 0 0,-1 0 0,1 1 0,-1-1 0,0 0 0,1 1 0,-1-1 0,0 0 0,0 1 0,0-1 0,0 3 0,0 1 0,-1 1 0,0 0 0,-1-1 0,-3 10 0,-4 15 0,7-2 0,0 0 0,2 1 0,1-1 0,9 55 0,34 109 0,-42-185 0,5 17 0,6 25 0,-13-45 0,1 0 0,-1 0 0,1 0 0,-1 1 0,-1-1 0,1 0 0,0 0 0,-1 0 0,-2 7 0,2-9 3,0 0 0,0 0 0,0 0 0,-1 0 0,1 0 1,-1 0-1,1-1 0,-1 1 0,0 0 0,0-1 0,0 1 0,1-1 0,-1 0 0,-1 0 0,1 0 0,0 0 0,0 0 0,0 0 0,-1 0 0,1 0 0,0-1 0,0 0 0,-4 1 0,-6 0-134,-1 0 0,0-1-1,-14-1 1,8-1-782,6 2-5913</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2.868"/>
    </inkml:context>
    <inkml:brush xml:id="br0">
      <inkml:brushProperty name="width" value="0.05" units="cm"/>
      <inkml:brushProperty name="height" value="0.05" units="cm"/>
    </inkml:brush>
  </inkml:definitions>
  <inkml:trace contextRef="#ctx0" brushRef="#br0">8 8 24575,'-7'-7'0,"11"11"0,13 13 0,29 25 0,57 40 0,-47-40 0,89 61 0,-142-102 0,-1 1 0,0-1 0,0 1 0,-1 0 0,1 0 0,0 0 0,0 0 0,1 4 0,-3-6 1,0 0 0,0-1 0,0 1 0,0 0 0,0 0 0,0 0 0,0 0 0,0 0-1,0 0 1,-1 0 0,1 0 0,0 0 0,0 0 0,0 0 0,0 0 0,0 0 0,0 0 0,0 0-1,0 0 1,-1 0 0,1 0 0,0 0 0,0 0 0,0 0 0,0 0 0,0 0 0,0 0 0,0 0 0,0 0-1,0 0 1,-1 0 0,1 0 0,0 0 0,0 1 0,0-1 0,0 0 0,0 0 0,0 0 0,0 0 0,0 0-1,0 0 1,0 0 0,0 0 0,0 0 0,0 0 0,0 1 0,0-1 0,0 0 0,0 0 0,0 0-1,0 0 1,0 0 0,0 0 0,0 0 0,0 0 0,0 0 0,0 1 0,0-1 0,0 0 0,0 0 0,0 0-1,0 0 1,0 0 0,-7-4-1424</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3.182"/>
    </inkml:context>
    <inkml:brush xml:id="br0">
      <inkml:brushProperty name="width" value="0.05" units="cm"/>
      <inkml:brushProperty name="height" value="0.05" units="cm"/>
    </inkml:brush>
  </inkml:definitions>
  <inkml:trace contextRef="#ctx0" brushRef="#br0">202 7 24575,'0'0'0,"0"-1"0,0 1 0,0 0 0,0 0 0,0-1 0,0 1 0,0 0 0,0 0 0,0 0 0,-1-1 0,1 1 0,0 0 0,0 0 0,0-1 0,0 1 0,0 0 0,0 0 0,0 0 0,-1-1 0,1 1 0,0 0 0,0 0 0,0 0 0,0 0 0,-1-1 0,1 1 0,0 0 0,0 0 0,0 0 0,-1 0 0,1 0 0,0 0 0,-1 0 0,-8 1 0,-8 10 0,11-6 0,1 0 0,0 0 0,0 1 0,0 0 0,0 0 0,1 0 0,0 1 0,1 0 0,-1-1 0,-3 14 0,1 2 0,0-1 0,-2 29 0,-5 23 0,10-64 0,0 0 0,0 0 0,-1 0 0,0 0 0,-8 13 0,-36 38-1365,41-51-5461</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3.989"/>
    </inkml:context>
    <inkml:brush xml:id="br0">
      <inkml:brushProperty name="width" value="0.05" units="cm"/>
      <inkml:brushProperty name="height" value="0.05" units="cm"/>
    </inkml:brush>
  </inkml:definitions>
  <inkml:trace contextRef="#ctx0" brushRef="#br0">2 7 24575,'-1'-6'0,"9"12"0,18 24 0,-15-18 0,10 12 0,2-2 0,0 0 0,2-1 0,47 30 0,-60-43-1365,-3-1-5461</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4.255"/>
    </inkml:context>
    <inkml:brush xml:id="br0">
      <inkml:brushProperty name="width" value="0.05" units="cm"/>
      <inkml:brushProperty name="height" value="0.05" units="cm"/>
    </inkml:brush>
  </inkml:definitions>
  <inkml:trace contextRef="#ctx0" brushRef="#br0">113 0 24575,'-7'10'0,"-3"6"0,-2 2 0,1 2 0,2-1 0,1-1 0,1 1 0,-1 1 0,2-2 0,1 0 0,-1-2 0,1 0 0,1-1 0,-2-2 0,1-2 0,1-5 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4.427"/>
    </inkml:context>
    <inkml:brush xml:id="br0">
      <inkml:brushProperty name="width" value="0.05" units="cm"/>
      <inkml:brushProperty name="height" value="0.05" units="cm"/>
    </inkml:brush>
  </inkml:definitions>
  <inkml:trace contextRef="#ctx0" brushRef="#br0">360 46 24575,'-28'-7'0,"-14"-3"0,-2 0 0,1 2 0,5 3 0,8 2 0,2 1 0,5 1 0,0 3 0,2 2 0,0 2 0,3 1-8191</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6.742"/>
    </inkml:context>
    <inkml:brush xml:id="br0">
      <inkml:brushProperty name="width" value="0.05" units="cm"/>
      <inkml:brushProperty name="height" value="0.05" units="cm"/>
    </inkml:brush>
  </inkml:definitions>
  <inkml:trace contextRef="#ctx0" brushRef="#br0">356 46 24575,'-13'-3'0,"-122"-28"0,106 27 0,-1 0 0,-49 1 0,76 3 0,0 0 0,1 0 0,-1 0 0,0 1 0,1-1 0,-1 1 0,0 0 0,1 0 0,-1 0 0,1 0 0,0 0 0,-1 1 0,1-1 0,0 1 0,0-1 0,0 1 0,0 0 0,0 0 0,0 0 0,0 0 0,-2 3 0,2 0 0,0-1 0,-1 1 0,2 0 0,-1 0 0,0 0 0,1 0 0,0 0 0,0 0 0,1 0 0,-1 8 0,2 23 0,2 0 0,1 0 0,2-1 0,1 1 0,2-1 0,13 34 0,0 3 0,18 109 0,-37-157 0,-1 0 0,-2 29 0,2 20 0,-2-72 0,0 1 0,0-1 0,1 1 0,-1-1 0,1 0 0,-1 1 0,1-1 0,-1 0 0,1 1 0,0-1 0,0 0 0,0 0 0,0 1 0,0-1 0,0 0 0,0 0 0,0 0 0,0 0 0,0-1 0,0 1 0,1 0 0,-1 0 0,0-1 0,1 1 0,-1-1 0,0 1 0,1-1 0,-1 1 0,1-1 0,2 0 0,5 1 0,0 0 0,0-1 0,18-1 0,-11-1 0,126 1-1365,-126 1-5461</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7.322"/>
    </inkml:context>
    <inkml:brush xml:id="br0">
      <inkml:brushProperty name="width" value="0.05" units="cm"/>
      <inkml:brushProperty name="height" value="0.05" units="cm"/>
    </inkml:brush>
  </inkml:definitions>
  <inkml:trace contextRef="#ctx0" brushRef="#br0">1 0 24575,'1'10'0,"0"0"0,4 18 0,0-1 0,38 181 0,-25-131 0,11 85 0,-28-141-89,-1-15-71,1 1 1,-1 0-1,1 0 1,0-1-1,1 1 1,0-1-1,4 11 1,-1-8-6667</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7.699"/>
    </inkml:context>
    <inkml:brush xml:id="br0">
      <inkml:brushProperty name="width" value="0.05" units="cm"/>
      <inkml:brushProperty name="height" value="0.05" units="cm"/>
    </inkml:brush>
  </inkml:definitions>
  <inkml:trace contextRef="#ctx0" brushRef="#br0">112 12 24575,'0'-1'0,"-1"0"0,1 1 0,0-1 0,-1 0 0,1 1 0,0-1 0,-1 1 0,1-1 0,-1 1 0,1-1 0,-1 0 0,1 1 0,-1 0 0,1-1 0,-1 1 0,0-1 0,1 1 0,-1 0 0,1-1 0,-1 1 0,0 0 0,1 0 0,-1 0 0,0-1 0,0 1 0,1 0 0,-1 0 0,0 0 0,0 0 0,-1 1 0,0-1 0,1 1 0,-1 0 0,0-1 0,1 1 0,-1 0 0,1 0 0,-1 0 0,1 0 0,0 1 0,-3 1 0,-2 4 0,-1 1 0,1 0 0,-5 10 0,3-4 0,1 1 0,1-1 0,1 1 0,0 1 0,0-1 0,-1 17 0,6-32 0,-1 1 0,1-1 0,0 1 0,0 0 0,0-1 0,0 1 0,0 0 0,-1-1 0,1 1 0,0 0 0,1-1 0,-1 1 0,0 0 0,0-1 0,0 1 0,0 0 0,0-1 0,1 1 0,-1-1 0,0 1 0,0 0 0,1-1 0,-1 1 0,0-1 0,1 1 0,-1-1 0,1 1 0,-1-1 0,1 1 0,-1-1 0,1 0 0,0 1 0,1 0 0,0-1 0,1 0 0,-1 1 0,0-1 0,0 0 0,0-1 0,0 1 0,3-1 0,4 0 0,26-2 40,-1 1 0,39 4 0,-60-1-205,1 0 0,-1 2 0,0-1 0,0 2 0,0 0 0,-1 0 0,1 1 0,17 10 0,-19-8-6661</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8.416"/>
    </inkml:context>
    <inkml:brush xml:id="br0">
      <inkml:brushProperty name="width" value="0.05" units="cm"/>
      <inkml:brushProperty name="height" value="0.05" units="cm"/>
    </inkml:brush>
  </inkml:definitions>
  <inkml:trace contextRef="#ctx0" brushRef="#br0">0 61 24575,'5'-6'0,"0"0"0,0 0 0,1 1 0,-1-1 0,1 1 0,0 1 0,1-1 0,7-3 0,-11 6 0,1 1 0,-1 0 0,1-1 0,0 1 0,-1 1 0,1-1 0,0 0 0,0 1 0,0 0 0,-1 0 0,1 0 0,0 1 0,0-1 0,-1 1 0,1 0 0,0 0 0,-1 0 0,6 2 0,5 3 0,-1 0 0,1 1 0,-2 1 0,21 14 0,-31-20 0,0 0 0,-1 0 0,1 0 0,0 1 0,-1-1 0,1 0 0,-1 1 0,0-1 0,0 1 0,0 0 0,0-1 0,0 5 0,5 37 0,-3-11 0,28 85 0,-1-1 0,-22-79 0,0 0 0,-1 0 0,-2 1 0,-1 42 0,-3-69 0,-1-7 0,0 1 0,0-1 0,-1 0 0,1 0 0,-3 7 0,3-10 0,0-1 0,-1 0 0,0 0 0,1 1 0,-1-1 0,0 0 0,1 0 0,-1 0 0,0 0 0,0 0 0,0 0 0,0 0 0,0 0 0,0 0 0,0 0 0,-1-1 0,1 1 0,0 0 0,0-1 0,-1 1 0,1-1 0,0 1 0,-1-1 0,-2 1 0,-23 1-1365,14-3-5461</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6:19.423"/>
    </inkml:context>
    <inkml:brush xml:id="br0">
      <inkml:brushProperty name="width" value="0.05" units="cm"/>
      <inkml:brushProperty name="height" value="0.05" units="cm"/>
    </inkml:brush>
  </inkml:definitions>
  <inkml:trace contextRef="#ctx0" brushRef="#br0">1 6 24575,'12'-2'0,"0"0"0,0 1 0,0 1 0,0 0 0,21 3 0,57 16 0,-65-12 0,54 8 0,-78-15 0,0 0 0,0 0 0,0 0 0,1 0 0,-1 0 0,0-1 0,0 1 0,0 0 0,0 0 0,0-1 0,2 0 0,4 0 0,-7 2 0,0-1 0,1 1 0,-1-1 0,1 1 0,-1 0 0,0-1 0,0 1 0,1 0 0,-1 0 0,0-1 0,0 1 0,0 0 0,0 0 0,0-1 0,0 2 0,15 150 0,32 235 0,-6-225 0,-15-66 0,-14-54 0,-5-21 0,4 25 0,-9-40 0,-2 0 0,1 1 0,-1-1 0,0 1 0,0-1 0,0 1 0,-1-1 0,-2 9 0,2-12 3,0-1 0,0 1 0,0-1 1,0 0-1,-1 1 0,1-1 0,0 0 0,-1 0 0,0 1 0,0-1 0,1-1 0,-1 1 0,0 0 0,-1 0 0,1-1 0,0 1 1,0-1-1,-1 0 0,1 0 0,-1 1 0,1-2 0,-1 1 0,1 0 0,-4 0 0,-6 1-118,0-1 1,0 0-1,0-1 0,-15-2 0,6 1-753,8 1-5958</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01.298"/>
    </inkml:context>
    <inkml:brush xml:id="br0">
      <inkml:brushProperty name="width" value="0.05" units="cm"/>
      <inkml:brushProperty name="height" value="0.05" units="cm"/>
    </inkml:brush>
  </inkml:definitions>
  <inkml:trace contextRef="#ctx0" brushRef="#br0">0 17 24575,'0'-12'0,"0"7"0,0 12 0,0 49 0,9 70 0,-3-62 0,-5 112 0,-2-85 0,1-82-1365</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01.847"/>
    </inkml:context>
    <inkml:brush xml:id="br0">
      <inkml:brushProperty name="width" value="0.05" units="cm"/>
      <inkml:brushProperty name="height" value="0.05" units="cm"/>
    </inkml:brush>
  </inkml:definitions>
  <inkml:trace contextRef="#ctx0" brushRef="#br0">31 0 24575,'-5'10'0,"0"0"0,1 0 0,0 0 0,1 0 0,0 1 0,1-1 0,0 1 0,1 0 0,-1 17 0,5 28 0,18 103 0,-2-33 0,-18-115 0,1-4 0,-1 0 0,-1 0 0,1 0 0,-1-1 0,0 1 0,-1 0 0,1 0 0,-4 10 0,4-16-38,0-1 0,-1 1 0,1-1 1,-1 1-1,1 0 0,-1-1 0,1 1 0,-1-1 0,1 1 0,-1-1 0,0 0 0,1 1 0,-1-1 0,1 1 0,-1-1 0,0 0 1,1 0-1,-1 1 0,0-1 0,0 0 0,1 0 0,-1 0 0,0 0 0,0 0 0,1 0 0,-1 0 0,0 0 0,1 0 0,-1 0 1,0 0-1,0 0 0,1-1 0,-1 1 0,0 0 0,0-1 0,-7-4-6788</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02.547"/>
    </inkml:context>
    <inkml:brush xml:id="br0">
      <inkml:brushProperty name="width" value="0.05" units="cm"/>
      <inkml:brushProperty name="height" value="0.05" units="cm"/>
    </inkml:brush>
  </inkml:definitions>
  <inkml:trace contextRef="#ctx0" brushRef="#br0">631 431 24575,'-5'-1'0,"1"0"0,-1 0 0,1 0 0,-1-1 0,1 0 0,0 0 0,0 0 0,-5-4 0,-4-1 0,-12-6 0,1-1 0,1-1 0,-35-31 0,-58-62 0,97 89 0,-2-2 0,0-1 0,2 0 0,0-2 0,-28-47 0,44 66 0,1 2 0,1-1 0,-1 1 0,0 0 0,0 0 0,-3-3 0,5 6 0,-1-1 0,1 1 0,0 0 0,-1-1 0,1 1 0,-1 0 0,1-1 0,-1 1 0,1 0 0,-1 0 0,1 0 0,0 0 0,-1-1 0,1 1 0,-1 0 0,1 0 0,-1 0 0,1 0 0,-1 0 0,1 0 0,-1 0 0,1 0 0,-1 0 0,1 0 0,-1 1 0,1-1 0,-1 0 0,1 0 0,-1 0 0,1 1 0,-1-1 0,1 0 0,-1 0 0,1 1 0,0-1 0,-1 0 0,1 1 0,0-1 0,-1 0 0,1 1 0,0-1 0,-1 1 0,1-1 0,0 1 0,-85 123 0,68-98 0,10-15-40,2 1-1,0-1 1,0 1 0,1 0-1,-4 19 1,2-8-1083,3-10-5703</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03.407"/>
    </inkml:context>
    <inkml:brush xml:id="br0">
      <inkml:brushProperty name="width" value="0.05" units="cm"/>
      <inkml:brushProperty name="height" value="0.05" units="cm"/>
    </inkml:brush>
  </inkml:definitions>
  <inkml:trace contextRef="#ctx0" brushRef="#br0">638 99 24575,'1'0'0,"-1"-1"0,0 1 0,1-1 0,-1 0 0,0 1 0,0-1 0,1 1 0,-1-1 0,0 0 0,0 1 0,0-1 0,0 0 0,0 1 0,0-1 0,0 1 0,0-1 0,0-1 0,0 2 0,0 0 0,-1 0 0,1 0 0,0 0 0,0 0 0,0 0 0,-1-1 0,1 1 0,0 0 0,0 0 0,-1 0 0,1 0 0,0 0 0,0 0 0,-1 0 0,1 0 0,0 0 0,0 0 0,-1 0 0,1 0 0,0 0 0,0 0 0,-1 0 0,1 0 0,0 1 0,0-1 0,0 0 0,-1 0 0,-2 1 0,0 1 0,1-1 0,-1 1 0,1 0 0,-5 3 0,-14 17 0,1 0 0,1 2 0,-24 37 0,28-33 0,1 0 0,2 0 0,-13 39 0,12-28 0,-21 41 0,33-79 0,1 1 0,-1-1 0,0 0 0,1 0 0,-1 0 0,0 1 0,0-1 0,0 0 0,1 0 0,-1 0 0,0 0 0,-1 0 0,1-1 0,0 1 0,0 0 0,0 0 0,0-1 0,-1 1 0,1-1 0,0 1 0,-1-1 0,-1 1 0,1-1 0,1 0 0,0-1 0,-1 1 0,1 0 0,-1-1 0,1 0 0,0 1 0,-1-1 0,1 0 0,0 1 0,0-1 0,0 0 0,0 0 0,-1 0 0,1 0 0,0 0 0,1-1 0,-1 1 0,0 0 0,0 0 0,0-2 0,-36-56 0,-18-30 0,-95-138 0,142 214-109,-1-2-71,0 1 1,-1 0-1,0 1 1,-1 0 0,-1 1-1,-15-13 1,18 19-6647</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1.132"/>
    </inkml:context>
    <inkml:brush xml:id="br0">
      <inkml:brushProperty name="width" value="0.05" units="cm"/>
      <inkml:brushProperty name="height" value="0.05" units="cm"/>
    </inkml:brush>
  </inkml:definitions>
  <inkml:trace contextRef="#ctx0" brushRef="#br0">61 17 24575,'-3'-2'0,"1"0"0,-1 0 0,0 1 0,0-1 0,1 1 0,-1-1 0,0 1 0,0 0 0,-1 0 0,-5 0 0,8 1 0,0 0 0,1 0 0,-1 0 0,0 0 0,0 0 0,0 0 0,0 0 0,1 1 0,-1-1 0,0 0 0,0 0 0,1 1 0,-1-1 0,0 1 0,1-1 0,-1 1 0,0-1 0,0 2 0,0-1 0,0 0 0,0 0 0,1 1 0,-1-1 0,0 1 0,1-1 0,-1 0 0,1 1 0,0-1 0,-1 1 0,1-1 0,0 1 0,0 2 0,1 13 0,0 0 0,2 0 0,0 0 0,5 16 0,4 19 0,-9-33 0,2 8 0,0-1 0,-2 0 0,-1 1 0,-3 39 0,1-65 5,0 0-1,0 0 1,0 0 0,0 0-1,0 0 1,0 0-1,-1 0 1,1-1 0,0 1-1,-1 0 1,1 0 0,-1 0-1,1 0 1,-1 0-1,1-1 1,-1 1 0,0 0-1,1 0 1,-1-1-1,0 1 1,1 0 0,-1-1-1,0 1 1,0-1-1,-1 1 1,1-1-73,0 0 1,0 1-1,0-1 1,0 0-1,0-1 1,-1 1-1,1 0 1,0 0-1,0 0 1,0-1-1,0 1 1,0 0-1,0-1 1,0 1-1,0-1 1,0 1-1,0-1 1,0 0-1,0 1 1,1-1-1,-2-1 1,-7-7-6759</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1.478"/>
    </inkml:context>
    <inkml:brush xml:id="br0">
      <inkml:brushProperty name="width" value="0.05" units="cm"/>
      <inkml:brushProperty name="height" value="0.05" units="cm"/>
    </inkml:brush>
  </inkml:definitions>
  <inkml:trace contextRef="#ctx0" brushRef="#br0">90 66 24575,'18'-10'0,"0"1"0,0 0 0,1 1 0,0 1 0,1 1 0,33-6 0,-38 10 0,1 0 0,-1 2 0,1 0 0,-1 1 0,1 0 0,-1 1 0,0 1 0,0 0 0,20 8 0,-11-2 0,0 1 0,-1 1 0,0 1 0,26 19 0,-36-22 0,0 1 0,-1 1 0,-1-1 0,1 2 0,-2 0 0,1 0 0,-2 0 0,9 16 0,-15-23 0,0 1 0,0 0 0,-1 0 0,0 0 0,0 0 0,0 0 0,-1 0 0,0 1 0,0-1 0,-1 0 0,0 1 0,0-1 0,-1 8 0,0-8 0,0-1 0,-1 0 0,1 1 0,-1-1 0,0 0 0,-1 0 0,1 0 0,-1 0 0,0-1 0,0 1 0,-1-1 0,1 1 0,-1-1 0,0 0 0,-6 4 0,-3 1 0,-1 0 0,0 0 0,0-1 0,-1-1 0,0-1 0,0 0 0,-22 5 0,-2-2 0,-73 8 0,-138-12-4,150-7-1357,88 2-5465</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1.947"/>
    </inkml:context>
    <inkml:brush xml:id="br0">
      <inkml:brushProperty name="width" value="0.05" units="cm"/>
      <inkml:brushProperty name="height" value="0.05" units="cm"/>
    </inkml:brush>
  </inkml:definitions>
  <inkml:trace contextRef="#ctx0" brushRef="#br0">8 1 24575,'-2'4'0,"1"0"0,0-1 0,0 1 0,0 0 0,0 0 0,1 0 0,-1 0 0,1 1 0,0-1 0,0 0 0,1 0 0,-1 0 0,1 0 0,0 0 0,0 0 0,4 7 0,1 4 0,2 1 0,15 23 0,-20-33 0,20 30 0,-2 1 0,17 46 0,-37-83-29,-1 1 0,0-1 0,0 0 0,0 1 0,1-1 0,-1 0 0,0 1 0,0-1 0,0 0 0,0 1 0,0-1 0,0 1 0,0-1 0,0 0 0,0 1-1,0-1 1,0 0 0,0 1 0,0-1 0,0 1 0,0-1 0,0 0 0,0 1 0,0-1 0,-1 0 0,1 1 0,0-1 0,0 0 0,0 1 0,-1-1 0,1 0 0,0 1 0,0-1 0,-1 0 0,1 0 0,0 1-1,-1-1 1,1 0 0,0 0 0,0 0 0,-1 1 0,1-1 0,-1 0 0,1 0 0,0 0 0,-1 0 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2.238"/>
    </inkml:context>
    <inkml:brush xml:id="br0">
      <inkml:brushProperty name="width" value="0.05" units="cm"/>
      <inkml:brushProperty name="height" value="0.05" units="cm"/>
    </inkml:brush>
  </inkml:definitions>
  <inkml:trace contextRef="#ctx0" brushRef="#br0">720 123 24575,'-5'-2'0,"-212"-88"0,193 83 0,0 0 0,-1 1 0,0 2 0,0 1 0,0 0 0,0 2 0,-33 2 0,28 5-18,0 0 0,1 2 1,-1 1-1,-40 18 0,12-4-1258,38-16-5550</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2.713"/>
    </inkml:context>
    <inkml:brush xml:id="br0">
      <inkml:brushProperty name="width" value="0.05" units="cm"/>
      <inkml:brushProperty name="height" value="0.05" units="cm"/>
    </inkml:brush>
  </inkml:definitions>
  <inkml:trace contextRef="#ctx0" brushRef="#br0">4 1 24575,'-1'2'0,"1"1"0,-1 0 0,0 0 0,1-1 0,-1 1 0,1 0 0,0 0 0,0 0 0,0 0 0,0-1 0,1 1 0,-1 0 0,1 0 0,0 0 0,-1-1 0,3 5 0,2 5 0,1-1 0,8 14 0,-12-21 0,29 42 0,6 10 0,-33-49 0,-1 0 0,0 0 0,0 0 0,0 1 0,-1-1 0,2 12 0,-4-17-72,1-1 1,-1 1-1,0 0 0,0 0 0,0 0 0,0-1 0,0 1 0,0 0 1,0 0-1,-1 0 0,1-1 0,-1 1 0,1 0 0,-1 0 0,0-1 1,0 1-1,1-1 0,-3 3 0</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3.010"/>
    </inkml:context>
    <inkml:brush xml:id="br0">
      <inkml:brushProperty name="width" value="0.05" units="cm"/>
      <inkml:brushProperty name="height" value="0.05" units="cm"/>
    </inkml:brush>
  </inkml:definitions>
  <inkml:trace contextRef="#ctx0" brushRef="#br0">0 79 24575,'15'-15'0,"8"-5"0,2 1 0,2 6 0,-1 5 0,0 5 0,-2 4 0,-3 3 0,1 0 0,-2 2 0,-1 1 0,-1-2 0,-4 1 0,-7 0 0,-7-2 0</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3.309"/>
    </inkml:context>
    <inkml:brush xml:id="br0">
      <inkml:brushProperty name="width" value="0.05" units="cm"/>
      <inkml:brushProperty name="height" value="0.05" units="cm"/>
    </inkml:brush>
  </inkml:definitions>
  <inkml:trace contextRef="#ctx0" brushRef="#br0">1 1 24575,'48'1'0,"50"7"0,-58-3 0,17 3 0,65 0 0,-60-8-1365,-47 0-5461</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3.856"/>
    </inkml:context>
    <inkml:brush xml:id="br0">
      <inkml:brushProperty name="width" value="0.05" units="cm"/>
      <inkml:brushProperty name="height" value="0.05" units="cm"/>
    </inkml:brush>
  </inkml:definitions>
  <inkml:trace contextRef="#ctx0" brushRef="#br0">0 1 24575,'1'7'0,"0"0"0,0-1 0,1 1 0,0 0 0,3 8 0,1 2 0,45 120 0,-34-94 0,-2-13 18,-12-24-191,0-1 0,0 1 0,0 0 0,-1 0 1,1 0-1,-2 0 0,3 7 0</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4.136"/>
    </inkml:context>
    <inkml:brush xml:id="br0">
      <inkml:brushProperty name="width" value="0.05" units="cm"/>
      <inkml:brushProperty name="height" value="0.05" units="cm"/>
    </inkml:brush>
  </inkml:definitions>
  <inkml:trace contextRef="#ctx0" brushRef="#br0">493 82 24575,'-25'-15'0,"-11"-5"0,-4 1 0,2 4 0,5 6 0,6 6 0,2 5 0,0 2 0,3 4 0,-4 2 0,-1 0 0,-4 0 0,-5-1 0,-1-2 0,2 0 0,5-1-8191</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4.918"/>
    </inkml:context>
    <inkml:brush xml:id="br0">
      <inkml:brushProperty name="width" value="0.05" units="cm"/>
      <inkml:brushProperty name="height" value="0.05" units="cm"/>
    </inkml:brush>
  </inkml:definitions>
  <inkml:trace contextRef="#ctx0" brushRef="#br0">9 27 24575,'-6'-22'0,"4"18"0,5 15 0,42 167 0,-40-159-682,14 30-1,-14-40-6143</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9.115"/>
    </inkml:context>
    <inkml:brush xml:id="br0">
      <inkml:brushProperty name="width" value="0.05" units="cm"/>
      <inkml:brushProperty name="height" value="0.05" units="cm"/>
    </inkml:brush>
  </inkml:definitions>
  <inkml:trace contextRef="#ctx0" brushRef="#br0">662 89 24575,'2'-1'0,"-1"0"0,0 0 0,0 0 0,0 0 0,0 0 0,0-1 0,-1 1 0,1 0 0,0-1 0,-1 1 0,1 0 0,0-1 0,-1 1 0,0-1 0,1 1 0,-1-1 0,0 1 0,0-1 0,0 1 0,0-1 0,0-1 0,0 2 0,-1-1 0,0 1 0,1 0 0,-1-1 0,0 1 0,0 0 0,0 0 0,0-1 0,0 1 0,0 0 0,0 0 0,0 0 0,0 0 0,0 0 0,-1 1 0,1-1 0,0 0 0,-1 1 0,1-1 0,0 0 0,-3 0 0,-27-7 0,-1 1 0,0 1 0,-53-3 0,59 7 0,-7-1 0,-64 4 0,82 0 0,0 1 0,0 1 0,0 0 0,1 1 0,-1 0 0,-22 11 0,33-13 0,-18 9 0,-42 27 0,58-33 0,-1 0 0,1 0 0,0 1 0,0-1 0,1 2 0,0-1 0,0 0 0,0 1 0,1 0 0,-4 9 0,7-13 0,0-1 0,1 1 0,-1 0 0,1 0 0,0 0 0,-1 0 0,1 1 0,1-1 0,-1 0 0,0 0 0,1 0 0,-1 0 0,1-1 0,0 1 0,0 0 0,0 0 0,1 0 0,-1-1 0,2 4 0,4 4 0,0 1 0,0-1 0,11 11 0,-2-5 0,1-1 0,1 0 0,0-1 0,1-1 0,25 13 0,131 52 0,-42-22 0,-106-43 0,1 2 0,39 29 0,-62-40 0,0-1 0,-1 1 0,1 0 0,-1 1 0,0-1 0,0 1 0,-1-1 0,6 10 0,-9-12 0,1 0 0,0 0 0,0-1 0,-1 1 0,1 0 0,-1 0 0,0 0 0,1 0 0,-1 0 0,0 0 0,0 0 0,-1 0 0,1 0 0,0 0 0,0 0 0,-1 0 0,1 0 0,-1 0 0,0 0 0,0 0 0,0-1 0,0 1 0,0 0 0,0 0 0,0-1 0,0 1 0,0-1 0,-4 3 0,-1 2 0,-1-1 0,0 0 0,0 0 0,0-1 0,-1 0 0,1 0 0,-1-1 0,0 0 0,0 0 0,-10 1 0,-5 1 0,0-1 0,-33 1 0,-220-4 0,128-3 0,107 2-1365,25 0-5461</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9.459"/>
    </inkml:context>
    <inkml:brush xml:id="br0">
      <inkml:brushProperty name="width" value="0.05" units="cm"/>
      <inkml:brushProperty name="height" value="0.05" units="cm"/>
    </inkml:brush>
  </inkml:definitions>
  <inkml:trace contextRef="#ctx0" brushRef="#br0">58 0 24575,'-2'0'0,"0"0"0,-1 0 0,1 0 0,0 1 0,0-1 0,-1 0 0,1 1 0,0-1 0,0 1 0,0 0 0,0 0 0,0 0 0,0 0 0,0 0 0,0 0 0,0 0 0,0 1 0,0-1 0,1 1 0,-1-1 0,1 1 0,-1 0 0,1 0 0,-1-1 0,1 1 0,0 0 0,0 0 0,0 0 0,0 0 0,1 1 0,-1-1 0,0 0 0,1 0 0,-1 0 0,1 1 0,0-1 0,0 0 0,0 0 0,0 1 0,0-1 0,0 0 0,1 0 0,-1 0 0,1 1 0,1 3 0,2 3 13,1 0 1,0 0-1,1-1 0,0 1 0,0-1 0,1 0 0,0-1 0,13 12 1,-8-8-509,0 1 0,11 15 1,-15-15-6332</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19.911"/>
    </inkml:context>
    <inkml:brush xml:id="br0">
      <inkml:brushProperty name="width" value="0.05" units="cm"/>
      <inkml:brushProperty name="height" value="0.05" units="cm"/>
    </inkml:brush>
  </inkml:definitions>
  <inkml:trace contextRef="#ctx0" brushRef="#br0">0 30 24575,'5'-10'0,"5"-1"0,-1 4 0,2 6 0,-1 5 0,-3 8 0,0 3 0,0 2 0,-3 1 0,-1 3 0,-1-1 0,-1-1 0,-1 2 0,0 0 0,-1-2 0,1-4-8191</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0.535"/>
    </inkml:context>
    <inkml:brush xml:id="br0">
      <inkml:brushProperty name="width" value="0.05" units="cm"/>
      <inkml:brushProperty name="height" value="0.05" units="cm"/>
    </inkml:brush>
  </inkml:definitions>
  <inkml:trace contextRef="#ctx0" brushRef="#br0">1 1 24575,'29'28'0,"63"53"0,-25-25 0,-39-32 65,37 24-1,0-1-1558</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0.897"/>
    </inkml:context>
    <inkml:brush xml:id="br0">
      <inkml:brushProperty name="width" value="0.05" units="cm"/>
      <inkml:brushProperty name="height" value="0.05" units="cm"/>
    </inkml:brush>
  </inkml:definitions>
  <inkml:trace contextRef="#ctx0" brushRef="#br0">265 1 24575,'-14'3'0,"0"1"0,1 0 0,0 2 0,-21 9 0,30-12 0,0-1 0,0 1 0,-1 0 0,2 1 0,-1-1 0,0 1 0,1 0 0,-1 0 0,1 0 0,0 0 0,1 0 0,-1 1 0,1-1 0,-1 1 0,1 0 0,-1 5 0,0 2 0,-1 0 0,0 0 0,0 0 0,-1 0 0,-1-1 0,0 0 0,0 0 0,-1-1 0,-1 1 0,-13 13 0,-15 16-1365,26-28-5461</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1.659"/>
    </inkml:context>
    <inkml:brush xml:id="br0">
      <inkml:brushProperty name="width" value="0.05" units="cm"/>
      <inkml:brushProperty name="height" value="0.05" units="cm"/>
    </inkml:brush>
  </inkml:definitions>
  <inkml:trace contextRef="#ctx0" brushRef="#br0">122 20 24575,'0'-1'0,"0"1"0,0-1 0,0 0 0,0 0 0,0 1 0,0-1 0,0 0 0,0 0 0,0 1 0,-1-1 0,1 0 0,0 1 0,-1-1 0,1 0 0,0 1 0,-1-1 0,1 0 0,-1 1 0,1-1 0,-1 1 0,1-1 0,-1 1 0,1-1 0,-1 1 0,0-1 0,1 1 0,-1 0 0,0-1 0,1 1 0,-1 0 0,0-1 0,1 1 0,-3 0 0,2 0 0,0 0 0,0 0 0,-1 0 0,1 0 0,0 0 0,-1 0 0,1 1 0,0-1 0,0 0 0,0 1 0,-1-1 0,1 1 0,0 0 0,0-1 0,0 1 0,0 0 0,0-1 0,0 1 0,-1 1 0,-4 5 0,1 0 0,0 0 0,1 0 0,-1 0 0,1 1 0,1-1 0,-5 13 0,-12 61 0,11-41 0,4-15 0,1 0 0,1 0 0,2 1 0,0-1 0,2 0 0,4 32 0,5-12 0,1 1 0,25 65 0,-24-78 0,-8-21-111,1 4-139,0 0-1,2 0 0,0-1 0,16 26 0,-14-28-6575</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2.223"/>
    </inkml:context>
    <inkml:brush xml:id="br0">
      <inkml:brushProperty name="width" value="0.05" units="cm"/>
      <inkml:brushProperty name="height" value="0.05" units="cm"/>
    </inkml:brush>
  </inkml:definitions>
  <inkml:trace contextRef="#ctx0" brushRef="#br0">13 134 24575,'-2'4'0,"0"1"0,0 0 0,1-1 0,-1 1 0,1 0 0,0 0 0,0 0 0,1 0 0,0-1 0,0 1 0,0 0 0,1 6 0,0-4 0,1 0 0,-1-1 0,2 1 0,-1 0 0,1-1 0,0 1 0,6 9 0,1-2 0,0-2 0,0 1 0,2-1 0,-1-1 0,1 0 0,22 15 0,-25-19 0,0-1 0,1-1 0,-1 1 0,1-2 0,0 1 0,0-2 0,1 1 0,-1-1 0,1-1 0,-1 0 0,21 2 0,-28-4 0,0-1 0,0 1 0,0 0 0,0-1 0,0 0 0,0 0 0,0 0 0,0 0 0,0 0 0,-1-1 0,1 1 0,0-1 0,-1 1 0,1-1 0,-1 0 0,0 0 0,1 0 0,-1-1 0,0 1 0,0 0 0,-1-1 0,1 1 0,0-1 0,-1 0 0,0 0 0,1 1 0,-1-1 0,0 0 0,-1 0 0,2-6 0,0 1 0,-1 0 0,0 0 0,-1 0 0,0 0 0,0-1 0,-1 1 0,0 0 0,0 0 0,-1 0 0,-3-10 0,3 7 0,2 11 0,0 0 0,0 0 0,0-1 0,0 1 0,0 0 0,0 0 0,0 0 0,0 0 0,0 0 0,0 0 0,0 0 0,0 0 0,0 0 0,0 0 0,0 0 0,0-1 0,0 1 0,0 0 0,0 0 0,0 0 0,0 0 0,0 0 0,1 0 0,-1 0 0,0 0 0,0 0 0,0 0 0,0 0 0,0 0 0,0 0 0,0 0 0,0 0 0,0 0 0,0 0 0,0 0 0,1 0 0,-1 0 0,0 0 0,0 0 0,0 0 0,0 0 0,0 0 0,0 0 0,0 0 0,0 0 0,0 0 0,0 0 0,1 0 0,-1 0 0,0 0 0,14 12 0,-6-6 0,7 6 0,0 0 0,2-1 0,18 9 0,-28-16 0,0-1 0,-1-1 0,1 1 0,0-1 0,0 0 0,0-1 0,0 0 0,1 0 0,-1 0 0,0-1 0,13-1 0,-17 1 0,0-1 0,-1 1 0,1-1 0,0 0 0,0 0 0,-1 0 0,1 0 0,0 0 0,-1 0 0,1-1 0,-1 0 0,1 1 0,-1-1 0,0 0 0,0 0 0,0 0 0,3-5 0,-3 4 0,0-1 0,0 1 0,-1-1 0,1 0 0,-1 1 0,0-1 0,0 0 0,0 0 0,-1 0 0,0 0 0,0-7 0,0 0 0,-2 0 0,0 1 0,0-1 0,-1 0 0,0 1 0,0 0 0,-1 0 0,-10-17 0,8 17-80,0-1 0,-1 1-1,-1 0 1,1 1 0,-2-1-1,1 2 1,-1-1 0,-1 1-1,1 1 1,-1-1 0,-1 2 0,1-1-1,-1 2 1,0-1 0,-1 2-1,-13-5 1,8 5-6746</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2.642"/>
    </inkml:context>
    <inkml:brush xml:id="br0">
      <inkml:brushProperty name="width" value="0.05" units="cm"/>
      <inkml:brushProperty name="height" value="0.05" units="cm"/>
    </inkml:brush>
  </inkml:definitions>
  <inkml:trace contextRef="#ctx0" brushRef="#br0">1 1 24575,'26'4'0,"0"1"0,-1 2 0,1 0 0,-1 2 0,-1 1 0,1 0 0,-2 2 0,0 1 0,0 1 0,-1 1 0,-1 1 0,0 0 0,-2 2 0,1 0 0,-2 2 0,-1 0 0,-1 1 0,0 0 0,-1 1 0,19 41 0,-17-27 0,-3 1 0,0 0 0,12 60 0,-21-73 0,-2-1 0,0 1 0,-2 0 0,0-1 0,-1 1 0,-2 0 0,-5 27 0,5-41 52,-1 0-1,0 0 1,-1 0 0,0 0-1,-1 0 1,0-1 0,0 0-1,-1 0 1,-8 10-1,4-8-553,0 0 0,-20 16-1,-8 1-4394,17-15 2594</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5.832"/>
    </inkml:context>
    <inkml:brush xml:id="br0">
      <inkml:brushProperty name="width" value="0.05" units="cm"/>
      <inkml:brushProperty name="height" value="0.05" units="cm"/>
    </inkml:brush>
  </inkml:definitions>
  <inkml:trace contextRef="#ctx0" brushRef="#br0">310 16 24575,'-16'0'0,"-6"0"0,-3 0 0,1-3 0,-2 0 0,3 0 0,1 0 0,3 1 0,2 1 0,1 1 0,1 2 0,1 1 0,-1 1 0,1 1 0,-1 0 0,1 0 0,2-2-8191</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6.129"/>
    </inkml:context>
    <inkml:brush xml:id="br0">
      <inkml:brushProperty name="width" value="0.05" units="cm"/>
      <inkml:brushProperty name="height" value="0.05" units="cm"/>
    </inkml:brush>
  </inkml:definitions>
  <inkml:trace contextRef="#ctx0" brushRef="#br0">265 21 24575,'-20'-5'0,"-10"-2"0,-1 1 0,1 3 0,4 3 0,4 1 0,2 0 0,6 3 0,2 1 0,0-1 0,1-1 0,-2-1 0,1-1 0,0 0-8191</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7.952"/>
    </inkml:context>
    <inkml:brush xml:id="br0">
      <inkml:brushProperty name="width" value="0.05" units="cm"/>
      <inkml:brushProperty name="height" value="0.05" units="cm"/>
    </inkml:brush>
  </inkml:definitions>
  <inkml:trace contextRef="#ctx0" brushRef="#br0">1154 18 24575,'12'-5'0,"33"-8"0,-71 29 0,15-12 0,1 0 0,-1-1 0,0-1 0,0 0 0,-21 1 0,-60-3 0,47-1 0,-813 0 0,851 1 0,0 1 0,0 0 0,0 0 0,-1 0 0,1 1 0,1 0 0,-1 0 0,-9 4 0,16-6 0,0 1 0,-1-1 0,1 0 0,0 0 0,-1 0 0,1 0 0,0 1 0,0-1 0,0 0 0,-1 0 0,1 0 0,0 1 0,0-1 0,0 0 0,-1 0 0,1 1 0,0-1 0,0 0 0,0 1 0,0-1 0,0 0 0,0 0 0,0 1 0,0-1 0,0 0 0,0 1 0,0-1 0,0 0 0,0 1 0,0-1 0,0 0 0,0 0 0,0 1 0,0-1 0,0 0 0,0 1 0,0-1 0,0 0 0,0 0 0,1 1 0,-1-1 0,0 0 0,0 0 0,0 1 0,1-1 0,-1 0 0,0 0 0,0 0 0,1 1 0,-1-1 0,0 0 0,0 0 0,1 0 0,-1 0 0,0 0 0,0 1 0,1-1 0,-1 0 0,1 0 0,20 9 0,-19-9 0,203 58 0,-100-32 0,-42-10 0,51 16 0,-90-25 0,-1 2 0,38 20 0,-58-27 0,0 0 0,0 0 0,0 0 0,0 0 0,-1 0 0,1 1 0,0-1 0,-1 1 0,0 0 0,0-1 0,0 1 0,0 0 0,0 0 0,1 4 0,-2-5 0,0 1 0,-1-1 0,0 0 0,1 1 0,-1-1 0,0 1 0,0-1 0,0 0 0,-1 1 0,1-1 0,0 1 0,-1-1 0,0 0 0,1 0 0,-1 1 0,0-1 0,0 0 0,0 0 0,-1 0 0,1 0 0,-3 3 0,-5 5 0,0-1 0,-1 0 0,0 0 0,0-1 0,-19 11 0,-7 7 0,0-1 0,-68 37 0,-44 11 0,107-54 0,-161 59 0,200-77 0,0 0 0,0 0 0,0 0 0,0 0 0,0 0 0,0 0 0,0 1 0,0-1 0,1 1 0,-1-1 0,0 1 0,1 0 0,-1 0 0,1 0 0,0-1 0,-2 5 0,2-4 0,1-1 0,-1 1 0,1-1 0,-1 1 0,1-1 0,0 1 0,0-1 0,0 1 0,0 0 0,0-1 0,0 1 0,0-1 0,1 1 0,-1-1 0,0 1 0,1 0 0,-1-1 0,1 0 0,0 1 0,-1-1 0,1 1 0,0-1 0,0 0 0,0 1 0,2 1 0,-1-2 0,0 1 0,0 0 0,0-1 0,1 1 0,-1-1 0,1 0 0,-1 0 0,0 0 0,1 0 0,0 0 0,-1-1 0,1 1 0,0-1 0,3 1 0,8-1 0,22-1 0,-15 0 0,200-12 0,159-20-302,-270 31 104,160 15 0,-110 14-1060,-138-23-4977</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9.418"/>
    </inkml:context>
    <inkml:brush xml:id="br0">
      <inkml:brushProperty name="width" value="0.05" units="cm"/>
      <inkml:brushProperty name="height" value="0.05" units="cm"/>
    </inkml:brush>
  </inkml:definitions>
  <inkml:trace contextRef="#ctx0" brushRef="#br0">1 5 24575,'1'-5'0,"1"6"0,5 12 0,7 20 0,31 102 0,-40-120 0,9 25 0,-14-40 0,0 0 0,0 0 0,0 0 0,0 0 0,0 1 0,0-1 0,0 0 0,0 0 0,0 0 0,1 0 0,-1 0 0,0 0 0,0 0 0,0 0 0,0 0 0,0 0 0,0 1 0,0-1 0,0 0 0,0 0 0,0 0 0,0 0 0,1 0 0,-1 0 0,0 0 0,0 0 0,0 0 0,0 0 0,0 0 0,0 0 0,0 0 0,0 0 0,1 0 0,-1 0 0,0 0 0,0 0 0,0 0 0,0 0 0,0 0 0,0 0 0,0 0 0,0 0 0,1 0 0,-1 0 0,0 0 0,0 0 0,0 0 0,0-1 0,0 1 0,0 0 0,4-7 0,1-9 0,-1-13 0,11-37 0,-12 58 0,-1-1 0,2 1 0,-1-1 0,2 1 0,-1 0 0,1 1 0,0-1 0,10-11 0,-15 18 0,1 1 0,0-1 0,0 0 0,-1 0 0,1 1 0,0-1 0,0 1 0,0-1 0,0 0 0,0 1 0,0 0 0,0-1 0,0 1 0,0 0 0,0-1 0,0 1 0,0 0 0,0 0 0,0 0 0,1 0 0,-1 0 0,0 0 0,0 0 0,0 0 0,0 1 0,0-1 0,0 0 0,0 0 0,0 1 0,0-1 0,0 1 0,0-1 0,0 1 0,0 0 0,0-1 0,-1 1 0,1 0 0,0-1 0,1 2 0,3 4 0,0 0 0,1 1 0,-2 0 0,6 9 0,-2-3 0,9 11 0,1 0 0,30 30 0,-44-50 0,0-1 0,0 0 0,1 1 0,-1-1 0,1-1 0,0 1 0,0-1 0,8 3 0,-12-5 0,0 1 0,0-1 0,0 1 0,0-1 0,0 0 0,1 0 0,-1 0 0,0 0 0,0 0 0,0 0 0,1 0 0,-1 0 0,0 0 0,0 0 0,0-1 0,1 1 0,-1 0 0,0-1 0,0 1 0,0-1 0,0 0 0,0 1 0,0-1 0,0 0 0,0 1 0,0-1 0,0 0 0,-1 0 0,1 0 0,0 0 0,0 0 0,-1 0 0,1 0 0,-1 0 0,1 0 0,-1 0 0,1 0 0,-1 0 0,1-1 0,-1 1 0,0 0 0,0-2 0,2-8 0,-2-1 0,0 1 0,0-1 0,-1 1 0,0-1 0,-5-19 0,4 21 0,2 9 0,0 1 0,0 0 0,-1 0 0,1 0 0,0-1 0,0 1 0,0 0 0,0 0 0,0-1 0,0 1 0,0 0 0,0 0 0,0 0 0,0-1 0,0 1 0,0 0 0,0 0 0,0 0 0,0-1 0,0 1 0,1 0 0,-1 0 0,0-1 0,0 1 0,0 0 0,0 0 0,0 0 0,0 0 0,0-1 0,1 1 0,-1 0 0,0 0 0,0 0 0,0 0 0,0 0 0,1-1 0,-1 1 0,0 0 0,1 0 0,9 4 0,10 11 0,5 8-67,-2-3-582,23 26 0,-38-36-6177</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9.723"/>
    </inkml:context>
    <inkml:brush xml:id="br0">
      <inkml:brushProperty name="width" value="0.05" units="cm"/>
      <inkml:brushProperty name="height" value="0.05" units="cm"/>
    </inkml:brush>
  </inkml:definitions>
  <inkml:trace contextRef="#ctx0" brushRef="#br0">237 47 24575,'-17'-8'0,"-9"-2"0,-2 1 0,-2 1 0,3 3 0,2 1 0,4 2 0,2 2 0,2 0 0,2 0 0,3 0-8191</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29.941"/>
    </inkml:context>
    <inkml:brush xml:id="br0">
      <inkml:brushProperty name="width" value="0.05" units="cm"/>
      <inkml:brushProperty name="height" value="0.05" units="cm"/>
    </inkml:brush>
  </inkml:definitions>
  <inkml:trace contextRef="#ctx0" brushRef="#br0">270 32 24575,'-28'-5'0,"-11"-2"0,-4 1 0,2 1 0,6 1 0,7 2 0,5 0 0,4 2 0,5 0-8191</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30.394"/>
    </inkml:context>
    <inkml:brush xml:id="br0">
      <inkml:brushProperty name="width" value="0.05" units="cm"/>
      <inkml:brushProperty name="height" value="0.05" units="cm"/>
    </inkml:brush>
  </inkml:definitions>
  <inkml:trace contextRef="#ctx0" brushRef="#br0">255 10 24575,'-30'-3'0,"-13"0"0,-1 0 0,5 3 0,5 1 0,7 4 0,5 0 0,7 0-8191</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31.174"/>
    </inkml:context>
    <inkml:brush xml:id="br0">
      <inkml:brushProperty name="width" value="0.05" units="cm"/>
      <inkml:brushProperty name="height" value="0.05" units="cm"/>
    </inkml:brush>
  </inkml:definitions>
  <inkml:trace contextRef="#ctx0" brushRef="#br0">253 2 24575,'0'29'0,"-2"71"0,0-84 0,0 0 0,0 0 0,-2 0 0,-5 17 0,8-31 0,0 0 0,0 1 0,0-1 0,0 0 0,0 0 0,0 0 0,-1 0 0,1 0 0,-1 0 0,1 0 0,-1 0 0,0 0 0,0-1 0,0 1 0,0-1 0,0 0 0,-3 2 0,2-1 0,0-2 0,0 1 0,-1 0 0,1-1 0,0 1 0,0-1 0,0 0 0,0 0 0,0 0 0,0-1 0,0 1 0,-4-2 0,-7-2 0,0-1 0,0-1 0,1 0 0,-22-14 0,27 16 0,4 1 0,-1 0 0,1 0 0,0 0 0,0-1 0,0 1 0,1-1 0,-1 0 0,1 0 0,0 0 0,0-1 0,0 1 0,0-1 0,1 0 0,0 0 0,0 1 0,0-1 0,-1-7 0,3 9 0,-1-1 0,1 1 0,0 0 0,0 0 0,0-1 0,0 1 0,1 0 0,-1 0 0,1-1 0,0 1 0,0 0 0,0 0 0,0 0 0,0 0 0,1 0 0,-1 0 0,1 1 0,0-1 0,0 0 0,0 1 0,0-1 0,0 1 0,1 0 0,-1 0 0,1 0 0,0 0 0,-1 0 0,6-2 0,-3 1 0,0 1 0,1 0 0,-1 0 0,1 1 0,0-1 0,0 1 0,10 0 0,44 2 0,-31 0 0,-17-1 0,0 1 0,-1 1 0,1 0 0,0 0 0,0 1 0,-1 1 0,0 0 0,1 0 0,-1 1 0,-1 1 0,1 0 0,-1 0 0,0 1 0,-1 0 0,1 1 0,-2 0 0,1 0 0,8 12 0,-12-14 0,0 1 0,1-1 0,0 0 0,0 0 0,0-1 0,11 8 0,-14-11 0,0 0 0,1-1 0,-1 1 0,0-1 0,1 0 0,-1 0 0,0 0 0,1 0 0,-1-1 0,1 1 0,0-1 0,-1 0 0,1 0 0,-1 0 0,1 0 0,-1-1 0,8-1 0,-10 1 0,1 1 0,-1 0 0,0-1 0,1 1 0,-1-1 0,1 0 0,-1 1 0,0-1 0,0 0 0,1 0 0,-1 0 0,0 0 0,0 0 0,0 0 0,0 0 0,0 0 0,0 0 0,0 0 0,0-1 0,-1 1 0,1 0 0,0-1 0,-1 1 0,1 0 0,-1-1 0,0 1 0,1-1 0,-1 1 0,0-1 0,0 1 0,0-1 0,0 1 0,0-1 0,0 1 0,0-1 0,0 1 0,-1-1 0,1 1 0,-1 0 0,1-1 0,-2-1 0,-2-6 0,0 1 0,0-1 0,-1 1 0,0 0 0,-8-8 0,5 7 0,0 1 0,-1-1 0,0 1 0,-1 1 0,1-1 0,-1 2 0,-1-1 0,1 2 0,-1-1 0,0 1 0,-1 1 0,1 0 0,-1 1 0,0 0 0,0 0 0,-17 0 0,13 4-1365,2 2-5461</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32.702"/>
    </inkml:context>
    <inkml:brush xml:id="br0">
      <inkml:brushProperty name="width" value="0.05" units="cm"/>
      <inkml:brushProperty name="height" value="0.05" units="cm"/>
    </inkml:brush>
  </inkml:definitions>
  <inkml:trace contextRef="#ctx0" brushRef="#br0">697 206 24575,'-60'-53'0,"-122"-84"0,180 135 0,-1 0 0,0 1 0,1-1 0,-1 1 0,0-1 0,0 1 0,0 0 0,-1 0 0,1 1 0,0-1 0,0 0 0,0 1 0,-1 0 0,1 0 0,0 0 0,0 0 0,0 0 0,-1 1 0,1 0 0,0-1 0,0 1 0,0 0 0,0 0 0,0 1 0,0-1 0,0 1 0,0-1 0,1 1 0,-1 0 0,0 0 0,1 0 0,0 1 0,-1-1 0,-1 4 0,-3 2 0,1 0 0,0 0 0,1 1 0,0 0 0,0 0 0,1 1 0,0-1 0,1 1 0,0 0 0,-3 16 0,5-17 0,-1 0 0,-1 0 0,0 0 0,0 0 0,-6 12 0,8-18 0,-1-1 0,1 1 0,-1-1 0,0 1 0,0-1 0,0 0 0,0 0 0,0 0 0,0 0 0,-1 0 0,1 0 0,-1 0 0,1-1 0,-1 1 0,1-1 0,-1 0 0,0 0 0,0 0 0,0 0 0,-4 0 0,-2 1 0,1-2 0,-1 1 0,1-1 0,-1-1 0,1 1 0,0-1 0,-1-1 0,1 0 0,0 0 0,0 0 0,0-1 0,0 0 0,0-1 0,1 0 0,-1 0 0,1 0 0,0-1 0,0 0 0,1-1 0,0 0 0,0 0 0,0 0 0,0 0 0,-7-13 0,8 10 0,0 0 0,0-1 0,-3-11 0,6 17 0,1 1 0,1-1 0,-1 1 0,0 0 0,1-1 0,-1 1 0,1-1 0,0 1 0,0-1 0,1 1 0,-1-1 0,1 1 0,1-5 0,-2 7 0,1 0 0,-1 0 0,1 0 0,-1 0 0,1 0 0,-1 0 0,1 1 0,0-1 0,-1 0 0,1 0 0,0 1 0,0-1 0,-1 0 0,1 1 0,0-1 0,0 1 0,0-1 0,0 1 0,0 0 0,1-1 0,0 0 0,1 1 0,-1 0 0,0 0 0,0 0 0,1 0 0,-1 0 0,0 0 0,5 1 0,2 2 0,0 0 0,1 1 0,10 5 0,-17-7 0,62 36 0,-10-5 0,-18-15 0,1-1 0,61 19 0,-71-28 0,0-2 0,1-1 0,-1 0 0,44-1 0,-67-4 0,-1 0 0,1 0 0,0-1 0,-1 0 0,1 0 0,0 0 0,7-3 0,-11 4 0,0-1 0,0 1 0,0-1 0,0 0 0,0 1 0,-1-1 0,1 0 0,0 1 0,0-1 0,0 0 0,0 0 0,-1 0 0,1 0 0,-1 0 0,1 0 0,0 0 0,-1 0 0,0 0 0,1 0 0,-1 0 0,1 0 0,-1 0 0,0 0 0,0 0 0,0 0 0,0-1 0,0 1 0,0 0 0,0 0 0,0 0 0,0 0 0,0 0 0,-1 0 0,1-1 0,0 1 0,-1 0 0,0-1 0,-2-2-114,1 0 1,-1 0-1,-1 0 0,1 0 0,0 1 1,-1-1-1,0 1 0,0 0 0,0 0 1,0 0-1,-7-3 0,-3-2-6712</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36.351"/>
    </inkml:context>
    <inkml:brush xml:id="br0">
      <inkml:brushProperty name="width" value="0.05" units="cm"/>
      <inkml:brushProperty name="height" value="0.05" units="cm"/>
    </inkml:brush>
  </inkml:definitions>
  <inkml:trace contextRef="#ctx0" brushRef="#br0">14 1 24575,'0'3'0,"0"0"0,-1 1 0,0-1 0,0 0 0,-2 5 0,-2 10 0,4-8 0,0-1 0,1 1 0,0-1 0,0 1 0,1 0 0,3 12 0,19 55 0,-15-51 0,7 30 0,-6-8 0,-3-1 0,1 81 0,-8-87-1365</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37.007"/>
    </inkml:context>
    <inkml:brush xml:id="br0">
      <inkml:brushProperty name="width" value="0.05" units="cm"/>
      <inkml:brushProperty name="height" value="0.05" units="cm"/>
    </inkml:brush>
  </inkml:definitions>
  <inkml:trace contextRef="#ctx0" brushRef="#br0">1 122 24575,'34'-17'0,"82"-39"0,-89 45 0,2 0 0,35-8 0,-53 17 0,-1 0 0,1 0 0,-1 1 0,1 1 0,-1 0 0,22 2 0,-29-2 0,0 1 0,0 0 0,0-1 0,0 1 0,0 0 0,0 1 0,0-1 0,-1 0 0,1 1 0,0 0 0,-1-1 0,1 1 0,-1 0 0,0 0 0,1 0 0,-1 1 0,0-1 0,0 1 0,-1-1 0,1 1 0,0-1 0,-1 1 0,0 0 0,1 0 0,-1 0 0,0 0 0,1 5 0,-1 0 0,-1-1 0,1 1 0,-1-1 0,-1 1 0,1-1 0,-1 1 0,-1-1 0,1 1 0,-1-1 0,-1 0 0,1 1 0,-1-1 0,-7 12 0,1-5 0,0 0 0,-1-1 0,0 0 0,-1-1 0,-16 15 0,7-9 0,-1-1 0,-1-1 0,-38 22 0,46-30 0,0-2 0,0 0 0,0 0 0,-1-2 0,0 1 0,0-2 0,-27 3 0,54-6 0,-1 0 0,0 1 0,0 0 0,0 1 0,0 0 0,0 1 0,18 6 0,-10-1 0,-1 0 0,1 2 0,28 19 0,-35-21 0,44 32 0,105 54 0,-150-88 0,22 9 0,52 33 0,-79-43-1365</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37.427"/>
    </inkml:context>
    <inkml:brush xml:id="br0">
      <inkml:brushProperty name="width" value="0.05" units="cm"/>
      <inkml:brushProperty name="height" value="0.05" units="cm"/>
    </inkml:brush>
  </inkml:definitions>
  <inkml:trace contextRef="#ctx0" brushRef="#br0">15 16 24575,'-6'-7'0,"-3"-2"0,14 17 0,17 19 0,2-1 0,1-2 0,52 40 0,-43-36 0,-12-11 0,0-1 0,1-1 0,45 22 0,-63-36-1365</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37.694"/>
    </inkml:context>
    <inkml:brush xml:id="br0">
      <inkml:brushProperty name="width" value="0.05" units="cm"/>
      <inkml:brushProperty name="height" value="0.05" units="cm"/>
    </inkml:brush>
  </inkml:definitions>
  <inkml:trace contextRef="#ctx0" brushRef="#br0">147 0 24575,'-15'15'0,"2"1"0,-1 0 0,-11 19 0,19-25 0,0 0 0,1 0 0,0 1 0,1-1 0,0 1 0,1 0 0,-2 13 0,4-19-83,-9 38 297,10-40-321,-1-1 0,0 1 0,0-1 0,0 1 1,-1-1-1,1 0 0,0 0 0,-1 0 0,1 0 0,-1 0 0,0 0 1,0 0-1,-4 3 0,-2-1-6719</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38.556"/>
    </inkml:context>
    <inkml:brush xml:id="br0">
      <inkml:brushProperty name="width" value="0.05" units="cm"/>
      <inkml:brushProperty name="height" value="0.05" units="cm"/>
    </inkml:brush>
  </inkml:definitions>
  <inkml:trace contextRef="#ctx0" brushRef="#br0">279 33 24575,'-4'-4'0,"-1"1"0,0-1 0,0 1 0,-1 0 0,1 0 0,-1 1 0,1 0 0,-1 0 0,0 0 0,0 1 0,0-1 0,0 1 0,0 1 0,0-1 0,0 1 0,0 0 0,0 1 0,0-1 0,0 1 0,0 0 0,0 1 0,0-1 0,0 1 0,-6 3 0,-13 5 0,-52 13 0,75-22 0,1-1 0,0 0 0,-1 1 0,1-1 0,0 1 0,0-1 0,-1 1 0,1 0 0,0-1 0,0 1 0,0 0 0,0 0 0,0 0 0,0 0 0,0 0 0,0 0 0,0 0 0,0 0 0,1 0 0,-1 0 0,0 1 0,1-1 0,-1 0 0,1 1 0,-1-1 0,1 0 0,0 1 0,-1-1 0,1 0 0,0 1 0,0-1 0,0 0 0,0 1 0,0-1 0,0 0 0,1 3 0,1 4 0,0 1 0,1-1 0,0 1 0,7 13 0,-1-4 0,8 32 0,13 59 0,-9-31 0,36 166 0,-54-229 0,-2-1 0,0 28 0,0 3 0,-1-43 0,0-1 0,1 1 0,-1-1 0,1 1 0,-1-1 0,1 1 0,-1-1 0,1 0 0,0 1 0,-1-1 0,1 0 0,0 0 0,0 1 0,0-1 0,0 0 0,0 0 0,0 0 0,1 0 0,-1 0 0,0 0 0,0-1 0,1 1 0,-1 0 0,1-1 0,-1 1 0,0-1 0,1 1 0,-1-1 0,1 0 0,2 1 0,6 0 0,0 0 0,-1-1 0,19-2 0,-10 1 0,40 1 0,27-2 0,-83 2-105,-1 0 0,1-1 0,-1 1 0,1 0 0,0-1 0,-1 1 0,1-1 0,-1 0 0,1 1 0,-1-1 0,0 0 0,3-1 0</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39.326"/>
    </inkml:context>
    <inkml:brush xml:id="br0">
      <inkml:brushProperty name="width" value="0.05" units="cm"/>
      <inkml:brushProperty name="height" value="0.05" units="cm"/>
    </inkml:brush>
  </inkml:definitions>
  <inkml:trace contextRef="#ctx0" brushRef="#br0">0 3 24575,'2'-2'0,"2"6"0,4 9 0,-7-11 0,11 18 0,58 92 0,-61-101 0,-1 0 0,2-1 0,-1 0 0,2 0 0,-1-1 0,1-1 0,17 11 0,-28-19 0,0 0 0,1 0 0,-1 1 0,0-1 0,1 0 0,-1 0 0,1 0 0,-1 0 0,0 0 0,1 0 0,-1 1 0,1-1 0,-1 0 0,0 0 0,1 0 0,-1 0 0,1-1 0,-1 1 0,1 0 0,-1 0 0,0 0 0,1 0 0,-1 0 0,1 0 0,-1-1 0,0 1 0,1 0 0,-1 0 0,0-1 0,1 1 0,-1 0 0,0 0 0,1-1 0,-1 1 0,0 0 0,0-1 0,0 1 0,1-1 0,-1 1 0,0 0 0,0-1 0,0 1 0,0 0 0,1-1 0,-1 1 0,0-1 0,0 1 0,0-1 0,0 1 0,0 0 0,0-1 0,1-28 0,-1 25 0,-2-33 0,1 20 0,0 1 0,1-1 0,1 0 0,1 0 0,6-28 0,-8 44 0,1-1 0,-1 1 0,0 0 0,1 0 0,-1 0 0,1 0 0,-1 0 0,1 0 0,-1 0 0,1 0 0,0 0 0,0 0 0,-1 0 0,1 0 0,0 0 0,0 0 0,0 1 0,0-1 0,0 0 0,2 0 0,-2 0 0,1 1 0,-1 0 0,0 0 0,0 0 0,0 0 0,0 0 0,0 1 0,1-1 0,-1 0 0,0 0 0,0 1 0,0-1 0,0 1 0,0-1 0,0 1 0,0-1 0,2 2 0,3 4 0,1 0 0,-1 0 0,0 1 0,8 10 0,-12-14 0,21 26 0,28 37 0,-42-57 0,0 1 0,0-1 0,1-1 0,14 9 0,-22-15 0,0-1 0,1 1 0,-1-1 0,1 0 0,-1 0 0,1 0 0,0 0 0,-1 0 0,1-1 0,0 1 0,4-1 0,-6 0 0,0 0 0,0 0 0,0 0 0,0-1 0,0 1 0,0 0 0,0-1 0,0 1 0,0-1 0,0 1 0,0-1 0,0 1 0,0-1 0,0 0 0,0 0 0,-1 1 0,1-1 0,0 0 0,-1 0 0,1 0 0,0 0 0,-1 0 0,1 0 0,-1 0 0,1 0 0,-1 0 0,0 0 0,1 0 0,-1 0 0,0 0 0,0-2 0,1-6 0,0-1 0,-1 1 0,-2-19 0,1 22 0,1-1 0,-1 0 0,1 0 0,0 0 0,1 0 0,0 1 0,0-1 0,4-13 0,-5 19 0,0 0 0,1 0 0,-1 0 0,1 0 0,-1 1 0,1-1 0,0 0 0,-1 0 0,1 0 0,0 0 0,0 1 0,-1-1 0,1 0 0,0 1 0,0-1 0,0 1 0,0-1 0,0 1 0,0-1 0,0 1 0,2-1 0,-1 1 0,0 0 0,0 0 0,0 0 0,0 0 0,0 0 0,0 1 0,1-1 0,-1 1 0,0-1 0,2 2 0,6 2 0,-1 1 0,0 0 0,13 10 0,-17-11 0,-1-1-42,20 13-223,0 1 0,-2 1 1,0 0-1,27 32 1,-39-37-6562</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39.930"/>
    </inkml:context>
    <inkml:brush xml:id="br0">
      <inkml:brushProperty name="width" value="0.05" units="cm"/>
      <inkml:brushProperty name="height" value="0.05" units="cm"/>
    </inkml:brush>
  </inkml:definitions>
  <inkml:trace contextRef="#ctx0" brushRef="#br0">0 63 24575,'8'-8'0,"-1"1"0,1 0 0,1 0 0,-1 1 0,1 0 0,10-4 0,-15 8 0,1 0 0,0 0 0,-1 1 0,1 0 0,0 0 0,0 0 0,-1 0 0,1 1 0,0 0 0,0 0 0,0 0 0,0 1 0,-1-1 0,1 1 0,6 2 0,-2 0 0,-1 0 0,0 0 0,0 1 0,0 0 0,-1 0 0,1 0 0,-1 1 0,0 1 0,0-1 0,-1 1 0,0 0 0,0 0 0,0 1 0,-1 0 0,0 0 0,0 0 0,0 1 0,-1-1 0,-1 1 0,1 0 0,-1 0 0,0 1 0,-1-1 0,0 0 0,2 16 0,12 91 0,-3-34 0,10 34 0,-2-9 0,-15-69 0,-2-20 0,-1 0 0,-2 0 0,1 0 0,-3 23 0,1-38 6,0 0 0,0-1-1,-1 1 1,1 0 0,-1-1-1,0 1 1,1 0 0,-1-1 0,0 1-1,0-1 1,0 1 0,0-1-1,0 0 1,0 1 0,-1-1-1,1 0 1,0 0 0,-1 0 0,1 0-1,-2 1 1,-1 0-218,0 0 0,0 0 0,0-1-1,0 1 1,0-1 0,-8 1 0,-1 0-6614</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42.381"/>
    </inkml:context>
    <inkml:brush xml:id="br0">
      <inkml:brushProperty name="width" value="0.05" units="cm"/>
      <inkml:brushProperty name="height" value="0.05" units="cm"/>
    </inkml:brush>
  </inkml:definitions>
  <inkml:trace contextRef="#ctx0" brushRef="#br0">1 179 24575,'254'35'0,"-211"-30"0,-27-3 0,0-1 0,0 0 0,0-1 0,21-3 0,-32 2 0,0 0 0,0 0 0,0-1 0,0 1 0,-1-1 0,1 0 0,-1 0 0,5-4 0,-7 5 0,1-1 0,-1 0 0,0 0 0,0 0 0,0 0 0,-1 0 0,1 0 0,0 0 0,-1-1 0,0 1 0,1-1 0,-1 1 0,0-1 0,0 1 0,1-5 0,-2 2 0,1 0 0,-1 0 0,0 0 0,0 0 0,-1 1 0,0-1 0,1 0 0,-1 0 0,-1 1 0,1-1 0,-1 0 0,0 1 0,0-1 0,0 1 0,-1 0 0,-4-6 0,1 2 0,0 0 0,0 1 0,-1 0 0,0 0 0,0 1 0,-1 0 0,-11-8 0,15 12 0,-1 0 0,0 0 0,1 0 0,-1 0 0,0 1 0,0 0 0,0 0 0,-8 0 0,-43 1 0,30 1 0,21-1 0,1 0 0,-1 0 0,0 1 0,1-1 0,-1 1 0,0 0 0,1 1 0,-1-1 0,1 1 0,-1 0 0,1 0 0,0 0 0,0 1 0,0-1 0,0 1 0,0 0 0,1 0 0,-1 1 0,1-1 0,0 1 0,0-1 0,0 1 0,1 0 0,-1 0 0,1 1 0,0-1 0,-2 6 0,-1 1 0,0 0 0,1 0 0,1 0 0,0 1 0,1 0 0,0-1 0,0 15 0,2-19 0,0 0 0,0 0 0,1 0 0,0 0 0,1 0 0,-1 0 0,1 0 0,1 0 0,-1-1 0,1 1 0,0-1 0,1 0 0,0 0 0,0 0 0,0 0 0,0 0 0,1-1 0,0 0 0,0 0 0,1 0 0,9 6 0,6 3 0,0-1 0,1 0 0,0-2 0,1 0 0,0-2 0,1-1 0,0 0 0,0-2 0,1-1 0,-1-1 0,1-1 0,39 0 0,-53-3-116,-7 1 32,1-1 1,0 0 0,-1 0 0,1 0-1,0-1 1,-1 0 0,1 0 0,-1 0-1,1 0 1,-1-1 0,0 1 0,1-1-1,-1 0 1,7-5 0,-2-2-6743</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42.940"/>
    </inkml:context>
    <inkml:brush xml:id="br0">
      <inkml:brushProperty name="width" value="0.05" units="cm"/>
      <inkml:brushProperty name="height" value="0.05" units="cm"/>
    </inkml:brush>
  </inkml:definitions>
  <inkml:trace contextRef="#ctx0" brushRef="#br0">365 31 24575,'-23'-5'0,"-10"-1"0,-1-1 0,2 2 0,4 1 0,4 2 0,4 1 0,3 3 0,1 1 0,2 1 0,0-1 0,0-1 0,0-1 0,0 0 0,-3-1 0,-1 0 0,0 0 0,3 0-8191</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43.597"/>
    </inkml:context>
    <inkml:brush xml:id="br0">
      <inkml:brushProperty name="width" value="0.05" units="cm"/>
      <inkml:brushProperty name="height" value="0.05" units="cm"/>
    </inkml:brush>
  </inkml:definitions>
  <inkml:trace contextRef="#ctx0" brushRef="#br0">44 10 24575,'0'-1'0,"0"1"0,0-1 0,1 1 0,-1-1 0,0 1 0,0-1 0,1 1 0,-1 0 0,0-1 0,0 1 0,1-1 0,-1 1 0,0 0 0,1-1 0,-1 1 0,1 0 0,-1 0 0,0-1 0,1 1 0,-1 0 0,1 0 0,-1 0 0,1-1 0,-1 1 0,1 0 0,-1 0 0,0 0 0,1 0 0,-1 0 0,1 0 0,-1 0 0,1 0 0,-1 0 0,1 0 0,-1 0 0,1 0 0,-1 0 0,1 0 0,-1 1 0,1-1 0,-1 0 0,0 0 0,1 1 0,-1-1 0,1 0 0,-1 0 0,0 1 0,1-1 0,-1 0 0,0 1 0,1-1 0,-1 1 0,0-1 0,1 0 0,-1 1 0,0-1 0,0 1 0,4 5 0,0-1 0,-1 1 0,4 8 0,-5-10 0,41 91 0,15 30 0,35 58 0,-90-177 0,0 1 0,-1-1 0,0 1 0,0-1 0,0 1 0,1 8 0,-3-14 0,0 1 0,0 0 0,0-1 0,0 1 0,0-1 0,0 1 0,-1-1 0,1 1 0,0-1 0,-1 1 0,1-1 0,-1 1 0,0-1 0,1 0 0,-1 1 0,0-1 0,0 0 0,0 1 0,0-1 0,0 0 0,0 0 0,0 0 0,0 0 0,0 0 0,-1 0 0,1 0 0,0 0 0,-1-1 0,1 1 0,0 0 0,-1-1 0,-2 1 0,-5 1 0,0 0 0,1-1 0,-1 0 0,0-1 0,0 0 0,0 0 0,0-1 0,-8-2 0,1 0 0,0-1 0,0-1 0,-22-9 0,29 10 0,0 0 0,0-1 0,1 0 0,-1-1 0,1 0 0,0 0 0,-8-9 0,14 13 0,0 0 0,1 1 0,-1-1 0,1 0 0,0 0 0,-1 0 0,1 0 0,0-1 0,0 1 0,1 0 0,-1 0 0,0-1 0,1 1 0,-1 0 0,1-1 0,0 1 0,0-1 0,0 1 0,0 0 0,0-1 0,0 1 0,1 0 0,-1-1 0,1 1 0,-1 0 0,1-1 0,0 1 0,0 0 0,0 0 0,0 0 0,1 0 0,-1 0 0,1 0 0,-1 0 0,3-2 0,1-1 0,-1 1 0,1 1 0,0-1 0,-1 0 0,2 1 0,-1 0 0,0 0 0,1 1 0,-1 0 0,8-3 0,11-1 0,29-5 0,-19 5 0,23-8-1365,-42 11-5461</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43.848"/>
    </inkml:context>
    <inkml:brush xml:id="br0">
      <inkml:brushProperty name="width" value="0.05" units="cm"/>
      <inkml:brushProperty name="height" value="0.05" units="cm"/>
    </inkml:brush>
  </inkml:definitions>
  <inkml:trace contextRef="#ctx0" brushRef="#br0">18 1 24575,'-3'2'0,"0"4"0,-3 1 0,0 1 0</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44.929"/>
    </inkml:context>
    <inkml:brush xml:id="br0">
      <inkml:brushProperty name="width" value="0.05" units="cm"/>
      <inkml:brushProperty name="height" value="0.05" units="cm"/>
    </inkml:brush>
  </inkml:definitions>
  <inkml:trace contextRef="#ctx0" brushRef="#br0">1 150 24575,'8'15'0,"2"0"0,-1-1 0,2 0 0,0-1 0,19 19 0,-23-27 0,-1 0 0,1 0 0,-1-1 0,1 1 0,13 4 0,-16-7 0,0 0 0,0-1 0,1 1 0,-1-1 0,0 0 0,1-1 0,-1 1 0,1-1 0,-1 1 0,1-2 0,7 0 0,-10 1 0,-1-1 0,1 1 0,0-1 0,-1 0 0,1 1 0,-1-1 0,1 0 0,-1 0 0,1 0 0,-1 0 0,0-1 0,1 1 0,-1 0 0,0-1 0,0 1 0,0 0 0,0-1 0,0 1 0,0-1 0,-1 0 0,1 1 0,0-1 0,-1 0 0,1 1 0,-1-1 0,0 0 0,1-3 0,-1-3 0,0 0 0,0-1 0,0 1 0,-3-11 0,3 19 0,0-1 0,0 1 0,0 0 0,0 0 0,0 0 0,0 0 0,0 0 0,0 0 0,0 0 0,0 0 0,0 0 0,0 0 0,0 0 0,0-1 0,0 1 0,0 0 0,0 0 0,0 0 0,0 0 0,0 0 0,0 0 0,0 0 0,0 0 0,1 0 0,-1 0 0,0 0 0,0 0 0,0 0 0,0 0 0,0-1 0,0 1 0,0 0 0,0 0 0,0 0 0,0 0 0,0 0 0,0 0 0,0 0 0,1 0 0,-1 0 0,0 0 0,0 0 0,0 0 0,0 0 0,0 0 0,0 0 0,0 0 0,0 0 0,0 0 0,0 0 0,0 0 0,1 0 0,-1 0 0,0 0 0,0 0 0,0 0 0,0 0 0,0 1 0,8 3 0,11 10 0,-16-12 0,21 17 0,33 19 0,-49-33 0,1 0 0,-1-1 0,1-1 0,0 1 0,0-2 0,0 1 0,0-1 0,15 2 0,-21-4 0,0 0 0,0 0 0,0 0 0,-1 0 0,1-1 0,0 1 0,0-1 0,0 0 0,-1 0 0,1 0 0,0 0 0,-1 0 0,1 0 0,-1-1 0,1 1 0,-1-1 0,0 0 0,0 1 0,1-1 0,1-3 0,-2 2 0,1-1 0,-1 1 0,0-1 0,0 1 0,-1-1 0,1 0 0,-1 0 0,0 0 0,0 0 0,0 0 0,0 0 0,-1-1 0,1-3 0,-2-6 0,1 0 0,-2 0 0,0 0 0,-1 0 0,0 1 0,-1-1 0,0 1 0,-1 0 0,-1 0 0,0 1 0,0-1 0,-1 2 0,-1-1 0,-12-14 0,18 24-85,0 0 0,0 0-1,-1 1 1,1-1 0,-1 0-1,1 1 1,-1 0 0,1-1-1,-1 1 1,0 0 0,0 0-1,0 1 1,1-1 0,-1 1-1,-4-1 1,-5 0-6741</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7:46.020"/>
    </inkml:context>
    <inkml:brush xml:id="br0">
      <inkml:brushProperty name="width" value="0.05" units="cm"/>
      <inkml:brushProperty name="height" value="0.05" units="cm"/>
    </inkml:brush>
  </inkml:definitions>
  <inkml:trace contextRef="#ctx0" brushRef="#br0">1 49 24575,'0'-1'0,"0"-1"0,0 1 0,0 0 0,0 0 0,0 0 0,0-1 0,0 1 0,1 0 0,-1 0 0,0 0 0,1 0 0,-1-1 0,1 1 0,-1 0 0,1 0 0,0 0 0,-1 0 0,1 0 0,0 0 0,0 1 0,1-2 0,-2 1 0,1 1 0,0 0 0,0 0 0,0 0 0,0 0 0,0 0 0,-1 0 0,1 0 0,0 0 0,0 0 0,0 1 0,0-1 0,-1 0 0,1 0 0,0 1 0,0-1 0,-1 1 0,1-1 0,0 0 0,0 1 0,-1 0 0,1-1 0,-1 1 0,1-1 0,0 1 0,-1 0 0,1-1 0,-1 1 0,1 1 0,5 7 0,0 0 0,-1 0 0,0 1 0,-1-1 0,0 1 0,0 0 0,-1 0 0,1 12 0,-2-12 0,1-1 0,-1 1 0,1 0 0,1-1 0,0 0 0,0 0 0,1 0 0,0-1 0,12 16 0,-15-22 0,1 1 0,-1 0 0,1-1 0,0 0 0,0 0 0,0 1 0,0-2 0,0 1 0,5 2 0,-7-4 0,0 1 0,0-1 0,0 0 0,0 0 0,0 0 0,0 0 0,0 0 0,-1 0 0,1 0 0,0 0 0,0 0 0,0-1 0,0 1 0,0 0 0,0-1 0,-1 1 0,2-1 0,-1 0 0,1 0 0,-1 0 0,0 0 0,0 0 0,0 0 0,0-1 0,0 1 0,0 0 0,0-1 0,0 1 0,-1-1 0,2-2 0,1-7 0,-1 0 0,0 0 0,0-1 0,-1 1 0,-1 0 0,0-1 0,-2-17 0,1-4 0,0 13 0,0 13 0,0 1 0,1-1 0,0 0 0,1 0 0,-1 1 0,1-1 0,2-6 0,-3 12 0,0 0 0,1 0 0,-1 1 0,0-1 0,1 1 0,-1-1 0,0 0 0,1 1 0,-1-1 0,1 1 0,-1-1 0,1 1 0,-1-1 0,1 1 0,-1-1 0,1 1 0,-1-1 0,1 1 0,0 0 0,-1-1 0,1 1 0,0 0 0,-1 0 0,1 0 0,0-1 0,-1 1 0,2 0 0,0 0 0,0 0 0,-1 1 0,1-1 0,0 1 0,-1-1 0,1 1 0,-1 0 0,1-1 0,-1 1 0,1 0 0,1 1 0,4 4 0,-1-1 0,1 1 0,7 10 0,14 17 0,-11-11 0,0-2 0,1 0 0,2-1 0,35 27 0,-54-45 0,0 0 0,0 0 0,0-1 0,0 1 0,0-1 0,0 1 0,0-1 0,0 1 0,0-1 0,0 1 0,0-1 0,1 0 0,-1 0 0,0 0 0,0 1 0,0-1 0,0 0 0,0 0 0,1-1 0,-1 1 0,0 0 0,0 0 0,0-1 0,2 0 0,-2 0 0,0 0 0,0 0 0,0 0 0,0 0 0,-1 0 0,1 0 0,-1 0 0,1 0 0,-1 0 0,1-1 0,-1 1 0,1 0 0,-1 0 0,0-1 0,0 1 0,0 0 0,0 0 0,0-1 0,0 1 0,0 0 0,0-1 0,0 1 0,-1-1 0,-12-66 0,-2-17 0,15 83 0,0 0 0,0 1 0,0-1 0,0 0 0,0 0 0,0 0 0,0 0 0,1 0 0,-1 0 0,1 1 0,-1-1 0,2-3 0,-2 5 0,1 0 0,-1-1 0,0 1 0,1 0 0,-1-1 0,0 1 0,1 0 0,-1-1 0,0 1 0,1 0 0,-1 0 0,1 0 0,-1-1 0,0 1 0,1 0 0,-1 0 0,1 0 0,-1 0 0,1 0 0,0 0 0,0 0 0,0 0 0,1 0 0,-1 0 0,0 1 0,0-1 0,0 1 0,1-1 0,-1 1 0,0-1 0,0 1 0,1 0 0,13 11 0,0 0 0,-1 1 0,-1 1 0,0 0 0,19 27 0,7 8 0,22 27-1365,-51-65-5461</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00.522"/>
    </inkml:context>
    <inkml:brush xml:id="br0">
      <inkml:brushProperty name="width" value="0.05" units="cm"/>
      <inkml:brushProperty name="height" value="0.05" units="cm"/>
    </inkml:brush>
  </inkml:definitions>
  <inkml:trace contextRef="#ctx0" brushRef="#br0">0 0 24575,'2'23'0,"0"1"0,2-1 0,8 29 0,-5-24 0,94 315 0,-97-332 0,3 5 0,-1 1 0,-1 0 0,-1 0 0,3 20 0,-7-36-30,0-1 0,0 1-1,0 0 1,0 0 0,1-1-1,-1 1 1,0 0 0,0 0-1,-1 0 1,1-1 0,0 1-1,0 0 1,0 0 0,0-1-1,-1 1 1,1 0-1,0 0 1,-1-1 0,1 1-1,-1 0 1,1-1 0,-1 1-1,1 0 1,-1-1 0,1 1-1,-1-1 1,1 1 0,-1-1-1,0 1 1,1-1 0,-1 0-1,0 1 1,1-1 0,-1 0-1,0 1 1,0-1 0,1 0-1,-1 0 1,0 0 0,0 0-1,0 0 1,1 1 0,-1-1-1,-1-1 1,-6-1-6796</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01.039"/>
    </inkml:context>
    <inkml:brush xml:id="br0">
      <inkml:brushProperty name="width" value="0.05" units="cm"/>
      <inkml:brushProperty name="height" value="0.05" units="cm"/>
    </inkml:brush>
  </inkml:definitions>
  <inkml:trace contextRef="#ctx0" brushRef="#br0">151 89 24575,'25'4'0,"0"0"0,0 1 0,0 2 0,30 12 0,-44-15 0,-1 0 0,0 1 0,0 0 0,-1 1 0,1 0 0,-1 1 0,-1 0 0,1 0 0,-1 1 0,0 0 0,-1 1 0,8 10 0,-15-16 0,-4-5 0,-5-4 0,-199-132 0,156 106 0,40 25 0,4 1 0,0 0 0,0 1 0,-1 1 0,0 0 0,0 0 0,0 0 0,-16-3 0,24 7 0,0 0 0,0 0 0,0 0 0,0 0 0,0 0 0,0 0 0,0 0 0,-1 1 0,1-1 0,0 0 0,0 1 0,0-1 0,0 0 0,0 1 0,1-1 0,-1 1 0,0 0 0,0-1 0,0 1 0,0 0 0,0-1 0,1 1 0,-1 0 0,0 0 0,1 0 0,-1 0 0,1-1 0,-1 1 0,1 0 0,-1 0 0,1 0 0,0 0 0,-1 0 0,1 0 0,0 3 0,-2 3 0,2 0 0,-1 0 0,1 0 0,1 10 0,0-8 0,-1 10-116,1-1 241,-2 32 0,0-44-275,0 0 0,0 0 0,-1 0 0,0 0 0,0 0 1,0-1-1,-1 1 0,1-1 0,-6 7 0,2-3-6676</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02.535"/>
    </inkml:context>
    <inkml:brush xml:id="br0">
      <inkml:brushProperty name="width" value="0.05" units="cm"/>
      <inkml:brushProperty name="height" value="0.05" units="cm"/>
    </inkml:brush>
  </inkml:definitions>
  <inkml:trace contextRef="#ctx0" brushRef="#br0">30 42 24575,'-3'-10'0,"3"7"0,-1 0 0,0 1 0,0-1 0,0 1 0,0-1 0,0 1 0,-1-1 0,1 1 0,-1-1 0,-1-1 0,3 4 0,0 0 0,-1-1 0,1 1 0,0 0 0,0 0 0,0 0 0,-1 0 0,1 0 0,0 0 0,0-1 0,0 1 0,-1 0 0,1 0 0,0 0 0,0 0 0,-1 0 0,1 0 0,0 0 0,0 0 0,-1 0 0,1 0 0,0 0 0,0 0 0,-1 0 0,1 0 0,0 0 0,0 0 0,-1 1 0,1-1 0,0 0 0,0 0 0,0 0 0,-1 0 0,1 0 0,0 0 0,0 1 0,0-1 0,-1 0 0,1 0 0,0 0 0,0 1 0,0-1 0,0 0 0,0 0 0,-1 0 0,1 1 0,0-1 0,0 0 0,0 0 0,0 1 0,0-1 0,0 0 0,0 0 0,0 1 0,0-1 0,0 0 0,0 1 0,-3 16 0,3-17 0,0 9 0,0 1 0,1 0 0,0-1 0,0 1 0,4 12 0,17 48 0,-4-17 0,23 113 0,-38-154-1365,1-3-5461</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02.953"/>
    </inkml:context>
    <inkml:brush xml:id="br0">
      <inkml:brushProperty name="width" value="0.05" units="cm"/>
      <inkml:brushProperty name="height" value="0.05" units="cm"/>
    </inkml:brush>
  </inkml:definitions>
  <inkml:trace contextRef="#ctx0" brushRef="#br0">1 92 24575,'44'-22'0,"69"-24"0,-94 40 0,0 1 0,0 1 0,1 0 0,-1 2 0,1 0 0,33 1 0,-46 2 0,0 0 0,0 0 0,0 1 0,0-1 0,0 2 0,0-1 0,-1 1 0,13 7 0,-17-9 0,0 0 0,0 0 0,0 1 0,0-1 0,0 1 0,-1-1 0,1 1 0,-1 0 0,1 0 0,-1 0 0,1-1 0,-1 1 0,0 1 0,0-1 0,0 0 0,0 0 0,0 0 0,0 1 0,-1-1 0,1 0 0,-1 1 0,0-1 0,0 0 0,1 1 0,-1-1 0,-1 0 0,1 1 0,0-1 0,-1 0 0,0 4 0,-1-2 0,0 0 0,0 0 0,-1 0 0,0 0 0,1 0 0,-1 0 0,-1 0 0,1-1 0,0 0 0,-1 0 0,0 0 0,0 0 0,-6 3 0,-7 5 0,-33 12 0,50-23 0,-30 11-121,-1-1 0,-46 8 0,49-13-881,16-2-5824</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03.867"/>
    </inkml:context>
    <inkml:brush xml:id="br0">
      <inkml:brushProperty name="width" value="0.05" units="cm"/>
      <inkml:brushProperty name="height" value="0.05" units="cm"/>
    </inkml:brush>
  </inkml:definitions>
  <inkml:trace contextRef="#ctx0" brushRef="#br0">328 141 24575,'-17'-19'0,"0"1"0,-1 0 0,0 1 0,-29-19 0,39 31 0,0 1 0,0 0 0,0 0 0,0 1 0,0 0 0,-17-4 0,19 6 0,0 0 0,0 1 0,0 0 0,-1 0 0,1 0 0,0 1 0,0 0 0,0 0 0,0 0 0,-11 5 0,13-4 0,0-1 0,1 2 0,-1-1 0,1 0 0,-1 1 0,1 0 0,0 0 0,0 0 0,0 0 0,0 0 0,1 0 0,-1 1 0,1-1 0,0 1 0,0 0 0,0 0 0,1 0 0,-1 0 0,1 0 0,0 0 0,0 0 0,0 6 0,0-3 0,0-1 0,1 1 0,0 0 0,0-1 0,1 1 0,0-1 0,0 1 0,0-1 0,1 0 0,0 1 0,0-1 0,0 0 0,7 10 0,0-3 0,0-1 0,1-1 0,0 0 0,1 0 0,0-1 0,17 11 0,82 48 0,-48-33 0,-24-14 0,-18-11 0,26 19 0,-44-29 0,-1 0 0,1 0 0,-1 0 0,0 1 0,0-1 0,0 0 0,1 1 0,-1-1 0,-1 0 0,1 1 0,0-1 0,0 1 0,0 0 0,-1-1 0,2 4 0,-2-4 0,-1 0 0,1 0 0,0 0 0,0 0 0,0 0 0,-1 0 0,1 0 0,0 0 0,-1 0 0,1 0 0,-1-1 0,1 1 0,-1 0 0,1 0 0,-1 0 0,0 0 0,1-1 0,-1 1 0,0 0 0,1-1 0,-1 1 0,0-1 0,0 1 0,0-1 0,0 1 0,0-1 0,-1 1 0,-6 3 0,0-1 0,-1-1 0,1 0 0,0 0 0,-1 0 0,-12 0 0,-54-2 0,45 0 0,-105-11-115,94 6-1135</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04.492"/>
    </inkml:context>
    <inkml:brush xml:id="br0">
      <inkml:brushProperty name="width" value="0.05" units="cm"/>
      <inkml:brushProperty name="height" value="0.05" units="cm"/>
    </inkml:brush>
  </inkml:definitions>
  <inkml:trace contextRef="#ctx0" brushRef="#br0">178 281 24575,'0'17'0,"1"0"0,0 0 0,2 0 0,0-1 0,1 1 0,0-1 0,1 0 0,8 16 0,-8-23 0,-5-12 0,-6-16 0,-12-11 0,-1 0 0,-31-35 0,28 36 0,0 0 0,-20-38 0,36 55 0,-1 0 0,2 0 0,0-1 0,1 1 0,-5-20 0,9 29 0,-1 0 0,1 0 0,0 0 0,-1 0 0,1 1 0,1-1 0,-1 0 0,0 0 0,1 0 0,-1 0 0,1 1 0,0-1 0,0 0 0,0 0 0,0 1 0,1-1 0,-1 1 0,1-1 0,-1 1 0,1 0 0,0 0 0,0-1 0,0 1 0,0 0 0,0 1 0,0-1 0,1 0 0,-1 1 0,1-1 0,-1 1 0,6-2 0,0 0 0,0 1 0,1 0 0,-1 0 0,0 1 0,1 0 0,-1 1 0,1 0 0,-1 0 0,1 1 0,-1 0 0,16 4 0,8 4 0,51 22 0,-66-24 0,27 10 0,65 37 0,-98-48 0,0 1 0,0 1 0,0 0 0,-1 0 0,0 1 0,-1 1 0,0-1 0,0 2 0,-1-1 0,11 19 0,-17-25 0,-1-1 0,1 1 0,-1-1 0,0 1 0,0 0 0,0 0 0,0 0 0,0-1 0,-1 1 0,0 0 0,0 0 0,0 0 0,0 0 0,-2 7 0,0-5 0,0-1 0,0 1 0,-1-1 0,1 0 0,-1 0 0,0 0 0,0 0 0,-1 0 0,-4 5 0,-3 0 0,0 1 0,-1-1 0,0-1 0,-1 0 0,0-1 0,-25 12 0,-6-2-341,-1-1 0,-1-3-1,-58 11 1,91-22-6485</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05.597"/>
    </inkml:context>
    <inkml:brush xml:id="br0">
      <inkml:brushProperty name="width" value="0.05" units="cm"/>
      <inkml:brushProperty name="height" value="0.05" units="cm"/>
    </inkml:brush>
  </inkml:definitions>
  <inkml:trace contextRef="#ctx0" brushRef="#br0">60 42 24575,'4'0'0,"116"-7"0,-107 7 0,-1 1 0,1 0 0,-1 1 0,0 0 0,0 1 0,0 1 0,18 7 0,-25-8 0,0 0 0,0 0 0,0 0 0,0 1 0,-1 0 0,0 0 0,0 0 0,0 0 0,0 1 0,-1-1 0,1 1 0,-1 0 0,0 0 0,2 7 0,-3-9 0,-1-1 0,0 1 0,-1 0 0,1-1 0,0 1 0,-1 0 0,1 0 0,-1-1 0,0 1 0,0 0 0,0 0 0,-1 0 0,1-1 0,0 1 0,-1 0 0,0 0 0,0-1 0,0 1 0,0-1 0,0 1 0,0-1 0,-1 1 0,1-1 0,-1 0 0,1 1 0,-1-1 0,0 0 0,0 0 0,0 0 0,-4 2 0,0 0 0,0 0 0,0-1 0,0 0 0,0 0 0,-1-1 0,1 0 0,-1 0 0,1 0 0,-13 1 0,8-2 0,0-1 0,0 0 0,1-1 0,-1 0 0,-18-4 0,12 0 0,1 0 0,-1-1 0,1-1 0,1 0 0,-1-1 0,1-1 0,-21-16 0,33 23 0,0 0 0,0-1 0,1 1 0,-1-1 0,1 1 0,0-1 0,0 0 0,0 0 0,0 0 0,0 0 0,1 0 0,-1-1 0,1 1 0,0 0 0,0-1 0,0 1 0,0-1 0,1 1 0,-1-1 0,1 1 0,0-1 0,0 1 0,0-1 0,1 1 0,-1-1 0,1 1 0,0-1 0,0 1 0,0 0 0,0-1 0,1 1 0,-1 0 0,1 0 0,0 0 0,0 0 0,0 0 0,0 0 0,0 0 0,1 1 0,-1-1 0,1 1 0,0 0 0,0 0 0,4-2 0,22-11-1365,-15 10-5461</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05.989"/>
    </inkml:context>
    <inkml:brush xml:id="br0">
      <inkml:brushProperty name="width" value="0.05" units="cm"/>
      <inkml:brushProperty name="height" value="0.05" units="cm"/>
    </inkml:brush>
  </inkml:definitions>
  <inkml:trace contextRef="#ctx0" brushRef="#br0">315 255 24575,'-39'-48'0,"-43"-51"0,65 81 0,0 1 0,-1 1 0,-24-17 0,37 29 0,0 1 0,-1 0 0,1 0 0,0 1 0,-1-1 0,-8-1 0,12 3 0,1 1 0,0 0 0,-1-1 0,1 1 0,-1 0 0,1 0 0,0 0 0,-1 0 0,1 0 0,-1 1 0,1-1 0,0 0 0,-1 0 0,1 1 0,0-1 0,-1 1 0,1 0 0,0-1 0,0 1 0,-1 0 0,1 0 0,0-1 0,0 1 0,0 0 0,0 0 0,0 0 0,0 0 0,1 1 0,-1-1 0,0 0 0,0 0 0,1 0 0,-1 2 0,-2 5 0,0 0 0,1 1 0,0-1 0,1 1 0,0-1 0,0 17 0,1-1 0,5 28 0,0-21 0,2-1 0,1 0 0,1-1 0,17 39 0,63 107 0,12-3 0,-73-130 0,64 74 0,-83-106-1365,-3-2-5461</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06.146"/>
    </inkml:context>
    <inkml:brush xml:id="br0">
      <inkml:brushProperty name="width" value="0.05" units="cm"/>
      <inkml:brushProperty name="height" value="0.05" units="cm"/>
    </inkml:brush>
  </inkml:definitions>
  <inkml:trace contextRef="#ctx0" brushRef="#br0">323 75 24575,'-28'-10'0,"-14"-4"0,-2 2 0,1 1 0,5 4 0,5 0 0,5 1 0,2 2 0,3 1 0,6 2-8191</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0.297"/>
    </inkml:context>
    <inkml:brush xml:id="br0">
      <inkml:brushProperty name="width" value="0.05" units="cm"/>
      <inkml:brushProperty name="height" value="0.05" units="cm"/>
    </inkml:brush>
  </inkml:definitions>
  <inkml:trace contextRef="#ctx0" brushRef="#br0">7 80 24575,'-6'-36'0,"23"77"0,-13-29 0,46 122 0,-38-107 0,1 1 0,29 42 0,-33-57 0,-2-2 0,0 0 0,1-1 0,0 0 0,1-1 0,-1 1 0,20 14 0,-27-24 0,1 1 0,-1 0 0,1 0 0,-1-1 0,0 1 0,1 0 0,-1-1 0,1 0 0,0 1 0,-1-1 0,1 0 0,-1 0 0,1 0 0,0 0 0,-1 0 0,1 0 0,-1 0 0,1 0 0,2-1 0,-2 0 0,1-1 0,0 1 0,0-1 0,-1 1 0,1-1 0,-1 0 0,0 0 0,1 0 0,2-3 0,1-3 0,0 0 0,0 1 0,-1-2 0,-1 1 0,7-14 0,-10 19 0,1-2 0,-1 1 0,1 0 0,0-1 0,1 1 0,4-7 0,-6 10 0,0 1 0,0-1 0,0 0 0,-1 0 0,1 1 0,0-1 0,0 1 0,0-1 0,0 1 0,0-1 0,0 1 0,0 0 0,0-1 0,0 1 0,0 0 0,1 0 0,-1 0 0,0 0 0,0 0 0,0 0 0,0 0 0,0 0 0,0 0 0,0 0 0,0 0 0,0 1 0,0-1 0,0 1 0,0-1 0,0 1 0,1 0 0,11 6 0,18 13 0,-22-12 0,1-2 0,1 0 0,13 7 0,-13-8 0,1-1 0,0 0 0,0-1 0,1-1 0,-1 0 0,1 0 0,17-1 0,-26-1 0,1 0 0,-1-1 0,1 1 0,-1-1 0,1 0 0,-1-1 0,0 1 0,0-1 0,0 0 0,6-3 0,-7 3 0,-1 0 0,1 0 0,-1-1 0,1 1 0,-1 0 0,0-1 0,0 0 0,0 1 0,-1-1 0,1 0 0,-1 0 0,1 0 0,-1 0 0,0 0 0,1-7 0,0 3 0,-2-1 0,1 1 0,-1-1 0,0 1 0,0-1 0,-1 0 0,0 1 0,-1-1 0,1 1 0,-1 0 0,-1-1 0,1 1 0,-5-8 0,-7-10 0,0 1 0,-22-28 0,16 24 0,-60-78-1365,73 97-5461</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0.997"/>
    </inkml:context>
    <inkml:brush xml:id="br0">
      <inkml:brushProperty name="width" value="0.05" units="cm"/>
      <inkml:brushProperty name="height" value="0.05" units="cm"/>
    </inkml:brush>
  </inkml:definitions>
  <inkml:trace contextRef="#ctx0" brushRef="#br0">229 79 24575,'-20'-11'0,"-56"-28"0,63 33 0,0 0 0,0 2 0,-27-6 0,38 9 0,0 1 0,0-1 0,0 1 0,-1 0 0,1 0 0,0 0 0,0 0 0,0 0 0,0 1 0,-1-1 0,1 1 0,0-1 0,0 1 0,0 0 0,0 0 0,-3 2 0,3-2 0,1 0 0,0 1 0,0-1 0,-1 1 0,1-1 0,0 1 0,1-1 0,-1 1 0,0 0 0,0 0 0,1-1 0,-1 1 0,1 0 0,-1 0 0,1 0 0,0 0 0,0-1 0,-1 1 0,2 3 0,-1 4 0,1 1 0,1-1 0,0 0 0,0 0 0,0 0 0,1 0 0,1 0 0,0-1 0,0 1 0,0-1 0,1 0 0,0 0 0,1-1 0,0 1 0,7 6 0,12 11 0,2-1 0,45 32 0,-68-53 0,92 63 0,49 37 0,-143-100 0,1-1 0,-1 0 0,0 1 0,1 0 0,-1-1 0,0 1 0,0 0 0,2 5 0,-4-7 0,0-1 0,1 1 0,-1 0 0,0 0 0,0-1 0,0 1 0,0 0 0,0 0 0,1 0 0,-1-1 0,-1 1 0,1 0 0,0 0 0,0 0 0,0-1 0,0 1 0,-1 0 0,1 0 0,0-1 0,0 1 0,-1 0 0,1 0 0,-1-1 0,1 1 0,-1 0 0,1-1 0,-1 1 0,1-1 0,-1 1 0,0-1 0,1 1 0,-1-1 0,1 1 0,-1-1 0,0 1 0,0-1 0,1 0 0,-1 0 0,0 1 0,0-1 0,-1 0 0,-11 3 0,1-1 0,-1 0 0,0-1 0,0-1 0,0 0 0,-15-3 0,-7 2 0,-112-16 0,145 17-114,0 0 1,1 0-1,-1-1 0,1 1 0,-1-1 1,1 0-1,-1 1 0,1-1 0,-1 0 1,1 0-1,-3-2 0</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1.386"/>
    </inkml:context>
    <inkml:brush xml:id="br0">
      <inkml:brushProperty name="width" value="0.05" units="cm"/>
      <inkml:brushProperty name="height" value="0.05" units="cm"/>
    </inkml:brush>
  </inkml:definitions>
  <inkml:trace contextRef="#ctx0" brushRef="#br0">219 110 24575,'-7'-6'0,"-23"-17"0,-1 2 0,-53-29 0,81 48 0,0 1 0,0 0 0,0 0 0,0 0 0,0 0 0,0 0 0,0 0 0,0 1 0,-1-1 0,-4 1 0,7 0 0,0 1 0,1-1 0,-1 0 0,0 0 0,0 0 0,1 1 0,-1-1 0,0 0 0,1 1 0,-1-1 0,0 1 0,1-1 0,-1 1 0,1-1 0,-1 1 0,1-1 0,-1 1 0,0 0 0,0 1 0,1-1 0,-1 1 0,1-1 0,-1 0 0,1 1 0,0-1 0,0 1 0,-1-1 0,1 1 0,0-1 0,0 1 0,1 2 0,0 6 0,1 1 0,1-1 0,0 0 0,0 0 0,1 0 0,0 0 0,8 13 0,3 2 0,28 34 0,-8-17 0,2-2 0,74 63 0,-104-97 0,0 0 0,-1 1 0,1 0 0,9 15 0,-15-20 0,0-1 0,0 1 0,0-1 0,0 1 0,-1 0 0,1 0 0,0-1 0,-1 1 0,0 0 0,1 0 0,-1 0 0,0-1 0,0 5 0,-1-5 0,1 0 0,0 0 0,-1 1 0,1-1 0,-1 0 0,0 0 0,1 0 0,-1 0 0,0 0 0,0 0 0,0 0 0,0 0 0,1-1 0,-1 1 0,0 0 0,0 0 0,-1-1 0,1 1 0,0-1 0,0 1 0,0-1 0,0 1 0,-2-1 0,-17 5 0,1-1 0,-1 0 0,-36 0 0,38-3 0,-129 1-649,130-2-67,1 0-6110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2.340"/>
    </inkml:context>
    <inkml:brush xml:id="br0">
      <inkml:brushProperty name="width" value="0.05" units="cm"/>
      <inkml:brushProperty name="height" value="0.05" units="cm"/>
    </inkml:brush>
  </inkml:definitions>
  <inkml:trace contextRef="#ctx0" brushRef="#br0">0 89 24575,'3'34'0,"2"0"0,17 65 0,-15-79 0,0-1 0,1 0 0,1 0 0,1-1 0,0 0 0,16 19 0,-14-20 0,-4-6 0,0 0 0,1 0 0,0 0 0,1-1 0,0-1 0,14 11 0,-24-20 0,0-1 0,1 1 0,-1 0 0,0 0 0,0 0 0,0 0 0,0 0 0,0 0 0,0-1 0,0 1 0,0 0 0,0 0 0,0 0 0,0 0 0,1 0 0,-1-1 0,0 1 0,0 0 0,0 0 0,0 0 0,0 0 0,0 0 0,0-1 0,0 1 0,-1 0 0,1 0 0,0 0 0,0 0 0,0-1 0,0 1 0,0 0 0,0 0 0,0 0 0,0 0 0,0 0 0,0 0 0,0-1 0,0 1 0,-1 0 0,1 0 0,0 0 0,0 0 0,0 0 0,0 0 0,-5-10 0,-56-84 0,4 6 0,41 59 0,-16-43 0,27 57 0,0 0 0,0-1 0,2 0 0,-4-29 0,7 41 0,0 0 0,0 1 0,0-1 0,0 0 0,1 0 0,0 1 0,-1-1 0,1 0 0,1 1 0,-1-1 0,0 1 0,1-1 0,0 1 0,-1 0 0,1 0 0,1 0 0,-1 0 0,0 0 0,1 0 0,-1 0 0,6-3 0,-3 3 0,0 0 0,-1 1 0,1-1 0,0 1 0,0 0 0,0 1 0,1-1 0,-1 1 0,0 0 0,1 1 0,-1-1 0,0 1 0,1 0 0,8 1 0,-3 0 0,-1 1 0,1 0 0,0 0 0,-1 1 0,12 5 0,-19-6 0,1-1 0,-1 1 0,0 0 0,0 0 0,0 0 0,0 0 0,0 0 0,0 0 0,0 1 0,-1 0 0,1-1 0,-1 1 0,0 0 0,0 0 0,0 1 0,0-1 0,0 0 0,1 7 0,-2-9 0,-1 1 0,0 0 0,0 0 0,0 0 0,0-1 0,0 1 0,0 0 0,0 0 0,0 0 0,-1-1 0,1 1 0,-1 0 0,1-1 0,-1 1 0,-1 2 0,0-1 0,-1 1 0,1 0 0,-1-1 0,0 0 0,1 0 0,-6 4 0,1-1 0,-1-1 0,0 1 0,0-1 0,0-1 0,-12 5 0,1-2-341,0-2 0,0 0-1,-27 3 1,33-7-6485</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2.666"/>
    </inkml:context>
    <inkml:brush xml:id="br0">
      <inkml:brushProperty name="width" value="0.05" units="cm"/>
      <inkml:brushProperty name="height" value="0.05" units="cm"/>
    </inkml:brush>
  </inkml:definitions>
  <inkml:trace contextRef="#ctx0" brushRef="#br0">18 162 24575,'6'6'0,"1"0"0,-1 0 0,0 0 0,0 1 0,0 0 0,-1 1 0,0-1 0,0 1 0,3 9 0,-7-16 0,-1 0 0,0-1 0,1 1 0,-1 0 0,0 0 0,0 0 0,0 0 0,0 0 0,0 0 0,0 0 0,0-1 0,0 1 0,0 0 0,0 1 0,0-2 0,-1 1 0,1-1 0,0 0 0,0 0 0,0 1 0,0-1 0,-1 0 0,1 0 0,0 0 0,0 1 0,-1-1 0,1 0 0,0 0 0,0 0 0,-1 0 0,1 0 0,0 1 0,0-1 0,-1 0 0,1 0 0,0 0 0,-1 0 0,1 0 0,0 0 0,0 0 0,-1 0 0,1 0 0,-2 0 0,0-1 0,0 1 0,1-1 0,-1 1 0,0-1 0,1 0 0,-1 0 0,1 0 0,-1 1 0,1-1 0,-1-1 0,-1-1 0,-2-2 0,1 0 0,-1 0 0,1-1 0,0 0 0,1 0 0,-1 0 0,1 0 0,0-1 0,1 1 0,0-1 0,0 0 0,-2-8 0,2 0 0,1-1 0,0 1 0,1 0 0,2-25 0,-2 38 0,0-1 0,1 0 0,-1 1 0,1-1 0,0 1 0,-1-1 0,1 1 0,0 0 0,0-1 0,1 1 0,-1 0 0,0 0 0,1 0 0,-1 0 0,1 0 0,0 0 0,0 0 0,-1 0 0,1 1 0,0-1 0,1 1 0,-1-1 0,0 1 0,0 0 0,1 0 0,-1 0 0,0 0 0,1 0 0,-1 1 0,1-1 0,-1 1 0,1-1 0,0 1 0,-1 0 0,1 0 0,-1 0 0,1 0 0,-1 1 0,1-1 0,-1 1 0,1-1 0,-1 1 0,1 0 0,-1 0 0,3 2 0,10 5-1365,-2 1-5461</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3.073"/>
    </inkml:context>
    <inkml:brush xml:id="br0">
      <inkml:brushProperty name="width" value="0.05" units="cm"/>
      <inkml:brushProperty name="height" value="0.05" units="cm"/>
    </inkml:brush>
  </inkml:definitions>
  <inkml:trace contextRef="#ctx0" brushRef="#br0">166 46 24575,'-21'-2'0,"-32"1"0,47 1 0,0 1 0,-1-1 0,1 2 0,0-1 0,0 1 0,0 0 0,0 0 0,0 0 0,-7 5 0,11-6 0,0 0 0,1 0 0,-1 0 0,1 0 0,-1 0 0,1 1 0,0-1 0,-1 0 0,1 1 0,0-1 0,0 1 0,0 0 0,0-1 0,0 1 0,0 0 0,1 0 0,-1-1 0,0 1 0,1 0 0,-1 3 0,1-2 0,0-1 0,1 1 0,-1 0 0,0 0 0,1-1 0,0 1 0,0-1 0,0 1 0,0 0 0,0-1 0,0 0 0,4 5 0,0 0 0,0 0 0,1-1 0,0 0 0,0 0 0,1 0 0,0-1 0,0 0 0,9 5 0,-6-6 0,-1-1 0,1 0 0,0 0 0,1-1 0,-1 0 0,0-1 0,1 0 0,-1-1 0,1 0 0,20-2 0,-29 1 0,0 1 0,0 0 0,0-1 0,0 1 0,0-1 0,0 0 0,0 0 0,0 0 0,0 1 0,0-2 0,0 1 0,0 0 0,-1 0 0,1-1 0,0 1 0,-1-1 0,0 1 0,1-1 0,-1 0 0,0 1 0,0-1 0,1 0 0,-1 0 0,-1 0 0,1 0 0,0 0 0,0 0 0,-1 0 0,1 0 0,-1 0 0,0-4 0,1 1 0,-1 0 0,0 0 0,-1 1 0,1-1 0,-1 0 0,0 1 0,0-1 0,0 0 0,-1 1 0,0-1 0,0 1 0,0 0 0,-4-7 0,-1 1 17,-1 0 0,0 1 1,0 0-1,0 0 0,-1 1 0,-17-12 0,23 18-67,0 0 1,0 1-1,0-1 1,0 1-1,0-1 1,0 1-1,0 0 1,0 0-1,0 1 1,0-1-1,-1 1 1,1-1-1,0 1 1,0 0-1,-1 0 1,1 1-1,0-1 1,-1 1-1,1-1 1,0 1-1,0 0 1,0 0-1,0 0 1,0 1-1,0-1 1,0 1-1,0 0 1,1 0-1,-5 3 1,-3 4-6777</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3.450"/>
    </inkml:context>
    <inkml:brush xml:id="br0">
      <inkml:brushProperty name="width" value="0.05" units="cm"/>
      <inkml:brushProperty name="height" value="0.05" units="cm"/>
    </inkml:brush>
  </inkml:definitions>
  <inkml:trace contextRef="#ctx0" brushRef="#br0">96 0 24575,'-9'3'0,"0"0"0,1 0 0,-1 0 0,1 1 0,0 1 0,-13 9 0,19-13 0,0 0 0,1 0 0,-1 1 0,0-1 0,1 1 0,-1 0 0,1-1 0,0 1 0,0 0 0,-1 0 0,1 0 0,1 0 0,-1 0 0,0 0 0,0 0 0,1 0 0,-1 0 0,1 0 0,-1 0 0,1 0 0,0 0 0,0 1 0,0-1 0,0 0 0,0 0 0,1 0 0,-1 0 0,1 0 0,-1 1 0,1-1 0,0 0 0,0 0 0,2 3 0,1 1 0,0 0 0,1 0 0,0 0 0,0-1 0,0 0 0,0 0 0,9 5 0,44 28 0,-52-35 0,8 4 0,-1 1 0,2-2 0,-1 0 0,1-1 0,24 5 0,-28-8 0,-1 0 0,1-1 0,-1 0 0,1-1 0,-1-1 0,0 1 0,1-2 0,-1 1 0,14-5 0,-19 4-68,0 0 0,0 0-1,0-1 1,0 0 0,0 0 0,-1 0-1,1 0 1,-1-1 0,0 0 0,0 0-1,0 0 1,-1 0 0,1-1 0,-1 1-1,0-1 1,0 0 0,-1 0 0,1 0-1,1-7 1,1-1-6758</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4.043"/>
    </inkml:context>
    <inkml:brush xml:id="br0">
      <inkml:brushProperty name="width" value="0.05" units="cm"/>
      <inkml:brushProperty name="height" value="0.05" units="cm"/>
    </inkml:brush>
  </inkml:definitions>
  <inkml:trace contextRef="#ctx0" brushRef="#br0">1 305 24575,'30'-1'0,"0"-3"0,1 0 0,-1-2 0,37-12 0,-63 17 0,-1-1 0,0 1 0,1-1 0,-1 0 0,0 1 0,0-1 0,0-1 0,0 1 0,-1 0 0,1-1 0,-1 1 0,1-1 0,-1 0 0,0 0 0,0 0 0,3-6 0,-4 6 0,0 0 0,0 0 0,-1 0 0,1-1 0,-1 1 0,1 0 0,-1-1 0,0 1 0,-1 0 0,1-1 0,0 1 0,-1 0 0,0 0 0,0-1 0,0 1 0,0 0 0,0 0 0,-3-4 0,-4-8 0,-1 0 0,-1 0 0,-1 1 0,0 0 0,0 1 0,-1 0 0,-1 1 0,0 1 0,-1 0 0,-16-10 0,28 20 0,1 0 0,-1 0 0,1 0 0,-1 0 0,0 0 0,0 1 0,1-1 0,-1 0 0,0 1 0,0 0 0,0-1 0,0 1 0,0 0 0,1 0 0,-1 0 0,0 0 0,-3 1 0,4 0 0,-1-1 0,1 1 0,0 0 0,-1 0 0,1 0 0,0 0 0,0 0 0,0 0 0,0 0 0,0 1 0,0-1 0,0 0 0,0 1 0,0-1 0,0 0 0,1 1 0,-1-1 0,1 1 0,-1-1 0,1 1 0,-1 1 0,-1 4 0,1 0 0,0 0 0,0 1 0,1-1 0,0 0 0,0 0 0,1 0 0,-1 0 0,3 8 0,0-3 0,0-1 0,1 0 0,1 0 0,0 0 0,6 10 0,1-2 0,1-1 0,0 0 0,2-1 0,0-1 0,24 22 0,-24-27 0,0 1 0,1-2 0,1 0 0,0-1 0,0 0 0,0-2 0,1 0 0,1-1 0,33 7 0,-49-12-52,0 0-1,1-1 1,-1 1-1,0-1 1,1 0-1,-1 0 1,0 0-1,0 0 1,1-1-1,-1 1 1,0-1-1,0 0 1,0 0-1,0 0 1,0 0-1,0 0 1,0-1-1,0 1 1,0-1-1,0 0 0,-1 0 1,1 0-1,-1 0 1,1-1-1,2-3 1,3-5-6774</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4.465"/>
    </inkml:context>
    <inkml:brush xml:id="br0">
      <inkml:brushProperty name="width" value="0.05" units="cm"/>
      <inkml:brushProperty name="height" value="0.05" units="cm"/>
    </inkml:brush>
  </inkml:definitions>
  <inkml:trace contextRef="#ctx0" brushRef="#br0">103 1 24575,'-4'0'0,"1"1"0,-1 0 0,1 0 0,-1 0 0,1 0 0,-1 0 0,1 1 0,-1 0 0,1-1 0,0 1 0,0 1 0,-5 3 0,7-5 0,0 1 0,0-1 0,0 1 0,0 0 0,0-1 0,0 1 0,1 0 0,-1 0 0,1 0 0,-1-1 0,1 1 0,-1 0 0,1 0 0,0 0 0,0 0 0,0 0 0,0 0 0,0 0 0,1 0 0,-1-1 0,1 1 0,-1 0 0,1 0 0,-1 0 0,1 0 0,1 1 0,3 7 0,0 0 0,1-1 0,0 1 0,0-1 0,9 8 0,41 41 0,-30-33 0,-4-4 0,-11-11 0,0 1 0,-1 0 0,16 21 0,-26-31 0,0-1 0,1 0 0,-1 1 0,0-1 0,0 1 0,1-1 0,-1 1 0,0-1 0,0 1 0,0-1 0,0 1 0,0-1 0,1 1 0,-1-1 0,0 1 0,0-1 0,0 1 0,0-1 0,-1 1 0,1-1 0,0 1 0,0-1 0,0 1 0,0-1 0,0 0 0,0 1 0,-1 0 0,0 0 0,0 0 0,1-1 0,-1 1 0,0-1 0,0 1 0,0-1 0,0 1 0,0-1 0,0 0 0,1 1 0,-1-1 0,0 0 0,-2 1 0,-4 0 0,-1-1 0,1 1 0,-9-2 0,11 1 0,-22-2 0,-31-5 0,31 3 0,-33-1 0,57 5-119,2 1 57,0-1-1,0 0 1,-1 0 0,1 0-1,0 0 1,0 0 0,0 0-1,0 0 1,0-1 0,-1 1 0,1 0-1,0 0 1,0-1 0,0 1-1,0-1 1,0 1 0,0-1 0,0 0-1,-1 0 1</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4.806"/>
    </inkml:context>
    <inkml:brush xml:id="br0">
      <inkml:brushProperty name="width" value="0.05" units="cm"/>
      <inkml:brushProperty name="height" value="0.05" units="cm"/>
    </inkml:brush>
  </inkml:definitions>
  <inkml:trace contextRef="#ctx0" brushRef="#br0">203 8 24575,'-4'-1'0,"-1"-1"0,0 1 0,0 0 0,0 0 0,0 0 0,-6 1 0,10 0 0,0 0 0,0 0 0,0 0 0,0 0 0,0 0 0,0 1 0,0-1 0,0 0 0,0 1 0,0-1 0,0 1 0,0-1 0,0 1 0,0 0 0,0-1 0,1 1 0,-1 0 0,0-1 0,0 1 0,1 0 0,-1 0 0,0 0 0,1 0 0,-1 0 0,1 0 0,-1 0 0,1 0 0,0 0 0,-1 0 0,1 0 0,0 0 0,0 0 0,0 0 0,0 0 0,0 1 0,0 4 0,0 0 0,0 0 0,1 0 0,0 0 0,0-1 0,1 1 0,0 0 0,0-1 0,0 1 0,5 8 0,5 7 0,18 22 0,-29-41 0,97 119 0,-96-119 0,0 1 0,0-1 0,0 0 0,-1 0 0,1 1 0,-1-1 0,0 1 0,1-1 0,-1 1 0,1 5 0,-2-7 0,0 0 0,0 0 0,0 0 0,0 0 0,0 0 0,0 0 0,0 0 0,0 0 0,-1 0 0,1 0 0,0-1 0,-1 1 0,1 0 0,-1 0 0,1 0 0,-1 0 0,1 0 0,-1 0 0,0-1 0,1 1 0,-1 0 0,0-1 0,1 1 0,-1 0 0,0-1 0,0 1 0,0-1 0,0 1 0,0-1 0,0 1 0,0-1 0,1 0 0,-3 1 0,-13 3 0,-1 0 0,0-1 0,-22 1 0,-10 1 0,-91 19-1365,121-21-5461</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6.759"/>
    </inkml:context>
    <inkml:brush xml:id="br0">
      <inkml:brushProperty name="width" value="0.05" units="cm"/>
      <inkml:brushProperty name="height" value="0.05" units="cm"/>
    </inkml:brush>
  </inkml:definitions>
  <inkml:trace contextRef="#ctx0" brushRef="#br0">7 16 24575,'0'0'0,"-1"-1"0,1 1 0,-1-1 0,1 1 0,-1-1 0,1 1 0,-1-1 0,1 1 0,-1-1 0,1 0 0,0 1 0,-1-1 0,1 1 0,0-1 0,0 0 0,0 1 0,-1-1 0,1 0 0,0 1 0,0-1 0,0 0 0,0 0 0,0 0 0,1 1 0,-1 0 0,1 0 0,-1 0 0,1 0 0,-1-1 0,1 1 0,-1 0 0,1 0 0,-1 0 0,1 0 0,-1 0 0,1 0 0,-1 0 0,1 0 0,-1 1 0,1-1 0,-1 0 0,1 0 0,-1 0 0,1 0 0,-1 1 0,0-1 0,1 0 0,-1 0 0,1 1 0,-1-1 0,0 0 0,1 1 0,0 0 0,17 12 0,20 17 0,13 11 0,351 198 0,-367-224 0,-21-8 0,23 12 0,-28-11 0,-9-8 0,-1 1 0,1-1 0,0 0 0,0 0 0,0 0 0,0 0 0,0 1 0,-1-1 0,1 0 0,0 0 0,0 0 0,0 0 0,0 0 0,-1 0 0,1 0 0,0 1 0,0-1 0,0 0 0,-1 0 0,1 0 0,0 0 0,0 0 0,-1 0 0,1 0 0,0 0 0,0 0 0,0 0 0,-1 0 0,1 0 0,0 0 0,-24-5 0,-10-8-1365,17 5-5461</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7.124"/>
    </inkml:context>
    <inkml:brush xml:id="br0">
      <inkml:brushProperty name="width" value="0.05" units="cm"/>
      <inkml:brushProperty name="height" value="0.05" units="cm"/>
    </inkml:brush>
  </inkml:definitions>
  <inkml:trace contextRef="#ctx0" brushRef="#br0">211 13 24575,'-2'-1'0,"0"-1"0,0 1 0,-1-1 0,1 1 0,-1 0 0,1 0 0,-1 0 0,1 0 0,-1 1 0,0-1 0,0 1 0,1-1 0,-1 1 0,0 0 0,1 0 0,-1 0 0,-4 1 0,5 0 0,0 0 0,0 0 0,0 0 0,0 0 0,0 0 0,0 1 0,0-1 0,0 0 0,1 1 0,-1 0 0,1-1 0,-1 1 0,1 0 0,0 0 0,-1-1 0,1 1 0,0 0 0,0 0 0,0 0 0,1 1 0,-2 3 0,-10 44 0,9-34 0,-7 22 0,8-32 0,0 0 0,-1-1 0,0 1 0,0-1 0,0 0 0,-1 0 0,-5 7 0,-25 19 100,23-22-832,-17 19-1</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7.920"/>
    </inkml:context>
    <inkml:brush xml:id="br0">
      <inkml:brushProperty name="width" value="0.05" units="cm"/>
      <inkml:brushProperty name="height" value="0.05" units="cm"/>
    </inkml:brush>
  </inkml:definitions>
  <inkml:trace contextRef="#ctx0" brushRef="#br0">331 36 24575,'-4'-4'0,"1"1"0,-1 0 0,0 0 0,0 0 0,0 0 0,0 1 0,0-1 0,-1 1 0,1 0 0,-1 1 0,1-1 0,-1 1 0,0 0 0,-5-1 0,3 2 0,1 0 0,-1 0 0,0 1 0,0-1 0,0 2 0,0-1 0,1 1 0,-1 0 0,-8 4 0,-2 1 0,-128 58 0,144-64 0,-1-1 0,1 1 0,-1 0 0,1 0 0,-1 0 0,1 0 0,-1 0 0,1 1 0,0-1 0,0 0 0,0 0 0,0 1 0,0-1 0,0 1 0,0-1 0,0 1 0,0 0 0,0 1 0,1-1 0,0-1 0,0 1 0,0-1 0,0 1 0,0-1 0,1 1 0,-1-1 0,0 1 0,1-1 0,0 1 0,-1-1 0,1 1 0,0-1 0,-1 0 0,1 1 0,0-1 0,0 0 0,0 1 0,0-1 0,2 1 0,59 69 0,-55-61 0,0 0 0,-1 1 0,0-1 0,0 1 0,6 20 0,-2 7 0,-1 1 0,-3 0 0,4 55 0,6 5 0,-3-33 0,-12-60 0,0 1 0,0-1 0,1 1 0,0-1 0,5 11 0,-6-14 0,1-1 0,-1 0 0,1 1 0,0-1 0,0 0 0,0 0 0,0 0 0,0 0 0,0-1 0,0 1 0,1 0 0,-1-1 0,1 0 0,-1 1 0,6 1 0,6 0 0,0 0 0,1-1 0,-1 0 0,1-1 0,0-1 0,22-2 0,-15 0 0,42 4 0,-33 3 0,-16-2 0,0-1 0,1-1 0,15 0 0,-30-1-42,0 0-1,0 0 0,0 0 1,0 0-1,0 0 0,0 0 1,0 0-1,0 0 0,0-1 1,-1 1-1,1 0 0,0-1 1,0 1-1,0-1 0,0 1 1,-1-1-1,1 1 0,0-1 1,0 1-1,-1-1 0,1 0 1,-1 0-1,1 1 0,0-1 1,-1 0-1,1 0 0,-1 1 1,0-1-1,1 0 0,-1 0 1,1-2-1,-1-6-6783</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8.515"/>
    </inkml:context>
    <inkml:brush xml:id="br0">
      <inkml:brushProperty name="width" value="0.05" units="cm"/>
      <inkml:brushProperty name="height" value="0.05" units="cm"/>
    </inkml:brush>
  </inkml:definitions>
  <inkml:trace contextRef="#ctx0" brushRef="#br0">30 62 24575,'-30'-61'0,"55"100"0,-2-3 0,32 39 0,-44-61 0,1-1 0,-1 0 0,2-1 0,0-1 0,26 18 0,-38-28 0,-1-1 0,1 1 0,0 0 0,0-1 0,0 0 0,0 1 0,0-1 0,0 1 0,0-1 0,0 0 0,0 0 0,0 1 0,0-1 0,0 0 0,0 0 0,0 0 0,0 0 0,0 0 0,0-1 0,0 1 0,0 0 0,0 0 0,0-1 0,1 0 0,-1 0 0,0 0 0,0 0 0,0 0 0,0 0 0,0 0 0,0 0 0,-1 0 0,1-1 0,0 1 0,-1 0 0,1-1 0,-1 1 0,0 0 0,1-1 0,-1-1 0,1-5 0,-1 0 0,0 1 0,0-1 0,0 1 0,-3-13 0,-2 1 0,2 0 0,0-1 0,1 1 0,1-36 0,1 54 0,0 0 0,0 0 0,0 0 0,0 0 0,0 0 0,0 0 0,1-1 0,-1 1 0,0 0 0,1 0 0,-1 0 0,1 0 0,-1 0 0,1 1 0,-1-1 0,1 0 0,0 0 0,0 0 0,-1 0 0,1 1 0,1-2 0,-1 2 0,0-1 0,0 1 0,0 0 0,0 0 0,0 0 0,0 0 0,0-1 0,0 1 0,0 1 0,0-1 0,1 0 0,-1 0 0,0 0 0,0 0 0,0 1 0,0-1 0,1 1 0,5 3 0,0 0 0,0 0 0,-1 1 0,9 7 0,-14-11 0,36 30 0,1-2 0,2-1 0,76 40 0,-108-65-1365</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19.155"/>
    </inkml:context>
    <inkml:brush xml:id="br0">
      <inkml:brushProperty name="width" value="0.05" units="cm"/>
      <inkml:brushProperty name="height" value="0.05" units="cm"/>
    </inkml:brush>
  </inkml:definitions>
  <inkml:trace contextRef="#ctx0" brushRef="#br0">0 7 24575,'14'-2'0,"30"-2"0,60 3 0,-91 2 0,0 0 0,0 1 0,0 0 0,0 1 0,0 1 0,-1 0 0,1 0 0,-1 2 0,12 6 0,-22-11 0,-1-1 0,0 1 0,1 0 0,-1 0 0,0 0 0,0 0 0,1 0 0,-1 1 0,0-1 0,0 0 0,0 1 0,-1-1 0,1 0 0,0 1 0,0-1 0,-1 1 0,1-1 0,-1 1 0,1-1 0,-1 1 0,0-1 0,0 1 0,1 0 0,-1-1 0,-1 3 0,1 2 0,-2 0 0,1 0 0,-1 0 0,0 0 0,-3 7 0,2-6 0,0-1 0,1 1 0,-3 11 0,5-8 0,-1 0 0,2 0 0,-1 1 0,1-1 0,5 20 0,19 52 0,-13-44 0,-2-11 0,22 44 0,0-2 0,-24-51 0,-4-10 0,-1-1 0,1 1 0,-2 0 0,1 0 0,1 11 0,-4-18 0,1 1 0,-1-1 0,0 1 0,0-1 0,0 1 0,-1-1 0,1 1 0,0-1 0,0 0 0,-1 1 0,1-1 0,-1 1 0,1-1 0,-1 1 0,0-1 0,1 0 0,-1 0 0,0 1 0,0-1 0,0 0 0,0 0 0,0 0 0,0 0 0,0 0 0,-1 0 0,1 0 0,0 0 0,0-1 0,-1 1 0,1 0 0,-1-1 0,1 1 0,0-1 0,-1 1 0,-1-1 0,-11 3 0,0-2 0,1 0 0,-1 0 0,-26-3 0,3 0 0,-31 1-1365,51 1-5461</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20.339"/>
    </inkml:context>
    <inkml:brush xml:id="br0">
      <inkml:brushProperty name="width" value="0.05" units="cm"/>
      <inkml:brushProperty name="height" value="0.05" units="cm"/>
    </inkml:brush>
  </inkml:definitions>
  <inkml:trace contextRef="#ctx0" brushRef="#br0">43 27 24575,'3'-2'0,"-3"-2"0,0-1 0,0-4 0,-1 3 0,0 5 0,-2 3 0,-1 3 0,1 3 0,-2 1 0,0 1 0,0 1 0,0-1 0,-1 1 0,2 0 0,1-2-8191</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1.608"/>
    </inkml:context>
    <inkml:brush xml:id="br0">
      <inkml:brushProperty name="width" value="0.05" units="cm"/>
      <inkml:brushProperty name="height" value="0.05" units="cm"/>
      <inkml:brushProperty name="color" value="#00A0D7"/>
    </inkml:brush>
  </inkml:definitions>
  <inkml:trace contextRef="#ctx0" brushRef="#br0">9 83 24575,'0'-2'0,"0"-1"0,-1 1 0,1 0 0,-1 0 0,1 0 0,-1 1 0,0-1 0,1 0 0,-1 0 0,0 0 0,-2-2 0,11 44 0,82 178 0,-77-190 0,132 264 0,-139-281 0,-3-4 0,1 0 0,0 0 0,1 0 0,8 10 0,-13-16 0,1-1 0,-1 0 0,0 1 0,1-1 0,-1 0 0,1 1 0,-1-1 0,1 0 0,-1 0 0,1 1 0,-1-1 0,1 0 0,-1 0 0,1 0 0,0 0 0,-1 0 0,1 1 0,-1-1 0,1 0 0,-1 0 0,1-1 0,-1 1 0,1 0 0,0 0 0,-1 0 0,1 0 0,0-1 0,0 1 0,1-1 0,-1 0 0,0 0 0,1 0 0,-1 0 0,0 0 0,0-1 0,0 1 0,2-2 0,0-3 0,1 0 0,-1 0 0,4-11 0,0-5 0,-1-1 0,-2 1 0,0-2 0,1-36 0,-3 32 0,-2 26 0,0 0 0,0 0 0,0 0 0,1 0 0,-1 0 0,1 0 0,0-1 0,0 1 0,-1 1 0,1-1 0,0 0 0,1 0 0,0-2 0,-1 3 0,0 0 0,0 1 0,0-1 0,0 1 0,0-1 0,0 1 0,0-1 0,0 1 0,0-1 0,0 1 0,0 0 0,1 0 0,-1 0 0,0-1 0,0 1 0,0 0 0,0 0 0,0 1 0,0-1 0,1 0 0,-1 0 0,0 0 0,0 1 0,0-1 0,0 1 0,0-1 0,2 2 0,11 5 0,0 1 0,-1 1 0,15 12 0,9 6 0,70 36 0,-90-54 0,1-2 0,0 0 0,0 0 0,28 5 0,-43-12 0,0 1 0,0-1 0,0 0 0,0 1 0,-1-1 0,1-1 0,0 1 0,0 0 0,0-1 0,0 1 0,4-2 0,-6 1 0,1 0 0,-1 0 0,0 0 0,0 0 0,1 0 0,-1 0 0,0 0 0,0 0 0,0 0 0,-1 0 0,1 0 0,0-1 0,0 1 0,0 0 0,-1-1 0,1 1 0,-1-1 0,1 1 0,-1-1 0,0 1 0,0 0 0,1-1 0,-1 1 0,0-4 0,0-1 0,-1 0 0,0 0 0,1-1 0,-2 1 0,1 0 0,-1 0 0,0 0 0,-3-6 0,-25-45 0,23 45 0,-83-137 0,-22-40 0,99 165 0,3 5 0,0 0 0,-14-17 0,15 27 120,8 9-144,1 0 1,0 0-1,0-1 1,0 1-1,0 0 1,0 0-1,-1 0 0,1 0 1,0 0-1,0 0 1,0 0-1,0 0 1,-1 0-1,1 0 0,0 0 1,0 0-1,0 0 1,0 0-1,-1 0 1,1 0-1,0 0 0,0 0 1,0 0-1,0 0 1,-1 0-1,1 0 1,0 0-1,0 1 0,0-1 1,0 0-1,0 0 1,-1 0-1,1 0 1,0 0-1,0 0 0,0 0 1,0 1-1,0-1 1,0 0-1,0 0 1,-1 0-1,1 0 0,0 0 1,0 1-1,0-1 1,0 0-1,0 0 1,0 0-1,0 0 0,0 1 1,0-1-1,0 0 1,0 0-1,0 0 1,0 0-1,0 1 0,0-1 1,0 0-1,0 0 1,0 0-1,0 0 1,1 1-1,0 7-6802</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1.984"/>
    </inkml:context>
    <inkml:brush xml:id="br0">
      <inkml:brushProperty name="width" value="0.05" units="cm"/>
      <inkml:brushProperty name="height" value="0.05" units="cm"/>
      <inkml:brushProperty name="color" value="#00A0D7"/>
    </inkml:brush>
  </inkml:definitions>
  <inkml:trace contextRef="#ctx0" brushRef="#br0">4 1 24575,'-2'17'0,"1"9"0,1 2 0,3-1 0,4-2 0,0-4 0,2-5 0,1-5 0,3-4 0,-3-4-8191</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2.140"/>
    </inkml:context>
    <inkml:brush xml:id="br0">
      <inkml:brushProperty name="width" value="0.05" units="cm"/>
      <inkml:brushProperty name="height" value="0.05" units="cm"/>
      <inkml:brushProperty name="color" value="#00A0D7"/>
    </inkml:brush>
  </inkml:definitions>
  <inkml:trace contextRef="#ctx0" brushRef="#br0">45 8 24575,'-8'-5'0,"-2"3"0,0 5 0,3 4 0,1 6 0,3 1-8191</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2.733"/>
    </inkml:context>
    <inkml:brush xml:id="br0">
      <inkml:brushProperty name="width" value="0.05" units="cm"/>
      <inkml:brushProperty name="height" value="0.05" units="cm"/>
      <inkml:brushProperty name="color" value="#00A0D7"/>
    </inkml:brush>
  </inkml:definitions>
  <inkml:trace contextRef="#ctx0" brushRef="#br0">75 292 24575,'7'-6'0,"65"-63"0,-65 61 0,-1 0 0,0 0 0,0 0 0,0-1 0,-1 0 0,0 0 0,5-15 0,-9 20 0,-1 0 0,1 1 0,-1-1 0,1 0 0,-1 0 0,0 1 0,-1-1 0,1 0 0,-1 0 0,1 1 0,-1-1 0,0 0 0,-1 1 0,1-1 0,0 1 0,-1-1 0,0 1 0,-3-4 0,1 0 0,-1 1 0,-1-1 0,1 1 0,-1 0 0,0 1 0,0-1 0,-10-5 0,14 10 0,1 0 0,0 1 0,0-1 0,-1 0 0,1 1 0,0-1 0,0 1 0,-1 0 0,1-1 0,-1 1 0,1 0 0,0 0 0,-1 0 0,1 0 0,-1 0 0,1 0 0,0 0 0,-1 1 0,-1-1 0,1 1 0,-1 0 0,1 1 0,0-1 0,-1 0 0,1 1 0,0-1 0,0 1 0,0 0 0,-3 3 0,-2 3 0,0 1 0,1 1 0,-9 16 0,14-23 0,-10 15 0,5-8 0,1 0 0,-1 1 0,2-1 0,-1 1 0,-2 14 0,6-22 0,1 0 0,-1 0 0,1 1 0,0-1 0,0 0 0,0 0 0,1 0 0,-1 0 0,1 0 0,-1 1 0,1-1 0,0 0 0,0 0 0,1-1 0,-1 1 0,1 0 0,-1 0 0,1-1 0,0 1 0,0-1 0,0 1 0,0-1 0,0 0 0,4 3 0,1 0 0,0 0 0,0 0 0,1 0 0,0-1 0,12 4 0,45 13 0,-44-15 0,20 4 0,0-2 0,1-1 0,0-3 0,48 0 0,-85-4-273,0 0 0,-1 0 0,1-1 0,6-1 0,-2-1-6553</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3.312"/>
    </inkml:context>
    <inkml:brush xml:id="br0">
      <inkml:brushProperty name="width" value="0.05" units="cm"/>
      <inkml:brushProperty name="height" value="0.05" units="cm"/>
      <inkml:brushProperty name="color" value="#00A0D7"/>
    </inkml:brush>
  </inkml:definitions>
  <inkml:trace contextRef="#ctx0" brushRef="#br0">1 1 24575,'0'4'0,"1"0"0,0 0 0,0 0 0,0 0 0,0 0 0,1 0 0,-1-1 0,1 1 0,0 0 0,3 3 0,26 34 0,-19-28 0,1 0 0,0-1 0,1 0 0,19 12 0,-30-22 0,1 0 0,-1 0 0,1 0 0,0-1 0,-1 1 0,1-1 0,0 0 0,0 0 0,0 0 0,0 0 0,0-1 0,0 1 0,0-1 0,0 0 0,6-1 0,-7 0 0,0 0 0,0 0 0,0 0 0,0 0 0,0 0 0,-1-1 0,1 0 0,0 1 0,-1-1 0,1 0 0,-1 0 0,1 0 0,-1-1 0,0 1 0,0 0 0,0-1 0,0 0 0,-1 1 0,3-6 0,-1 1 0,0 0 0,-1-1 0,0 1 0,0-1 0,0 0 0,-1 1 0,0-15 0,0 5 0,-1 16 0,0-1 0,0 1 0,0 0 0,0 0 0,0 0 0,1-1 0,-1 1 0,1 0 0,-1 0 0,1 0 0,-1 0 0,1-1 0,-1 1 0,1 0 0,0 0 0,1-1 0,-1 1 0,-1 1 0,1 0 0,0-1 0,0 1 0,-1 0 0,1-1 0,0 1 0,0 0 0,0 0 0,-1 0 0,1 0 0,0 0 0,0 0 0,0 0 0,-1 0 0,1 0 0,0 0 0,0 0 0,1 1 0,2 0 0,0 1 0,0 0 0,-1 0 0,1 0 0,0 0 0,-1 1 0,1-1 0,2 4 0,26 23-455,-2 2 0,40 53 0,-63-75-6371</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4.142"/>
    </inkml:context>
    <inkml:brush xml:id="br0">
      <inkml:brushProperty name="width" value="0.05" units="cm"/>
      <inkml:brushProperty name="height" value="0.05" units="cm"/>
      <inkml:brushProperty name="color" value="#00A0D7"/>
    </inkml:brush>
  </inkml:definitions>
  <inkml:trace contextRef="#ctx0" brushRef="#br0">90 209 24575,'35'-140'0,"-34"138"0,0 0 0,-1 0 0,0 0 0,1-1 0,-1 1 0,0 0 0,0-1 0,0 1 0,0 0 0,-1 0 0,1-1 0,-1 1 0,1 0 0,-1 0 0,0 0 0,0-1 0,0 1 0,-2-3 0,1 3 0,0 0 0,0 0 0,0 1 0,-1-1 0,1 1 0,0-1 0,-1 1 0,0 0 0,1 0 0,-1 0 0,0 0 0,1 0 0,-1 1 0,-4-1 0,5 0 0,-1 1 0,1 0 0,0 0 0,0 0 0,-1 0 0,1 0 0,0 0 0,0 0 0,0 1 0,0-1 0,-1 1 0,1 0 0,0 0 0,0 0 0,0 0 0,0 0 0,0 0 0,-2 2 0,1 0 0,0 0 0,1-1 0,-1 1 0,1 0 0,0 1 0,0-1 0,0 0 0,1 1 0,-1-1 0,-1 5 0,0 1 0,1-1 0,1 1 0,-1-1 0,1 1 0,0 0 0,1 0 0,0-1 0,1 1 0,1 10 0,0-9 0,0 0 0,1 0 0,0 0 0,1 0 0,0 0 0,0-1 0,1 0 0,11 17 0,-15-25 0,1 0 0,0 0 0,-1 0 0,1 0 0,0 0 0,0 0 0,-1-1 0,1 1 0,0 0 0,0-1 0,0 0 0,0 1 0,0-1 0,0 0 0,0 0 0,0 0 0,0 0 0,0 0 0,2-1 0,8-1 0,21-6 0,-29 7 0,7-2 0,1 1 0,0 0 0,-1 1 0,1 0 0,0 0 0,19 3 0,69 16 0,-68-10 0,43 3 0,-28-4 0,-32-4 0,0-1 0,16 0 0,-30-1 0,0-1 0,1 0 0,-1 0 0,0 0 0,0-1 0,0 1 0,0 0 0,0 0 0,0-1 0,1 1 0,-1 0 0,0-1 0,0 1 0,0-1 0,0 1 0,0-1 0,0 0 0,-1 1 0,1-1 0,0 0 0,0 0 0,1-1 0,-2 0 0,1 1 0,0-1 0,-1 1 0,0-1 0,1 1 0,-1-1 0,0 1 0,0-1 0,0 1 0,0-1 0,0 0 0,0 1 0,0-1 0,-1-1 0,-1-5 0,-1 1 0,1 0 0,-1 0 0,-1 0 0,-6-10 0,-12-15 0,9 15 0,-15-28 0,25 40 0,1 0 0,0 0 0,-1-1 0,2 1 0,-1-1 0,1 0 0,0 1 0,0-1 0,0 0 0,1-7 0,0 11 5,0 0-1,1 0 1,-1 0 0,1 1-1,-1-1 1,1 0-1,0 0 1,0 0 0,0 0-1,0 1 1,0-1 0,0 0-1,0 1 1,0-1-1,1 1 1,-1-1 0,1 1-1,-1 0 1,1 0-1,-1 0 1,1 0 0,0 0-1,0 0 1,-1 0-1,4-1 1,-2 1-119,1 0 0,0 0-1,0 0 1,0 0 0,-1 1 0,1-1-1,0 1 1,0 0 0,0 0 0,0 1-1,0-1 1,4 2 0,2 1-6712</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4.783"/>
    </inkml:context>
    <inkml:brush xml:id="br0">
      <inkml:brushProperty name="width" value="0.05" units="cm"/>
      <inkml:brushProperty name="height" value="0.05" units="cm"/>
      <inkml:brushProperty name="color" value="#00A0D7"/>
    </inkml:brush>
  </inkml:definitions>
  <inkml:trace contextRef="#ctx0" brushRef="#br0">400 61 24575,'-30'-7'0,"-15"-3"0,-2 0 0,1 0 0,7 1 0,4 3 0,6 1 0,3 3 0,4 1 0,2 0 0,2 1 0,3 1 0,0-1 0,3 1-8191</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5.518"/>
    </inkml:context>
    <inkml:brush xml:id="br0">
      <inkml:brushProperty name="width" value="0.05" units="cm"/>
      <inkml:brushProperty name="height" value="0.05" units="cm"/>
      <inkml:brushProperty name="color" value="#00A0D7"/>
    </inkml:brush>
  </inkml:definitions>
  <inkml:trace contextRef="#ctx0" brushRef="#br0">1 15 24575,'2'-12'0,"-2"12"0,0-1 0,0 1 0,0 0 0,0 0 0,0 0 0,0 0 0,0 0 0,0 0 0,0-1 0,0 1 0,0 0 0,1 0 0,-1 0 0,0 0 0,0 0 0,0 0 0,0 0 0,0 0 0,0 0 0,1 0 0,-1-1 0,0 1 0,0 0 0,0 0 0,0 0 0,0 0 0,1 0 0,-1 0 0,0 0 0,0 0 0,0 0 0,0 0 0,0 0 0,1 0 0,-1 0 0,0 0 0,0 1 0,2 0 0,-1 0 0,0 0 0,1 0 0,-1 1 0,0-1 0,0 0 0,0 1 0,0-1 0,0 1 0,1 2 0,40 87 0,-21-43 0,28 58 0,83 191 0,-127-284 0,0 1 0,2 17 0,-10-67-1365,0 23-5461</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6.047"/>
    </inkml:context>
    <inkml:brush xml:id="br0">
      <inkml:brushProperty name="width" value="0.05" units="cm"/>
      <inkml:brushProperty name="height" value="0.05" units="cm"/>
      <inkml:brushProperty name="color" value="#00A0D7"/>
    </inkml:brush>
  </inkml:definitions>
  <inkml:trace contextRef="#ctx0" brushRef="#br0">163 98 24575,'4'-25'0,"-2"14"0,0 0 0,0 1 0,1-1 0,7-16 0,-7 25 0,-1 7 0,0 10 0,-2 0 0,0 0 0,-1 0 0,-1 0 0,0 0 0,-1 0 0,-1 0 0,0-1 0,-1 0 0,0 0 0,-2 0 0,-7 14 0,1-8 0,0 0 0,-2-1 0,0 0 0,-1-1 0,-1-1 0,-23 19 0,39-36 0,-1 2 0,0-1 0,1 1 0,-1 0 0,0-1 0,1 1 0,-1 0 0,-1 2 0,3-3 0,0-1 0,0 0 0,-1 1 0,1-1 0,0 0 0,0 0 0,0 1 0,0-1 0,0 0 0,0 1 0,0-1 0,0 0 0,0 1 0,0-1 0,0 0 0,0 0 0,1 1 0,-1-1 0,0 0 0,0 1 0,0-1 0,0 0 0,0 0 0,1 1 0,10 5 0,43 9 0,57 18 0,-1 16 0,-75-31 0,2-2 0,46 14 0,-47-22 0,-33-8 0,-1 0 0,1 1 0,0-1 0,-1 0 0,1-1 0,0 1 0,-1 0 0,1-1 0,0 1 0,-1-1 0,3-1 0,-4 2-39,-1 0 0,0 0 0,0 0 0,0-1 0,1 1 0,-1 0 0,0 0 0,0-1 0,0 1 0,1 0 0,-1 0 0,0-1 0,0 1 0,0 0 0,0 0 0,0-1 0,0 1 0,1 0 0,-1-1 0,0 1 0,0 0 0,0 0 0,0-1 0,0 1 0,0 0 0,0-1 0,0 1 0,-1 0 0,1-1 0,0 1 0,0 0 0,0 0 0,0-1 0,0 1 0</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7.028"/>
    </inkml:context>
    <inkml:brush xml:id="br0">
      <inkml:brushProperty name="width" value="0.05" units="cm"/>
      <inkml:brushProperty name="height" value="0.05" units="cm"/>
      <inkml:brushProperty name="color" value="#00A0D7"/>
    </inkml:brush>
  </inkml:definitions>
  <inkml:trace contextRef="#ctx0" brushRef="#br0">176 419 24575,'-1'-2'0,"-9"-16"0,10 18 0,0-1 0,-1 1 0,1-1 0,0 1 0,0-1 0,-1 1 0,1-1 0,0 1 0,-1 0 0,1-1 0,-1 1 0,1-1 0,0 1 0,-1 0 0,1-1 0,-1 1 0,1 0 0,-1 0 0,1-1 0,-1 1 0,1 0 0,-1 0 0,0 0 0,1 0 0,-1 0 0,0 0 0,1 0 0,-1 1 0,1-1 0,0 1 0,0-1 0,0 1 0,-1-1 0,1 1 0,0 0 0,0-1 0,0 1 0,0-1 0,0 1 0,0 0 0,0-1 0,0 1 0,0-1 0,0 1 0,1 0 0,-1-1 0,0 1 0,0-1 0,0 1 0,1-1 0,-1 1 0,0-1 0,1 1 0,8 16 0,-9-17 0,11 16 0,-11-15 0,0-1 0,1 1 0,-1 0 0,1-1 0,-1 1 0,0-1 0,1 1 0,0-1 0,-1 1 0,1-1 0,-1 1 0,1-1 0,0 1 0,-1-1 0,1 0 0,-1 1 0,1-1 0,0 0 0,0 0 0,0 1 0,-1-3 0,0 1 0,0 0 0,0 0 0,0 0 0,-1-1 0,1 1 0,0 0 0,-1 0 0,1 0 0,-1 0 0,0 0 0,1 0 0,-2-2 0,-103-149 0,95 134 0,1 0 0,1 0 0,0-1 0,2 0 0,0 0 0,1-1 0,1 1 0,1-1 0,1 0 0,0-36 0,2 52 0,0 2 0,1 0 0,-1 0 0,0 1 0,0-1 0,0 0 0,-1 0 0,1 0 0,0 1 0,-1-1 0,1 0 0,-1 1 0,1-1 0,-1 0 0,-1-1 0,2 3 0,0 0 0,-1 0 0,1 0 0,0 0 0,0 0 0,0 0 0,-1 0 0,1 0 0,0 0 0,0 0 0,0 0 0,0 0 0,-1 0 0,1 0 0,0 0 0,0 0 0,0 0 0,0 1 0,-1-1 0,1 0 0,0 0 0,0 0 0,0 0 0,0 0 0,0 1 0,0-1 0,-1 0 0,1 0 0,0 0 0,0 0 0,0 1 0,0-1 0,0 0 0,0 0 0,0 0 0,0 0 0,0 1 0,0-1 0,0 0 0,0 0 0,0 0 0,0 1 0,0-1 0,0 0 0,0 0 0,-2 11 0,3-1 0,-1 0 0,2-1 0,-1 1 0,7 18 0,16 38 0,-21-59 0,41 87 0,-5-13 0,-21-39 0,-2 2 0,11 47 0,-18-65 0,-8-25 0,-1-1 0,0 1 0,0-1 0,0 0 0,1 1 0,-1-1 0,0 0 0,0 1 0,1-1 0,-1 0 0,0 0 0,1 1 0,-1-1 0,0 0 0,1 0 0,-1 0 0,0 1 0,1-1 0,-1 0 0,1 0 0,-1 0 0,0 0 0,1 0 0,0 0 0,0 0 0,-1-1 0,1 1 0,-1 0 0,1-1 0,0 1 0,-1 0 0,1-1 0,-1 1 0,1-1 0,-1 1 0,1-1 0,-1 0 0,0 1 0,1-1 0,-1 1 0,1-1 0,-1 0 0,0 0 0,7-14 0,-1 0 0,6-19 0,-9 23 0,0 0 0,1 0 0,0 0 0,1 1 0,0 0 0,12-17 0,-15 25 0,0 0 0,0 0 0,1 0 0,-1 1 0,1-1 0,-1 0 0,1 1 0,0 0 0,-1 0 0,1 0 0,0 0 0,0 0 0,0 0 0,0 1 0,0-1 0,0 1 0,0 0 0,0 0 0,0 0 0,0 0 0,0 0 0,0 1 0,0-1 0,3 2 0,5 1 0,-1 0 0,0 1 0,-1 0 0,1 1 0,14 8 0,-8-2-124,1 0 0,-2 1 0,0 0 0,0 2 0,-1-1 0,-1 2-1,0 0 1,-1 0 0,-1 1 0,14 25 0</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7.248"/>
    </inkml:context>
    <inkml:brush xml:id="br0">
      <inkml:brushProperty name="width" value="0.05" units="cm"/>
      <inkml:brushProperty name="height" value="0.05" units="cm"/>
      <inkml:brushProperty name="color" value="#00A0D7"/>
    </inkml:brush>
  </inkml:definitions>
  <inkml:trace contextRef="#ctx0" brushRef="#br0">1 1 24575,'10'22'0,"5"11"0,4 1 0,-2-2 0,-4-4 0,-4-9 0,-4-8-8191</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7.420"/>
    </inkml:context>
    <inkml:brush xml:id="br0">
      <inkml:brushProperty name="width" value="0.05" units="cm"/>
      <inkml:brushProperty name="height" value="0.05" units="cm"/>
      <inkml:brushProperty name="color" value="#00A0D7"/>
    </inkml:brush>
  </inkml:definitions>
  <inkml:trace contextRef="#ctx0" brushRef="#br0">29 7 24575,'-2'-5'0,"-2"3"0,1 5 0,-2 4 0,0 4 0,1 2 0,0 1 0,2-1-8191</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7.795"/>
    </inkml:context>
    <inkml:brush xml:id="br0">
      <inkml:brushProperty name="width" value="0.05" units="cm"/>
      <inkml:brushProperty name="height" value="0.05" units="cm"/>
      <inkml:brushProperty name="color" value="#00A0D7"/>
    </inkml:brush>
  </inkml:definitions>
  <inkml:trace contextRef="#ctx0" brushRef="#br0">1 1 24575,'7'8'0,"60"56"0,-55-54 0,0-1 0,1 0 0,25 14 0,-35-22 0,-1 1 0,1-1 0,0 0 0,-1 0 0,1-1 0,0 1 0,0-1 0,0 1 0,-1-1 0,1 0 0,0 0 0,0 0 0,0 0 0,0-1 0,0 1 0,-1-1 0,1 0 0,0 1 0,0-1 0,-1-1 0,1 1 0,-1 0 0,4-2 0,-2-1 0,0 1 0,0-1 0,0 0 0,0 0 0,0-1 0,-1 1 0,0-1 0,0 1 0,0-1 0,-1 0 0,3-6 0,-1 1 0,-2 4 0,0 1 0,0 0 0,1 0 0,0 0 0,5-8 0,-7 12 0,0 0 0,1 0 0,-1 0 0,0-1 0,1 1 0,-1 0 0,1 1 0,-1-1 0,1 0 0,-1 0 0,1 1 0,0-1 0,-1 1 0,1-1 0,0 1 0,-1 0 0,1-1 0,0 1 0,0 0 0,-1 0 0,1 1 0,3-1 0,0 2 0,0-1 0,0 1 0,0 0 0,0 0 0,0 0 0,-1 1 0,1-1 0,-1 1 0,1 0 0,-1 1 0,6 5 0,0 1 0,-1 1 0,0 0 0,9 14 0,-3 2-1365,-9-15-5461</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8.448"/>
    </inkml:context>
    <inkml:brush xml:id="br0">
      <inkml:brushProperty name="width" value="0.05" units="cm"/>
      <inkml:brushProperty name="height" value="0.05" units="cm"/>
      <inkml:brushProperty name="color" value="#00A0D7"/>
    </inkml:brush>
  </inkml:definitions>
  <inkml:trace contextRef="#ctx0" brushRef="#br0">1 21 24575,'0'-6'0,"0"-8"0,3 14 0,3 8 0,61 135 0,-7-12 0,-41-93 0,140 251 0,-140-255-1365,-14-21-5461</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8.670"/>
    </inkml:context>
    <inkml:brush xml:id="br0">
      <inkml:brushProperty name="width" value="0.05" units="cm"/>
      <inkml:brushProperty name="height" value="0.05" units="cm"/>
      <inkml:brushProperty name="color" value="#00A0D7"/>
    </inkml:brush>
  </inkml:definitions>
  <inkml:trace contextRef="#ctx0" brushRef="#br0">321 91 24575,'-30'-15'0,"-13"-5"0,-1 1 0,5 4 0,5 4 0,7 4 0,5 3 0,4 5 0,3 3 0,3 2 0,2 1 0,2 1 0,0 2 0,2 2 0,1-1-8191</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9.059"/>
    </inkml:context>
    <inkml:brush xml:id="br0">
      <inkml:brushProperty name="width" value="0.05" units="cm"/>
      <inkml:brushProperty name="height" value="0.05" units="cm"/>
      <inkml:brushProperty name="color" value="#00A0D7"/>
    </inkml:brush>
  </inkml:definitions>
  <inkml:trace contextRef="#ctx0" brushRef="#br0">211 34 24575,'-84'-26'0,"74"24"0,0 0 0,1 0 0,-1 1 0,0 0 0,0 1 0,-16 2 0,24-2 0,0 0 0,0 0 0,0 0 0,0 1 0,1-1 0,-1 1 0,0 0 0,0-1 0,1 1 0,-1 0 0,0 0 0,1 0 0,-1 0 0,1 0 0,-1 0 0,1 1 0,0-1 0,0 0 0,-1 1 0,1-1 0,0 1 0,0-1 0,0 1 0,0 0 0,1-1 0,-1 1 0,0 0 0,1 0 0,-1-1 0,1 1 0,0 0 0,-1 0 0,1 0 0,0 0 0,0-1 0,0 1 0,0 0 0,1 0 0,0 2 0,0 3 0,1 1 0,0-1 0,1 1 0,0-1 0,0 0 0,0 0 0,1 0 0,6 7 0,2 2 0,0-1 0,1-1 0,1 0 0,0 0 0,1-2 0,0 0 0,29 17 0,-31-21 0,0-1 0,1-1 0,-1-1 0,1 0 0,1 0 0,-1-1 0,1-1 0,-1-1 0,1 0 0,25 0 0,-36-2 0,0 0 0,0-1 0,-1 1 0,1-1 0,0 0 0,0 0 0,-1 0 0,1 0 0,-1-1 0,1 1 0,-1-1 0,1 0 0,-1 0 0,0 0 0,0-1 0,0 1 0,0-1 0,-1 1 0,1-1 0,-1 0 0,1 0 0,-1 0 0,3-6 0,-3 4 0,0 0 0,0-1 0,-1 1 0,1-1 0,-1 1 0,0-1 0,-1 1 0,1-1 0,-1 0 0,0 1 0,-1-1 0,1 0 0,-1 1 0,0-1 0,-3-6 0,-1-6-1365,-1 3-5461</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39.684"/>
    </inkml:context>
    <inkml:brush xml:id="br0">
      <inkml:brushProperty name="width" value="0.05" units="cm"/>
      <inkml:brushProperty name="height" value="0.05" units="cm"/>
      <inkml:brushProperty name="color" value="#00A0D7"/>
    </inkml:brush>
  </inkml:definitions>
  <inkml:trace contextRef="#ctx0" brushRef="#br0">1 1 24575,'9'4'0,"0"1"0,0 0 0,0 1 0,0 0 0,-1 1 0,0-1 0,0 1 0,-1 1 0,0 0 0,0 0 0,-1 0 0,10 17 0,3 10 0,-2 0 0,14 42 0,-14-34 0,21 57 0,-16-39 0,48 92 0,-65-143 0,1-1 0,0 1 0,1-1 0,-1 0 0,2-1 0,-1 1 0,1-2 0,12 10 0,-19-16 0,-1-1 0,1 1 0,0 0 0,0-1 0,0 1 0,0-1 0,0 1 0,0-1 0,0 1 0,0-1 0,0 0 0,0 1 0,0-1 0,0 0 0,0 0 0,1 0 0,-1 0 0,0 0 0,0 0 0,0 0 0,0 0 0,0 0 0,0-1 0,0 1 0,0 0 0,0-1 0,0 1 0,0-1 0,0 1 0,0-1 0,0 0 0,0 1 0,0-1 0,0 0 0,0 1 0,-1-1 0,1 0 0,0 0 0,-1 0 0,1 0 0,0 0 0,-1 0 0,1 0 0,-1 0 0,1-1 0,2-6 0,-1 0 0,0 0 0,0 0 0,1-15 0,-2 20 0,3-54 0,-3 37 0,1 0 0,0 1 0,9-32 0,-11 50 0,0-1 0,1 1 0,-1-1 0,1 1 0,0-1 0,-1 1 0,1-1 0,0 1 0,0-1 0,0 1 0,0 0 0,0 0 0,0-1 0,0 1 0,0 0 0,1 0 0,-1 0 0,0 0 0,1 0 0,-1 1 0,1-1 0,2-1 0,-2 2 0,0 0 0,0 0 0,0 0 0,0 0 0,0 1 0,0-1 0,0 0 0,0 1 0,0 0 0,0-1 0,0 1 0,-1 0 0,1 0 0,0 0 0,0 0 0,-1 0 0,1 0 0,1 2 0,168 155 0,-151-135-1365,-13-12-5461</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0.106"/>
    </inkml:context>
    <inkml:brush xml:id="br0">
      <inkml:brushProperty name="width" value="0.05" units="cm"/>
      <inkml:brushProperty name="height" value="0.05" units="cm"/>
      <inkml:brushProperty name="color" value="#00A0D7"/>
    </inkml:brush>
  </inkml:definitions>
  <inkml:trace contextRef="#ctx0" brushRef="#br0">1 0 24575,'5'15'0,"4"8"0,3 2 0,2-1 0,2-1 0,-1-3 0,1-2 0,0-1 0,-1-2 0,0 0 0,0-3 0,-2-3-8191</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0.276"/>
    </inkml:context>
    <inkml:brush xml:id="br0">
      <inkml:brushProperty name="width" value="0.05" units="cm"/>
      <inkml:brushProperty name="height" value="0.05" units="cm"/>
      <inkml:brushProperty name="color" value="#00A0D7"/>
    </inkml:brush>
  </inkml:definitions>
  <inkml:trace contextRef="#ctx0" brushRef="#br0">0 1 24575,'10'0'0,"4"2"0,-2 4 0,-1 3 0,-4 5 0,-2 3 0,-3-2-8191</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1.108"/>
    </inkml:context>
    <inkml:brush xml:id="br0">
      <inkml:brushProperty name="width" value="0.05" units="cm"/>
      <inkml:brushProperty name="height" value="0.05" units="cm"/>
      <inkml:brushProperty name="color" value="#00A0D7"/>
    </inkml:brush>
  </inkml:definitions>
  <inkml:trace contextRef="#ctx0" brushRef="#br0">1 200 24575,'13'7'0,"-1"1"0,0 0 0,0 1 0,0 0 0,-1 1 0,-1 0 0,1 1 0,-2 0 0,0 1 0,0 0 0,9 17 0,-18-28 0,1 0 0,-1 0 0,1 0 0,0 0 0,-1 0 0,1 0 0,0-1 0,0 1 0,0 0 0,-1 0 0,1 0 0,0-1 0,0 1 0,0-1 0,0 1 0,0-1 0,0 1 0,1-1 0,-1 1 0,2-1 0,-2 0 0,0 0 0,0 0 0,0-1 0,-1 1 0,1-1 0,0 1 0,0 0 0,0-1 0,0 0 0,-1 1 0,1-1 0,0 1 0,-1-1 0,1 0 0,0 1 0,-1-1 0,1 0 0,-1 0 0,1 0 0,-1 0 0,0 1 0,1-1 0,-1 0 0,0 0 0,1-2 0,4-13 0,-1 0 0,-1 0 0,2-28 0,-4 32 0,-1 11 0,0 0 0,0 0 0,0 1 0,0-1 0,0 0 0,0 0 0,1 0 0,-1 0 0,0 0 0,1 0 0,-1 1 0,0-1 0,1 0 0,-1 0 0,1 1 0,-1-1 0,1 0 0,0 0 0,0 0 0,0 1 0,-1 0 0,1 0 0,-1 0 0,1-1 0,-1 1 0,1 0 0,-1 0 0,1 0 0,0 0 0,-1 1 0,1-1 0,-1 0 0,1 0 0,-1 0 0,1 0 0,-1 0 0,1 1 0,-1-1 0,1 0 0,-1 0 0,1 1 0,0 0 0,4 3 0,1 1 0,-1 0 0,0 0 0,4 5 0,-1 0 0,7 5 0,1 0 0,0-1 0,1 0 0,1-2 0,26 15 0,-36-23 0,0 0 0,0 0 0,1-1 0,-1 0 0,1-1 0,0 1 0,0-2 0,0 1 0,0-1 0,0-1 0,0 0 0,0 0 0,0-1 0,0 0 0,13-3 0,-16 2 0,-1 0 0,1-1 0,-1 0 0,1 0 0,-1 0 0,0 0 0,0-1 0,-1 0 0,1 0 0,-1 0 0,0-1 0,0 0 0,6-7 0,2-8 0,0 0 0,10-26 0,-17 34 0,1-2 0,-1 0 0,-1 0 0,0-1 0,-1 1 0,-1-1 0,0 0 0,-1 0 0,0 0 0,-1 0 0,-3-19 0,2 31 0,1 0 0,-1 1 0,1-1 0,-1 1 0,0-1 0,0 1 0,0-1 0,0 1 0,0 0 0,-3-4 0,4 5 0,-1 1 0,1-1 0,-1 1 0,0-1 0,1 1 0,-1 0 0,1-1 0,-1 1 0,0 0 0,1-1 0,-1 1 0,0 0 0,1 0 0,-1-1 0,0 1 0,1 0 0,-1 0 0,0 0 0,0 0 0,1 0 0,-1 0 0,0 0 0,1 0 0,-1 1 0,0-1 0,1 0 0,-1 0 0,0 1 0,1-1 0,-1 0 0,0 1 0,1-1 0,-1 0 0,1 1 0,-1-1 0,0 1 0,1-1 0,0 1 0,-1-1 0,1 1 0,-1-1 0,0 2 0,-2 2 0,0 0 0,0 0 0,1 0 0,-1 1 0,1-1 0,0 1 0,0 0 0,0-1 0,0 7 0,-2 4 0,-2 26 0,3-4 0,2 1 0,3 37 0,-2-71 0,1 0 0,-1 0 0,1 0 0,0 0 0,0 0 0,1 0 0,-1 0 0,1 0 0,-1-1 0,1 1 0,0-1 0,1 1 0,-1-1 0,1 0 0,-1 0 0,1 0 0,0 0 0,0 0 0,5 3 0,-2-3 0,0 0 0,0 1 0,1-2 0,0 1 0,-1-1 0,1 0 0,0 0 0,0-1 0,0 0 0,9 0 0,45 0 0,89-12 0,-99 7 0,-35 2-1365,-3 2-5461</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2.024"/>
    </inkml:context>
    <inkml:brush xml:id="br0">
      <inkml:brushProperty name="width" value="0.05" units="cm"/>
      <inkml:brushProperty name="height" value="0.05" units="cm"/>
      <inkml:brushProperty name="color" value="#00A0D7"/>
    </inkml:brush>
  </inkml:definitions>
  <inkml:trace contextRef="#ctx0" brushRef="#br0">0 46 24575,'41'-16'0,"-29"10"0,0 2 0,1-1 0,-1 1 0,1 1 0,-1 0 0,23-1 0,-30 4 0,1 1 0,-1 0 0,1 0 0,-1 1 0,0 0 0,0 0 0,0 0 0,0 0 0,0 1 0,0 0 0,0 0 0,6 5 0,-2 0 0,0 0 0,0 0 0,-1 1 0,12 16 0,-18-22 0,0 0 0,0 0 0,0 0 0,-1 1 0,1-1 0,-1 0 0,0 1 0,0-1 0,0 1 0,0-1 0,0 7 0,-1-9 0,0 1 0,-1 0 0,1-1 0,0 1 0,0-1 0,-1 1 0,1-1 0,-1 1 0,0-1 0,1 1 0,-1-1 0,0 1 0,0-1 0,0 0 0,0 1 0,0-1 0,0 0 0,0 0 0,0 0 0,-1 0 0,1 0 0,0 0 0,-1 0 0,1 0 0,-1 0 0,1-1 0,-3 2 0,-7 1 0,0 0 0,0-1 0,-1-1 0,-21 2 0,-6 0 0,-83 5-1365,108-8-5461</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3.021"/>
    </inkml:context>
    <inkml:brush xml:id="br0">
      <inkml:brushProperty name="width" value="0.05" units="cm"/>
      <inkml:brushProperty name="height" value="0.05" units="cm"/>
      <inkml:brushProperty name="color" value="#00A0D7"/>
    </inkml:brush>
  </inkml:definitions>
  <inkml:trace contextRef="#ctx0" brushRef="#br0">5 91 24575,'-2'-12'0,"1"5"0,0 0 0,0-1 0,1 1 0,0 0 0,0 0 0,1-1 0,0 1 0,2-9 0,-3 16 0,0 0 0,0-1 0,0 1 0,0 0 0,0 0 0,0 0 0,0-1 0,1 1 0,-1 0 0,0 0 0,0 0 0,0 0 0,0-1 0,0 1 0,0 0 0,1 0 0,-1 0 0,0 0 0,0 0 0,0-1 0,0 1 0,1 0 0,-1 0 0,0 0 0,0 0 0,0 0 0,1 0 0,-1 0 0,0 0 0,0 0 0,0 0 0,1 0 0,-1 0 0,0 0 0,0 0 0,1 0 0,-1 0 0,0 0 0,0 0 0,0 0 0,1 0 0,-1 0 0,0 0 0,0 0 0,0 0 0,0 1 0,1-1 0,-1 0 0,0 0 0,0 0 0,0 0 0,0 0 0,1 1 0,-1-1 0,0 0 0,0 0 0,0 0 0,0 0 0,0 1 0,0-1 0,0 0 0,0 0 0,0 0 0,1 1 0,-1-1 0,0 0 0,7 16 0,40 131 0,-8-22 0,-18-65 0,33 86 0,-38-108 0,36 62 0,19 15 0,-68-109-1365</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3.240"/>
    </inkml:context>
    <inkml:brush xml:id="br0">
      <inkml:brushProperty name="width" value="0.05" units="cm"/>
      <inkml:brushProperty name="height" value="0.05" units="cm"/>
      <inkml:brushProperty name="color" value="#00A0D7"/>
    </inkml:brush>
  </inkml:definitions>
  <inkml:trace contextRef="#ctx0" brushRef="#br0">492 61 24575,'-60'-17'0,"-1"3"0,0 3 0,-1 2 0,-111 0 0,163 9-120,2 0-87,0 0-1,0 0 1,0 1-1,1 1 1,-10 1-1,8 1-6618</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3.788"/>
    </inkml:context>
    <inkml:brush xml:id="br0">
      <inkml:brushProperty name="width" value="0.05" units="cm"/>
      <inkml:brushProperty name="height" value="0.05" units="cm"/>
      <inkml:brushProperty name="color" value="#00A0D7"/>
    </inkml:brush>
  </inkml:definitions>
  <inkml:trace contextRef="#ctx0" brushRef="#br0">0 1 24575,'3'2'0,"-1"0"0,1 0 0,-1 0 0,0 1 0,0-1 0,0 1 0,0-1 0,0 1 0,-1 0 0,1 0 0,-1 0 0,0 0 0,2 5 0,1 4 0,173 348 0,-171-348 0,22 36 0,-24-42 0,0-1 0,0 1 0,1-1 0,0 0 0,9 8 0,-14-13 0,0 0 0,1 1 0,-1-1 0,0 0 0,1 0 0,-1 1 0,1-1 0,-1 0 0,0 0 0,1 1 0,-1-1 0,1 0 0,-1 0 0,0 0 0,1 0 0,-1 0 0,1 0 0,-1 0 0,1 0 0,-1 0 0,1 0 0,-1 0 0,0 0 0,1 0 0,-1 0 0,1 0 0,-1 0 0,1-1 0,-1 1 0,0 0 0,1 0 0,-1 0 0,1-1 0,-1 1 0,0 0 0,1 0 0,-1-1 0,0 1 0,0 0 0,1-1 0,-1 1 0,0 0 0,0-1 0,1 1 0,-1-1 0,0 1 0,0 0 0,0-1 0,0 1 0,1-1 0,-1 1 0,0-1 0,0 1 0,0 0 0,0-2 0,2-28 0,-2 27 0,-2-16 0,1-14 0,1 30 0,0 1 0,1 0 0,-1 0 0,0 0 0,1 0 0,-1 0 0,1 0 0,0 1 0,-1-1 0,1 0 0,0 0 0,2-2 0,-2 3 0,0 0 0,0 0 0,0 1 0,0-1 0,0 0 0,0 1 0,0-1 0,0 1 0,0-1 0,0 1 0,1 0 0,-1-1 0,0 1 0,0 0 0,0 0 0,1 0 0,-1 0 0,0 0 0,0 0 0,0 0 0,1 0 0,-1 0 0,0 1 0,0-1 0,0 0 0,2 2 0,5 1 0,-1 0 0,-1 1 0,8 4 0,-6-3 0,79 52 0,-61-38 0,1-1 0,0-1 0,2-1 0,32 12 0,-52-25 40,0 0 0,14 2 0,-21-4-123,0-1 1,0 1-1,1-1 1,-1 0-1,0 0 1,0 0-1,0 0 1,0-1-1,0 1 1,1-1-1,-1 1 1,0-1-1,0 0 1,0 1-1,0-1 1,0 0-1,1-2 1</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4.208"/>
    </inkml:context>
    <inkml:brush xml:id="br0">
      <inkml:brushProperty name="width" value="0.05" units="cm"/>
      <inkml:brushProperty name="height" value="0.05" units="cm"/>
      <inkml:brushProperty name="color" value="#00A0D7"/>
    </inkml:brush>
  </inkml:definitions>
  <inkml:trace contextRef="#ctx0" brushRef="#br0">0 348 24575,'21'4'0,"71"10"0,-82-13 0,-1-1 0,1 0 0,-1-1 0,1 0 0,0 0 0,-1-1 0,13-3 0,-17 2 0,1 0 0,-1 0 0,0 0 0,0-1 0,0 1 0,0-1 0,0 0 0,-1-1 0,0 1 0,0-1 0,0 0 0,0 0 0,4-9 0,-2 3 0,0-1 0,-1 1 0,0-1 0,-1-1 0,4-17 0,-6 22 0,-1-1 0,0 1 0,-1 0 0,1 0 0,-2-1 0,1 1 0,-1 0 0,-1 0 0,1-1 0,-1 1 0,-1 0 0,1 1 0,-2-1 0,1 0 0,-1 1 0,0 0 0,0 0 0,-1 0 0,0 0 0,0 1 0,-1-1 0,1 1 0,-12-8 0,15 12 0,0 1 0,0 0 0,0 0 0,0-1 0,0 1 0,0 1 0,-1-1 0,1 0 0,0 0 0,-1 1 0,1-1 0,0 1 0,-1 0 0,1 0 0,-1 0 0,1 0 0,0 0 0,-4 1 0,2 0 0,1 0 0,-1 1 0,1-1 0,0 1 0,0 0 0,0 0 0,0 0 0,0 0 0,0 0 0,0 1 0,-2 3 0,-1 0 0,1 0 0,0 1 0,1 0 0,0 0 0,0 1 0,0-1 0,1 1 0,0 0 0,0-1 0,-1 12 0,2-11 0,1 1 0,0 0 0,1 0 0,0 0 0,0 0 0,1 0 0,0 0 0,1 0 0,0 0 0,0-1 0,0 1 0,2-1 0,-1 1 0,1-1 0,0 0 0,0-1 0,1 1 0,0-1 0,1 1 0,-1-2 0,1 1 0,1-1 0,-1 1 0,1-2 0,13 9 0,5 3-151,1-1-1,1-1 0,1-2 0,0 0 1,0-2-1,1-1 0,1-2 1,41 7-1,-57-13-6674</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4.834"/>
    </inkml:context>
    <inkml:brush xml:id="br0">
      <inkml:brushProperty name="width" value="0.05" units="cm"/>
      <inkml:brushProperty name="height" value="0.05" units="cm"/>
      <inkml:brushProperty name="color" value="#00A0D7"/>
    </inkml:brush>
  </inkml:definitions>
  <inkml:trace contextRef="#ctx0" brushRef="#br0">219 136 24575,'-7'-8'0,"-9"-10"0,-20-19 0,31 33 0,0 0 0,0 0 0,0 1 0,0-1 0,0 1 0,-1 0 0,1 1 0,-1-1 0,-10-2 0,14 5 0,0-1 0,0 1 0,0 0 0,0 0 0,0 0 0,0 0 0,0 0 0,0 0 0,0 1 0,0-1 0,0 1 0,0-1 0,0 1 0,0 0 0,0 0 0,0 0 0,0 0 0,-2 1 0,2 0 0,0 0 0,0 1 0,0-1 0,0 0 0,0 1 0,0-1 0,1 1 0,-1 0 0,1-1 0,0 1 0,-2 4 0,2-2 0,-1 0 0,1 0 0,0 0 0,1 1 0,-1-1 0,1 0 0,0 0 0,0 0 0,1 1 0,-1-1 0,1 0 0,0 0 0,1 0 0,2 6 0,-2-7 0,0-1 0,1 1 0,0-1 0,0 1 0,0-1 0,0 0 0,0-1 0,0 1 0,1 0 0,-1-1 0,1 0 0,0 0 0,0 0 0,0 0 0,0 0 0,0-1 0,0 0 0,0 0 0,1 0 0,6 0 0,0 0 0,0 0 0,0-1 0,1 0 0,-1-1 0,-1-1 0,1 0 0,12-3 0,-17 3 0,-1 0 0,1-1 0,-1 1 0,0-1 0,0 0 0,0 0 0,-1-1 0,1 0 0,-1 1 0,0-1 0,1-1 0,-2 1 0,1-1 0,-1 1 0,1-1 0,1-6 0,-3 9 0,-1-1 0,0 0 0,0 0 0,0 1 0,0-1 0,0 0 0,-1 0 0,1 0 0,-1 0 0,0 0 0,0 0 0,0 0 0,0 0 0,0 0 0,-1 0 0,1 0 0,-1 0 0,0 0 0,0 0 0,0 0 0,0 1 0,-1-1 0,1 0 0,-1 1 0,1-1 0,-1 1 0,0-1 0,0 1 0,0 0 0,0 0 0,-1 0 0,-2-2 0,-4-2 0,0 0 0,0 1 0,-1 1 0,1 0 0,-1 0 0,0 1 0,0 0 0,0 0 0,-18-1 0,1 1 0,1 2 0,-45 3 0,51 1-1365,3 0-5461</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5.289"/>
    </inkml:context>
    <inkml:brush xml:id="br0">
      <inkml:brushProperty name="width" value="0.05" units="cm"/>
      <inkml:brushProperty name="height" value="0.05" units="cm"/>
      <inkml:brushProperty name="color" value="#00A0D7"/>
    </inkml:brush>
  </inkml:definitions>
  <inkml:trace contextRef="#ctx0" brushRef="#br0">76 321 24575,'-1'-8'0,"-2"1"0,1-1 0,-2 0 0,1 0 0,-7-10 0,-4-11 0,6 11 0,1 0 0,0-1 0,2 0 0,-5-29 0,9 42 0,0 0 0,1 1 0,0-1 0,1 0 0,-1 0 0,1 0 0,0 1 0,3-11 0,-2 13 0,-1 0 0,1-1 0,0 1 0,-1 0 0,1 0 0,1 1 0,-1-1 0,0 0 0,1 1 0,-1-1 0,1 1 0,0 0 0,0 0 0,0 0 0,5-3 0,-7 5-38,0-1 0,0 0 0,0 1 1,0-1-1,0 1 0,0-1 0,0 1 0,0 0 0,0-1 0,0 1 0,1 0 0,-1 0 0,0 0 0,0 0 0,0 0 0,0 0 1,1 0-1,-1 0 0,0 0 0,0 0 0,0 1 0,0-1 0,0 0 0,0 1 0,0-1 0,0 1 0,0 0 0,0-1 0,0 1 1,0 0-1,0-1 0,0 1 0,0 0 0,0 0 0,1 1 0,2 7-6788</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6.038"/>
    </inkml:context>
    <inkml:brush xml:id="br0">
      <inkml:brushProperty name="width" value="0.05" units="cm"/>
      <inkml:brushProperty name="height" value="0.05" units="cm"/>
      <inkml:brushProperty name="color" value="#00A0D7"/>
    </inkml:brush>
  </inkml:definitions>
  <inkml:trace contextRef="#ctx0" brushRef="#br0">1 292 24575,'63'-14'0,"-40"10"0,0-1 0,1-1 0,-2-1 0,34-15 0,-53 21 0,1-2 0,-1 1 0,1 0 0,-1-1 0,0 1 0,1-1 0,-1 0 0,-1 0 0,1 0 0,0-1 0,-1 1 0,0-1 0,0 1 0,0-1 0,0 0 0,0 1 0,-1-1 0,0 0 0,1 0 0,-1 0 0,-1-1 0,1-5 0,-1 3 0,0 1 0,0 0 0,-1 0 0,0 0 0,0 0 0,-1 0 0,0 0 0,0 0 0,0 0 0,-1 0 0,1 1 0,-1-1 0,-1 1 0,-5-8 0,3 6 0,0 0 0,0 1 0,0 0 0,-1 0 0,-13-9 0,19 14 0,-1-1 0,0 1 0,1 0 0,-1 1 0,0-1 0,0 0 0,0 0 0,0 1 0,0-1 0,0 1 0,1 0 0,-1 0 0,0-1 0,0 1 0,0 0 0,0 1 0,0-1 0,0 0 0,0 0 0,0 1 0,0 0 0,0-1 0,0 1 0,0 0 0,0 0 0,1 0 0,-1 0 0,0 0 0,1 0 0,-1 0 0,-2 3 0,-2 3 0,0 0 0,1 1 0,-1-1 0,2 1 0,-1 1 0,1-1 0,0 0 0,1 1 0,0 0 0,0 0 0,1 0 0,0 0 0,0 1 0,1-1 0,1 0 0,-1 0 0,2 1 0,-1-1 0,4 17 0,-3-22 0,0 0 0,1-1 0,-1 1 0,1-1 0,0 0 0,0 1 0,0-1 0,0 0 0,1 0 0,-1-1 0,1 1 0,0 0 0,0-1 0,-1 1 0,6 2 0,5 2 0,0 0 0,23 9 0,-15-7 0,24 9 0,1-3 0,67 14 0,-107-28-195,0 0 0,-1 0 0,1 0 0,0-1 0,0 0 0,10-1 0,-3-2-6631</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8:46.634"/>
    </inkml:context>
    <inkml:brush xml:id="br0">
      <inkml:brushProperty name="width" value="0.05" units="cm"/>
      <inkml:brushProperty name="height" value="0.05" units="cm"/>
      <inkml:brushProperty name="color" value="#00A0D7"/>
    </inkml:brush>
  </inkml:definitions>
  <inkml:trace contextRef="#ctx0" brushRef="#br0">0 10 24575,'19'8'0,"-1"0"0,0 0 0,0 2 0,-1 0 0,0 1 0,-1 1 0,26 24 0,-36-30 0,1 0 0,0 0 0,1-1 0,-1 0 0,15 7 0,-20-12 0,-1 1 0,1 0 0,-1-1 0,1 1 0,-1-1 0,1 1 0,-1-1 0,1 0 0,0 0 0,-1 0 0,1 1 0,-1-2 0,1 1 0,0 0 0,-1 0 0,1 0 0,-1-1 0,1 1 0,-1-1 0,1 1 0,-1-1 0,1 0 0,-1 1 0,1-1 0,-1 0 0,0 0 0,0 0 0,1 0 0,-1 0 0,0 0 0,0 0 0,0-1 0,0 1 0,0 0 0,0-1 0,-1 1 0,1-1 0,0 1 0,0-3 0,1-2 0,-1 1 0,0 0 0,0-1 0,0 1 0,-1-1 0,0 1 0,0-1 0,0 1 0,-1-1 0,0 1 0,-2-10 0,0 0 0,3 14 0,0 1 0,-1-1 0,1 1 0,0-1 0,0 1 0,0-1 0,0 1 0,0-1 0,0 1 0,0-1 0,0 1 0,0-1 0,0 1 0,0-1 0,0 1 0,0-1 0,0 1 0,1-1 0,-1 1 0,0 0 0,0-1 0,0 1 0,1-1 0,-1 1 0,1-1 0,-1 1 0,1 0 0,-1 0 0,1 0 0,0 0 0,-1 0 0,1 0 0,-1 0 0,1 0 0,-1 1 0,1-1 0,-1 0 0,1 0 0,-1 1 0,1-1 0,-1 0 0,0 0 0,1 1 0,0 0 0,20 21 0,-9-5 0,1 1 0,1-1 0,25 26 0,-35-39 0,0 0 0,0-1 0,1 1 0,0-1 0,0 0 0,0 0 0,0-1 0,0 1 0,1-1 0,-1 0 0,0-1 0,1 1 0,0-1 0,-1 0 0,8 0 0,-10-1 0,0 0 0,0-1 0,0 1 0,0-1 0,0 0 0,0 1 0,-1-1 0,1-1 0,0 1 0,-1 0 0,1-1 0,-1 1 0,1-1 0,-1 0 0,0 0 0,1 0 0,-1 0 0,0 0 0,0 0 0,-1 0 0,3-5 0,3-4 0,-1-1 0,0 0 0,6-21 0,1 1 0,-11 28 0,0-1 0,0 1 0,1 0 0,-1-1 0,1 1 0,0 0 0,0 1 0,6-7 0,-7 9 0,0 0 0,0 0 0,0-1 0,0 1 0,0 0 0,0 1 0,0-1 0,0 0 0,1 1 0,-1-1 0,0 1 0,0-1 0,0 1 0,1 0 0,-1 0 0,0 0 0,0 0 0,1 1 0,-1-1 0,4 2 0,4 1 15,0 1 0,-1 0 0,1 1 0,-1 0 0,0 0 0,0 1 0,14 12 0,-8-4-510,0 1 0,25 32 0,-31-34-6331</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47.559"/>
    </inkml:context>
    <inkml:brush xml:id="br0">
      <inkml:brushProperty name="width" value="0.05" units="cm"/>
      <inkml:brushProperty name="height" value="0.05" units="cm"/>
    </inkml:brush>
  </inkml:definitions>
  <inkml:trace contextRef="#ctx0" brushRef="#br0">660 63 24575,'-266'-51'0,"215"45"0,1 2 0,0 3 0,-70 6 0,62 3 0,50-7 0,1 1 0,0 0 0,0 0 0,0 1 0,-13 6 0,20-8 0,-1 0 0,0 0 0,0-1 0,1 1 0,-1 0 0,1 0 0,-1 0 0,0 0 0,1 0 0,0 0 0,-1 0 0,1 0 0,0 0 0,-1 0 0,1 0 0,0 0 0,0 0 0,0 0 0,0 0 0,0 0 0,0 0 0,0 0 0,0 0 0,0 0 0,0 0 0,1 0 0,-1 0 0,0 0 0,2 2 0,1 4 0,0 0 0,7 13 0,-9-18 0,9 11 0,0 0 0,0 0 0,1 0 0,0-2 0,1 1 0,1-2 0,0 1 0,0-2 0,1 0 0,22 11 0,13 4 0,97 30 0,198 73 0,-340-126 0,56 28 0,-53-25 0,0 1 0,0-1 0,-1 1 0,1 0 0,9 11 0,-15-15 0,0 0 0,0 1 0,0-1 0,0 0 0,0 1 0,0-1 0,0 0 0,-1 1 0,1-1 0,-1 1 0,1-1 0,-1 1 0,1-1 0,-1 1 0,0-1 0,0 1 0,0 0 0,0-1 0,0 1 0,0-1 0,0 1 0,-1 2 0,0-2 0,0 0 0,0 1 0,0-1 0,-1 0 0,1 0 0,-1 0 0,1 0 0,-1 0 0,0 0 0,0-1 0,0 1 0,-3 2 0,-5 2 0,0-1 0,-1 1 0,0-2 0,-21 8 0,-9-2 0,-73 9 0,-45-6 0,117-10 0,-77 0 0,20-1 0,47 3-1365,42-5-5461</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48.199"/>
    </inkml:context>
    <inkml:brush xml:id="br0">
      <inkml:brushProperty name="width" value="0.05" units="cm"/>
      <inkml:brushProperty name="height" value="0.05" units="cm"/>
    </inkml:brush>
  </inkml:definitions>
  <inkml:trace contextRef="#ctx0" brushRef="#br0">3 104 24575,'117'221'0,"-41"-76"0,-75-144 0,6 13 0,10 24 0,-16-35 0,0 0 0,0 1 0,0-1 0,0 0 0,-1 1 0,1-1 0,-1 0 0,0 1 0,0-1 0,0 1 0,0-1 0,-1 0 0,1 1 0,-2 3 0,2-7 0,0 1 0,-1 0 0,1-1 0,0 1 0,-1-1 0,1 1 0,0 0 0,-1-1 0,1 1 0,-1-1 0,1 0 0,-1 1 0,1-1 0,-1 1 0,1-1 0,-1 0 0,0 1 0,1-1 0,-1 0 0,1 1 0,-1-1 0,0 0 0,1 0 0,-1 0 0,0 0 0,1 0 0,-1 0 0,0 0 0,1 0 0,-1 0 0,0 0 0,1 0 0,-1 0 0,0 0 0,1 0 0,-1 0 0,0-1 0,1 1 0,-1 0 0,1-1 0,-1 1 0,1 0 0,-1-1 0,0 1 0,1-1 0,-1 0 0,-4-3 0,-1 0 0,1-1 0,-7-8 0,8 8 0,-11-11 0,0-2 0,2 0 0,-22-39 0,-21-66 0,49 106 0,2 0 0,0 0 0,0-1 0,2 0 0,0 0 0,1 0 0,1 0 0,1 0 0,0 0 0,6-31 0,-6 44 0,1 1 0,1 0 0,-1-1 0,1 1 0,-1 0 0,1 0 0,0-1 0,1 2 0,-1-1 0,1 0 0,0 0 0,0 1 0,0 0 0,0-1 0,0 1 0,5-3 0,-3 3 0,1 0 0,-1 0 0,1 1 0,0-1 0,0 1 0,0 0 0,0 1 0,0-1 0,1 1 0,8 0 0,3 1 0,1 1 0,0 0 0,-1 1 0,1 2 0,-1 0 0,33 11 0,-30-7 0,1 1 0,25 14 0,-41-20 0,-1 0 0,1 1 0,-1 0 0,0 0 0,0 0 0,0 0 0,-1 1 0,1 0 0,-1 0 0,0 0 0,-1 0 0,1 1 0,2 6 0,-5-10 0,0 1 0,0-1 0,-1 0 0,1 1 0,-1-1 0,1 0 0,-1 1 0,0-1 0,0 1 0,0-1 0,0 1 0,-1-1 0,1 1 0,0-1 0,-1 0 0,0 1 0,0-1 0,-1 4 0,0-3 0,-1 0 0,1 0 0,0 0 0,-1 0 0,1-1 0,-1 1 0,0-1 0,0 1 0,0-1 0,0 0 0,-4 1 0,-6 3 0,0-1 0,-1 0 0,1-1 0,-1-1 0,-21 3 0,-18 0 0,0-4 0,-88-5 0,102-3-1365,24 3-5461</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48.603"/>
    </inkml:context>
    <inkml:brush xml:id="br0">
      <inkml:brushProperty name="width" value="0.05" units="cm"/>
      <inkml:brushProperty name="height" value="0.05" units="cm"/>
    </inkml:brush>
  </inkml:definitions>
  <inkml:trace contextRef="#ctx0" brushRef="#br0">26 376 24575,'93'-42'0,"-77"34"0,0-1 0,0-1 0,20-17 0,-33 24 0,0 0 0,0 0 0,0 0 0,0-1 0,0 1 0,-1-1 0,1 0 0,-1 0 0,0 1 0,0-2 0,-1 1 0,1 0 0,-1 0 0,2-7 0,-3 5 0,1 0 0,-1 0 0,0 0 0,-1 0 0,1 0 0,-1 0 0,0 0 0,-1 0 0,-3-9 0,0 3 0,-1 0 0,0 1 0,-1-1 0,0 1 0,-1 1 0,0 0 0,0 0 0,-1 0 0,-13-9 0,18 15 0,-1 0 0,0 0 0,0 1 0,-1 0 0,1 0 0,-1 0 0,-8-3 0,13 6 0,-1-1 0,0 1 0,0 0 0,0-1 0,0 1 0,0 0 0,1 0 0,-1 0 0,0 1 0,0-1 0,0 0 0,0 1 0,0-1 0,1 1 0,-1 0 0,0-1 0,1 1 0,-1 0 0,0 0 0,1 0 0,-1 0 0,1 0 0,-1 1 0,1-1 0,0 0 0,-1 1 0,-1 2 0,-1 2 0,1 0 0,-1 0 0,1 0 0,0 1 0,0-1 0,-3 15 0,-6 43 0,9-41 0,1-16 0,1 1 0,0 0 0,1 0 0,0 0 0,0 0 0,1 0 0,0 0 0,0-1 0,1 1 0,0 0 0,1-1 0,-1 1 0,1-1 0,1 0 0,-1 0 0,1 0 0,0 0 0,1-1 0,0 1 0,0-1 0,0 0 0,1-1 0,0 1 0,0-1 0,0-1 0,10 7 0,-1-3 0,1-1 0,0 0 0,0-1 0,0-1 0,1-1 0,25 4 0,-18-5 0,0-1 0,0-1 0,1-1 0,25-4 0,-40 2-195,0 0 0,0 0 0,0-1 0,-1 0 0,1-1 0,12-6 0,-9 2-6631</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49.037"/>
    </inkml:context>
    <inkml:brush xml:id="br0">
      <inkml:brushProperty name="width" value="0.05" units="cm"/>
      <inkml:brushProperty name="height" value="0.05" units="cm"/>
    </inkml:brush>
  </inkml:definitions>
  <inkml:trace contextRef="#ctx0" brushRef="#br0">258 46 24575,'-24'-9'0,"-5"-2"0,-36-8 0,57 17 0,0 0 0,0 1 0,0 0 0,0 1 0,0 0 0,0 0 0,0 0 0,0 1 0,-13 3 0,18-3 0,1 0 0,-1 0 0,1 0 0,0 0 0,-1 0 0,1 0 0,0 1 0,0-1 0,0 1 0,-1 0 0,2-1 0,-1 1 0,0 0 0,0 0 0,1 0 0,-3 4 0,2-2 0,1-1 0,0 0 0,0 1 0,0-1 0,0 1 0,1-1 0,-1 1 0,1-1 0,0 1 0,0-1 0,0 5 0,2 2 0,0 0 0,0-1 0,1 1 0,0-1 0,1 1 0,0-1 0,9 16 0,-3-11 0,-1-2 0,1 1 0,1-1 0,1 0 0,18 14 0,69 44 0,-74-55 0,0 0 0,1-2 0,0-1 0,1-1 0,0-1 0,41 9 0,-64-18-80,1 0 0,-1-1-1,1 1 1,-1-1 0,1 0-1,-1 0 1,1 0 0,-1 0-1,1-1 1,-1 0 0,1 0 0,-1 0-1,1-1 1,-1 1 0,0-1-1,7-4 1,0-3-6746</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49.394"/>
    </inkml:context>
    <inkml:brush xml:id="br0">
      <inkml:brushProperty name="width" value="0.05" units="cm"/>
      <inkml:brushProperty name="height" value="0.05" units="cm"/>
    </inkml:brush>
  </inkml:definitions>
  <inkml:trace contextRef="#ctx0" brushRef="#br0">0 1 24575,'8'27'0,"7"18"0,4 5 0,1 2 0,2 0 0,0-2 0,-2-4 0,2-3 0,-1-3 0,-2-3 0,-1-4 0,-1-1 0,-2-2 0,1-4 0,-4 0 0,-1-3 0,-2-5-8191</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49.595"/>
    </inkml:context>
    <inkml:brush xml:id="br0">
      <inkml:brushProperty name="width" value="0.05" units="cm"/>
      <inkml:brushProperty name="height" value="0.05" units="cm"/>
    </inkml:brush>
  </inkml:definitions>
  <inkml:trace contextRef="#ctx0" brushRef="#br0">314 31 24575,'-30'-5'0,"-13"-2"0,-4 1 0,4 1 0,7 1 0,6 2 0,6 1 0,5 0 0,3 1 0,2 0 0,3 1-8191</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49.920"/>
    </inkml:context>
    <inkml:brush xml:id="br0">
      <inkml:brushProperty name="width" value="0.05" units="cm"/>
      <inkml:brushProperty name="height" value="0.05" units="cm"/>
    </inkml:brush>
  </inkml:definitions>
  <inkml:trace contextRef="#ctx0" brushRef="#br0">1 249 24575,'27'23'0,"-20"-16"0,-1-1 0,1 0 0,1-1 0,-1 0 0,1 0 0,13 6 0,-20-10 0,-1-1 0,0 0 0,1 0 0,-1 0 0,0 0 0,1 1 0,-1-1 0,1 0 0,-1 0 0,0 0 0,1 0 0,-1 0 0,1 0 0,-1 0 0,0 0 0,1 0 0,-1 0 0,1 0 0,-1 0 0,0-1 0,1 1 0,-1 0 0,1 0 0,-1 0 0,0 0 0,1-1 0,-1 1 0,0 0 0,1 0 0,-1-1 0,0 1 0,0 0 0,1 0 0,-1-1 0,0 1 0,0 0 0,1-1 0,-1 1 0,0-1 0,0 1 0,0 0 0,0-1 0,1 1 0,-1 0 0,0-1 0,0 1 0,0-1 0,0 1 0,0 0 0,0-1 0,0 1 0,0-1 0,0 1 0,0 0 0,0-1 0,-1 1 0,1-1 0,-7-26 0,6 25 0,-20-56 0,-11-31 0,28 73 0,0 0 0,1 1 0,-2-30 0,4 43 0,1-1 0,1 1 0,-1-1 0,0 1 0,1-1 0,-1 1 0,1-1 0,0 1 0,0-1 0,1-2 0,-2 5 0,1-1 0,-1 1 0,1-1 0,-1 1 0,0-1 0,1 1 0,-1-1 0,1 1 0,-1-1 0,1 1 0,0 0 0,-1-1 0,1 1 0,-1 0 0,1-1 0,0 1 0,-1 0 0,1 0 0,0 0 0,-1 0 0,1 0 0,0-1 0,-1 1 0,1 0 0,0 0 0,-1 1 0,1-1 0,0 0 0,-1 0 0,1 0 0,0 0 0,-1 1 0,1-1 0,-1 0 0,1 0 0,0 1 0,-1-1 0,1 0 0,-1 1 0,1-1 0,-1 1 0,1-1 0,0 2 0,7 6-1365,0 0-5461</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50.311"/>
    </inkml:context>
    <inkml:brush xml:id="br0">
      <inkml:brushProperty name="width" value="0.05" units="cm"/>
      <inkml:brushProperty name="height" value="0.05" units="cm"/>
    </inkml:brush>
  </inkml:definitions>
  <inkml:trace contextRef="#ctx0" brushRef="#br0">323 91 24575,'-77'-22'0,"-25"-6"0,83 24 0,1 1 0,-1 1 0,-28 0 0,45 2 0,1 0 0,-1 0 0,0 0 0,1 0 0,-1 0 0,0 0 0,1 0 0,-1 1 0,0-1 0,1 1 0,-1-1 0,1 1 0,-1 0 0,1 0 0,-1 0 0,1-1 0,-1 1 0,1 0 0,0 1 0,0-1 0,0 0 0,-1 0 0,1 0 0,-1 3 0,1-1 0,0-1 0,1 1 0,0-1 0,-1 1 0,1-1 0,0 1 0,0-1 0,0 1 0,1-1 0,-1 0 0,1 1 0,-1-1 0,1 1 0,0-1 0,0 0 0,1 3 0,5 8 0,0 0 0,0 0 0,1-1 0,1 0 0,0 0 0,1-1 0,22 20 0,-10-13 0,1-1 0,0 0 0,31 15 0,-40-24 0,1-1 0,21 7 0,-32-12 0,1-1 0,0 0 0,0 1 0,0-2 0,0 1 0,0-1 0,0 1 0,1-2 0,-1 1 0,0 0 0,8-3 0,-11 3 0,0-1 0,0 1 0,-1-1 0,1 0 0,-1 0 0,1 0 0,-1 0 0,1 0 0,-1 0 0,0 0 0,1 0 0,-1-1 0,0 1 0,0 0 0,0-1 0,0 1 0,0-1 0,1-2 0,-1 1 0,0 0 0,0 0 0,-1 0 0,1 0 0,-1 0 0,0 0 0,0 0 0,0 0 0,0 0 0,-1-3 0,-2-6 0,0 1 0,0 0 0,-1 0 0,-8-16 0,2 10 0,0 0 0,-2 1 0,1 0 0,-2 0 0,0 2 0,-1-1 0,-1 2 0,0 0 0,0 1 0,-21-13 0,30 22-341,0-1 0,-1 1-1,-7-3 1,1 2-6485</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50.969"/>
    </inkml:context>
    <inkml:brush xml:id="br0">
      <inkml:brushProperty name="width" value="0.05" units="cm"/>
      <inkml:brushProperty name="height" value="0.05" units="cm"/>
    </inkml:brush>
  </inkml:definitions>
  <inkml:trace contextRef="#ctx0" brushRef="#br0">167 1 24575,'-21'2'0,"-43"10"0,59-11 0,-1 1 0,1-1 0,0 1 0,0 1 0,0-1 0,0 1 0,0 0 0,0 0 0,0 0 0,1 1 0,0 0 0,0-1 0,-4 6 0,6-7 0,1 1 0,0-1 0,-1 1 0,1 0 0,0 0 0,1-1 0,-1 1 0,0 0 0,1 0 0,-1 0 0,1 0 0,0-1 0,0 1 0,0 0 0,1 0 0,-1 0 0,1 0 0,-1 0 0,1-1 0,0 1 0,0 0 0,0 0 0,0-1 0,1 1 0,-1-1 0,3 4 0,2 3 0,1 0 0,0-1 0,0 0 0,0 0 0,17 12 0,-20-17 0,0 0 0,0-1 0,0 1 0,0-1 0,0 0 0,1 0 0,4 1 0,-8-2 0,1-1 0,-1 0 0,0 1 0,1-1 0,-1 0 0,1 0 0,-1 0 0,0 0 0,1 0 0,-1 0 0,1-1 0,-1 1 0,0 0 0,1-1 0,-1 1 0,0-1 0,1 1 0,-1-1 0,0 0 0,0 0 0,0 1 0,0-1 0,0 0 0,0 0 0,0 0 0,0 0 0,0 0 0,1-2 0,3-5 0,-1-1 0,0 1 0,-1-1 0,0 1 0,-1-1 0,0 0 0,0 0 0,1-11 0,-1 4 0,7-22 0,-9 37 0,0 0 0,0 0 0,0 0 0,1 0 0,-1 0 0,0 0 0,1 0 0,-1 0 0,1 0 0,-1 1 0,1-1 0,0 0 0,-1 0 0,1 0 0,0 1 0,-1-1 0,1 0 0,0 1 0,0-1 0,0 1 0,0-1 0,-1 1 0,1-1 0,2 0 0,-2 1 0,0 0 0,0 1 0,1-1 0,-1 0 0,0 0 0,0 1 0,0-1 0,0 1 0,0-1 0,1 1 0,-1-1 0,0 1 0,0 0 0,0-1 0,-1 1 0,1 0 0,1 1 0,4 4 0,0 1 0,-1 0 0,0 0 0,6 11 0,161 351 0,-156-330 0,-2-6 0,-1 0 0,-2 1 0,-1 0 0,6 38 0,-16-70 0,1 1 0,-1 0 0,0-1 0,0 1 0,0-1 0,0 1 0,-1-1 0,1 1 0,-1 0 0,1-1 0,-1 1 0,0-1 0,0 0 0,-2 5 0,2-6 0,-1 1 0,1-1 0,0 0 0,-1 1 0,1-1 0,-1 0 0,0 0 0,1 0 0,-1 0 0,0 0 0,1 0 0,-1 0 0,0-1 0,0 1 0,0-1 0,0 1 0,0-1 0,0 0 0,-4 0 0,0 0 0,-1 0 0,0-1 0,0 0 0,0 0 0,1-1 0,-1 0 0,0 0 0,-6-4 0,-51-27 0,49 24 0,-19-10 0,2-2 0,-33-26 0,54 38 0,0-1 0,0 0 0,1 0 0,1-1 0,0-1 0,0 1 0,1-1 0,-11-24 0,16 30-170,1-1-1,0 0 0,1 1 1,-1-1-1,1 0 0,1 0 1,-1-7-1,1 1-6655</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51.391"/>
    </inkml:context>
    <inkml:brush xml:id="br0">
      <inkml:brushProperty name="width" value="0.05" units="cm"/>
      <inkml:brushProperty name="height" value="0.05" units="cm"/>
    </inkml:brush>
  </inkml:definitions>
  <inkml:trace contextRef="#ctx0" brushRef="#br0">43 257 24575,'-2'3'0,"-1"0"0,1 0 0,0 0 0,0 1 0,0-1 0,0 1 0,0-1 0,1 1 0,-1 0 0,1-1 0,0 1 0,0 0 0,1 0 0,-1 0 0,1 0 0,0 0 0,0 0 0,0-1 0,0 1 0,1 0 0,1 8 0,1-2 0,0 0 0,1-1 0,0 1 0,1 0 0,0-1 0,0 0 0,8 9 0,-12-16 0,-1-1 0,1 0 0,0 0 0,0 0 0,0 0 0,0 0 0,0 0 0,0 0 0,0-1 0,1 1 0,-1 0 0,2 0 0,-2 0 0,-1-1 0,1 0 0,-1 0 0,1 0 0,-1 0 0,1 0 0,-1 0 0,1 0 0,-1 0 0,1 0 0,0 0 0,-1-1 0,1 1 0,-1 0 0,1 0 0,-1 0 0,1-1 0,-1 1 0,0 0 0,1 0 0,-1-1 0,1 0 0,1 0 0,-1-1 0,0 0 0,0 0 0,1 0 0,-1 0 0,-1 0 0,1 0 0,0 0 0,0 0 0,-1 0 0,1-1 0,-1 1 0,0 0 0,1-2 0,-1-13 0,0 1 0,-1 0 0,-1 0 0,-1 0 0,-5-20 0,-30-79 0,20 65 0,8 22 0,5 14 0,0 1 0,1-1 0,-5-24 0,9 37 0,0 0 0,0 0 0,0 0 0,-1 1 0,1-1 0,0 0 0,0 0 0,0 0 0,1 0 0,-1 0 0,0 1 0,0-1 0,0 0 0,1 0 0,-1 0 0,0 1 0,1-1 0,-1 0 0,1 0 0,0 0 0,-1 1 0,0 0 0,1 0 0,-1 0 0,1 0 0,-1 0 0,1 0 0,-1 0 0,0 0 0,1 0 0,-1 0 0,1 0 0,-1 0 0,1 0 0,-1 0 0,0 0 0,1 0 0,-1 0 0,1 1 0,-1-1 0,1 0 0,-1 0 0,0 1 0,1-1 0,3 3 0,0 0 0,-1 0 0,0 0 0,1 1 0,2 4 0,5 8-1365,-1-2-5461</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51.991"/>
    </inkml:context>
    <inkml:brush xml:id="br0">
      <inkml:brushProperty name="width" value="0.05" units="cm"/>
      <inkml:brushProperty name="height" value="0.05" units="cm"/>
    </inkml:brush>
  </inkml:definitions>
  <inkml:trace contextRef="#ctx0" brushRef="#br0">223 74 24575,'-8'-6'0,"-59"-37"0,59 39 0,1 0 0,-1 1 0,0 0 0,0 0 0,0 1 0,0 0 0,-10-2 0,15 4 0,1 0 0,-1 0 0,1 0 0,-1 0 0,1 1 0,0-1 0,-1 1 0,1-1 0,0 1 0,-1 0 0,1 0 0,0 0 0,0 0 0,0 0 0,0 0 0,0 1 0,-4 2 0,4-1 0,-1 0 0,1 0 0,-1 0 0,1 0 0,0 1 0,0-1 0,0 1 0,1-1 0,-1 1 0,0 5 0,0-3 0,0 0 0,1 1 0,1-1 0,-1 0 0,1 1 0,0-1 0,0 0 0,0 1 0,1-1 0,0 0 0,1 0 0,-1 0 0,5 10 0,-2-8 0,1-1 0,0 0 0,0 0 0,1-1 0,0 1 0,0-1 0,0 0 0,1-1 0,14 10 0,-12-10 0,1 1 0,0-1 0,0-1 0,0 0 0,1 0 0,-1-1 0,16 2 0,-22-4 0,-1-1 0,0 1 0,1-1 0,-1 0 0,0 0 0,1-1 0,-1 1 0,0-1 0,1 1 0,-1-1 0,0 0 0,0 0 0,0-1 0,0 1 0,0-1 0,0 1 0,0-1 0,0 0 0,-1 0 0,1 0 0,-1-1 0,1 1 0,-1 0 0,0-1 0,0 0 0,3-4 0,-1-1 0,-1 1 0,0 0 0,0-1 0,0 0 0,-1 1 0,-1-1 0,1 0 0,-1 0 0,-1 0 0,1-10 0,-1 12 0,0-1 0,-1 0 0,0 0 0,0 1 0,0-1 0,0 1 0,-1-1 0,0 1 0,-1 0 0,0-1 0,-6-10 0,42 61 0,44 47 0,-53-65-455,2-1 0,57 42 0,-75-61-6371</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52.675"/>
    </inkml:context>
    <inkml:brush xml:id="br0">
      <inkml:brushProperty name="width" value="0.05" units="cm"/>
      <inkml:brushProperty name="height" value="0.05" units="cm"/>
    </inkml:brush>
  </inkml:definitions>
  <inkml:trace contextRef="#ctx0" brushRef="#br0">1 16 24575,'7'8'0,"-1"1"0,10 14 0,-4-6 0,-5-7 0,7 11 0,33 36 0,-43-52 0,1-1 0,-1 0 0,1 0 0,0 0 0,-1-1 0,2 0 0,-1 0 0,0 0 0,1 0 0,-1-1 0,1 0 0,0 0 0,10 2 0,-14-4 0,-1 0 0,1 0 0,-1 0 0,1 0 0,-1 0 0,1 0 0,-1 0 0,1 0 0,-1-1 0,1 1 0,-1-1 0,1 1 0,-1-1 0,0 1 0,1-1 0,-1 0 0,0 0 0,1 0 0,-1 0 0,0 1 0,2-4 0,-2 2 0,1 0 0,-1 0 0,0 0 0,0 0 0,0 0 0,-1-1 0,1 1 0,0 0 0,-1-1 0,0 1 0,1-1 0,-1-2 0,-1-6 0,1 1 0,-2 0 0,1 0 0,-1 0 0,-5-12 0,-5-17 0,21 53 0,0 1 0,1-2 0,1 1 0,23 22 0,-23-27 0,-1 0 0,1-1 0,23 13 0,-29-18 0,0-1 0,0 1 0,0-1 0,0-1 0,0 1 0,0-1 0,0 0 0,0 0 0,0 0 0,1-1 0,-1 1 0,0-1 0,7-1 0,-10 0 0,0 1 0,0-1 0,0 0 0,1 0 0,-2 0 0,1 0 0,0-1 0,0 1 0,0 0 0,0-1 0,-1 1 0,1-1 0,-1 0 0,1 1 0,-1-1 0,0 0 0,0 0 0,2-2 0,1-6 0,0 1 0,5-19 0,-2 8 0,1-4 0,-5 15 0,-1 1 0,1 0 0,1 0 0,-1 0 0,1 0 0,1 1 0,7-12 0,-11 18 0,1 0 0,-1 0 0,0 0 0,1 0 0,-1 0 0,0 0 0,1 0 0,0 0 0,-1 0 0,1 1 0,-1-1 0,1 1 0,0-1 0,-1 1 0,1 0 0,0-1 0,1 1 0,0 0 0,0 1 0,0-1 0,0 1 0,0-1 0,0 1 0,0 0 0,0 0 0,0 0 0,2 2 0,6 4 0,-1-1 0,-1 2 0,17 14 0,-24-20 0,86 72-1365,-78-65-5461</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55.938"/>
    </inkml:context>
    <inkml:brush xml:id="br0">
      <inkml:brushProperty name="width" value="0.05" units="cm"/>
      <inkml:brushProperty name="height" value="0.05" units="cm"/>
    </inkml:brush>
  </inkml:definitions>
  <inkml:trace contextRef="#ctx0" brushRef="#br0">39 53 24575,'-16'-21'0,"11"15"0,0-1 0,-7-11 0,31 46 0,36 40 0,-28-35 0,63 71 0,118 106 0,117 76 0,-322-284 0,6 6 0,1 0 0,-1 0 0,0 0 0,-1 0 0,0 1 0,9 13 0,-17-22-3,1 0-1,-1 1 1,0-1-1,0 1 1,1-1-1,-1 1 1,0-1-1,0 0 1,0 1-1,0-1 1,1 1-1,-1-1 1,0 1-1,0-1 1,0 1-1,0-1 1,0 1-1,0-1 1,0 1-1,0-1 1,0 1-1,-1 0 1,1-1 12,0 1 1,-1-1-1,1 0 1,0 0 0,-1 1-1,1-1 1,0 0-1,-1 0 1,1 0-1,-1 1 1,1-1-1,0 0 1,-1 0-1,1 0 1,-1 0-1,1 0 1,0 0-1,-1 0 1,1 0-1,-1 0 1,-2 0-196,1 0 1,-1-1-1,1 1 0,-1-1 1,1 0-1,-1 1 1,-2-3-1,-4-2-6640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56.500"/>
    </inkml:context>
    <inkml:brush xml:id="br0">
      <inkml:brushProperty name="width" value="0.05" units="cm"/>
      <inkml:brushProperty name="height" value="0.05" units="cm"/>
    </inkml:brush>
  </inkml:definitions>
  <inkml:trace contextRef="#ctx0" brushRef="#br0">580 127 24575,'11'-27'0,"-1"0"0,8-35 0,-18 61 0,1 1 0,-1 0 0,0 0 0,0-1 0,0 1 0,0 0 0,0 0 0,1-1 0,-1 1 0,0 0 0,0 0 0,0-1 0,0 1 0,0 0 0,0-1 0,0 1 0,0 0 0,0 0 0,0-1 0,0 1 0,0 0 0,0 0 0,0-1 0,-1 1 0,1 0 0,0-1 0,0 1 0,0 0 0,0 0 0,0-1 0,-1 1 0,1 0 0,0 0 0,0 0 0,0-1 0,-1 1 0,1 0 0,-10 7 0,-9 16 0,-54 65 0,0 1 0,34-33 0,-32 65 0,-24 66 0,-22 58 0,107-225 40,-1 0 0,-15 19 0,20-30-252,-1-1 0,0 0 0,-1 0-1,0 0 1,0-1 0,-12 8 0,11-9-6614</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09:57.378"/>
    </inkml:context>
    <inkml:brush xml:id="br0">
      <inkml:brushProperty name="width" value="0.05" units="cm"/>
      <inkml:brushProperty name="height" value="0.05" units="cm"/>
    </inkml:brush>
  </inkml:definitions>
  <inkml:trace contextRef="#ctx0" brushRef="#br0">119 35 24575,'5'-8'0,"-3"4"0,1 1 0,-1 0 0,1 0 0,-1 0 0,1 0 0,5-4 0,-8 9 0,-1 1 0,0 0 0,0-1 0,0 1 0,0-1 0,-3 4 0,-14 20 0,2 0 0,0 2 0,1 0 0,2 1 0,1 0 0,1 0 0,2 2 0,-8 39 0,12-28 0,1 0 0,2 0 0,2 0 0,2 0 0,9 49 0,2-19 0,3 0 0,29 76 0,-35-120 0,1 0 0,2-1 0,16 27 0,-20-39 0,1-1 0,0 0 0,1 0 0,1-2 0,0 1 0,22 16 0,-26-23-95,5 5-117,0-1 1,1-1-1,1 0 0,-1-1 1,18 7-1,-19-11-6614</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01.090"/>
    </inkml:context>
    <inkml:brush xml:id="br0">
      <inkml:brushProperty name="width" value="0.05" units="cm"/>
      <inkml:brushProperty name="height" value="0.05" units="cm"/>
    </inkml:brush>
  </inkml:definitions>
  <inkml:trace contextRef="#ctx0" brushRef="#br0">10 163 24575,'-1'1'0,"0"1"0,0-1 0,0 0 0,0 1 0,0-1 0,1 1 0,-1-1 0,0 1 0,1-1 0,-1 1 0,1-1 0,0 1 0,0-1 0,-1 1 0,1 0 0,0-1 0,0 1 0,0 0 0,1-1 0,-1 1 0,0-1 0,1 1 0,0 2 0,2 3 0,0 1 0,0 0 0,6 9 0,-3-8 0,3 6 0,1 0 0,1-2 0,1 1 0,0-1 0,18 15 0,-29-28 0,-1 1 0,0-1 0,0 0 0,0 0 0,0 1 0,1-1 0,-1 0 0,0 0 0,0 1 0,1-1 0,-1 0 0,0 0 0,1 1 0,-1-1 0,0 0 0,1 0 0,-1 0 0,0 0 0,0 0 0,1 1 0,-1-1 0,1 0 0,-1 0 0,0 0 0,1 0 0,-1 0 0,1 0 0,-5-10 0,-14-19 0,16 26 0,-13-20 0,-30-52 0,40 65 0,1 1 0,0 0 0,0-1 0,1 0 0,1 1 0,-3-16 0,5 20 0,0 0 0,0 1 0,0-1 0,1 0 0,-1 1 0,1-1 0,1 1 0,-1-1 0,0 1 0,1-1 0,0 1 0,0 0 0,0 0 0,1 0 0,-1 0 0,1 0 0,0 1 0,0-1 0,1 1 0,-1 0 0,7-5 0,-4 3 0,0 1 0,0 0 0,1 1 0,-1 0 0,1 0 0,0 0 0,0 1 0,0-1 0,0 2 0,1-1 0,-1 1 0,0 0 0,9 1 0,-15-1-32,0 1 1,0 0-1,0 0 0,0 1 0,0-1 1,0 0-1,0 0 0,0 0 0,0 1 1,-1-1-1,1 0 0,0 1 0,0-1 1,0 1-1,0-1 0,0 1 0,-1-1 1,1 1-1,0 0 0,0-1 0,-1 1 1,1 0-1,0 0 0,-1-1 0,1 1 1,-1 0-1,1 0 0,-1 0 0,0 0 1,1 0-1,-1 0 0,0 0 0,1 0 1,-1 0-1,0 0 0,0 0 0,0 0 1,0 0-1,0 0 0,0 0 0,0-1 1,-1 3-1,0 8-6794</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01.417"/>
    </inkml:context>
    <inkml:brush xml:id="br0">
      <inkml:brushProperty name="width" value="0.05" units="cm"/>
      <inkml:brushProperty name="height" value="0.05" units="cm"/>
    </inkml:brush>
  </inkml:definitions>
  <inkml:trace contextRef="#ctx0" brushRef="#br0">55 1 24575,'-2'15'0,"-2"7"0,1 3 0,1 0 0,0-3 0,1-2 0,0-1 0,1-3 0,0 0 0,0-2 0,0 1 0,-2-3 0,-4-1 0,-3-3 0,-3-2 0,2-2-8191</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02.073"/>
    </inkml:context>
    <inkml:brush xml:id="br0">
      <inkml:brushProperty name="width" value="0.05" units="cm"/>
      <inkml:brushProperty name="height" value="0.05" units="cm"/>
    </inkml:brush>
  </inkml:definitions>
  <inkml:trace contextRef="#ctx0" brushRef="#br0">1 136 24575,'1'3'0,"0"0"0,0 0 0,0 0 0,0 0 0,1 0 0,0 0 0,-1-1 0,1 1 0,0-1 0,0 1 0,3 2 0,3 5 0,8 10 0,1 0 0,0-1 0,30 25 0,-36-34 0,1-1 0,1-1 0,-1 0 0,1 0 0,0-2 0,1 1 0,21 5 0,-30-10 0,1-1 0,-1 0 0,1 0 0,0 0 0,-1-1 0,1 0 0,-1 0 0,1 0 0,0-1 0,-1 0 0,1 0 0,-1 0 0,8-4 0,-10 4 0,1-1 0,-1 1 0,0-1 0,0 0 0,0-1 0,-1 1 0,1 0 0,0-1 0,-1 1 0,0-1 0,1 0 0,-1 0 0,0 0 0,-1 0 0,1 0 0,0 0 0,-1-1 0,0 1 0,0-1 0,0 1 0,1-7 0,-1 5 0,-1 2 0,1-1 0,0 1 0,-1 0 0,1 0 0,3-6 0,-4 9 0,0-1 0,0 1 0,0 0 0,0-1 0,1 1 0,-1 0 0,0 0 0,0-1 0,1 1 0,-1 0 0,0 0 0,1-1 0,-1 1 0,0 0 0,0 0 0,1 0 0,-1 0 0,0-1 0,1 1 0,-1 0 0,0 0 0,1 0 0,-1 0 0,1 0 0,0 0 0,0 0 0,-1 1 0,1-1 0,0 0 0,0 1 0,0-1 0,-1 1 0,1-1 0,0 1 0,0-1 0,-1 1 0,1-1 0,-1 1 0,2 1 0,8 8 0,0-1 0,0 0 0,1-1 0,0 0 0,0 0 0,20 9 0,-24-14 0,0 0 0,0 0 0,0-1 0,0 0 0,1 0 0,-1-1 0,1 0 0,-1 0 0,1 0 0,-1-1 0,1-1 0,0 1 0,11-3 0,-16 2 0,0 0 0,0 0 0,0 0 0,0 0 0,0 0 0,0-1 0,0 1 0,0-1 0,0 0 0,-1 0 0,1 0 0,-1 0 0,0-1 0,1 1 0,-1-1 0,3-3 0,-3 2 0,-1 0 0,1 0 0,0 0 0,-1 0 0,0 0 0,0-1 0,0 1 0,-1 0 0,1 0 0,-1-1 0,0-4 0,-1-3 0,-1 0 0,0 1 0,-1-1 0,0 1 0,0 0 0,-1 0 0,-1 0 0,-8-14 0,7 15-68,0 0 0,0 1-1,-1 0 1,-1 0 0,0 0 0,0 1-1,0 0 1,-1 1 0,0 0 0,-1 0-1,1 1 1,-1 0 0,-1 1 0,1 0-1,-1 0 1,0 1 0,0 1 0,0 0-1,-13-2 1,6 3-6758</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02.540"/>
    </inkml:context>
    <inkml:brush xml:id="br0">
      <inkml:brushProperty name="width" value="0.05" units="cm"/>
      <inkml:brushProperty name="height" value="0.05" units="cm"/>
    </inkml:brush>
  </inkml:definitions>
  <inkml:trace contextRef="#ctx0" brushRef="#br0">0 6 24575,'15'-2'0,"-1"0"0,1 1 0,0 1 0,-1 0 0,1 1 0,0 1 0,-1 0 0,1 1 0,-1 1 0,0 0 0,0 1 0,0 1 0,17 9 0,-13-5 0,-1 2 0,0 0 0,-1 1 0,0 0 0,-1 1 0,0 1 0,-2 0 0,24 35 0,-15-16 0,-1 1 0,-3 1 0,-1 0 0,16 49 0,-23-52 0,-1 0 0,-2 0 0,-1 0 0,-1 1 0,-1 49 0,-5-62 0,0-1 0,-2 1 0,-1-1 0,0 0 0,-1 0 0,-1 0 0,-1-1 0,-1 0 0,-20 35 0,21-45-195,1 0 0,-1 0 0,0-1 0,-1 0 0,0 0 0,-18 12 0,14-11-6631</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03.461"/>
    </inkml:context>
    <inkml:brush xml:id="br0">
      <inkml:brushProperty name="width" value="0.05" units="cm"/>
      <inkml:brushProperty name="height" value="0.05" units="cm"/>
    </inkml:brush>
  </inkml:definitions>
  <inkml:trace contextRef="#ctx0" brushRef="#br0">294 1 24575,'-15'0'0,"-8"0"0,-2 0 0,1 0 0,1 0 0,3 0 0,2 0 0,1 2 0,2 2 0,0-1 0,0-1 0,1 0 0,0-1 0,-1 0 0,1-1 0,-1 0 0,3 0-8191</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03.712"/>
    </inkml:context>
    <inkml:brush xml:id="br0">
      <inkml:brushProperty name="width" value="0.05" units="cm"/>
      <inkml:brushProperty name="height" value="0.05" units="cm"/>
    </inkml:brush>
  </inkml:definitions>
  <inkml:trace contextRef="#ctx0" brushRef="#br0">332 28 24575,'-30'-5'0,"-12"-2"0,-5 1 0,4 1 0,6 1 0,8 4 0,2 2 0,5 1 0,3 0 0,-1 1 0,4 1-8191</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14.914"/>
    </inkml:context>
    <inkml:brush xml:id="br0">
      <inkml:brushProperty name="width" value="0.05" units="cm"/>
      <inkml:brushProperty name="height" value="0.05" units="cm"/>
    </inkml:brush>
  </inkml:definitions>
  <inkml:trace contextRef="#ctx0" brushRef="#br0">1 19 24575,'1'-5'0,"1"6"0,4 12 0,5 20 0,-6-17 0,-2-1 0,12 29 0,-14-41 0,1 0 0,-1 0 0,1-1 0,-1 1 0,1 0 0,0 0 0,0-1 0,1 1 0,-1-1 0,0 0 0,1 1 0,-1-1 0,1 0 0,0-1 0,3 3 0,-4-3 0,0-1 0,0 1 0,0-1 0,0 1 0,0-1 0,0 0 0,0 0 0,0 0 0,0 0 0,0 0 0,0 0 0,0 0 0,0-1 0,0 1 0,-1-1 0,1 1 0,0-1 0,0 0 0,0 0 0,0 0 0,-1 0 0,1 0 0,0 0 0,-1 0 0,1-1 0,-1 1 0,1 0 0,-1-1 0,0 0 0,0 1 0,2-3 0,1-2 0,-1 0 0,1-1 0,-1 1 0,0-1 0,-1 0 0,0 1 0,2-12 0,10-58 0,-9 61 0,-5 15 0,0 0 0,0 0 0,0 0 0,0-1 0,1 1 0,-1 0 0,0 0 0,0 0 0,0 0 0,0 0 0,1-1 0,-1 1 0,0 0 0,0 0 0,1 0 0,-1 0 0,0 0 0,0 0 0,0 0 0,1 0 0,-1 0 0,0 0 0,0 0 0,1 0 0,-1 0 0,0 0 0,0 0 0,1 0 0,-1 0 0,0 0 0,0 0 0,0 0 0,1 0 0,-1 0 0,0 0 0,0 0 0,0 1 0,1-1 0,-1 0 0,0 0 0,0 0 0,0 0 0,1 0 0,-1 1 0,0-1 0,0 0 0,0 0 0,0 0 0,0 1 0,0-1 0,0 0 0,1 0 0,-1 1 0,0-1 0,0 0 0,0 0 0,0 0 0,0 1 0,8 11 0,-3-2 0,0 0 0,1-1 0,1 0 0,-1-1 0,1 1 0,1-1 0,0-1 0,0 1 0,12 7 0,-15-12 0,1 1 0,0-1 0,1-1 0,-1 1 0,0-1 0,1-1 0,-1 1 0,1-1 0,12 1 0,-17-2 0,1 1 0,-1-1 0,0-1 0,1 1 0,-1 0 0,0-1 0,1 1 0,-1-1 0,0 0 0,0 1 0,0-1 0,1 0 0,-1 0 0,0-1 0,0 1 0,-1 0 0,1-1 0,0 1 0,0-1 0,-1 0 0,1 1 0,-1-1 0,1 0 0,-1 0 0,0 0 0,0 0 0,0 0 0,0 0 0,0 0 0,0-1 0,1-3 0,-1-9 0,-1 13 0,0 0 0,0 0 0,0 0 0,0 0 0,1 0 0,-1 0 0,1 0 0,-1 0 0,1 0 0,-1 0 0,1 0 0,0 0 0,2-2 0,-3 4 0,1 0 0,-1 0 0,1 0 0,-1 0 0,1 0 0,-1 0 0,1 0 0,-1 0 0,1 0 0,-1 0 0,1 1 0,-1-1 0,1 0 0,-1 0 0,1 0 0,-1 1 0,0-1 0,1 0 0,-1 1 0,1-1 0,-1 0 0,0 1 0,1-1 0,-1 1 0,1 0 0,11 13 0,-10-12 0,9 11 0,0 0 0,1-1 0,20 16 0,-3-6-1365</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13.929"/>
    </inkml:context>
    <inkml:brush xml:id="br0">
      <inkml:brushProperty name="width" value="0.05" units="cm"/>
      <inkml:brushProperty name="height" value="0.05" units="cm"/>
    </inkml:brush>
  </inkml:definitions>
  <inkml:trace contextRef="#ctx0" brushRef="#br0">774 17 24575,'20'-2'0,"-10"1"0,0 0 0,-1-1 0,16-4 0,-44 3 0,-336 2 0,172 2 0,163 0 0,0 0 0,0 2 0,1 0 0,-21 7 0,-76 28 0,81-25 0,33-13 0,1 1 0,0-1 0,0 1 0,0-1 0,0 1 0,0-1 0,0 1 0,0 0 0,0-1 0,0 1 0,0 0 0,0 0 0,0 0 0,0 1 0,1-2 0,-1 0 0,1 0 0,0 1 0,0-1 0,0 0 0,0 0 0,0 0 0,0 0 0,0 1 0,0-1 0,0 0 0,0 0 0,0 0 0,0 0 0,0 1 0,1-1 0,-1 0 0,0 0 0,0 0 0,0 0 0,0 1 0,0-1 0,0 0 0,0 0 0,0 0 0,0 0 0,1 0 0,-1 0 0,0 1 0,0-1 0,0 0 0,1 0 0,11 3 0,58 5 0,0 3 0,0 3 0,-1 3 0,81 31 0,-144-46 0,0 1 0,0 0 0,-1 0 0,1 0 0,-1 1 0,9 7 0,-12-9 0,-1-1 0,0 0 0,0 0 0,0 1 0,0-1 0,0 1 0,0-1 0,0 1 0,0 0 0,0-1 0,-1 1 0,1-1 0,-1 1 0,1 0 0,-1 0 0,0-1 0,0 1 0,0 0 0,0 0 0,0-1 0,0 1 0,0 0 0,0 0 0,-1-1 0,1 1 0,-1 0 0,1 0 0,-1-1 0,-1 3 0,0 1 0,-1-1 0,0 0 0,0 1 0,-1-1 0,1-1 0,-1 1 0,0 0 0,-6 4 0,-39 22 0,15-10 0,-132 90 0,124-78 0,-69 66 0,97-84 0,2-3 0,4-5 0,1 1 0,0 0 0,-9 12 0,16-18 0,-1-1 0,1 0 0,0 1 0,0-1 0,0 1 0,-1-1 0,1 0 0,0 1 0,0-1 0,0 1 0,0-1 0,0 0 0,0 1 0,0-1 0,0 1 0,0-1 0,0 0 0,0 1 0,0-1 0,0 1 0,0-1 0,0 1 0,0-1 0,0 0 0,0 1 0,1-1 0,-1 0 0,0 1 0,0-1 0,0 1 0,1-1 0,-1 0 0,0 0 0,1 1 0,-1-1 0,0 0 0,1 1 0,-1-1 0,0 0 0,1 0 0,-1 0 0,0 1 0,1-1 0,-1 0 0,1 0 0,-1 0 0,0 0 0,1 0 0,-1 0 0,1 0 0,25 3 0,-23-3 0,192-7 0,-96 0 0,492-9-552,-587 16-721</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15.728"/>
    </inkml:context>
    <inkml:brush xml:id="br0">
      <inkml:brushProperty name="width" value="0.05" units="cm"/>
      <inkml:brushProperty name="height" value="0.05" units="cm"/>
    </inkml:brush>
  </inkml:definitions>
  <inkml:trace contextRef="#ctx0" brushRef="#br0">0 1 24575,'4'0'0,"-1"0"0,1 1 0,-1 0 0,1 0 0,-1 0 0,1 0 0,-1 0 0,1 1 0,3 2 0,30 21 0,-21-14 0,37 26 0,289 178 0,-309-195 0,-30-19 53,-5-2-1471</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15.962"/>
    </inkml:context>
    <inkml:brush xml:id="br0">
      <inkml:brushProperty name="width" value="0.05" units="cm"/>
      <inkml:brushProperty name="height" value="0.05" units="cm"/>
    </inkml:brush>
  </inkml:definitions>
  <inkml:trace contextRef="#ctx0" brushRef="#br0">169 0 24575,'-13'18'0,"-6"5"0,0 2 0,0-1 0,4-3 0,2-1 0,3-2 0,0-2 0,3-1 0,-1 0 0,0-1 0,-1 0 0,1-2 0,-3-3 0</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16.664"/>
    </inkml:context>
    <inkml:brush xml:id="br0">
      <inkml:brushProperty name="width" value="0.05" units="cm"/>
      <inkml:brushProperty name="height" value="0.05" units="cm"/>
    </inkml:brush>
  </inkml:definitions>
  <inkml:trace contextRef="#ctx0" brushRef="#br0">194 122 24575,'-5'-6'0,"-48"-57"0,47 57 0,-1-1 0,0 1 0,0 0 0,0 0 0,-1 1 0,-12-6 0,18 10 0,1 0 0,-1 1 0,1-1 0,-1 0 0,1 1 0,-1 0 0,1-1 0,-1 1 0,1 0 0,-1 0 0,0 0 0,1 0 0,-1 0 0,0 0 0,1 1 0,-1-1 0,1 0 0,-1 1 0,1-1 0,-4 2 0,3 0 0,0-1 0,0 1 0,0 0 0,1-1 0,-1 1 0,0 0 0,1 0 0,-1 0 0,1 0 0,0 1 0,-1-1 0,0 3 0,-1 4 0,0 0 0,0 0 0,1 1 0,0-1 0,0 19 0,3 148 0,3-149 0,1 0 0,1-1 0,16 46 0,5 18 0,-2 41 0,-24-130 0,9 64 0,-9-57 0,1 0 0,1-1 0,-1 1 0,1-1 0,1 0 0,4 9 0,-6-13 0,0-1 0,0 1 0,0-1 0,1 0 0,-1 1 0,1-1 0,-1 0 0,1 0 0,0-1 0,0 1 0,0 0 0,5 1 0,-2-1 0,0-1 0,0 1 0,0-1 0,0-1 0,0 1 0,8-1 0,3-1 0,-1-1 0,1-1 0,-1 0 0,18-6 0,-24 6-120,-1 0 204,-1 1 1,14-7-1,-21 9-146,0-1-1,0 1 1,1-1-1,-1 0 1,0 1 0,0-1-1,0 0 1,0 0-1,0 0 1,0 0-1,0 0 1,0 0 0,0 0-1,-1 0 1,1 0-1,0-1 1,-1 1-1,1 0 1,-1 0 0,1-1-1,-1 1 1,1 0-1,-1-3 1</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17.321"/>
    </inkml:context>
    <inkml:brush xml:id="br0">
      <inkml:brushProperty name="width" value="0.05" units="cm"/>
      <inkml:brushProperty name="height" value="0.05" units="cm"/>
    </inkml:brush>
  </inkml:definitions>
  <inkml:trace contextRef="#ctx0" brushRef="#br0">0 6 24575,'26'35'0,"1"-1"0,37 36 0,-63-70 0,11 13 0,0-2 0,18 13 0,-28-22 0,1 0 0,0 0 0,0 0 0,0 0 0,0-1 0,1 1 0,-1-1 0,0 0 0,1 0 0,-1 0 0,1 0 0,-1-1 0,1 1 0,-1-1 0,1 0 0,-1 0 0,7-1 0,-8 0 0,-1 1 0,1-1 0,0 0 0,0 0 0,-1 0 0,1 0 0,0-1 0,-1 1 0,1 0 0,-1-1 0,0 1 0,1-1 0,-1 1 0,0-1 0,0 0 0,0 1 0,0-1 0,0 0 0,0 0 0,-1 0 0,1 0 0,-1 0 0,1 0 0,-1 0 0,0-2 0,2-7 0,-2 0 0,1-1 0,-3-14 0,1 10 0,0-4 0,0 12 0,0 0 0,1-1 0,0 1 0,1-1 0,2-15 0,-2 24 0,-1 0 0,0-1 0,0 1 0,0-1 0,0 1 0,0 0 0,1-1 0,-1 1 0,0-1 0,0 1 0,1 0 0,-1-1 0,0 1 0,0 0 0,1 0 0,-1-1 0,0 1 0,1 0 0,-1 0 0,1-1 0,-1 1 0,0 0 0,1 0 0,-1 0 0,1-1 0,-1 1 0,0 0 0,1 0 0,0 0 0,0 0 0,1 0 0,-1 1 0,0-1 0,0 0 0,1 1 0,-1-1 0,0 1 0,0-1 0,0 1 0,2 1 0,25 22 0,-25-22 0,19 21 0,-9-10 0,-1 0 0,2-1 0,0-1 0,20 13 0,-33-23 0,1 0 0,-1 0 0,1 0 0,0 0 0,-1-1 0,1 1 0,0 0 0,0-1 0,-1 0 0,1 1 0,0-1 0,0 0 0,0 0 0,0 0 0,0 0 0,-1 0 0,1 0 0,0-1 0,0 1 0,0-1 0,2 0 0,-2-1 0,0 1 0,0-1 0,0 0 0,0 0 0,0 0 0,0 0 0,-1 0 0,1 0 0,-1 0 0,0 0 0,1-1 0,-1 1 0,0 0 0,1-5 0,1-4 0,0 4 0,-1-1 0,1 1 0,0 0 0,6-10 0,-8 16 0,-1-1 0,1 1 0,0 0 0,0 0 0,0 0 0,0 0 0,-1 1 0,1-1 0,0 0 0,0 0 0,1 0 0,-1 1 0,0-1 0,0 1 0,0-1 0,0 1 0,1-1 0,-1 1 0,0 0 0,0-1 0,1 1 0,-1 0 0,0 0 0,0 0 0,1 0 0,-1 0 0,0 0 0,1 0 0,-1 1 0,0-1 0,0 0 0,0 1 0,3 0 0,4 4-91,1-1 0,-1 1 0,0 1 0,0 0 0,0 0 0,-1 0 0,0 1 0,0 0 0,-1 1 0,0-1 0,0 1 0,-1 1 0,0-1 0,5 10 0,-5-5-6735</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17.889"/>
    </inkml:context>
    <inkml:brush xml:id="br0">
      <inkml:brushProperty name="width" value="0.05" units="cm"/>
      <inkml:brushProperty name="height" value="0.05" units="cm"/>
    </inkml:brush>
  </inkml:definitions>
  <inkml:trace contextRef="#ctx0" brushRef="#br0">1 95 24575,'12'-12'0,"0"0"0,1 1 0,0 0 0,1 1 0,23-12 0,-32 19 0,1 0 0,0 1 0,0 0 0,0 0 0,0 1 0,0 0 0,0 0 0,0 0 0,0 1 0,1-1 0,-1 2 0,0-1 0,0 1 0,0 0 0,1 0 0,-1 0 0,0 1 0,8 3 0,131 66 0,-141-68 0,0-1 0,0 1 0,0-1 0,0 1 0,-1 0 0,1 1 0,-1-1 0,0 1 0,0-1 0,0 1 0,0 0 0,-1 0 0,1 0 0,-1 0 0,0 1 0,0-1 0,-1 1 0,1-1 0,-1 1 0,0-1 0,-1 1 0,1 0 0,-1 0 0,1-1 0,-1 1 0,-1 0 0,1 0 0,-1-1 0,0 1 0,-1 5 0,-18 91 0,19-88 0,0 0 0,1-1 0,0 1 0,1 0 0,0-1 0,4 15 0,54 157 0,-19-67 0,-38-112 0,0 1 0,-1 0 0,0 0 0,0 0 0,0 0 0,-1 0 0,0 0 0,0 0 0,-2 9 0,1-12 0,1 0 0,-1 0 0,0 0 0,-1 0 0,1 0 0,0-1 0,-1 1 0,0-1 0,1 1 0,-1-1 0,0 1 0,0-1 0,-1 0 0,1 0 0,0 0 0,-1 0 0,1-1 0,-1 1 0,1-1 0,-5 3 0,-3-1-170,0 0-1,0-1 0,-1 0 1,1 0-1,0-1 0,-1 0 1,-16-2-1,7 1-6655</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21.732"/>
    </inkml:context>
    <inkml:brush xml:id="br0">
      <inkml:brushProperty name="width" value="0.05" units="cm"/>
      <inkml:brushProperty name="height" value="0.05" units="cm"/>
    </inkml:brush>
  </inkml:definitions>
  <inkml:trace contextRef="#ctx0" brushRef="#br0">0 51 24575,'1'3'0,"0"-1"0,0 1 0,1-1 0,-1 0 0,0 1 0,1-1 0,-1 0 0,1 0 0,0 0 0,3 3 0,2 2 0,22 34 0,47 85 0,-61-100 0,-3 0 0,-10-19 0,1 0 0,1-1 0,5 11 0,-8-16 0,0 1 0,1-1 0,-1 1 0,1-1 0,-1 1 0,1-1 0,-1 0 0,1 1 0,0-1 0,0 0 0,-1 0 0,1 0 0,0-1 0,0 1 0,0 0 0,4 0 0,-2 0 0,1-1 0,-1 1 0,0-1 0,0 0 0,1 0 0,-1 0 0,0-1 0,1 0 0,-1 1 0,6-3 0,-8 2 0,0 0 0,0-1 0,0 1 0,0 0 0,0-1 0,0 1 0,-1-1 0,1 0 0,0 1 0,-1-1 0,1 0 0,-1 0 0,0 0 0,1 0 0,-1 0 0,0-1 0,0 1 0,0 0 0,0-5 0,1-4 0,0 1 0,-1-1 0,0 1 0,-1-1 0,-1-11 0,1-23 0,0 44 0,-1-1 0,2 1 0,-1 0 0,0 0 0,0 0 0,0 0 0,0 0 0,1 0 0,-1 0 0,0 0 0,1 1 0,-1-1 0,1 0 0,-1 0 0,1 0 0,-1 0 0,1 0 0,0 1 0,0-1 0,-1 0 0,1 0 0,0 1 0,0-1 0,1 0 0,-1 0 0,1 1 0,-1 0 0,1 0 0,0 0 0,-1-1 0,1 1 0,-1 1 0,1-1 0,-1 0 0,1 0 0,-1 1 0,1-1 0,-1 0 0,3 2 0,3 1 0,0 1 0,0 0 0,0 0 0,0 0 0,7 8 0,34 28 0,58 55 0,-106-94 0,1-1 0,-1 1 0,1 0 0,0-1 0,-1 1 0,1-1 0,-1 1 0,1-1 0,0 1 0,-1-1 0,1 0 0,0 1 0,0-1 0,-1 0 0,1 1 0,0-1 0,0 0 0,-1 0 0,1 0 0,2 0 0,-3 0 0,0 0 0,1-1 0,-1 1 0,1 0 0,-1-1 0,1 1 0,-1 0 0,0-1 0,1 1 0,-1-1 0,0 1 0,0-1 0,1 1 0,-1-1 0,0 1 0,0-1 0,0 1 0,1-1 0,-1 1 0,0-1 0,0 1 0,0-1 0,0-4 0,1 0 0,-1 0 0,-1 0 0,1 0 0,-2-6 0,-18-97 0,18 85 0,0 1 0,2-35 0,-1-18 0,0 73-105,1 1 0,0-1 0,0 1 0,-1-1 0,1 1 0,-1-1 0,1 1 0,-1-1 0,0 1 0,1 0 0,-1-1 0,-1-1 0</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28.193"/>
    </inkml:context>
    <inkml:brush xml:id="br0">
      <inkml:brushProperty name="width" value="0.05" units="cm"/>
      <inkml:brushProperty name="height" value="0.05" units="cm"/>
    </inkml:brush>
  </inkml:definitions>
  <inkml:trace contextRef="#ctx0" brushRef="#br0">184 55 24575,'-7'-4'0,"-60"-30"0,61 31 0,-1 0 0,0 1 0,0-1 0,0 2 0,-1-1 0,1 1 0,-14-1 0,19 2 0,1 0 0,-1 1 0,1-1 0,-1 0 0,1 0 0,-1 1 0,1-1 0,-1 1 0,1-1 0,0 1 0,-1 0 0,1 0 0,0-1 0,-1 1 0,1 0 0,0 0 0,0 0 0,-1 2 0,0-1 0,1 0 0,-1 0 0,1 1 0,0-1 0,0 0 0,0 1 0,1-1 0,-1 1 0,0-1 0,0 4 0,1 5 0,0 0 0,0 0 0,1 1 0,2 10 0,-3-17 0,6 27 0,10 32 0,-2-10 0,28 83 0,-27-97 0,-3 1 0,12 62 0,-14-35 0,1 105 0,-11-168 0,0 0 0,0 0 0,1 0 0,-1-1 0,1 1 0,1 0 0,-1 0 0,1-1 0,3 9 0,-3-11 0,-1 1 0,0-1 0,1 0 0,-1 0 0,1 0 0,0-1 0,0 1 0,0 0 0,0-1 0,0 1 0,0-1 0,0 0 0,0 0 0,0 1 0,1-1 0,-1-1 0,1 1 0,-1 0 0,0-1 0,5 1 0,12 0 0,0-1 0,-1-1 0,1-1 0,-1-1 0,24-6 0,44-6 0,-58 11-1365,-18 1-5461</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29.547"/>
    </inkml:context>
    <inkml:brush xml:id="br0">
      <inkml:brushProperty name="width" value="0.05" units="cm"/>
      <inkml:brushProperty name="height" value="0.05" units="cm"/>
    </inkml:brush>
  </inkml:definitions>
  <inkml:trace contextRef="#ctx0" brushRef="#br0">1 19 24575,'0'0'0,"0"0"0,0 0 0,0-1 0,-1 1 0,1 0 0,0 0 0,0 0 0,0-1 0,0 1 0,0 0 0,0 0 0,0 0 0,0-1 0,0 1 0,1 0 0,-1 0 0,0 0 0,0-1 0,0 1 0,0 0 0,0 0 0,0 0 0,0 0 0,0-1 0,0 1 0,1 0 0,-1 0 0,0 0 0,0 0 0,0 0 0,0-1 0,1 1 0,-1 0 0,0 0 0,5 5 0,4 11 0,3 17 0,-3-6 0,1-1 0,2-1 0,14 25 0,-21-42 0,7 11 0,-12-19 0,0 1 0,0-1 0,0 0 0,1 0 0,-1 0 0,0 0 0,0 0 0,0 0 0,0 1 0,1-1 0,-1 0 0,0 0 0,0 0 0,0 0 0,1 0 0,-1 0 0,0 0 0,0 0 0,0 0 0,1 0 0,-1 0 0,0 0 0,0 0 0,1 0 0,-1 0 0,0 0 0,0 0 0,0 0 0,0-1 0,1 1 0,-1 0 0,6-11 0,0-18 0,-1 0 0,2-40 0,-5 46 0,-2 16 0,1 0 0,0 0 0,1 1 0,3-12 0,-5 17 0,0 0 0,1 0 0,-1 0 0,0 0 0,1 1 0,-1-1 0,0 0 0,1 0 0,-1 1 0,1-1 0,-1 0 0,1 1 0,0-1 0,-1 0 0,1 1 0,0-1 0,-1 1 0,1-1 0,0 1 0,0 0 0,-1-1 0,1 1 0,0 0 0,0-1 0,0 1 0,-1 0 0,1 0 0,0 0 0,0-1 0,0 1 0,0 0 0,0 0 0,-1 1 0,1-1 0,0 0 0,0 0 0,0 0 0,0 0 0,0 1 0,-1-1 0,1 0 0,0 1 0,0-1 0,-1 1 0,1-1 0,0 1 0,1 0 0,7 7 0,0 1 0,0 0 0,-1 0 0,0 1 0,8 13 0,-1-2 0,-13-19 0,11 16 0,1 0 0,0-1 0,2-1 0,-1 0 0,26 18 0,-41-33 0,1-1 0,0 1 0,1 0 0,-1 0 0,0-1 0,0 1 0,0-1 0,0 1 0,0-1 0,1 1 0,-1-1 0,0 0 0,0 0 0,1 1 0,-1-1 0,0 0 0,1 0 0,-1 0 0,0 0 0,0-1 0,1 1 0,-1 0 0,0-1 0,0 1 0,0 0 0,1-1 0,-1 1 0,0-1 0,0 0 0,0 1 0,0-1 0,0 0 0,0 0 0,0 0 0,0 0 0,0 1 0,0-1 0,-1 0 0,2-2 0,2-4 0,0-1 0,-1 1 0,0-1 0,0 1 0,2-11 0,0 3 0,5-27 0,-7 29 0,0 0 0,8-17 0,-11 29 0,0 0 0,0 0 0,1 0 0,-1 0 0,0 0 0,1 0 0,-1 1 0,1-1 0,-1 0 0,1 0 0,0 1 0,-1-1 0,1 0 0,0 1 0,-1-1 0,1 0 0,0 1 0,0-1 0,0 1 0,-1-1 0,1 1 0,0 0 0,0-1 0,0 1 0,0 0 0,0 0 0,0 0 0,0-1 0,0 1 0,0 0 0,0 0 0,-1 0 0,1 0 0,0 1 0,0-1 0,0 0 0,0 0 0,0 1 0,0-1 0,0 0 0,0 1 0,0-1 0,-1 1 0,1-1 0,1 2 0,4 3 0,1 0 0,-1 0 0,-1 1 0,9 9 0,-6-5 0,25 24 0,-16-18 0,-2 0 0,0 2 0,24 35 0,-37-50-151,-1-1-1,0 0 0,0 1 0,0-1 1,0 1-1,0 0 0,0-1 1,0 5-1,-2 2-6674</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29.953"/>
    </inkml:context>
    <inkml:brush xml:id="br0">
      <inkml:brushProperty name="width" value="0.05" units="cm"/>
      <inkml:brushProperty name="height" value="0.05" units="cm"/>
    </inkml:brush>
  </inkml:definitions>
  <inkml:trace contextRef="#ctx0" brushRef="#br0">256 7 24575,'5'-3'0,"0"0"0,-5 2 0,-4 2 0,-6 0 0,-5 1 0,-4-1 0,-4 0 0,-3 0 0,-2-1 0,-2 0 0,0 0 0,-1 0 0,3 0 0,7 0-8191</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31.898"/>
    </inkml:context>
    <inkml:brush xml:id="br0">
      <inkml:brushProperty name="width" value="0.05" units="cm"/>
      <inkml:brushProperty name="height" value="0.05" units="cm"/>
    </inkml:brush>
  </inkml:definitions>
  <inkml:trace contextRef="#ctx0" brushRef="#br0">1 44 24575,'17'61'0,"17"53"0,-27-97 0,0-1 0,1 1 0,1-1 0,15 22 0,-37-56 0,2-1 0,0 0 0,1 0 0,0-1 0,2 0 0,1-1 0,0 0 0,-5-33 0,10 47 0,1 0 0,1 0 0,0 0 0,0 0 0,0 0 0,1 0 0,1-10 0,-1 14 0,0 1 0,0-1 0,0 1 0,0 0 0,0-1 0,1 1 0,-1 0 0,1 0 0,0 0 0,-1 0 0,1 0 0,0 0 0,0 1 0,0-1 0,0 1 0,0-1 0,1 1 0,-1 0 0,0 0 0,1-1 0,-1 2 0,0-1 0,4-1 0,-1 1 0,0 1 0,1-1 0,-1 1 0,0 0 0,0 0 0,0 0 0,0 1 0,0 0 0,0 0 0,0 0 0,6 2 0,0 2 0,0-1 0,0 2 0,18 10 0,-27-14-170,1 0-1,0 1 0,-1-1 1,1 0-1,-1 1 0,1-1 1,1 4-1,2 5-6655</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32.771"/>
    </inkml:context>
    <inkml:brush xml:id="br0">
      <inkml:brushProperty name="width" value="0.05" units="cm"/>
      <inkml:brushProperty name="height" value="0.05" units="cm"/>
    </inkml:brush>
  </inkml:definitions>
  <inkml:trace contextRef="#ctx0" brushRef="#br0">41 166 24575,'56'197'0,"-36"-133"0,27 61 0,-41-115 0,-6-10 0,0 0 0,0 0 0,0 0 0,0 0 0,0 0 0,0 0 0,0 0 0,0 0 0,0 0 0,0 0 0,0 0 0,1 0 0,-1 0 0,0 0 0,0 0 0,0 0 0,0 0 0,0 0 0,0 0 0,0 0 0,0 0 0,0 0 0,0 0 0,0 0 0,0 0 0,0 0 0,0 0 0,0 0 0,1 0 0,-1 0 0,0 0 0,0 0 0,0 0 0,0 0 0,0 0 0,0-1 0,0 1 0,0 0 0,0 0 0,0 0 0,0 0 0,0 0 0,0 0 0,0 0 0,0 0 0,0 0 0,0 0 0,0 0 0,0 0 0,0 0 0,0 0 0,0-1 0,0 1 0,0 0 0,0 0 0,0 0 0,0 0 0,0 0 0,0 0 0,0 0 0,-3-20 0,-11-14 0,0 1 0,-26-42 0,19 38 0,-20-49 0,14 7 0,24 68 0,0 0 0,1-1 0,0 1 0,1-1 0,0-12 0,2 19 0,-1 0 0,1 0 0,0 0 0,0 0 0,0 1 0,0-1 0,1 0 0,0 1 0,0-1 0,0 1 0,1 0 0,-1 0 0,1 0 0,0 0 0,0 0 0,8-6 0,-7 6 0,1 1 0,0-1 0,0 1 0,0 1 0,0-1 0,1 1 0,-1-1 0,1 1 0,0 1 0,-1-1 0,1 1 0,0 0 0,10 0 0,0 1 0,0 0 0,0 1 0,-1 1 0,1 1 0,25 7 0,-33-8 0,-1 1 0,0 0 0,0 1 0,0-1 0,12 10 0,-16-10 0,0 0 0,1 0 0,-1 0 0,0 0 0,-1 0 0,1 1 0,-1-1 0,1 1 0,-1 0 0,0 0 0,2 6 0,-4-8 0,1 0 0,-1 0 0,1 1 0,-1-1 0,0 0 0,1 0 0,-1 1 0,-1-1 0,1 0 0,0 1 0,0-1 0,-1 0 0,1 0 0,-1 0 0,0 1 0,0-1 0,0 0 0,0 0 0,0 0 0,0 0 0,0 0 0,-1 0 0,1-1 0,-1 1 0,1 0 0,-3 1 0,-5 4 0,0 0 0,0-1 0,-1-1 0,-13 7 0,0 0 0,16-8 0,0 1 0,0 0 0,0 0 0,0 0 0,1 1 0,0 0 0,-11 13 0,16-17 0,-1 0 0,1 0 0,0 0 0,0 0 0,0 0 0,0 1 0,0-1 0,1 0 0,-1 0 0,0 1 0,1-1 0,0 0 0,0 1 0,0-1 0,0 0 0,0 1 0,0-1 0,0 0 0,1 1 0,-1-1 0,1 0 0,0 1 0,0-1 0,0 0 0,0 0 0,0 0 0,0 0 0,0 0 0,1 0 0,-1 0 0,1 0 0,-1-1 0,4 3 0,0 1 0,0-1 0,1 0 0,0 0 0,0 0 0,0-1 0,0 0 0,11 4 0,51 12 0,-39-12 0,198 66 0,-222-72 24,-1 1 0,0 0 0,0 0 0,8 5 0,-11-6-92,0 0 1,0 0-1,0 0 1,0 0-1,-1 0 1,1 0-1,0 0 1,0 0-1,-1 0 1,1 0-1,0 0 1,-1 0-1,1 1 1,-1-1-1,0 0 1,1 0-1,-1 1 1,0-1-1,0 0 1,0 1-1,0 1 1,-1 6-6759</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33.674"/>
    </inkml:context>
    <inkml:brush xml:id="br0">
      <inkml:brushProperty name="width" value="0.05" units="cm"/>
      <inkml:brushProperty name="height" value="0.05" units="cm"/>
    </inkml:brush>
  </inkml:definitions>
  <inkml:trace contextRef="#ctx0" brushRef="#br0">0 31 24575,'16'-6'0,"-1"0"0,1 1 0,26-5 0,-35 9 0,1 0 0,-1 0 0,1 1 0,-1 0 0,1 0 0,-1 1 0,1 0 0,-1 0 0,0 1 0,10 3 0,-1 1 0,-8-3 0,0 0 0,0 0 0,0 1 0,0 0 0,-1 0 0,14 10 0,-20-13 0,0 0 0,-1 0 0,1 0 0,0 1 0,0-1 0,-1 0 0,1 0 0,-1 0 0,1 1 0,-1-1 0,0 0 0,1 0 0,-1 1 0,0-1 0,0 0 0,0 1 0,0-1 0,0 0 0,0 0 0,0 1 0,-1-1 0,1 0 0,-1 3 0,-1 3 0,-1-1 0,0 1 0,-5 8 0,-1 0 0,2 2 0,0 0 0,2 1 0,0-1 0,1 1 0,0 0 0,2 0 0,0 1 0,1 25 0,3-18 0,0 1 0,2-1 0,1 0 0,2 0 0,10 29 0,78 179 0,-59-149 0,-36-84 0,1 0 0,0 0 0,-1 1 0,1-1 0,-1 0 0,0 0 0,1 1 0,-1-1 0,0 0 0,0 1 0,0-1 0,0 0 0,0 1 0,0-1 0,0 0 0,0 0 0,-1 1 0,1-1 0,0 0 0,-1 1 0,1-1 0,-1 0 0,1 0 0,-1 0 0,0 0 0,0 0 0,1 1 0,-1-1 0,0 0 0,0-1 0,0 1 0,0 0 0,0 0 0,0 0 0,0 0 0,0-1 0,-1 1 0,1-1 0,0 1 0,0-1 0,-1 1 0,1-1 0,0 0 0,-2 1 0,-6 1 0,-1-1 0,0 0 0,0 0 0,-17-2 0,21 1 0,-67-9 118,27 3-1601,34 5-5343</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35.569"/>
    </inkml:context>
    <inkml:brush xml:id="br0">
      <inkml:brushProperty name="width" value="0.05" units="cm"/>
      <inkml:brushProperty name="height" value="0.05" units="cm"/>
    </inkml:brush>
  </inkml:definitions>
  <inkml:trace contextRef="#ctx0" brushRef="#br0">0 147 24575,'4'0'0,"0"1"0,0 0 0,0-1 0,0 2 0,4 1 0,7 1 0,6 2 0,-1-2 0,2 0 0,-1-1 0,0-2 0,39-1 0,-57 0 0,-1 0 0,1-1 0,0 0 0,0 1 0,-1-1 0,1 0 0,0 0 0,-1 0 0,1-1 0,-1 1 0,0-1 0,1 1 0,-1-1 0,0 0 0,0 0 0,0 0 0,0 0 0,0 0 0,0-1 0,-1 1 0,1 0 0,-1-1 0,0 1 0,1-1 0,-1 1 0,0-1 0,1-5 0,-2 4 0,1 0 0,0 0 0,-1 0 0,0-1 0,0 1 0,0 0 0,0 0 0,-1-1 0,0 1 0,0 0 0,0 0 0,0 0 0,-1 0 0,1 0 0,-1 0 0,0 1 0,0-1 0,-3-4 0,2 4 0,0 1 0,-1-1 0,1 1 0,-1-1 0,1 1 0,-1 0 0,0 1 0,0-1 0,0 0 0,0 1 0,-1 0 0,-7-2 0,10 3 0,-1 1 0,0-1 0,0 1 0,1 0 0,-1 0 0,0 0 0,0 0 0,0 1 0,1-1 0,-1 1 0,0-1 0,0 1 0,1 0 0,-1 0 0,1 0 0,-1 1 0,1-1 0,-1 1 0,1-1 0,0 1 0,0 0 0,0 0 0,-2 2 0,-3 3 0,0 1 0,1 1 0,1-1 0,-1 1 0,1 0 0,1 0 0,-7 17 0,6-12 0,1 0 0,0 1 0,2-1 0,-3 27 0,5-36 0,0 1 0,1-1 0,0 0 0,0 0 0,0 0 0,0 0 0,1 0 0,0 0 0,0-1 0,0 1 0,1 0 0,-1-1 0,1 0 0,0 0 0,0 1 0,1-2 0,-1 1 0,1 0 0,0-1 0,0 0 0,5 3 0,9 7 0,1-2 0,0-1 0,32 13 0,-50-23 0,28 11 0,1-1 0,0-1 0,58 8 0,-85-16-65,-1-1 0,0 0 0,0 1 0,0-1 0,1 0 0,-1 0 0,0-1 0,0 1 0,0 0 0,0-1 0,1 0 0,-1 1 0,0-1 0,0 0 0,0 0 0,0 0 0,0 0 0,-1 0 0,1 0 0,2-2 0</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35.993"/>
    </inkml:context>
    <inkml:brush xml:id="br0">
      <inkml:brushProperty name="width" value="0.05" units="cm"/>
      <inkml:brushProperty name="height" value="0.05" units="cm"/>
    </inkml:brush>
  </inkml:definitions>
  <inkml:trace contextRef="#ctx0" brushRef="#br0">368 4 24575,'-20'-2'0,"-9"1"0,-2 1 0,1 3 0,4 1 0,1 0 0,2 2 0,3-1 0,2 0 0,2 1 0,0-1 0,-1-1 0,-1 0 0,1-3 0,0 0 0,1 0 0,0-1 0,3 0-8191</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36.633"/>
    </inkml:context>
    <inkml:brush xml:id="br0">
      <inkml:brushProperty name="width" value="0.05" units="cm"/>
      <inkml:brushProperty name="height" value="0.05" units="cm"/>
    </inkml:brush>
  </inkml:definitions>
  <inkml:trace contextRef="#ctx0" brushRef="#br0">92 0 24575,'1'13'0,"0"0"0,0 0 0,2-1 0,3 16 0,20 48 0,-18-55 0,14 38 0,57 110 0,-67-149 0,0 0 0,17 40 0,-28-58 0,0-1 0,-1 1 0,1 0 0,-1 0 0,1-1 0,-1 1 0,0 0 0,0 0 0,0 0 0,0 0 0,0-1 0,0 1 0,0 0 0,0 0 0,-1 0 0,1-1 0,-1 1 0,1 0 0,-1 0 0,0-1 0,0 1 0,0-1 0,1 1 0,-3 1 0,1-1 0,1-1 0,-1 1 0,0-1 0,-1 0 0,1 1 0,0-1 0,0 0 0,0 0 0,-1-1 0,1 1 0,-1 0 0,1-1 0,0 1 0,-1-1 0,1 0 0,-1 0 0,-4 0 0,-11-2 0,0-1 0,0 0 0,0-2 0,0 0 0,0-1 0,1 0 0,0-2 0,-22-12 0,34 17 0,0 0 0,1 0 0,0-1 0,0 1 0,0-1 0,0 0 0,0 0 0,1 0 0,0 0 0,0-1 0,0 1 0,-4-10 0,5 10 0,1 0 0,0 0 0,0 0 0,0 0 0,0 0 0,1 0 0,0-1 0,-1 1 0,2 0 0,-1 0 0,0 0 0,1-1 0,0 1 0,0 0 0,0 0 0,0 0 0,3-4 0,3-5-3,1 0 0,0 1 1,0 0-1,14-14 0,0-1-1348,-12 14-5475</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36.836"/>
    </inkml:context>
    <inkml:brush xml:id="br0">
      <inkml:brushProperty name="width" value="0.05" units="cm"/>
      <inkml:brushProperty name="height" value="0.05" units="cm"/>
    </inkml:brush>
  </inkml:definitions>
  <inkml:trace contextRef="#ctx0" brushRef="#br0">1 1 24575,'5'7'0,"4"6"0,0 5 0,0 2 0,-3 3 0,1-1 0,-2 0 0,0-5-8191</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37.447"/>
    </inkml:context>
    <inkml:brush xml:id="br0">
      <inkml:brushProperty name="width" value="0.05" units="cm"/>
      <inkml:brushProperty name="height" value="0.05" units="cm"/>
    </inkml:brush>
  </inkml:definitions>
  <inkml:trace contextRef="#ctx0" brushRef="#br0">0 120 24575,'1'4'0,"1"0"0,-1-1 0,1 1 0,-1-1 0,1 0 0,0 0 0,0 1 0,1-1 0,3 4 0,12 14 0,-2-2 0,1-1 0,29 26 0,-40-40 0,0 0 0,0 0 0,0 0 0,0-1 0,0 0 0,1 0 0,-1 0 0,1-1 0,0 0 0,0 0 0,0-1 0,0 0 0,12 1 0,-17-2 0,0 0 0,1 0 0,-1 0 0,0-1 0,0 1 0,0 0 0,0-1 0,0 0 0,0 1 0,0-1 0,0 0 0,0 0 0,0 0 0,0 0 0,0 0 0,-1-1 0,1 1 0,0 0 0,-1-1 0,1 0 0,-1 1 0,0-1 0,0 0 0,1 1 0,-1-1 0,0 0 0,1-4 0,1-2 0,-2 0 0,1-1 0,-1 1 0,0-1 0,0-13 0,0-9 0,-1 31 0,1 0 0,-1 0 0,0-1 0,0 1 0,0 0 0,0 0 0,0 0 0,1-1 0,-1 1 0,0 0 0,0 0 0,0 0 0,0-1 0,1 1 0,-1 0 0,0 0 0,0 0 0,1 0 0,-1 0 0,0 0 0,0 0 0,1-1 0,-1 1 0,0 0 0,0 0 0,1 0 0,-1 0 0,0 0 0,0 0 0,1 0 0,-1 0 0,0 0 0,0 0 0,1 0 0,-1 1 0,0-1 0,0 0 0,1 0 0,-1 0 0,0 0 0,0 0 0,1 0 0,-1 1 0,0-1 0,0 0 0,0 0 0,1 1 0,14 8 0,-12-7 0,15 11 0,2-2 0,-1-1 0,36 14 0,-43-20 0,0 0 0,0-1 0,0-1 0,0 0 0,1 0 0,-1-2 0,0 1 0,16-2 0,-26 0 0,0 1 0,0 0 0,1-1 0,-1 1 0,-1-1 0,1 1 0,0-1 0,0 0 0,0 0 0,0 0 0,0 0 0,-1 0 0,1-1 0,0 1 0,-1 0 0,1-1 0,-1 1 0,3-4 0,-3 2 0,1 1 0,-1-1 0,0 0 0,0 0 0,0 0 0,0 0 0,0 0 0,-1 0 0,0 0 0,1 0 0,-1-5 0,-1 0 0,0-1 0,0 1 0,0 0 0,-1 0 0,-1 0 0,1 0 0,-1 0 0,-7-13 0,3 10-151,0 1-1,-1-1 0,0 1 0,-1 0 1,0 1-1,-1 0 0,0 0 1,-14-8-1,9 5-6674</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38.256"/>
    </inkml:context>
    <inkml:brush xml:id="br0">
      <inkml:brushProperty name="width" value="0.05" units="cm"/>
      <inkml:brushProperty name="height" value="0.05" units="cm"/>
    </inkml:brush>
  </inkml:definitions>
  <inkml:trace contextRef="#ctx0" brushRef="#br0">0 1 24575,'1'0'0,"0"0"0,0 0 0,-1 1 0,1-1 0,0 0 0,0 1 0,-1-1 0,1 1 0,0-1 0,-1 1 0,1-1 0,0 1 0,-1-1 0,1 1 0,-1 0 0,1-1 0,0 2 0,9 14 0,-8-12 0,25 47 0,-19-34 0,1 0 0,1 0 0,1-1 0,21 27 0,-31-42 0,0 0 0,0 0 0,0-1 0,0 1 0,-1 0 0,1 0 0,0-1 0,0 1 0,1 0 0,-1-1 0,0 1 0,0-1 0,0 1 0,0-1 0,0 0 0,0 1 0,1-1 0,-1 0 0,0 0 0,0 0 0,2 0 0,-2 0 0,0-1 0,0 1 0,0-1 0,0 1 0,0-1 0,0 0 0,-1 1 0,1-1 0,0 0 0,0 0 0,-1 1 0,1-1 0,-1 0 0,1 0 0,-1 0 0,1 0 0,-1 0 0,1 0 0,-1 0 0,0 0 0,1 0 0,-1 0 0,0 0 0,0 0 0,0-1 0,16-119 0,-16 120 0,0 0 0,0 0 0,0 0 0,0 0 0,1 0 0,-1 0 0,0 0 0,1 0 0,-1 0 0,1 0 0,-1 0 0,1 0 0,-1 0 0,1 0 0,0 0 0,1-1 0,-2 2 0,1 0 0,0 0 0,-1 0 0,1 0 0,-1 0 0,1 0 0,0 0 0,-1 0 0,1 0 0,0 0 0,-1 0 0,1 0 0,-1 0 0,1 0 0,0 0 0,-1 1 0,1-1 0,-1 0 0,1 1 0,-1-1 0,1 0 0,-1 1 0,1-1 0,-1 0 0,1 1 0,-1-1 0,1 1 0,-1-1 0,0 1 0,1 0 0,36 46 0,-30-37 0,1 0 0,0 0 0,0 0 0,1-1 0,17 14 0,-25-22 0,1 0 0,-1 0 0,1 0 0,-1 0 0,1 0 0,-1-1 0,1 1 0,-1 0 0,1-1 0,0 1 0,-1-1 0,1 0 0,0 0 0,-1 0 0,1 0 0,2 0 0,-3 0 0,1 0 0,-1-1 0,0 1 0,0-1 0,0 0 0,0 1 0,0-1 0,0 0 0,0 1 0,0-1 0,0 0 0,0 0 0,0 0 0,0 0 0,-1 0 0,1 0 0,1-1 0,1-6 0,0 1 0,0 0 0,-1-1 0,0 0 0,2-12 0,-2 7 0,-1 9 0,0 1 0,0 0 0,0 0 0,0 0 0,0 0 0,1 0 0,-1 1 0,1-1 0,0 0 0,0 1 0,2-4 0,-3 6 0,0-1 0,0 0 0,0 0 0,0 1 0,0-1 0,0 1 0,0-1 0,0 1 0,0-1 0,0 1 0,0 0 0,0-1 0,1 1 0,-1 0 0,0 0 0,0 0 0,0 0 0,0 0 0,1 0 0,-1 0 0,0 0 0,0 0 0,0 1 0,0-1 0,0 0 0,0 1 0,0-1 0,0 1 0,0-1 0,0 1 0,0 0 0,0-1 0,0 1 0,1 1 0,5 5-103,-1 0-1,0 0 1,0 0-1,-1 1 1,0 0-1,0 0 1,0 0-1,-1 0 1,3 13-1,-5-16-226,4 8-6496</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49.295"/>
    </inkml:context>
    <inkml:brush xml:id="br0">
      <inkml:brushProperty name="width" value="0.05" units="cm"/>
      <inkml:brushProperty name="height" value="0.05" units="cm"/>
      <inkml:brushProperty name="color" value="#00A0D7"/>
    </inkml:brush>
  </inkml:definitions>
  <inkml:trace contextRef="#ctx0" brushRef="#br0">0 4 24575,'7'19'0,"-2"-7"0,6 24 0,1-1 0,27 54 0,-29-75 0,-6-14 0,-1-9 0,-3-37 0,0 34 0,0 0 0,1 0 0,0 0 0,4-20 0,-4 28 0,1 0 0,-1 1 0,1-1 0,0 0 0,0 1 0,0-1 0,0 1 0,1 0 0,-1 0 0,1 0 0,0 0 0,0 0 0,0 0 0,0 1 0,0 0 0,1-1 0,-1 1 0,6-2 0,-6 3 0,0-1 0,0 1 0,0 0 0,0 0 0,0 0 0,1 0 0,-1 1 0,0-1 0,1 1 0,-1 0 0,0 0 0,1 0 0,-1 1 0,0-1 0,1 1 0,-1-1 0,0 1 0,0 0 0,5 3 0,-2-1 0,-1 0 0,0 1 0,0 0 0,0 0 0,0 0 0,-1 1 0,0-1 0,0 1 0,5 8 0,6 10 0,19 43 0,-11-20 0,-22-45 0,0 0 0,0 1 0,-1-1 0,1 0 0,0 1 0,0-1 0,0 0 0,0 0 0,1 0 0,-1 0 0,0 0 0,2 1 0,-3-2 0,0 0 0,0 0 0,1 0 0,-1 0 0,0 0 0,0 0 0,1 0 0,-1 0 0,0 0 0,0 0 0,1 0 0,-1 0 0,0 0 0,0 0 0,1 0 0,-1 0 0,0 0 0,0 0 0,0 0 0,1 0 0,-1 0 0,0-1 0,0 1 0,0 0 0,1 0 0,-1 0 0,0 0 0,0-1 0,5-11 0,-1-29 0,5-29 0,-8 61 0,1 0 0,1 1 0,-1-1 0,2 1 0,5-13 0,-8 19 0,1 1 0,-1-1 0,0 0 0,0 1 0,1-1 0,-1 1 0,1 0 0,-1-1 0,1 1 0,0 0 0,-1 0 0,1 0 0,0 0 0,0 0 0,0 0 0,0 1 0,0-1 0,0 1 0,0-1 0,0 1 0,0 0 0,0 0 0,0 0 0,0 0 0,0 0 0,0 0 0,0 0 0,0 1 0,3 0 0,2 1 0,-1 0 0,0 1 0,1-1 0,-1 1 0,0 1 0,0-1 0,8 8 0,86 74 0,-86-73 0,-2 2 0,0 0 0,0 0 0,-1 1 0,10 19 0,-20-32-91,1 1 0,-1 0 0,0 0 0,0-1 0,0 1 0,0 0 0,-1 0 0,1 0 0,-1 0 0,0 0 0,0 0 0,0 0 0,0 0 0,-1 4 0,-2 2-6735</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49.745"/>
    </inkml:context>
    <inkml:brush xml:id="br0">
      <inkml:brushProperty name="width" value="0.05" units="cm"/>
      <inkml:brushProperty name="height" value="0.05" units="cm"/>
      <inkml:brushProperty name="color" value="#00A0D7"/>
    </inkml:brush>
  </inkml:definitions>
  <inkml:trace contextRef="#ctx0" brushRef="#br0">265 16 24575,'3'-3'0,"-3"0"0,-2 0 0,-5 0 0,-2 1 0,-6 1 0,-5 1 0,-2-1 0,-1 1 0,-3 1 0,-1-1 0,-2 0 0,2 0 0,3 0 0,3 3 0,5 0-8191</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50.443"/>
    </inkml:context>
    <inkml:brush xml:id="br0">
      <inkml:brushProperty name="width" value="0.05" units="cm"/>
      <inkml:brushProperty name="height" value="0.05" units="cm"/>
      <inkml:brushProperty name="color" value="#00A0D7"/>
    </inkml:brush>
  </inkml:definitions>
  <inkml:trace contextRef="#ctx0" brushRef="#br0">0 104 24575,'1'7'0,"0"-1"0,0 0 0,0 0 0,0 1 0,1-1 0,0 0 0,5 10 0,24 38 0,-28-49 0,36 53 0,-34-52 0,0 0 0,0-1 0,0 1 0,1-1 0,0 0 0,11 8 0,-17-14 0,0 1 0,0 0 0,0 0 0,0 0 0,0 0 0,0 0 0,0 0 0,0 0 0,0 0 0,0-1 0,0 1 0,0 0 0,0 0 0,0 0 0,0 0 0,0 0 0,0 0 0,0 0 0,0-1 0,0 1 0,0 0 0,0 0 0,0 0 0,0 0 0,0 0 0,0 0 0,0 0 0,0-1 0,0 1 0,0 0 0,0 0 0,0 0 0,0 0 0,1 0 0,-1 0 0,0 0 0,0 0 0,0 0 0,0 0 0,0-1 0,0 1 0,0 0 0,0 0 0,0 0 0,1 0 0,-1 0 0,0 0 0,0 0 0,0 0 0,0 0 0,0 0 0,0 0 0,1 0 0,-1 0 0,0 0 0,0 0 0,0 0 0,0 0 0,0 0 0,0 0 0,0 0 0,1 0 0,-1 0 0,0 0 0,0 1 0,0-1 0,-3-10 0,3 10 0,-39-72 0,26 49 0,-17-40 0,27 54 0,0 1 0,0 0 0,2-1 0,-1 1 0,1-1 0,0 0 0,0 1 0,1-1 0,1-10 0,0 16 0,0 1 0,0-1 0,0 0 0,0 1 0,0-1 0,0 1 0,1 0 0,-1-1 0,1 1 0,0 0 0,-1 0 0,1 0 0,0 0 0,0 0 0,1 0 0,-1 1 0,0-1 0,0 1 0,1-1 0,-1 1 0,1 0 0,-1 0 0,6-1 0,0-1 0,0 1 0,0 0 0,1 1 0,-1-1 0,0 2 0,15-1 0,-18 2-85,0-1 0,0 1-1,0 0 1,0 0 0,0 0-1,0 1 1,0 0 0,0 0-1,0 0 1,-1 0 0,1 1-1,-1 0 1,0 0 0,0 0-1,5 5 1,-2 2-6741</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51.507"/>
    </inkml:context>
    <inkml:brush xml:id="br0">
      <inkml:brushProperty name="width" value="0.05" units="cm"/>
      <inkml:brushProperty name="height" value="0.05" units="cm"/>
      <inkml:brushProperty name="color" value="#00A0D7"/>
    </inkml:brush>
  </inkml:definitions>
  <inkml:trace contextRef="#ctx0" brushRef="#br0">105 182 24575,'1'29'0,"2"-1"0,0 0 0,2 0 0,9 30 0,41 108 0,-36-116 0,-11-35 0,-5-13 0,-5-10 0,-3-5 0,0 0 0,-1 0 0,0 1 0,-11-16 0,-36-44 0,35 50 0,1 0 0,-25-47 0,34 53 0,1 0 0,0-1 0,2 0 0,0 0 0,1-1 0,-3-23 0,6 34 0,0 0 0,1 0 0,0 0 0,1 0 0,0 0 0,0 0 0,0 0 0,1 0 0,0 0 0,0 1 0,0-1 0,1 1 0,0-1 0,1 1 0,-1 0 0,1 0 0,0 1 0,1-1 0,5-5 0,-5 7 0,0 0 0,0 1 0,1-1 0,-1 1 0,1 1 0,0-1 0,-1 1 0,1 0 0,0 0 0,1 0 0,-1 1 0,0 0 0,7 0 0,13 0 0,47 3 0,-59-1 0,1 1 0,0 0 0,0 1 0,0 0 0,0 1 0,-1 1 0,14 6 0,-18-7 0,-2 0 0,1 1 0,0 0 0,-1 1 0,0 0 0,-1 0 0,1 1 0,-1 0 0,0 0 0,7 10 0,-12-13 0,1 0 0,-1 1 0,0-1 0,0 1 0,0 0 0,0-1 0,-1 1 0,0 0 0,0 0 0,0 0 0,-1 0 0,0 0 0,0 0 0,0 0 0,0 0 0,-1 0 0,0 0 0,0 0 0,0 0 0,-1-1 0,1 1 0,-1 0 0,-5 8 0,2-3 0,-1-1 0,-1 0 0,1 0 0,-1 0 0,-1-1 0,0 0 0,0-1 0,0 1 0,-17 9 0,-21 10 0,21-13 0,-36 27 0,60-40 0,0-1 0,0 1 0,1-1 0,-1 1 0,0 0 0,1-1 0,-1 1 0,1-1 0,-1 1 0,0 0 0,1 0 0,0-1 0,-1 1 0,1 0 0,-1 0 0,1 0 0,0-1 0,0 1 0,-1 0 0,1 0 0,0 0 0,0 0 0,0 0 0,0 1 0,0-1 0,1 0 0,-1 0 0,1 0 0,-1-1 0,1 1 0,0 0 0,-1 0 0,1 0 0,0-1 0,0 1 0,0 0 0,-1 0 0,1-1 0,0 1 0,0-1 0,0 1 0,1-1 0,7 4 0,-1-1 0,1-1 0,14 4 0,-21-6 0,53 10 0,0 3 0,98 36 0,-152-49-24,8 4-144,1-1 0,-1 2 1,-1-1-1,1 1 1,-1 1-1,0-1 1,12 12-1,-13-9-6658</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54.468"/>
    </inkml:context>
    <inkml:brush xml:id="br0">
      <inkml:brushProperty name="width" value="0.05" units="cm"/>
      <inkml:brushProperty name="height" value="0.05" units="cm"/>
      <inkml:brushProperty name="color" value="#00A0D7"/>
    </inkml:brush>
  </inkml:definitions>
  <inkml:trace contextRef="#ctx0" brushRef="#br0">737 175 24575,'-1'-1'0,"1"0"0,0 1 0,0-1 0,-1 0 0,1 1 0,0-1 0,-1 1 0,1-1 0,-1 0 0,1 1 0,-1-1 0,1 1 0,-1 0 0,1-1 0,-1 1 0,0-1 0,1 1 0,-1 0 0,1-1 0,-1 1 0,0 0 0,1 0 0,-1-1 0,0 1 0,1 0 0,-1 0 0,-1 0 0,-22-3 0,21 3 0,-217-2 0,113 4 0,50-1 0,-63-3 0,119 2 0,0 0 0,0 0 0,0 0 0,0 0 0,0 0 0,0 0 0,0 0 0,0-1 0,0 1 0,0 0 0,1-1 0,-1 1 0,0-1 0,0 1 0,0-1 0,0 0 0,1 1 0,0-1 0,-1 1 0,1 0 0,0-1 0,0 1 0,0 0 0,0-1 0,0 1 0,0 0 0,0-1 0,0 1 0,0 0 0,1-1 0,-1 1 0,0 0 0,0-1 0,0 1 0,0 0 0,0-1 0,0 1 0,1 0 0,-1 0 0,0-1 0,0 1 0,1 0 0,-1 0 0,0-1 0,1 1 0,4-5 0,0 1 0,1 1 0,8-6 0,-6 5 0,52-40 0,18-9 0,-72 49 0,-3 2 0,0 1 0,0-1 0,0 0 0,0 0 0,0 0 0,2-3 0,-5 5 0,0 0 0,0 0 0,0 0 0,0 0 0,0 0 0,0 0 0,0 0 0,0 0 0,0 0 0,0 0 0,0-1 0,0 1 0,0 0 0,0 0 0,0 0 0,1 0 0,-1 0 0,0 0 0,0 0 0,0 0 0,-1 0 0,1 0 0,0 0 0,0 0 0,0 0 0,0 0 0,0 0 0,0 0 0,0 0 0,0-1 0,0 1 0,0 0 0,0 0 0,0 0 0,0 0 0,0 0 0,0 0 0,0 0 0,0 0 0,0 0 0,0 0 0,0 0 0,0 0 0,0 0 0,0 0 0,0 0 0,0 0 0,0 0 0,0 0 0,-1 0 0,1 0 0,0 0 0,0 0 0,0 0 0,0 0 0,0 0 0,0 0 0,0 0 0,0 0 0,0 0 0,0 0 0,0 0 0,0 0 0,0 0 0,0 0 0,-8 1 0,-9 2 0,-81 30 0,-38 11 0,40-15 0,95-29 0,0 0 0,-1 1 0,1-1 0,0 1 0,0-1 0,-1 1 0,1 0 0,0-1 0,0 1 0,0 0 0,0 0 0,0 0 0,0 0 0,0 0 0,0 0 0,0 0 0,0 0 0,1 0 0,-1 0 0,0 0 0,1 0 0,-1 1 0,1-1 0,-1 0 0,1 1 0,0-1 0,-1 0 0,1 1 0,0-1 0,0 2 0,0-1 0,1 0 0,-1 0 0,1 0 0,0 0 0,0-1 0,0 1 0,0 0 0,0-1 0,0 1 0,0 0 0,0-1 0,1 1 0,-1-1 0,0 0 0,1 1 0,-1-1 0,1 0 0,0 0 0,-1 0 0,4 1 0,67 32 0,19 9 0,-89-41-195,1-1 0,0 1 0,-1 0 0,0 0 0,1 0 0,3 4 0,0 3-6631</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55.642"/>
    </inkml:context>
    <inkml:brush xml:id="br0">
      <inkml:brushProperty name="width" value="0.05" units="cm"/>
      <inkml:brushProperty name="height" value="0.05" units="cm"/>
      <inkml:brushProperty name="color" value="#00A0D7"/>
    </inkml:brush>
  </inkml:definitions>
  <inkml:trace contextRef="#ctx0" brushRef="#br0">0 42 24575,'1'1'0,"-1"-1"0,1 0 0,0 0 0,-1 1 0,1-1 0,-1 0 0,1 1 0,-1-1 0,1 0 0,-1 1 0,1-1 0,-1 1 0,1-1 0,-1 1 0,0-1 0,1 1 0,-1-1 0,0 1 0,1-1 0,-1 1 0,0-1 0,0 1 0,0 0 0,1-1 0,-1 2 0,5 20 0,-4-14 0,16 70 0,6 18 0,-23-96 0,0 0 0,0 0 0,0 0 0,0 0 0,0 0 0,0 0 0,0 0 0,0 0 0,0 0 0,0 0 0,0 0 0,0 0 0,0 0 0,0 0 0,0 0 0,0 0 0,0 0 0,0 0 0,1 0 0,-1 1 0,0-1 0,0 0 0,0 0 0,0 0 0,0 0 0,0 0 0,0 0 0,0 0 0,0 0 0,0 0 0,0 0 0,0 0 0,0 0 0,0 0 0,0 0 0,0 0 0,0-1 0,1 1 0,-1 0 0,0 0 0,0 0 0,0 0 0,0 0 0,0 0 0,0 0 0,0 0 0,0 0 0,0 0 0,0 0 0,0 0 0,0 0 0,0 0 0,0 0 0,0 0 0,0 0 0,0 0 0,0 0 0,0 0 0,0 0 0,0 0 0,0-1 0,0 1 0,0 0 0,0 0 0,0 0 0,4-7 0,2-11 0,4-30 0,-3 15 0,1 0 0,22-59 0,-30 91 0,1-1 0,-1 1 0,1-1 0,0 1 0,0-1 0,-1 1 0,1 0 0,0-1 0,0 1 0,0 0 0,0 0 0,0 0 0,1 0 0,-1 0 0,0 0 0,0 0 0,1 0 0,-1 0 0,0 1 0,1-1 0,-1 0 0,1 1 0,-1-1 0,1 1 0,-1 0 0,1-1 0,-1 1 0,1 0 0,0 0 0,-1 0 0,1 0 0,-1 0 0,1 1 0,-1-1 0,1 0 0,-1 1 0,1-1 0,-1 1 0,1-1 0,-1 1 0,1 0 0,0 1 0,7 3 0,0 1 0,-1 0 0,0 1 0,0 0 0,6 8 0,-12-14 0,67 76 0,-60-65 0,0-1 0,-1 2 0,-1-1 0,0 1 0,6 15 0,-13-27-45,1 0-1,-1 1 1,1-1-1,-1 0 1,1 1-1,-1-1 1,0 0-1,0 1 1,0-1-1,0 0 1,0 1-1,0-1 1,0 0-1,0 1 1,0-1-1,0 0 1,-1 1-1,1-1 1,-1 0-1,1 1 1,-1-1-1,1 0 1,-1 0-1,0 0 0,0 0 1,1 0-1,-1 0 1,0 0-1,-2 2 1,-5 1-6781</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58.364"/>
    </inkml:context>
    <inkml:brush xml:id="br0">
      <inkml:brushProperty name="width" value="0.05" units="cm"/>
      <inkml:brushProperty name="height" value="0.05" units="cm"/>
      <inkml:brushProperty name="color" value="#00A0D7"/>
    </inkml:brush>
  </inkml:definitions>
  <inkml:trace contextRef="#ctx0" brushRef="#br0">1 1 24575,'1'0'0,"0"0"0,-1 0 0,1 1 0,0-1 0,0 0 0,0 1 0,-1-1 0,1 1 0,0-1 0,0 1 0,-1-1 0,1 1 0,-1 0 0,1-1 0,0 1 0,-1 0 0,1-1 0,-1 1 0,1 1 0,10 19 0,-7-13 0,3 8 0,0 1 0,7 24 0,-10-27 0,1 0 0,0 0 0,1-1 0,11 21 0,-16-34 0,-1 1 0,0-1 0,0 1 0,1-1 0,-1 1 0,1 0 0,-1-1 0,0 0 0,1 1 0,-1-1 0,1 1 0,-1-1 0,1 1 0,0-1 0,-1 0 0,1 0 0,-1 1 0,1-1 0,-1 0 0,1 0 0,0 1 0,-1-1 0,1 0 0,0 0 0,-1 0 0,1 0 0,0 0 0,0 0 0,0-1 0,0 1 0,0-1 0,0 0 0,0 1 0,0-1 0,0 0 0,0 0 0,0 1 0,0-1 0,-1 0 0,1 0 0,0 0 0,0 0 0,0-2 0,3-5 0,0-1 0,6-19 0,-9 24 0,8-27 0,-5 16 0,1-1 0,0 1 0,12-22 0,-17 36 0,1 0 0,-1 0 0,0 1 0,1-1 0,-1 0 0,1 1 0,-1-1 0,1 1 0,0-1 0,-1 1 0,1-1 0,0 1 0,-1-1 0,1 1 0,0-1 0,-1 1 0,1 0 0,0-1 0,0 1 0,-1 0 0,1 0 0,0 0 0,1 0 0,-1 0 0,0 0 0,1 0 0,-1 0 0,0 1 0,1-1 0,-1 1 0,0-1 0,0 1 0,0-1 0,1 1 0,-1 0 0,2 1 0,3 4 0,0 0 0,0 0 0,8 11 0,-10-11 0,14 17 0,0-1 0,1-1 0,29 24 0,-42-40 0,1-1 0,0 0 0,0 0 0,0 0 0,0-1 0,1 0 0,-1 0 0,1-1 0,0 0 0,0 0 0,0-1 0,0 0 0,13 0 0,-19-1 0,1-1 0,0 0 0,-1 1 0,1-1 0,-1 0 0,1 0 0,-1 0 0,0-1 0,1 1 0,-1-1 0,0 1 0,0-1 0,0 0 0,0 0 0,0 0 0,-1 0 0,1 0 0,0 0 0,-1 0 0,0 0 0,1-1 0,-1 1 0,0-1 0,1-2 0,2-8 0,0 0 0,0 0 0,2-18 0,-5 25 0,0 2 0,0-1 0,-1 1 0,1-1 0,1 1 0,-1-1 0,4-6 0,-5 10 0,1 0 0,-1 1 0,0-1 0,1 1 0,-1-1 0,1 0 0,-1 1 0,1-1 0,0 1 0,-1 0 0,1-1 0,-1 1 0,1-1 0,0 1 0,-1 0 0,1-1 0,0 1 0,0 0 0,-1 0 0,1-1 0,0 1 0,0 0 0,-1 0 0,1 0 0,0 0 0,0 0 0,-1 0 0,1 0 0,0 1 0,0-1 0,-1 0 0,1 0 0,0 0 0,-1 1 0,1-1 0,0 0 0,-1 1 0,1-1 0,0 1 0,-1-1 0,1 0 0,0 2 0,24 16 0,-1 2 0,28 29 0,10 9 0,-52-50-118,1 1 244,18 19 0,-27-26-205,0-1 0,-1 1 0,1 0 0,-1 0 0,1 0 1,-1 0-1,0 0 0,0 0 0,0 0 0,0 1 0,-1-1 0,1 0 0,0 0 0,-1 1 1,0-1-1,1 1 0,-1-1 0,0 4 0,-3 2-6747</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0:59.838"/>
    </inkml:context>
    <inkml:brush xml:id="br0">
      <inkml:brushProperty name="width" value="0.05" units="cm"/>
      <inkml:brushProperty name="height" value="0.05" units="cm"/>
      <inkml:brushProperty name="color" value="#00A0D7"/>
    </inkml:brush>
  </inkml:definitions>
  <inkml:trace contextRef="#ctx0" brushRef="#br0">856 102 24575,'7'-5'0,"-7"2"0,-13-2 0,-23 3 0,-26 9 0,-22 2 0,-41-10 0,-55 2 0,123 6 0,36-4 0,-30 2 0,36-5 0,1 1 0,-1 0 0,-20 5 0,16-3 0,-1 0 0,1-2 0,-35-1 0,25-1 0,28 1 0,0 0 0,1 0 0,-1 0 0,0 0 0,0 0 0,1 0 0,-1 0 0,0 0 0,0 0 0,1 0 0,-1-1 0,0 1 0,0 0 0,1-1 0,-1 1 0,0 0 0,0-1 0,1 1 0,0-1 0,0 1 0,0 0 0,0-1 0,0 1 0,0 0 0,0-1 0,0 1 0,1 0 0,-1-1 0,0 1 0,0 0 0,0 0 0,0-1 0,0 1 0,1 0 0,-1 0 0,0-1 0,0 1 0,1 0 0,-1 0 0,0 0 0,0-1 0,1 1 0,-1 0 0,1 0 0,25-14 0,86-22 0,-5 1 0,-80 22 0,-25 12 0,0 0 0,-1 0 0,1 0 0,0 0 0,-1-1 0,1 1 0,-1 0 0,1-1 0,-1 0 0,0 1 0,2-4 0,-3 5 0,0 0 0,1 0 0,-1 0 0,0-1 0,0 1 0,0 0 0,0 0 0,0 0 0,0 0 0,0 0 0,0 0 0,0-1 0,0 1 0,0 0 0,0 0 0,0 0 0,0 0 0,0 0 0,0-1 0,-1 1 0,1 0 0,0 0 0,0 0 0,0 0 0,0 0 0,0 0 0,0 0 0,0-1 0,0 1 0,0 0 0,0 0 0,-1 0 0,1 0 0,0 0 0,0 0 0,0 0 0,0 0 0,0 0 0,0 0 0,0 0 0,-1 0 0,1-1 0,-9 1 0,-9 4 0,9 0 0,1 0 0,-1 1 0,1 0 0,0 0 0,0 1 0,0 0 0,1 1 0,-8 8 0,-27 22 0,-6-8 0,29-18 0,19-11 0,0 0 0,-1 0 0,1 0 0,-1 0 0,1 1 0,0-1 0,0 0 0,-1 0 0,1 1 0,0-1 0,-1 0 0,1 0 0,0 1 0,0-1 0,-1 0 0,1 1 0,0-1 0,0 0 0,0 1 0,0-1 0,-1 0 0,1 1 0,0-1 0,0 0 0,0 1 0,0-1 0,0 1 0,0-1 0,0 0 0,0 1 0,0 0 0,1-1 0,-1 1 0,0 0 0,1 0 0,0 0 0,-1-1 0,1 1 0,-1 0 0,1-1 0,0 1 0,0-1 0,-1 1 0,3 0 0,29 13 0,-28-12 0,38 13 0,-21-9 0,-1 2 0,-1 0 0,20 11 0,-35-15-1365</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03.056"/>
    </inkml:context>
    <inkml:brush xml:id="br0">
      <inkml:brushProperty name="width" value="0.05" units="cm"/>
      <inkml:brushProperty name="height" value="0.05" units="cm"/>
      <inkml:brushProperty name="color" value="#00A0D7"/>
    </inkml:brush>
  </inkml:definitions>
  <inkml:trace contextRef="#ctx0" brushRef="#br0">13 11 24575,'-1'0'0,"0"1"0,1-1 0,-1 0 0,0 0 0,1 1 0,-1-1 0,1 1 0,-1-1 0,0 0 0,1 1 0,-1-1 0,1 1 0,0-1 0,-1 1 0,1-1 0,-1 1 0,1 0 0,0-1 0,-1 1 0,1 0 0,0-1 0,0 1 0,-1 0 0,1-1 0,0 1 0,0 0 0,0-1 0,0 1 0,0 1 0,0 21 0,4-1 0,2-1 0,1 1 0,0-2 0,1 1 0,2-1 0,0 0 0,20 29 0,-24-37 0,-5-10 0,0 0 0,0 0 0,0 0 0,0-1 0,0 1 0,0 0 0,0 0 0,1-1 0,-1 1 0,1-1 0,-1 1 0,3 1 0,-3-3 0,-1 0 0,1 0 0,-1 0 0,0 0 0,1 0 0,-1-1 0,0 1 0,1 0 0,-1 0 0,0 0 0,1-1 0,-1 1 0,0 0 0,1 0 0,-1-1 0,0 1 0,0 0 0,1-1 0,-1 1 0,0 0 0,0-1 0,0 1 0,1 0 0,-1-1 0,0 1 0,0-1 0,0 1 0,0 0 0,0-1 0,0 1 0,0 0 0,0-1 0,0 1 0,0-1 0,0 0 0,2-17 0,-2 16 0,-1-95 0,1-32 0,0 128 0,0 0 0,0 0 0,0 0 0,0 0 0,0 0 0,1 0 0,-1 0 0,0 0 0,0 0 0,1 0 0,-1 0 0,0 1 0,1-1 0,-1 0 0,1 0 0,-1 0 0,1 0 0,-1 1 0,1-1 0,0 0 0,-1 1 0,1-1 0,0 0 0,0 1 0,-1-1 0,1 1 0,0-1 0,0 1 0,0 0 0,0-1 0,0 1 0,-1 0 0,1 0 0,0-1 0,0 1 0,0 0 0,0 0 0,0 0 0,0 0 0,0 0 0,0 0 0,0 0 0,0 1 0,0-1 0,0 0 0,0 1 0,5 1 0,-1 0 0,0 0 0,-1 0 0,1 1 0,0 0 0,7 6 0,81 80 0,-53-49 0,-34-35-195,-1 1 0,0-1 0,0 1 0,0 0 0,-1 1 0,5 8 0,-4-3-6631</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03.475"/>
    </inkml:context>
    <inkml:brush xml:id="br0">
      <inkml:brushProperty name="width" value="0.05" units="cm"/>
      <inkml:brushProperty name="height" value="0.05" units="cm"/>
      <inkml:brushProperty name="color" value="#00A0D7"/>
    </inkml:brush>
  </inkml:definitions>
  <inkml:trace contextRef="#ctx0" brushRef="#br0">1 0 24575,'0'13'0,"1"-1"0,1 0 0,0 1 0,0-1 0,1 0 0,1 0 0,6 14 0,-2-10 0,0 0 0,0-1 0,2 0 0,17 21 0,-12-20-1365</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03.679"/>
    </inkml:context>
    <inkml:brush xml:id="br0">
      <inkml:brushProperty name="width" value="0.05" units="cm"/>
      <inkml:brushProperty name="height" value="0.05" units="cm"/>
      <inkml:brushProperty name="color" value="#00A0D7"/>
    </inkml:brush>
  </inkml:definitions>
  <inkml:trace contextRef="#ctx0" brushRef="#br0">237 1 24575,'-30'0'0,"-13"0"0,-1 0 0,4 2 0,7 2 0,6-1 0,7-1-8191</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04.656"/>
    </inkml:context>
    <inkml:brush xml:id="br0">
      <inkml:brushProperty name="width" value="0.05" units="cm"/>
      <inkml:brushProperty name="height" value="0.05" units="cm"/>
      <inkml:brushProperty name="color" value="#00A0D7"/>
    </inkml:brush>
  </inkml:definitions>
  <inkml:trace contextRef="#ctx0" brushRef="#br0">0 106 24575,'1'8'0,"-1"-1"0,1 0 0,0 0 0,1 0 0,0-1 0,0 1 0,0 0 0,1-1 0,6 13 0,-2-8 0,0 0 0,1-1 0,1 0 0,12 13 0,-26-29 0,1 1 0,0-1 0,0-1 0,0 1 0,-4-10 0,-14-39 0,20 48 0,0-1 0,0 0 0,0 0 0,1 0 0,0 0 0,0 0 0,1 0 0,0 0 0,2-10 0,-2 15 0,1 0 0,0 0 0,-1 1 0,1-1 0,0 0 0,1 0 0,-1 1 0,0-1 0,1 1 0,-1-1 0,1 1 0,0 0 0,0-1 0,0 1 0,0 0 0,0 0 0,1 0 0,-1 1 0,0-1 0,1 1 0,-1-1 0,1 1 0,0 0 0,0 0 0,-1 0 0,1 0 0,0 0 0,3 0 0,1 0-170,1 0-1,-1 0 0,0 1 1,1-1-1,-1 2 0,1-1 1,12 4-1,-10-1-6655</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05.707"/>
    </inkml:context>
    <inkml:brush xml:id="br0">
      <inkml:brushProperty name="width" value="0.05" units="cm"/>
      <inkml:brushProperty name="height" value="0.05" units="cm"/>
      <inkml:brushProperty name="color" value="#00A0D7"/>
    </inkml:brush>
  </inkml:definitions>
  <inkml:trace contextRef="#ctx0" brushRef="#br0">62 252 24575,'10'49'0,"9"28"0,22 29 0,-2-3 0,-39-103 0,0 1 0,0-1 0,0 0 0,1 1 0,-1-1 0,0 0 0,0 1 0,0-1 0,0 0 0,0 1 0,0-1 0,0 0 0,0 1 0,0-1 0,0 1 0,0-1 0,0 0 0,0 1 0,0-1 0,0 0 0,0 1 0,0-1 0,0 0 0,-1 1 0,1-1 0,0 1 0,-9-4 0,-16-20 0,17 15 0,-5-3 0,0-1 0,2 0 0,-1-1 0,2 0 0,-1-1 0,-10-19 0,15 22 0,1 0 0,0-1 0,1 0 0,0 0 0,0 0 0,1 0 0,1-1 0,0 1 0,0-15 0,2 18 0,-1-24 0,5-42 0,-3 65 0,1-1 0,0 1 0,0-1 0,2 1 0,-1 0 0,1 0 0,0 1 0,7-11 0,-4 9 0,0 1 0,1-1 0,0 1 0,0 1 0,13-11 0,-17 16 0,0 1 0,0 0 0,1 0 0,-1 0 0,1 1 0,0-1 0,-1 1 0,1 0 0,0 1 0,0-1 0,0 1 0,1 0 0,-1 0 0,0 1 0,9-1 0,-12 1 0,1 1 0,0-1 0,0 1 0,-1-1 0,1 1 0,0 0 0,-1 0 0,1 0 0,0 0 0,-1 1 0,0-1 0,1 1 0,-1-1 0,0 1 0,4 3 0,-3-1 0,-1-1 0,1 1 0,-1-1 0,1 1 0,-1 0 0,-1 0 0,1 0 0,0 0 0,1 6 0,-1-1 0,-1 1 0,1-1 0,-2 1 0,1-1 0,-1 1 0,-1 0 0,1-1 0,-4 16 0,0-13 0,1 0 0,-1 0 0,-1 0 0,-9 17 0,10-22 0,1-2 0,-1 1 0,-1 0 0,1-1 0,-1 0 0,0 0 0,0 0 0,0 0 0,-12 6 0,-53 28 0,69-39 0,1 0 0,-1 0 0,1 0 0,-1 0 0,0 1 0,1-1 0,-1 0 0,1 0 0,-1 1 0,1-1 0,-1 0 0,1 1 0,0-1 0,-1 1 0,1-1 0,-1 0 0,1 1 0,0-1 0,-1 1 0,1-1 0,0 1 0,0-1 0,-1 1 0,1 0 0,0-1 0,0 1 0,0-1 0,0 1 0,-1-1 0,1 1 0,0 0 0,0-1 0,0 1 0,0-1 0,1 1 0,-1-1 0,0 1 0,0 0 0,0-1 0,0 1 0,0-1 0,1 1 0,-1-1 0,0 1 0,1-1 0,-1 1 0,0-1 0,1 1 0,-1-1 0,0 1 0,1-1 0,-1 0 0,1 1 0,0-1 0,4 4 0,0 0 0,1 0 0,0-1 0,6 3 0,-2-1 0,83 47 0,117 47 0,-145-78 134,-13-5-1633,-39-11-5327</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09.841"/>
    </inkml:context>
    <inkml:brush xml:id="br0">
      <inkml:brushProperty name="width" value="0.05" units="cm"/>
      <inkml:brushProperty name="height" value="0.05" units="cm"/>
      <inkml:brushProperty name="color" value="#00A0D7"/>
    </inkml:brush>
  </inkml:definitions>
  <inkml:trace contextRef="#ctx0" brushRef="#br0">2 34 24575,'-1'-31'0,"1"28"0,0 10 0,1 5 0,18 126 0,-9-71 0,13 79 0,11 88 0,-33-231-102,-1 0-3,0-1 0,1 1-1,-1 0 1,0 0 0,0-1 0,0 1-1,-1 0 1,1 0 0,0-1 0,-1 1-1,-2 5 1</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0.230"/>
    </inkml:context>
    <inkml:brush xml:id="br0">
      <inkml:brushProperty name="width" value="0.05" units="cm"/>
      <inkml:brushProperty name="height" value="0.05" units="cm"/>
      <inkml:brushProperty name="color" value="#00A0D7"/>
    </inkml:brush>
  </inkml:definitions>
  <inkml:trace contextRef="#ctx0" brushRef="#br0">17 2 24575,'0'0'0,"0"0"0,-1 0 0,1 0 0,0 0 0,0 0 0,0-1 0,0 1 0,0 0 0,0 0 0,-1 0 0,1 0 0,0 0 0,0 0 0,0 0 0,0 0 0,-1-1 0,1 1 0,0 0 0,0 0 0,0 0 0,-1 0 0,1 0 0,0 0 0,0 0 0,0 0 0,-1 0 0,1 0 0,0 0 0,0 0 0,0 0 0,0 1 0,-1-1 0,1 0 0,0 0 0,0 0 0,0 0 0,-4 8 0,1 13 0,2-21 0,-1 48 0,6 80 0,17 47 0,-18-156 0,-1-1 0,-1 0 0,-1 22 0,0-38-105,0-1 0,0 1 0,-1-1 0,1 1 0,-1-1 0,1 1 0,-1-1 0,1 1 0,-1-1 0,0 1 0,0-1 0,-1 3 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0.637"/>
    </inkml:context>
    <inkml:brush xml:id="br0">
      <inkml:brushProperty name="width" value="0.05" units="cm"/>
      <inkml:brushProperty name="height" value="0.05" units="cm"/>
      <inkml:brushProperty name="color" value="#00A0D7"/>
    </inkml:brush>
  </inkml:definitions>
  <inkml:trace contextRef="#ctx0" brushRef="#br0">488 1 24575,'-9'12'0,"0"1"0,1 0 0,1 1 0,0 0 0,0 0 0,1 0 0,1 1 0,1 0 0,0 0 0,1 0 0,0 1 0,2-1 0,-1 28 0,3-7 0,0-18 0,-1-1 0,0 0 0,-1 1 0,-1-1 0,-1 0 0,-7 29 0,9-44 0,0-1 0,1 1 0,-1 0 0,0 0 0,0-1 0,0 1 0,-1 0 0,1-1 0,0 1 0,-1-1 0,1 0 0,0 1 0,-1-1 0,0 0 0,1 0 0,-1 0 0,0 0 0,1 0 0,-1 0 0,0 0 0,0-1 0,0 1 0,0-1 0,0 1 0,0-1 0,0 0 0,0 0 0,0 0 0,0 0 0,0 0 0,0 0 0,0 0 0,0-1 0,1 1 0,-4-2 0,-4-1 0,1 0 0,-1 0 0,1-1 0,0 0 0,0-1 0,-11-9 0,-20-17 0,1-2 0,2-1 0,2-2 0,-31-40 0,18 11-1365,37 52-5461</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3.910"/>
    </inkml:context>
    <inkml:brush xml:id="br0">
      <inkml:brushProperty name="width" value="0.05" units="cm"/>
      <inkml:brushProperty name="height" value="0.05" units="cm"/>
      <inkml:brushProperty name="color" value="#00A0D7"/>
    </inkml:brush>
  </inkml:definitions>
  <inkml:trace contextRef="#ctx0" brushRef="#br0">51 87 24575,'-5'-13'0,"-1"0"0,-1 1 0,0-1 0,-1 1 0,-10-11 0,88 105 0,61 71 0,-12-11 0,12 11 0,-14-15 0,-6-8 0,-101-121 0,-9-9 0,-1 0 0,0 0 0,0 0 0,0 0 0,0 0 0,0 0 0,0 0 0,0 0 0,1 0 0,-1 0 0,0 0 0,0 0 0,0 0 0,0-1 0,0 1 0,0 0 0,0 0 0,0 0 0,0 0 0,1 0 0,-1 0 0,0 0 0,0 0 0,0 0 0,0 0 0,0-1 0,0 1 0,0 0 0,0 0 0,0 0 0,0 0 0,0 0 0,0 0 0,0 0 0,0-1 0,0 1 0,0 0 0,0 0 0,0 0 0,0 0 0,0 0 0,0 0 0,0 0 0,0-1 0,0 1 0,0 0 0,0 0 0,0 0 0,0 0 0,-9-24 0,-30-46-1365,31 55-5461</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4.500"/>
    </inkml:context>
    <inkml:brush xml:id="br0">
      <inkml:brushProperty name="width" value="0.05" units="cm"/>
      <inkml:brushProperty name="height" value="0.05" units="cm"/>
      <inkml:brushProperty name="color" value="#00A0D7"/>
    </inkml:brush>
  </inkml:definitions>
  <inkml:trace contextRef="#ctx0" brushRef="#br0">247 51 24575,'-1'-6'0,"-1"1"0,0 1 0,-1-1 0,1 0 0,-1 1 0,0-1 0,-4-4 0,6 8 0,1 0 0,-1 1 0,0-1 0,1 1 0,-1-1 0,0 1 0,0-1 0,1 1 0,-1-1 0,0 1 0,0-1 0,0 1 0,1 0 0,-1 0 0,0-1 0,0 1 0,0 0 0,0 0 0,-1 0 0,1 0 0,-1 1 0,1-1 0,0 1 0,0 0 0,0-1 0,0 1 0,0 0 0,0-1 0,0 1 0,0 0 0,0 0 0,0 0 0,1 0 0,-1 0 0,0 0 0,1 0 0,-1 0 0,0 2 0,-19 38 0,2 0 0,-23 82 0,2 26 0,33-119 0,1 0 0,2 0 0,0 34 0,4-48-118,0-8 160,-1-1 0,0 0 0,0 1 0,-1-1 0,-2 12 0,2-17-96,0-1 1,1 1-1,-1 0 1,0-1-1,0 1 1,0 0-1,0-1 1,0 1-1,0-1 1,0 0-1,-1 1 1,1-1-1,0 0 0,-1 0 1,1 0-1,-1 0 1,1 0-1,-1 0 1,0 0-1,1 0 1,-1-1-1,0 1 1,0-1-1,0 1 1,1-1-1,-1 1 0,-2-1 1,-8 1-6773</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5.106"/>
    </inkml:context>
    <inkml:brush xml:id="br0">
      <inkml:brushProperty name="width" value="0.05" units="cm"/>
      <inkml:brushProperty name="height" value="0.05" units="cm"/>
      <inkml:brushProperty name="color" value="#00A0D7"/>
    </inkml:brush>
  </inkml:definitions>
  <inkml:trace contextRef="#ctx0" brushRef="#br0">89 114 24575,'-23'-103'0,"23"102"0,0 1 0,0-1 0,0 1 0,0-1 0,0 1 0,-1-1 0,1 1 0,0-1 0,0 1 0,0 0 0,0-1 0,-1 1 0,1-1 0,0 1 0,-1-1 0,1 1 0,0 0 0,-1-1 0,1 1 0,0 0 0,-1-1 0,1 1 0,-1 0 0,-4 7 0,-1 20 0,6-27 0,-17 102 0,-11 94 0,26-167 0,1 0 0,1 0 0,2 0 0,10 52 0,-6-53 0,2-1 0,1 0 0,1-1 0,25 47 0,-25-56 0,0-1 0,2 0 0,0 0 0,0-2 0,2 1 0,0-2 0,30 24 0,-18-19-682,48 25-1,-60-37-6143</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5.590"/>
    </inkml:context>
    <inkml:brush xml:id="br0">
      <inkml:brushProperty name="width" value="0.05" units="cm"/>
      <inkml:brushProperty name="height" value="0.05" units="cm"/>
      <inkml:brushProperty name="color" value="#00A0D7"/>
    </inkml:brush>
  </inkml:definitions>
  <inkml:trace contextRef="#ctx0" brushRef="#br0">1 175 24575,'61'139'0,"-49"-115"0,2-1 0,0 0 0,27 32 0,-35-49 0,-5-9 0,-7-10 0,-77-118 0,72 111 0,1-1 0,1 0 0,1 0 0,-10-40 0,17 53 0,0 1 0,0-1 0,1 1 0,0 0 0,0-1 0,1 1 0,0-1 0,0 1 0,2-8 0,-1 12 0,-1-1 0,0 0 0,0 1 0,1 0 0,0-1 0,0 1 0,0 0 0,0 0 0,0 0 0,1 0 0,-1 0 0,1 0 0,0 1 0,0-1 0,0 1 0,0 0 0,0 0 0,1 0 0,4-2 0,-2 2 20,0-1 0,1 2 0,0-1 0,-1 0 0,12 0 0,-16 2-66,-1 0-1,1 0 1,-1 0-1,1 0 1,-1 0 0,1 1-1,-1-1 1,1 0-1,-1 1 1,1-1 0,-1 1-1,0 0 1,1-1-1,-1 1 1,0 0-1,0 0 1,1 0 0,-1 0-1,0 0 1,0 0-1,0 0 1,0 0 0,0 0-1,0 0 1,0 1-1,-1-1 1,1 0 0,0 1-1,-1-1 1,1 1-1,0 1 1,1 7-6780</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5.853"/>
    </inkml:context>
    <inkml:brush xml:id="br0">
      <inkml:brushProperty name="width" value="0.05" units="cm"/>
      <inkml:brushProperty name="height" value="0.05" units="cm"/>
      <inkml:brushProperty name="color" value="#00A0D7"/>
    </inkml:brush>
  </inkml:definitions>
  <inkml:trace contextRef="#ctx0" brushRef="#br0">101 1 24575,'-5'20'0,"-2"9"0,-2 3 0,1-3 0,-1-3 0,0-3 0,3-4 0,-1-4 0,-1-3 0,-2-3 0,-2-3 0,1-3-8191</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6.540"/>
    </inkml:context>
    <inkml:brush xml:id="br0">
      <inkml:brushProperty name="width" value="0.05" units="cm"/>
      <inkml:brushProperty name="height" value="0.05" units="cm"/>
      <inkml:brushProperty name="color" value="#00A0D7"/>
    </inkml:brush>
  </inkml:definitions>
  <inkml:trace contextRef="#ctx0" brushRef="#br0">1 165 24575,'1'0'0,"0"0"0,1 1 0,-1-1 0,0 0 0,1 1 0,-1-1 0,0 1 0,1 0 0,-1-1 0,0 1 0,0 0 0,0 0 0,0 0 0,2 1 0,14 17 0,-12-13 0,57 72 0,-45-53 0,2-1 0,1-1 0,33 31 0,-49-52 0,-1 1 0,0 0 0,1-1 0,0 0 0,0 0 0,-1 0 0,1-1 0,0 1 0,0-1 0,1 0 0,-1 0 0,0 0 0,7 0 0,-9-1 0,1 0 0,-1-1 0,0 1 0,0 0 0,0-1 0,0 1 0,0-1 0,0 0 0,0 0 0,0 0 0,0 0 0,0 0 0,-1 0 0,1 0 0,0-1 0,-1 1 0,1-1 0,-1 1 0,1-1 0,-1 0 0,0 1 0,1-1 0,-1 0 0,0 0 0,0 0 0,0 0 0,-1 0 0,2-4 0,1-7 0,4-25 0,-6 26 0,1 0 0,5-16 0,-7 27 0,1 1 0,-1-1 0,0 1 0,0-1 0,0 1 0,0 0 0,0-1 0,1 1 0,-1-1 0,0 1 0,0 0 0,1-1 0,-1 1 0,0 0 0,1-1 0,-1 1 0,0 0 0,1-1 0,-1 1 0,0 0 0,1 0 0,-1-1 0,1 1 0,-1 0 0,1 0 0,-1 0 0,0 0 0,1 0 0,-1 0 0,1-1 0,-1 1 0,1 0 0,-1 0 0,1 0 0,-1 0 0,1 1 0,-1-1 0,0 0 0,1 0 0,-1 0 0,1 0 0,-1 0 0,1 1 0,-1-1 0,0 0 0,1 0 0,-1 1 0,1-1 0,19 19 0,-16-15 0,22 24 0,1-1 0,37 26 0,-56-46 0,0-2 0,1 1 0,0-1 0,0 0 0,0-1 0,1 0 0,-1 0 0,1-1 0,0-1 0,0 1 0,0-2 0,0 1 0,15-1 0,-22-1 0,-1 0 0,0-1 0,0 1 0,0-1 0,0 1 0,0-1 0,0 0 0,0 0 0,0 0 0,0 0 0,0 0 0,0 0 0,-1 0 0,1-1 0,0 1 0,-1-1 0,1 1 0,-1-1 0,1 0 0,-1 0 0,0 1 0,0-1 0,0 0 0,0 0 0,0 0 0,0 0 0,-1 0 0,1-1 0,-1 1 0,1 0 0,-1-2 0,1-6 0,0 1 0,0 0 0,-1-1 0,-1 1 0,-2-19 0,-1 10 0,-1-1 0,-1 0 0,0 1 0,-1 0 0,-18-29 0,4 10 0,-42-50 0,58 79-124,-1 1 0,0-1 0,0 2 0,-1-1 0,0 1 0,0 0-1,-1 0 1,1 1 0,-1 0 0,-10-5 0,5 6-6702</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6.977"/>
    </inkml:context>
    <inkml:brush xml:id="br0">
      <inkml:brushProperty name="width" value="0.05" units="cm"/>
      <inkml:brushProperty name="height" value="0.05" units="cm"/>
      <inkml:brushProperty name="color" value="#00A0D7"/>
    </inkml:brush>
  </inkml:definitions>
  <inkml:trace contextRef="#ctx0" brushRef="#br0">1 1 24575,'22'2'0,"0"1"0,0 1 0,0 0 0,-1 2 0,0 1 0,0 1 0,0 0 0,-1 1 0,0 2 0,-1 0 0,0 1 0,-1 1 0,-1 0 0,0 1 0,0 1 0,-1 1 0,-1 1 0,20 28 0,-11-10 0,-2 1 0,-2 0 0,-1 2 0,-2 0 0,-1 1 0,-2 1 0,-2 0 0,-2 1 0,-1 0 0,-2 1 0,1 65 0,-7-94 0,-2-1 0,0 1 0,-1-1 0,0 1 0,0-1 0,-2 0 0,1 0 0,-2 0 0,-9 19 0,9-22 0,0-1 0,-1 1 0,0-1 0,-1-1 0,0 1 0,0-1 0,0 0 0,-1-1 0,0 0 0,-1 0 0,1-1 0,-14 7 0,9-6-341,0-1 0,-1 0-1,-19 4 1,13-5-6485</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7.678"/>
    </inkml:context>
    <inkml:brush xml:id="br0">
      <inkml:brushProperty name="width" value="0.05" units="cm"/>
      <inkml:brushProperty name="height" value="0.05" units="cm"/>
      <inkml:brushProperty name="color" value="#00A0D7"/>
    </inkml:brush>
  </inkml:definitions>
  <inkml:trace contextRef="#ctx0" brushRef="#br0">293 12 24575,'-20'-3'0,"-9"0"0,-2 0 0,1 0 0,4 4 0,3 1 0,4 1 0,4 2 0,3 0 0,1-1 0,-1 0 0,0-2 0,-1-1 0,-1 0 0,0-1 0,2 0-8191</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17.990"/>
    </inkml:context>
    <inkml:brush xml:id="br0">
      <inkml:brushProperty name="width" value="0.05" units="cm"/>
      <inkml:brushProperty name="height" value="0.05" units="cm"/>
      <inkml:brushProperty name="color" value="#00A0D7"/>
    </inkml:brush>
  </inkml:definitions>
  <inkml:trace contextRef="#ctx0" brushRef="#br0">213 38 24575,'-15'-8'0,"-8"-2"0,-2 1 0,1 1 0,1 5 0,3 3 0,2 2 0,1 2 0,2 1 0,-2 0 0,1-2-8191</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30.896"/>
    </inkml:context>
    <inkml:brush xml:id="br0">
      <inkml:brushProperty name="width" value="0.05" units="cm"/>
      <inkml:brushProperty name="height" value="0.05" units="cm"/>
      <inkml:brushProperty name="color" value="#00A0D7"/>
    </inkml:brush>
  </inkml:definitions>
  <inkml:trace contextRef="#ctx0" brushRef="#br0">15 26 24575,'-13'-10'0,"12"13"0,4 6 0,7 9 0,14 19 0,-18-28 0,1 0 0,-1 0 0,-1 1 0,0 0 0,0 0 0,-1 0 0,0 1 0,4 17 0,-7-19 0,-1-5 0,0-1 0,1 1 0,-1 0 0,1 0 0,2 4 0,-3-7 0,0-1 0,0 0 0,0 0 0,1 1 0,-1-1 0,0 0 0,0 0 0,0 1 0,0-1 0,1 0 0,-1 0 0,0 0 0,0 0 0,0 1 0,1-1 0,-1 0 0,0 0 0,0 0 0,1 0 0,-1 0 0,0 0 0,0 1 0,1-1 0,-1 0 0,0 0 0,1 0 0,-1 0 0,0 0 0,0 0 0,1 0 0,0-1 0,0 1 0,0-1 0,0 1 0,0-1 0,0 0 0,-1 1 0,1-1 0,0 0 0,0 1 0,-1-1 0,1 0 0,1-2 0,5-8 0,0-2 0,0 1 0,-2-1 0,1 0 0,-2 0 0,1-1 0,3-22 0,10-30 0,-18 64 0,1 1 0,-1-1 0,1 1 0,-1-1 0,1 1 0,0 0 0,0-1 0,0 1 0,0 0 0,-1 0 0,2 0 0,-1 0 0,0-1 0,0 1 0,0 1 0,0-1 0,1 0 0,-1 0 0,0 0 0,1 1 0,-1-1 0,1 1 0,-1-1 0,1 1 0,2-1 0,-2 1 0,1 0 0,0 0 0,-1 1 0,1-1 0,0 1 0,-1-1 0,1 1 0,-1 0 0,1 0 0,-1 0 0,1 0 0,-1 1 0,0-1 0,3 3 0,10 8 0,0 1 0,14 16 0,0 1 0,4 0 0,34 36 0,-65-64 15,-1 0 0,1 0 0,-1 0 0,0 0 0,1 0 0,-1 0 0,1 3 0,-2-5-59,0 1 1,0-1-1,0 1 0,0-1 1,0 1-1,0-1 0,0 1 1,0 0-1,0-1 0,0 1 1,0-1-1,0 1 0,0-1 1,0 1-1,0-1 0,0 1 0,-1 0 1,1-1-1,0 1 0,0-1 1,-1 0-1,1 1 0,0-1 1,-1 1-1,1-1 0,-1 1 1,1-1-1,0 0 0,-1 1 1,1-1-1,-1 0 0,1 1 1,-2-1-1,-6 4-6782</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29.934"/>
    </inkml:context>
    <inkml:brush xml:id="br0">
      <inkml:brushProperty name="width" value="0.05" units="cm"/>
      <inkml:brushProperty name="height" value="0.05" units="cm"/>
      <inkml:brushProperty name="color" value="#00A0D7"/>
    </inkml:brush>
  </inkml:definitions>
  <inkml:trace contextRef="#ctx0" brushRef="#br0">731 75 24575,'29'-13'0,"-7"3"0,1 0 0,-1 2 0,1 1 0,26-5 0,-13 6 0,66-3 0,-100 11 0,-5 1 0,-8 2 0,-3-2 0,1-1 0,-19 2 0,-18 2 0,9 2 0,-1-2 0,0-2 0,-58-1 0,-59 5 0,32-3 0,37-3 0,-38 14 0,40-3 0,1 1 0,133-4 0,-8-3 0,170 34 0,-149-27 0,84 33 0,-138-45 0,0 0 0,1 1 0,-1 0 0,-1 0 0,1 0 0,0 0 0,-1 1 0,1 0 0,-1 0 0,3 4 0,-6-6 0,0-1 0,0 1 0,0-1 0,0 0 0,0 1 0,-1 0 0,1-1 0,0 1 0,-1-1 0,0 1 0,1 0 0,-1-1 0,0 1 0,0 0 0,0-1 0,0 1 0,0 0 0,0-1 0,0 1 0,-1 0 0,1-1 0,-1 1 0,1 0 0,-1-1 0,0 1 0,1-1 0,-1 1 0,0-1 0,0 0 0,0 1 0,0-1 0,0 0 0,0 1 0,-1-1 0,1 0 0,0 0 0,-3 1 0,-17 13 0,-1-1 0,-1 0 0,0-2 0,-43 16 0,4-1 0,-42 18 0,-23 10 0,117-50 0,1 1 0,0-1 0,0 2 0,-11 9 0,15-12 0,1 0 0,0 0 0,0 1 0,0 0 0,1 0 0,0 0 0,0 0 0,0 0 0,-2 8 0,3-9 0,1-2 0,0 1 0,0-1 0,1 0 0,-1 1 0,1-1 0,-1 0 0,1 1 0,0 3 0,0-5 0,0 0 0,1-1 0,-1 1 0,0 0 0,1 0 0,-1-1 0,1 1 0,-1 0 0,1-1 0,-1 1 0,1-1 0,0 1 0,-1-1 0,1 1 0,0-1 0,-1 1 0,1-1 0,0 1 0,-1-1 0,1 0 0,0 1 0,0-1 0,0 0 0,-1 0 0,1 0 0,0 0 0,0 1 0,0-1 0,1-1 0,231 17 0,2-18 0,-92-6 0,-61 2 0,84 5 0,-147 4-1365,-5 0-5461</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32.569"/>
    </inkml:context>
    <inkml:brush xml:id="br0">
      <inkml:brushProperty name="width" value="0.05" units="cm"/>
      <inkml:brushProperty name="height" value="0.05" units="cm"/>
      <inkml:brushProperty name="color" value="#00A0D7"/>
    </inkml:brush>
  </inkml:definitions>
  <inkml:trace contextRef="#ctx0" brushRef="#br0">9 31 24575,'-1'-1'0,"0"0"0,0 0 0,0 0 0,1-1 0,-1 1 0,1 0 0,-1 0 0,1 0 0,-1-1 0,1 1 0,0 0 0,-1 0 0,1-1 0,0 1 0,0 0 0,0-1 0,0 1 0,0-2 0,1 2 0,-1 1 0,0 0 0,0-1 0,0 1 0,1 0 0,-1-1 0,0 1 0,0 0 0,1-1 0,-1 1 0,0 0 0,1 0 0,-1 0 0,0-1 0,1 1 0,-1 0 0,1 0 0,-1 0 0,0 0 0,1 0 0,-1-1 0,1 1 0,15 2 0,-1 5 0,1 0 0,-1 0 0,22 16 0,-6-4 0,131 71 0,-127-72 0,-4-3 0,35 25 0,-46-23 120,-19-17-203,0 1 1,0 0-1,0 0 1,0 0-1,-1 1 1,1-1-1,0 0 1,-1 0-1,1 0 1,-1 0-1,1 1 1,-1-1-1,0 0 1,1 0-1,-1 1 1,0-1-1,0 2 1</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32.990"/>
    </inkml:context>
    <inkml:brush xml:id="br0">
      <inkml:brushProperty name="width" value="0.05" units="cm"/>
      <inkml:brushProperty name="height" value="0.05" units="cm"/>
      <inkml:brushProperty name="color" value="#00A0D7"/>
    </inkml:brush>
  </inkml:definitions>
  <inkml:trace contextRef="#ctx0" brushRef="#br0">272 7 24575,'0'0'0,"0"-1"0,0 1 0,0 0 0,-1-1 0,1 1 0,0 0 0,0-1 0,0 1 0,-1-1 0,1 1 0,0 0 0,0 0 0,-1-1 0,1 1 0,0 0 0,-1 0 0,1-1 0,0 1 0,-1 0 0,1 0 0,0 0 0,-1-1 0,0 1 0,-4 6 0,-2 24 0,5-17 0,-2-2 0,0-1 0,-1 1 0,0-1 0,-1 0 0,0 0 0,-8 10 0,-49 50 0,25-30 0,15-13 0,14-15 0,0-1 0,-21 19 0,5-10-1365,16-11-5461</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35.717"/>
    </inkml:context>
    <inkml:brush xml:id="br0">
      <inkml:brushProperty name="width" value="0.05" units="cm"/>
      <inkml:brushProperty name="height" value="0.05" units="cm"/>
      <inkml:brushProperty name="color" value="#00A0D7"/>
    </inkml:brush>
  </inkml:definitions>
  <inkml:trace contextRef="#ctx0" brushRef="#br0">272 61 24575,'-18'-11'0,"1"0"0,-26-10 0,35 17 0,0 1 0,-1 1 0,1-1 0,0 1 0,-1 1 0,1 0 0,-1 0 0,-10 0 0,15 2 0,1-1 0,0 1 0,-1 0 0,1 0 0,0 0 0,-1 1 0,1-1 0,0 1 0,0 0 0,0 0 0,1 0 0,-1 0 0,0 0 0,-3 4 0,-20 14 0,23-18 0,0-1 0,0 1 0,0-1 0,1 1 0,-1 0 0,1 0 0,-4 4 0,5-5 0,0 1 0,0 0 0,0-1 0,1 1 0,-1-1 0,1 1 0,-1 0 0,1 0 0,0-1 0,-1 1 0,1 0 0,0 0 0,0-1 0,0 1 0,1 3 0,8 39 0,-6-32 0,3 24 0,50 446 0,-45-424 0,-3-18 0,-1 0 0,2 73 0,-9-108 0,-1-1 0,1 1 0,0-1 0,1 0 0,-1 1 0,1-1 0,1 4 0,-2-7 0,1 1 0,-1-1 0,1 0 0,0 0 0,-1 0 0,1 0 0,0 0 0,0 0 0,0 0 0,0 0 0,0 0 0,0 0 0,0 0 0,0-1 0,0 1 0,0 0 0,0-1 0,1 1 0,-1-1 0,0 1 0,0-1 0,1 0 0,-1 1 0,2-1 0,11 1-39,1 0 0,0-1 0,0 0 0,0-2 0,-1 1 0,19-6 0,-6 2-1053,-14 3-5734</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36.728"/>
    </inkml:context>
    <inkml:brush xml:id="br0">
      <inkml:brushProperty name="width" value="0.05" units="cm"/>
      <inkml:brushProperty name="height" value="0.05" units="cm"/>
      <inkml:brushProperty name="color" value="#00A0D7"/>
    </inkml:brush>
  </inkml:definitions>
  <inkml:trace contextRef="#ctx0" brushRef="#br0">0 77 24575,'2'1'0,"0"1"0,0-1 0,0 0 0,0 0 0,0 1 0,0-1 0,-1 1 0,1 0 0,0 0 0,-1-1 0,1 1 0,-1 0 0,2 4 0,0-2 0,1 2 0,85 131 0,-88-136 0,0 1 0,0-1 0,-1 1 0,1-1 0,-1 1 0,1 0 0,-1-1 0,0 1 0,0 0 0,0 1 0,0-3 0,0 1 0,0-1 0,0 0 0,0 0 0,0 0 0,0 0 0,0 1 0,0-1 0,0 0 0,0 0 0,0 0 0,0 0 0,0 0 0,0 1 0,0-1 0,0 0 0,0 0 0,-1 0 0,1 0 0,0 0 0,0 0 0,0 0 0,0 1 0,0-1 0,0 0 0,-1 0 0,1 0 0,0 0 0,0 0 0,0 0 0,0 0 0,0 0 0,-1 0 0,1 0 0,0 0 0,-9-6 0,4 1 0,1 0 0,1 0 0,-1 0 0,1-1 0,0 0 0,0 1 0,0-1 0,-3-12 0,0-5 0,-3-24 0,7 32 0,0 8 0,1-1 0,1 1 0,-1 0 0,1 0 0,0-1 0,1 1 0,0 0 0,2-10 0,-2 15 0,0-1 0,0 1 0,0 0 0,0-1 0,0 1 0,0 0 0,0 0 0,1 0 0,-1 0 0,1 0 0,0 0 0,0 0 0,-1 0 0,1 1 0,0-1 0,0 1 0,1-1 0,-1 1 0,0 0 0,0 0 0,1 0 0,-1 0 0,1 0 0,-1 1 0,0-1 0,1 1 0,3-1 0,6 0 0,1 1 0,-1 0 0,1 1 0,-1 0 0,19 4 0,-23-3 0,-1 0 0,0 1 0,1 0 0,-1 0 0,0 0 0,0 1 0,0 0 0,-1 1 0,12 9 0,-16-12-65,-1-1 0,1 1 0,-1-1 0,0 1 0,0 0 0,0-1 0,0 1 0,0 0 0,0 0 0,0 0 0,-1 0 0,1 0 0,-1 0 0,1 0 0,-1 0 0,0 0 0,0 0 0,0 0 0,0 0 0,0 3 0,-3 6-6761</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37.484"/>
    </inkml:context>
    <inkml:brush xml:id="br0">
      <inkml:brushProperty name="width" value="0.05" units="cm"/>
      <inkml:brushProperty name="height" value="0.05" units="cm"/>
      <inkml:brushProperty name="color" value="#00A0D7"/>
    </inkml:brush>
  </inkml:definitions>
  <inkml:trace contextRef="#ctx0" brushRef="#br0">1 0 24575,'0'8'0,"0"-1"0,1 1 0,0 0 0,1-1 0,-1 0 0,1 1 0,1-1 0,0 0 0,0 0 0,0 0 0,0 0 0,1-1 0,1 1 0,-1-1 0,1 0 0,0 0 0,0-1 0,6 6 0,6 3-70,-13-11-38,-1 0 0,1 0 0,-1 0 0,1 0 0,-1 1 0,0-1 0,0 1 1,-1 0-1,1 0 0,-1 0 0,2 5 0,-1 1-6718</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37.985"/>
    </inkml:context>
    <inkml:brush xml:id="br0">
      <inkml:brushProperty name="width" value="0.05" units="cm"/>
      <inkml:brushProperty name="height" value="0.05" units="cm"/>
      <inkml:brushProperty name="color" value="#00A0D7"/>
    </inkml:brush>
  </inkml:definitions>
  <inkml:trace contextRef="#ctx0" brushRef="#br0">0 1 24575,'8'10'0,"2"6"0,2 2 0,1 4 0,-1 0 0,0 0 0,0 0 0,1-1 0,0-1 0,-2 0 0,1 0 0,-4-1 0,1-3 0,-1-3 0,0-1 0,-2 1 0,-1-3-8191</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38.157"/>
    </inkml:context>
    <inkml:brush xml:id="br0">
      <inkml:brushProperty name="width" value="0.05" units="cm"/>
      <inkml:brushProperty name="height" value="0.05" units="cm"/>
      <inkml:brushProperty name="color" value="#00A0D7"/>
    </inkml:brush>
  </inkml:definitions>
  <inkml:trace contextRef="#ctx0" brushRef="#br0">227 1 24575,'-30'2'0,"-13"2"0,-3 1 0,3 1 0,6 2 0,10-1-8191</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38.766"/>
    </inkml:context>
    <inkml:brush xml:id="br0">
      <inkml:brushProperty name="width" value="0.05" units="cm"/>
      <inkml:brushProperty name="height" value="0.05" units="cm"/>
      <inkml:brushProperty name="color" value="#00A0D7"/>
    </inkml:brush>
  </inkml:definitions>
  <inkml:trace contextRef="#ctx0" brushRef="#br0">3 106 24575,'0'6'0,"1"-1"0,-1 1 0,1 0 0,0 0 0,1-1 0,0 1 0,0 0 0,0-1 0,0 0 0,1 1 0,0-1 0,0 0 0,0-1 0,7 9 0,4 1 0,0-1 0,0 0 0,18 11 0,-14-11 0,-8 0 0,-10-9 0,-8-7 0,-5-5 0,0 0 0,1-1 0,0-1 0,1 1 0,-18-21 0,24 24 0,1 0 0,0 0 0,0 0 0,0-1 0,1 0 0,0 1 0,0-1 0,0 0 0,1-1 0,0 1 0,1 0 0,0-1 0,-1-11 0,2 13 0,0-1 0,0 1 0,1-1 0,0 1 0,0 0 0,0 0 0,1-1 0,0 1 0,4-9 0,-4 12 0,-1 1 0,0 0 0,1 0 0,0 0 0,-1 0 0,1 0 0,0 0 0,0 0 0,0 1 0,0-1 0,0 1 0,0-1 0,1 1 0,-1 0 0,1 0 0,-1 0 0,0 0 0,1 0 0,0 1 0,-1-1 0,1 1 0,-1-1 0,1 1 0,-1 0 0,6 1 0,6 1-1365,-1 1-5461</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39.594"/>
    </inkml:context>
    <inkml:brush xml:id="br0">
      <inkml:brushProperty name="width" value="0.05" units="cm"/>
      <inkml:brushProperty name="height" value="0.05" units="cm"/>
      <inkml:brushProperty name="color" value="#00A0D7"/>
    </inkml:brush>
  </inkml:definitions>
  <inkml:trace contextRef="#ctx0" brushRef="#br0">47 270 24575,'18'65'0,"4"-2"0,51 111 0,-70-169 0,-3-3 0,1 0 0,0 0 0,0 0 0,1 0 0,-1 0 0,0 0 0,1 0 0,2 2 0,-4-4 0,0 0 0,0 0 0,0 0 0,0-1 0,1 1 0,-1 0 0,0 0 0,0 0 0,0 0 0,0 0 0,0 0 0,0-1 0,1 1 0,-1 0 0,0 0 0,0 0 0,0 0 0,0-1 0,0 1 0,0 0 0,0 0 0,0 0 0,0 0 0,0-1 0,0 1 0,0 0 0,0 0 0,0 0 0,0-1 0,0 1 0,0 0 0,0 0 0,0 0 0,0 0 0,0-1 0,0 1 0,0 0 0,0 0 0,-1 0 0,1 0 0,0-1 0,0 1 0,-2-11 0,-3-4 0,-1 1 0,0 0 0,-9-13 0,-3-7 0,-16-31 0,-19-45 0,45 90 0,1-1 0,1 1 0,1-2 0,1 1 0,0 0 0,2-1 0,0 0 0,4-42 0,-2 61 0,0 0 0,1 1 0,-1-1 0,1 0 0,0 0 0,0 1 0,0-1 0,0 0 0,0 1 0,1 0 0,-1-1 0,1 1 0,0 0 0,-1-1 0,1 1 0,0 0 0,4-3 0,-2 3 0,0 0 0,0-1 0,0 1 0,0 1 0,0-1 0,0 1 0,1-1 0,-1 1 0,1 1 0,4-2 0,4 2 0,-1 0 0,1 0 0,-1 1 0,1 1 0,-1 0 0,0 0 0,14 5 0,-10-1 0,1 0 0,-1 1 0,28 17 0,-39-21 0,-1 0 0,1 0 0,-1 1 0,0-1 0,0 1 0,0 0 0,-1 0 0,1 0 0,-1 1 0,0-1 0,0 1 0,-1-1 0,1 1 0,-1 0 0,0 0 0,2 9 0,-4-10 0,1 0 0,-1 0 0,-1 0 0,1 0 0,0 0 0,-1 0 0,0 0 0,0-1 0,0 1 0,0 0 0,-1 0 0,1-1 0,-1 1 0,0-1 0,0 1 0,-1-1 0,1 0 0,0 0 0,-1 0 0,0 0 0,-4 4 0,-8 5 0,0-1 0,0 0 0,-22 11 0,23-14 0,-14 7 0,21-12 0,0 0 0,0 1 0,0 0 0,0 0 0,1 1 0,0-1 0,0 1 0,0 1 0,-6 7 0,11-12 0,0 0 0,0 1 0,1-1 0,-1 1 0,0-1 0,1 1 0,-1-1 0,1 1 0,0-1 0,-1 1 0,1 0 0,0-1 0,0 1 0,0-1 0,0 1 0,0 0 0,1-1 0,-1 1 0,0-1 0,1 1 0,-1-1 0,1 1 0,-1-1 0,1 1 0,0-1 0,0 1 0,0-1 0,0 0 0,0 0 0,0 1 0,0-1 0,0 0 0,0 0 0,0 0 0,1 0 0,1 1 0,5 3 0,-1 0 0,1-1 0,0 0 0,0-1 0,11 4 0,46 12 0,95 13 0,-91-19 0,77 23 0,-144-36-136,1 1-1,-1 0 1,0 0-1,0 0 1,0 0-1,-1 0 1,1 1-1,0-1 0,2 3 1</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40.481"/>
    </inkml:context>
    <inkml:brush xml:id="br0">
      <inkml:brushProperty name="width" value="0.05" units="cm"/>
      <inkml:brushProperty name="height" value="0.05" units="cm"/>
      <inkml:brushProperty name="color" value="#00A0D7"/>
    </inkml:brush>
  </inkml:definitions>
  <inkml:trace contextRef="#ctx0" brushRef="#br0">0 26 24575,'42'-8'0,"57"-7"0,-84 13 0,1 2 0,0 0 0,-1 0 0,20 4 0,-33-4 0,0 1 0,0-1 0,-1 1 0,1-1 0,0 1 0,-1 0 0,1 0 0,0 0 0,-1 0 0,1 0 0,-1 0 0,1 0 0,-1 0 0,0 1 0,0-1 0,1 1 0,-1-1 0,1 3 0,1 2 0,0 0 0,0 0 0,2 13 0,2 4 0,8 15 0,23 56 0,31 123 0,-66-205 0,23 110 0,-23-102 0,-1 0 0,-1 0 0,-1 0 0,-2 24 0,1-42 3,1 0 0,-1 0 0,1 0-1,-1 0 1,0 0 0,0 0 0,0 0-1,0 0 1,0 0 0,0-1 0,0 1 0,-1 0-1,1-1 1,-1 1 0,1-1 0,-1 1-1,1-1 1,-1 0 0,0 0 0,0 0 0,0 0-1,0 0 1,0 0 0,1 0 0,-2 0-1,1-1 1,0 1 0,-3-1 0,-7 2-159,0-1 0,0 0-1,-23-2 1,19 0-665,-5 1-6005</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45.054"/>
    </inkml:context>
    <inkml:brush xml:id="br0">
      <inkml:brushProperty name="width" value="0.05" units="cm"/>
      <inkml:brushProperty name="height" value="0.05" units="cm"/>
      <inkml:brushProperty name="color" value="#00A0D7"/>
    </inkml:brush>
  </inkml:definitions>
  <inkml:trace contextRef="#ctx0" brushRef="#br0">256 42 24575,'-30'-13'0,"15"6"0,-1 1 0,-18-5 0,29 9 0,-1 1 0,0 0 0,1 1 0,-1-1 0,0 1 0,1 0 0,-1 1 0,0-1 0,1 1 0,-8 2 0,0 1 0,1-1 0,1 0 0,0 1 0,-12 6 0,21-9 0,0 1 0,1 0 0,-1-1 0,1 1 0,-1 0 0,1 0 0,-1 0 0,1 0 0,0 0 0,0 0 0,0 0 0,0 0 0,0 0 0,1 1 0,-1-1 0,1 0 0,-1 0 0,1 1 0,0-1 0,0 5 0,0 2 0,0 0 0,1 0 0,3 18 0,3-5 0,0-1 0,13 27 0,4 9 0,17 58 0,55 174 0,-91-267 0,-4-18 0,-1 1 0,1 0 0,0-1 0,1 1 0,-1-1 0,1 1 0,0-1 0,0 0 0,5 8 0,-6-11 0,-1-1 0,1 1 0,-1-1 0,1 0 0,0 1 0,-1-1 0,1 0 0,0 1 0,0-1 0,-1 0 0,1 0 0,0 0 0,-1 0 0,1 0 0,0 0 0,0 0 0,-1 0 0,1 0 0,0 0 0,0 0 0,-1 0 0,1 0 0,1-1 0,19-9 0,-14 6 0,5-1 0,1 0 0,-1 1 0,1 1 0,0 0 0,0 1 0,15-2 0,-20 4-227,0-1-1,0-1 1,0 0-1,-1 0 1,10-4-1,-7 2-6598</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45.630"/>
    </inkml:context>
    <inkml:brush xml:id="br0">
      <inkml:brushProperty name="width" value="0.05" units="cm"/>
      <inkml:brushProperty name="height" value="0.05" units="cm"/>
      <inkml:brushProperty name="color" value="#00A0D7"/>
    </inkml:brush>
  </inkml:definitions>
  <inkml:trace contextRef="#ctx0" brushRef="#br0">1 1 24575,'0'0'0,"0"1"0,0-1 0,0 0 0,0 0 0,0 0 0,0 0 0,0 0 0,0 0 0,0 0 0,0 0 0,0 0 0,0 0 0,0 0 0,0 0 0,0 0 0,0 0 0,0 0 0,0 0 0,1 0 0,-1 0 0,0 0 0,0 0 0,0 0 0,0 0 0,0 0 0,0 0 0,0 0 0,0 0 0,0 0 0,0 0 0,0 0 0,0 0 0,0 0 0,0 0 0,0 0 0,0 0 0,1 0 0,-1 0 0,0 0 0,0 0 0,0 0 0,0 0 0,0 0 0,0 0 0,0 0 0,0 0 0,0 0 0,0 0 0,0 0 0,0 0 0,0 0 0,0 0 0,0 0 0,0 0 0,0 0 0,0 0 0,0 0 0,0 0 0,0-1 0,0 1 0,0 0 0,0 0 0,0 0 0,0 0 0,0 0 0,0 0 0,0 0 0,6 7 0,5 9 0,65 95 0,-75-109 0,26 35 0,-25-34 0,0-1 0,0 0 0,0 0 0,0 0 0,0 0 0,1-1 0,-1 1 0,0-1 0,1 1 0,-1-1 0,1 0 0,0 0 0,4 2 0,-6-3 0,0 0 0,0 0 0,0 0 0,0 0 0,0 0 0,0-1 0,0 1 0,0 0 0,0 0 0,0-1 0,0 1 0,0 0 0,0-1 0,0 1 0,0-1 0,0 0 0,0 1 0,0-1 0,0 0 0,-1 1 0,1-1 0,0 0 0,0 0 0,-1 0 0,1 1 0,-1-1 0,1 0 0,-1 0 0,1 0 0,-1 0 0,1 0 0,-1-2 0,2-4 0,0 0 0,0 0 0,0-14 0,0 6 0,0-1 0,-1 5 0,1 1 0,0 0 0,1 0 0,0 0 0,6-13 0,-8 21 0,0 0 0,0 0 0,0 0 0,0 1 0,1-1 0,-1 0 0,0 1 0,1-1 0,0 1 0,-1-1 0,1 1 0,0 0 0,0 0 0,-1 0 0,1 0 0,0 0 0,0 0 0,0 0 0,0 0 0,1 1 0,-1-1 0,0 1 0,0 0 0,0 0 0,0 0 0,0 0 0,1 0 0,-1 0 0,0 0 0,0 1 0,4 0 0,1 1 0,1 1 0,0 0 0,-1 0 0,1 1 0,-1 0 0,7 5 0,40 33 0,-47-37 0,4 5 40,0 0 0,11 13 0,-19-21-139,-1 1 0,1 0 0,-1 0 0,0 0 0,0 0 0,0 1 0,-1-1 0,1 0 0,-1 1 0,0-1 0,0 1 0,0 0 0,0-1 0,0 5 0,-3 1-6727</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46.408"/>
    </inkml:context>
    <inkml:brush xml:id="br0">
      <inkml:brushProperty name="width" value="0.05" units="cm"/>
      <inkml:brushProperty name="height" value="0.05" units="cm"/>
      <inkml:brushProperty name="color" value="#00A0D7"/>
    </inkml:brush>
  </inkml:definitions>
  <inkml:trace contextRef="#ctx0" brushRef="#br0">1 29 24575,'33'-6'0,"11"-2"0,81-6 0,-118 13 0,0 1 0,1 1 0,-1-1 0,0 1 0,1 1 0,-1-1 0,0 1 0,0 0 0,8 4 0,-14-5 0,0 0 0,0 0 0,0 0 0,0 0 0,0 0 0,0 0 0,0 0 0,-1 0 0,1 0 0,0 0 0,-1 1 0,1-1 0,-1 0 0,1 1 0,-1-1 0,0 0 0,1 0 0,-1 1 0,0-1 0,0 1 0,0-1 0,0 3 0,-1 3 0,0 0 0,0 1 0,-3 8 0,0 3 0,3-10 0,1 0 0,0-1 0,0 1 0,1 0 0,0-1 0,3 10 0,16 51 0,-14-49 0,10 28 0,4 11 0,-3 0 0,12 75 0,-29-129 0,1 0 0,0 1 0,-1 0 0,0 0 0,0 0 0,-1 8 0,1-12 0,0-1 0,-1 0 0,1 1 0,-1-1 0,1 0 0,-1 0 0,1 1 0,-1-1 0,0 0 0,0 0 0,1 0 0,-1 0 0,0 0 0,0 0 0,0 0 0,0 0 0,0 0 0,-1 0 0,1 0 0,0-1 0,0 1 0,0 0 0,-1-1 0,1 1 0,0-1 0,-1 0 0,1 1 0,-2-1 0,-15 2 15,1-1-1,-1-1 0,-18-2 1,-6 0-1438,27 2-5403</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55.213"/>
    </inkml:context>
    <inkml:brush xml:id="br0">
      <inkml:brushProperty name="width" value="0.05" units="cm"/>
      <inkml:brushProperty name="height" value="0.05" units="cm"/>
      <inkml:brushProperty name="color" value="#00A0D7"/>
    </inkml:brush>
  </inkml:definitions>
  <inkml:trace contextRef="#ctx0" brushRef="#br0">0 80 24575,'5'9'0,"1"-1"0,-1 0 0,1 0 0,10 11 0,-11-13 0,24 28 0,-3 1 0,0 1 0,34 67 0,-60-102 0,1 1 0,0-1 0,0 1 0,-1-1 0,1 0 0,0 1 0,0-1 0,1 0 0,-1 0 0,0 0 0,0 1 0,1-1 0,-1 0 0,0-1 0,1 1 0,-1 0 0,1 0 0,-1-1 0,1 1 0,1 0 0,-2-1 0,1 0 0,-1 0 0,0 0 0,1 0 0,-1-1 0,1 1 0,-1 0 0,0-1 0,1 1 0,-1-1 0,0 1 0,0-1 0,1 1 0,-1-1 0,0 0 0,0 0 0,0 0 0,0 0 0,0 0 0,0 0 0,0 0 0,0 0 0,0 0 0,0-2 0,7-10 0,0-1 0,-1 0 0,-1 0 0,0-1 0,4-17 0,6-14 0,15-57 0,-31 103 0,0-1 0,0 1 0,0 0 0,0-1 0,0 1 0,0 0 0,0-1 0,1 1 0,-1-1 0,0 1 0,0 0 0,0-1 0,0 1 0,1 0 0,-1 0 0,0-1 0,0 1 0,1 0 0,-1-1 0,0 1 0,0 0 0,1 0 0,-1 0 0,0-1 0,1 1 0,-1 0 0,0 0 0,1 0 0,-1 0 0,0 0 0,1-1 0,-1 1 0,1 0 0,-1 0 0,0 0 0,1 0 0,-1 0 0,0 0 0,1 0 0,-1 0 0,1 0 0,-1 1 0,0-1 0,1 0 0,-1 0 0,0 0 0,1 0 0,-1 0 0,0 1 0,1-1 0,-1 0 0,0 0 0,0 1 0,1-1 0,-1 0 0,0 0 0,0 1 0,1-1 0,-1 0 0,0 1 0,0-1 0,0 0 0,1 1 0,-1 0 0,15 28 0,-12-21 0,17 26 0,2 0 0,0-1 0,3-1 0,55 57 0,-79-89 0,-1 1 0,0-1 0,1 1 0,-1-1 0,1 1 0,-1-1 0,1 1 0,-1-1 0,1 0 0,-1 1 0,1-1 0,-1 0 0,1 1 0,0-1 0,-1 0 0,1 0 0,-1 1 0,1-1 0,0 0 0,-1 0 0,1 0 0,0 0 0,-1 0 0,1 0 0,0 0 0,-1 0 0,1 0 0,0 0 0,-1 0 0,1 0 0,0-1 0,-1 1 0,1 0 0,0 0 0,-1-1 0,1 1 0,-1 0 0,1-1 0,-1 1 0,1-1 0,-1 1 0,1-1 0,-1 1 0,1-1 0,-1 1 0,0-1 0,1 1 0,-1-1 0,0 0 0,1 0 0,2-5 0,-1-1 0,0 1 0,0-1 0,2-8 0,-2 5 0,18-82 0,-15 62 0,2 1 0,1 0 0,0 0 0,15-29 0,-19 48 0,-4 8 0,1 0 0,0 0 0,-1 0 0,1 1 0,0-1 0,0 0 0,0 0 0,0 1 0,0-1 0,0 1 0,1-1 0,-1 1 0,1-1 0,1 0 0,-3 2 0,0 0 0,0 0 0,0-1 0,0 1 0,0 0 0,0 0 0,0 0 0,1 0 0,-1 0 0,0 0 0,0 0 0,0 0 0,0 0 0,0 0 0,0 0 0,0 0 0,1 0 0,-1 0 0,0 0 0,0 0 0,0 0 0,0 0 0,0 0 0,0 1 0,0-1 0,1 0 0,-1 0 0,0 0 0,0 0 0,0 0 0,0 0 0,0 0 0,0 0 0,0 0 0,0 0 0,0 0 0,0 1 0,0-1 0,1 0 0,-1 0 0,0 0 0,0 0 0,-1 7 0,-5 7 0,2-9-211,-1 0-1,0-1 0,1 1 1,-2-1-1,-9 7 1,14-11 115,-13 10-6730</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59.214"/>
    </inkml:context>
    <inkml:brush xml:id="br0">
      <inkml:brushProperty name="width" value="0.05" units="cm"/>
      <inkml:brushProperty name="height" value="0.05" units="cm"/>
      <inkml:brushProperty name="color" value="#00A0D7"/>
    </inkml:brush>
  </inkml:definitions>
  <inkml:trace contextRef="#ctx0" brushRef="#br0">0 165 24575,'24'0'0,"-1"-2"0,33-5 0,-30 2 0,-5 2 0,0-1 0,30-11 0,-49 14 0,0 1 0,0-1 0,0 0 0,0 0 0,0 0 0,0 0 0,0 0 0,-1 0 0,1-1 0,0 1 0,-1 0 0,1-1 0,-1 0 0,0 1 0,1-1 0,-1 0 0,0 1 0,0-1 0,0 0 0,0 0 0,0 0 0,-1 0 0,1 0 0,-1 0 0,1 0 0,-1 0 0,0 0 0,1-1 0,-1 1 0,0 0 0,0 0 0,-1 0 0,1 0 0,0 0 0,-1 0 0,1 0 0,-2-3 0,0 1 0,0 0 0,0 0 0,0 0 0,0 0 0,-1 1 0,1 0 0,-1-1 0,0 1 0,0 0 0,0 0 0,-1 0 0,1 1 0,0-1 0,-1 1 0,0 0 0,0 0 0,-7-3 0,8 4 0,0 0 0,0 0 0,0 1 0,0-1 0,0 1 0,0 0 0,0 0 0,0 0 0,0 0 0,0 0 0,0 1 0,0-1 0,0 1 0,0 0 0,0 0 0,0 0 0,-3 2 0,1 0 0,0 1 0,-1 0 0,1 0 0,1 1 0,-1-1 0,-7 11 0,4-5 0,-18 14 0,18-17 0,-1 1 0,-10 14 0,18-21 0,0 0 0,1 0 0,-1 0 0,0 0 0,1 0 0,-1 1 0,1-1 0,-1 0 0,1 0 0,0 1 0,0-1 0,0 0 0,-1 1 0,1-1 0,0 0 0,1 0 0,-1 1 0,0-1 0,0 2 0,1 0 0,0 0 0,1-1 0,-1 1 0,0 0 0,1 0 0,0-1 0,-1 1 0,3 1 0,4 5 0,0-1 0,1 0 0,12 8 0,-7-5 0,0-1 0,18 9 0,-25-16 0,-1 0 0,1-1 0,0 0 0,0 0 0,0 0 0,0-1 0,0 0 0,7 1 0,129-3 119,-54 0-1603,-75 1-5342</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1:59.731"/>
    </inkml:context>
    <inkml:brush xml:id="br0">
      <inkml:brushProperty name="width" value="0.05" units="cm"/>
      <inkml:brushProperty name="height" value="0.05" units="cm"/>
      <inkml:brushProperty name="color" value="#00A0D7"/>
    </inkml:brush>
  </inkml:definitions>
  <inkml:trace contextRef="#ctx0" brushRef="#br0">377 8 24575,'-7'-2'0,"0"0"0,0 1 0,-1 0 0,1 0 0,0 0 0,-1 1 0,-7 1 0,-51 9 0,44-5 0,-25 1 0,-85-5-396,108-1-573,4 0-5857</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00.405"/>
    </inkml:context>
    <inkml:brush xml:id="br0">
      <inkml:brushProperty name="width" value="0.05" units="cm"/>
      <inkml:brushProperty name="height" value="0.05" units="cm"/>
      <inkml:brushProperty name="color" value="#00A0D7"/>
    </inkml:brush>
  </inkml:definitions>
  <inkml:trace contextRef="#ctx0" brushRef="#br0">0 1 24575,'251'412'0,"-243"-396"0,0 0 0,-1 0 0,7 26 0,-14-41 0,1 0 0,-1 0 0,0 0 0,1 0 0,-1 0 0,0 1 0,0-1 0,0 0 0,0 0 0,0 0 0,0 0 0,-1 0 0,1 0 0,0 0 0,0 0 0,-1 0 0,1 1 0,-1-1 0,1 0 0,-1-1 0,1 1 0,-2 2 0,1-2 0,0 0 0,-1-1 0,1 1 0,0 0 0,-1-1 0,1 1 0,0 0 0,-1-1 0,1 0 0,-1 1 0,1-1 0,-1 0 0,1 0 0,-3 1 0,-3-2 0,0 1 0,0-1 0,0 0 0,0-1 0,1 1 0,-8-4 0,-12-5 0,-37-21 0,50 24 0,1-1 0,0 0 0,1-1 0,-20-18 0,29 25 0,1 0 0,-1 0 0,0 0 0,0 0 0,1 0 0,-1-1 0,1 1 0,0 0 0,0-1 0,0 1 0,0-1 0,0 1 0,0-1 0,1 1 0,-1-1 0,1 0 0,0 1 0,0-1 0,0 0 0,0 1 0,0-1 0,0 0 0,1 1 0,-1-1 0,1 0 0,0 1 0,0-1 0,0 1 0,0-1 0,0 1 0,1 0 0,-1-1 0,1 1 0,-1 0 0,1 0 0,0 0 0,0 0 0,0 0 0,0 1 0,0-1 0,0 1 0,0-1 0,1 1 0,-1 0 0,0-1 0,1 1 0,2 0 0,18-7 0,40-8 0,12-3 0,-60 14-1365,-2 1-5461</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00.627"/>
    </inkml:context>
    <inkml:brush xml:id="br0">
      <inkml:brushProperty name="width" value="0.05" units="cm"/>
      <inkml:brushProperty name="height" value="0.05" units="cm"/>
      <inkml:brushProperty name="color" value="#00A0D7"/>
    </inkml:brush>
  </inkml:definitions>
  <inkml:trace contextRef="#ctx0" brushRef="#br0">1 41 24575,'12'-12'0,"5"-2"0,-1 3 0,-6 8 0,-6 5 0,-5 6 0,-5 3 0,0 1-8191</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01.875"/>
    </inkml:context>
    <inkml:brush xml:id="br0">
      <inkml:brushProperty name="width" value="0.05" units="cm"/>
      <inkml:brushProperty name="height" value="0.05" units="cm"/>
      <inkml:brushProperty name="color" value="#00A0D7"/>
    </inkml:brush>
  </inkml:definitions>
  <inkml:trace contextRef="#ctx0" brushRef="#br0">48 0 24575,'-1'0'0,"0"1"0,0-1 0,0 0 0,-1 1 0,1-1 0,0 1 0,0 0 0,0-1 0,0 1 0,0 0 0,0 0 0,0-1 0,0 1 0,0 0 0,0 0 0,1 0 0,-1 0 0,0 0 0,1 0 0,-2 2 0,-10 22 0,12-24 0,-3 8 0,0 1 0,1-1 0,0 1 0,0 0 0,0 16 0,2-3 0,3 30 0,-2-49 0,-1 1 0,1-1 0,0 0 0,0 1 0,1-1 0,-1 0 0,1 0 0,0 0 0,0 0 0,0 0 0,1 0 0,-1-1 0,7 7 0,-5-6 0,0 0 0,0-1 0,1 0 0,-1 0 0,1-1 0,0 1 0,0-1 0,0 0 0,0 0 0,0-1 0,6 2 0,0-1 0,-1 0 0,1-1 0,0 0 0,-1-1 0,1 0 0,0-1 0,12-2 0,-16 2 0,-1-1 0,1 1 0,0-2 0,-1 1 0,0-1 0,1 0 0,-1 0 0,0 0 0,-1-1 0,1 0 0,-1-1 0,8-6 0,-10 7 0,0 1 0,0-2 0,-1 1 0,1 0 0,-1 0 0,0-1 0,0 1 0,2-9 0,-4 14 0,0 0 0,0 0 0,0 0 0,0 0 0,0 1 0,0-1 0,0 0 0,1 0 0,-1 0 0,0 0 0,1 0 0,-1 0 0,0 0 0,1 0 0,1 2 0,16 19 0,-9-14 0,0 0 0,18 11 0,-19-14 0,0 0 0,0-1 0,1 0 0,0 0 0,0-1 0,0 0 0,0-1 0,17 3 0,-24-5 0,1 0 0,0 0 0,-1 0 0,1 0 0,0 0 0,-1-1 0,1 1 0,-1-1 0,1 0 0,-1 0 0,1 0 0,-1 0 0,1 0 0,-1 0 0,0-1 0,1 1 0,-1-1 0,0 1 0,0-1 0,0 0 0,-1 0 0,1 0 0,0 0 0,-1 0 0,1 0 0,-1-1 0,0 1 0,1 0 0,-1-1 0,0 1 0,-1-1 0,1 1 0,0-1 0,-1 1 0,1-5 0,0-1 0,0 0 0,-1 1 0,0-1 0,0 0 0,0 0 0,-1 0 0,-1 1 0,1-1 0,-1 0 0,-1 1 0,-5-13 0,3 9 0,-1 0 0,0 0 0,-1 1 0,0 0 0,-1 0 0,-16-15 0,17 18 30,-1 1 0,1 0 0,-10-6 0,14 10-136,1 1 0,-1-1 0,0 1 0,0 0 0,0 0 0,0 0-1,0 0 1,0 0 0,0 1 0,-1-1 0,1 1 0,0 0 0,-4 0 0,-5 2-6720</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02.939"/>
    </inkml:context>
    <inkml:brush xml:id="br0">
      <inkml:brushProperty name="width" value="0.05" units="cm"/>
      <inkml:brushProperty name="height" value="0.05" units="cm"/>
      <inkml:brushProperty name="color" value="#00A0D7"/>
    </inkml:brush>
  </inkml:definitions>
  <inkml:trace contextRef="#ctx0" brushRef="#br0">1 0 24575,'1'12'0,"1"-1"0,0 0 0,0 0 0,2 0 0,-1 0 0,1-1 0,8 16 0,7 20 0,-14-30 0,-3-10 0,0 1 0,0-1 0,7 12 0,-9-17 0,0-1 0,0 0 0,1 1 0,-1-1 0,0 0 0,0 0 0,0 1 0,1-1 0,-1 0 0,0 0 0,0 1 0,0-1 0,1 0 0,-1 0 0,0 1 0,1-1 0,-1 0 0,0 0 0,0 0 0,1 0 0,-1 0 0,0 0 0,1 0 0,-1 1 0,0-1 0,1 0 0,-1 0 0,0 0 0,1 0 0,-1 0 0,0 0 0,1-1 0,7-8 0,4-20 0,-12 27 0,1 0 0,3-12 0,1 0 0,0-1 0,2 2 0,8-17 0,-12 26 0,-1 1 0,1 0 0,-1-1 0,1 1 0,0 0 0,0 0 0,1 0 0,-1 1 0,0-1 0,1 1 0,0 0 0,-1 0 0,1 0 0,0 0 0,0 1 0,0 0 0,0 0 0,1 0 0,-1 0 0,5 0 0,1 1 0,1 0 0,-1 1 0,0 0 0,1 1 0,-1 0 0,0 1 0,0 0 0,0 1 0,16 8 0,7 6 0,40 28 0,-70-44 0,16 11 40,-1 0 0,21 20 0,-34-28-154,0 0 0,-1 0-1,0 0 1,0 0 0,0 1 0,-1 0-1,0-1 1,0 1 0,0 1 0,-1-1-1,0 0 1,2 9 0,-2-2-6712</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2.435"/>
    </inkml:context>
    <inkml:brush xml:id="br0">
      <inkml:brushProperty name="width" value="0.05" units="cm"/>
      <inkml:brushProperty name="height" value="0.05" units="cm"/>
    </inkml:brush>
  </inkml:definitions>
  <inkml:trace contextRef="#ctx0" brushRef="#br0">374 108 24575,'-18'-8'0,"-228"-82"0,238 87 0,0 1 0,0 1 0,-1 0 0,1 0 0,-13 0 0,19 1 0,1 0 0,-1 0 0,0 0 0,0 1 0,0-1 0,0 0 0,1 1 0,-1 0 0,0-1 0,0 1 0,1 0 0,-1 0 0,1 0 0,-1 0 0,1 0 0,-1 0 0,1 0 0,-1 1 0,1-1 0,0 0 0,0 1 0,0-1 0,0 1 0,0-1 0,0 1 0,0 0 0,0-1 0,1 1 0,-1 0 0,0 2 0,-1 6 0,1 1 0,0 0 0,0-1 0,1 1 0,2 15 0,-1-19 0,0-1 0,0 1 0,1-1 0,-1 0 0,2 0 0,-1 0 0,1 0 0,0 0 0,0-1 0,5 8 0,-4-8 0,1-1 0,-1 1 0,1-1 0,0 0 0,0 0 0,1-1 0,-1 1 0,1-1 0,0 0 0,11 3 0,1 0 0,1-2 0,25 4 0,-38-7 0,-1 0 0,1-1 0,0 0 0,0 0 0,0-1 0,0 1 0,-1-1 0,1-1 0,9-2 0,-13 3 0,1 0 0,-1 0 0,0 0 0,1-1 0,-1 1 0,0-1 0,0 1 0,0-1 0,0 0 0,0 0 0,0 0 0,0 0 0,0 0 0,-1 0 0,1 0 0,-1 0 0,0-1 0,0 1 0,0-1 0,0 1 0,0-1 0,1-4 0,-1 3 0,-1-1 0,1 1 0,-1 0 0,0 0 0,0 0 0,-1-1 0,1 1 0,-1 0 0,0 0 0,0 0 0,0 0 0,0 0 0,-1 0 0,0 0 0,0 1 0,0-1 0,-4-6 0,4 10 0,3 5 0,6 8 0,61 70-1365,-59-73-5461</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2.921"/>
    </inkml:context>
    <inkml:brush xml:id="br0">
      <inkml:brushProperty name="width" value="0.05" units="cm"/>
      <inkml:brushProperty name="height" value="0.05" units="cm"/>
    </inkml:brush>
  </inkml:definitions>
  <inkml:trace contextRef="#ctx0" brushRef="#br0">192 63 24575,'-8'-5'0,"-9"-5"0,0 1 0,-1 0 0,0 2 0,0 0 0,-27-6 0,43 12 0,0 1 0,-1-1 0,1 1 0,-1 0 0,1 0 0,-1 0 0,1 0 0,-1 0 0,1 1 0,-1-1 0,1 1 0,0 0 0,-5 1 0,6-1 0,0 0 0,0-1 0,0 1 0,0 0 0,1 0 0,-1 0 0,0 0 0,0 0 0,1 0 0,-1 0 0,1 0 0,-1 0 0,1 0 0,-1 0 0,1 0 0,0 0 0,-1 0 0,1 1 0,0-1 0,0 0 0,0 0 0,0 0 0,0 0 0,0 1 0,0-1 0,0 0 0,0 0 0,1 0 0,0 2 0,1 6 0,1-1 0,1 0 0,-1 1 0,1-1 0,1-1 0,-1 1 0,9 10 0,46 47 0,-39-44 0,122 113 0,-141-134 0,0 1 0,-1-1 0,1 1 0,0 0 0,0-1 0,-1 1 0,1-1 0,-1 1 0,1 0 0,0 0 0,-1-1 0,0 1 0,1 0 0,-1 0 0,1 0 0,-1 0 0,0-1 0,0 1 0,1 0 0,-1 0 0,0 0 0,0 0 0,0 0 0,0 1 0,0-1 0,-1-1 0,1 1 0,-1 0 0,1 0 0,-1-1 0,0 1 0,1 0 0,-1 0 0,0-1 0,1 1 0,-1-1 0,0 1 0,0-1 0,0 1 0,1-1 0,-1 1 0,0-1 0,-2 1 0,-1 0 0,-1 1 0,0-1 0,0-1 0,0 1 0,0 0 0,0-1 0,-9-1 0,-4-2 40,0-1 0,-27-9 0,37 10-205,1 0 0,0 0 0,-1-1 0,1 0 0,1 0 0,-1-1 0,1 0 0,-9-7 0,8 3-6661</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3.326"/>
    </inkml:context>
    <inkml:brush xml:id="br0">
      <inkml:brushProperty name="width" value="0.05" units="cm"/>
      <inkml:brushProperty name="height" value="0.05" units="cm"/>
    </inkml:brush>
  </inkml:definitions>
  <inkml:trace contextRef="#ctx0" brushRef="#br0">191 28 24575,'-2'-1'0,"-7"-4"0,0 0 0,0 1 0,-1 1 0,-20-6 0,30 9 0,-1 0 0,0 0 0,1-1 0,-1 1 0,0 0 0,0 0 0,1 0 0,-1 0 0,0 0 0,1 0 0,-1 0 0,0 1 0,0-1 0,1 0 0,-1 0 0,0 0 0,1 1 0,-1-1 0,0 0 0,1 1 0,-1-1 0,0 1 0,1-1 0,-1 0 0,0 2 0,1-2 0,0 1 0,-1 0 0,1 0 0,0 0 0,0 0 0,0 0 0,0 0 0,0-1 0,0 1 0,0 0 0,0 0 0,0 0 0,0 0 0,0 0 0,1 0 0,-1-1 0,1 2 0,1 4 0,1 0 0,0 0 0,1-1 0,4 7 0,13 13 0,2-2 0,34 29 0,12 12 0,-66-61 0,-1-1 0,0 1 0,0-1 0,0 1 0,0 0 0,0 0 0,0 0 0,-1 0 0,1 0 0,-1 0 0,1 4 0,-2-5 0,0-1 0,0 0 0,0 1 0,0-1 0,0 1 0,0-1 0,-1 1 0,1-1 0,0 0 0,-1 1 0,1-1 0,-1 0 0,1 1 0,-1-1 0,0 0 0,0 0 0,1 0 0,-1 1 0,0-1 0,0 0 0,0 0 0,0 0 0,0-1 0,-1 1 0,1 0 0,0 0 0,0 0 0,-2 0 0,-3 2 0,0 0 0,-1-1 0,1 0 0,0 0 0,-1-1 0,1 1 0,-14 0 0,-49-3 0,39 0 0,7 0 62,-27-6 0,3 1-1551,32 5-5337</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3.836"/>
    </inkml:context>
    <inkml:brush xml:id="br0">
      <inkml:brushProperty name="width" value="0.05" units="cm"/>
      <inkml:brushProperty name="height" value="0.05" units="cm"/>
    </inkml:brush>
  </inkml:definitions>
  <inkml:trace contextRef="#ctx0" brushRef="#br0">1 8 24575,'0'3'0,"1"0"0,1 0 0,-1 0 0,0-1 0,1 1 0,-1 0 0,1-1 0,0 1 0,0-1 0,0 1 0,0-1 0,3 3 0,1 1 0,21 25 0,41 43 0,-60-67 0,1 0 0,0 0 0,0-1 0,0 0 0,1 0 0,19 8 0,-24-12 0,0-1 0,0 1 0,0-1 0,0 0 0,0-1 0,0 1 0,0-1 0,0 0 0,1 0 0,7-2 0,-11 2 0,0 0 0,0-1 0,0 0 0,0 0 0,0 1 0,0-1 0,0 0 0,0-1 0,0 1 0,-1 0 0,1 0 0,-1-1 0,1 1 0,-1-1 0,1 1 0,-1-1 0,0 0 0,1 0 0,-1 1 0,0-1 0,0 0 0,-1 0 0,1 0 0,0 0 0,0 0 0,-1 0 0,1-4 0,0-10 0,0-1 0,-1 1 0,-1 0 0,-5-31 0,1 12 0,5 34 0,0 0 0,-1 0 0,1 0 0,0 0 0,0 0 0,0 0 0,0 0 0,0 0 0,0 0 0,0 0 0,0-1 0,1 1 0,-1 0 0,0 0 0,1 0 0,-1 0 0,0 0 0,1 0 0,0 1 0,-1-1 0,1 0 0,0-1 0,0 2 0,0 0 0,-1-1 0,1 1 0,0 0 0,0 0 0,0 0 0,-1 0 0,1 0 0,0 0 0,0 0 0,0 1 0,-1-1 0,1 0 0,0 0 0,0 1 0,0-1 0,-1 0 0,1 1 0,0-1 0,-1 0 0,2 2 0,6 3 0,-1 1 0,0 0 0,9 11 0,47 54-9,-28-30-669,61 54 0,-87-87-6148</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4.509"/>
    </inkml:context>
    <inkml:brush xml:id="br0">
      <inkml:brushProperty name="width" value="0.05" units="cm"/>
      <inkml:brushProperty name="height" value="0.05" units="cm"/>
    </inkml:brush>
  </inkml:definitions>
  <inkml:trace contextRef="#ctx0" brushRef="#br0">4 60 24575,'-4'-9'0,"7"8"0,11 12 0,-13-10 0,20 17 0,6 6 0,59 39 0,-81-60 0,-1 0 0,0 0 0,0-1 0,0 0 0,0 0 0,9 3 0,-12-5 0,0 0 0,-1 0 0,1 0 0,0 0 0,0 0 0,-1 0 0,1 0 0,0 0 0,-1 0 0,1 0 0,0 0 0,-1-1 0,1 1 0,-1 0 0,1 0 0,0-1 0,-1 1 0,1 0 0,0-1 0,0 0 0,0 0 0,-1 0 0,1 0 0,0 0 0,-1 0 0,1 0 0,-1 0 0,0 0 0,1 0 0,-1 0 0,0 0 0,0-1 0,1 1 0,-1 0 0,0-2 0,-1-6 0,0-1 0,0 1 0,-1 0 0,0 0 0,0 0 0,-1 0 0,-6-14 0,-8-26 0,17 48 0,-1 0 0,1 0 0,0 0 0,0 0 0,0 0 0,-1 0 0,1 0 0,0 0 0,0 0 0,1 0 0,-1 0 0,0 0 0,0 0 0,0-1 0,1 1 0,-1 0 0,0 0 0,1 0 0,-1 0 0,2-1 0,-1 2 0,-1-1 0,1 0 0,0 1 0,0-1 0,0 1 0,-1-1 0,1 1 0,0 0 0,0-1 0,0 1 0,0 0 0,0 0 0,0 0 0,0 0 0,0 0 0,0-1 0,0 2 0,1-1 0,3 0 0,-1 1 0,1 0 0,-1 0 0,1 1 0,-1-1 0,0 1 0,8 4 0,61 44 0,-39-26 0,39 21 0,-69-43 0,0 1 0,1-2 0,-1 1 0,0 0 0,1-1 0,-1 0 0,1 0 0,5 0 0,-9-1 0,1 0 0,-1 0 0,0 0 0,0 0 0,1 0 0,-1-1 0,0 1 0,0 0 0,0-1 0,0 1 0,1-1 0,-1 1 0,0-1 0,0 0 0,0 1 0,0-1 0,0 0 0,0 0 0,-1 0 0,1 0 0,0 0 0,0 0 0,0 0 0,-1 0 0,1 0 0,-1 0 0,1 0 0,-1 0 0,1 0 0,-1 0 0,0-1 0,1 1 0,-1 0 0,0-2 0,1-21 0,-1 20 0,0 0 0,0-1 0,1 1 0,-1 0 0,1 0 0,1-5 0,-2 8 0,1 0 0,0 0 0,-1 0 0,1 0 0,0-1 0,0 1 0,0 0 0,-1 0 0,1 0 0,0 1 0,0-1 0,0 0 0,1 0 0,-1 0 0,0 1 0,0-1 0,0 1 0,0-1 0,1 1 0,-1-1 0,0 1 0,1 0 0,1-1 0,3 0 0,0 1 0,0 0 0,1 0 0,-1 1 0,0-1 0,0 1 0,0 0 0,9 4 0,47 20 0,-51-20 0,15 7-341,-1 0 0,-1 2-1,27 20 1</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5.052"/>
    </inkml:context>
    <inkml:brush xml:id="br0">
      <inkml:brushProperty name="width" value="0.05" units="cm"/>
      <inkml:brushProperty name="height" value="0.05" units="cm"/>
    </inkml:brush>
  </inkml:definitions>
  <inkml:trace contextRef="#ctx0" brushRef="#br0">1 308 24575,'9'-8'0,"59"-57"0,-59 55 0,-1 0 0,0 0 0,0-1 0,-1 1 0,6-15 0,-11 21 0,-1 1 0,0-1 0,0 0 0,0 1 0,-1-1 0,1 0 0,-1 0 0,0 0 0,0 0 0,0 0 0,-1 1 0,1-1 0,-1 0 0,0 0 0,0 0 0,0 1 0,-1-1 0,1 1 0,-1-1 0,-2-4 0,-2 0 0,1 0 0,-1 0 0,-1 0 0,0 0 0,0 1 0,-14-11 0,20 17 0,1 0 0,-1 0 0,-1 1 0,1-1 0,0 0 0,0 0 0,0 1 0,0-1 0,-1 0 0,1 1 0,0-1 0,0 1 0,-1 0 0,1-1 0,0 1 0,-1 0 0,1 0 0,-1 0 0,1 0 0,0 0 0,-1 0 0,1 0 0,0 0 0,-1 1 0,1-1 0,0 0 0,-2 1 0,1 1 0,1-1 0,0 0 0,0 1 0,-1-1 0,1 1 0,0 0 0,0-1 0,0 1 0,1 0 0,-1-1 0,0 1 0,0 0 0,1 0 0,0 0 0,-1 0 0,1 0 0,0 0 0,0 3 0,-1 14 0,0 1 0,2-1 0,1 0 0,4 25 0,-4-37 0,-1 0 0,1 1 0,1-2 0,-1 1 0,1 0 0,0 0 0,1-1 0,0 0 0,0 0 0,0 0 0,0 0 0,1 0 0,0-1 0,9 7 0,-8-8 0,1 0 0,-1 0 0,1-1 0,0 0 0,0-1 0,0 1 0,0-1 0,13 2 0,8-1 0,29 0 0,0 0 0,73 14-1365,-114-14-5461</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5.940"/>
    </inkml:context>
    <inkml:brush xml:id="br0">
      <inkml:brushProperty name="width" value="0.05" units="cm"/>
      <inkml:brushProperty name="height" value="0.05" units="cm"/>
    </inkml:brush>
  </inkml:definitions>
  <inkml:trace contextRef="#ctx0" brushRef="#br0">0 60 24575,'1'2'0,"-1"1"0,0 0 0,1-1 0,0 1 0,0-1 0,-1 1 0,2-1 0,-1 1 0,0-1 0,0 0 0,2 3 0,21 24 0,-17-21 0,14 16 0,1-1 0,0-1 0,2-1 0,1-1 0,48 29 0,-68-45 0,2-1 0,-1 0 0,0 0 0,0-1 0,12 3 0,-17-4 0,0-1 0,0 0 0,0 0 0,0 0 0,0 0 0,1 0 0,-1 0 0,0 0 0,0 0 0,0 0 0,0 0 0,1-1 0,-1 1 0,0 0 0,0-1 0,0 1 0,0-1 0,0 1 0,0-1 0,0 0 0,0 1 0,0-1 0,0 0 0,-1 0 0,1 1 0,0-1 0,0 0 0,-1 0 0,1 0 0,0 0 0,-1 0 0,1 0 0,-1 0 0,1 0 0,-1 0 0,0-1 0,1 1 0,-1 0 0,0 0 0,0-2 0,1-2 0,-1-1 0,0 0 0,-1 0 0,0 0 0,1 1 0,-2-1 0,-2-10 0,2 9 0,0 0 0,0 0 0,1 0 0,0-9 0,1 16 0,0 0 0,0-1 0,0 1 0,0 0 0,0 0 0,0-1 0,0 1 0,0 0 0,0 0 0,0-1 0,0 1 0,0 0 0,0 0 0,1-1 0,-1 1 0,0 0 0,0 0 0,0 0 0,0-1 0,1 1 0,-1 0 0,0 0 0,0 0 0,0 0 0,1-1 0,-1 1 0,0 0 0,0 0 0,1 0 0,-1 0 0,0 0 0,0 0 0,1 0 0,-1 0 0,0 0 0,0 0 0,1 0 0,-1 0 0,0 0 0,0 0 0,1 0 0,-1 0 0,0 0 0,0 0 0,1 0 0,-1 0 0,0 0 0,0 0 0,0 0 0,1 1 0,-1-1 0,0 0 0,0 0 0,0 0 0,1 1 0,16 9 0,-14-7 0,48 31 0,-9-5 0,66 34 0,-95-56 0,0-1 0,0-1 0,1 0 0,0-1 0,0 0 0,0-1 0,1-1 0,-1 0 0,27-1 0,-39-1 0,0 0 0,0 0 0,0 0 0,0-1 0,-1 1 0,1 0 0,0-1 0,0 0 0,0 1 0,-1-1 0,1 0 0,0 0 0,-1 0 0,1 0 0,-1 0 0,1 0 0,-1-1 0,0 1 0,1 0 0,-1-1 0,1-1 0,-1 1 0,1-1 0,-1 1 0,0-1 0,-1 0 0,1 1 0,0-1 0,-1 0 0,0 0 0,0 0 0,1 1 0,-2-1 0,1-5 0,-2-4 0,-1 1 0,0-1 0,-1 1 0,0-1 0,-7-14 0,1 7 0,-1 0 0,-1 0 0,0 1 0,-24-25 0,25 32 0,0-1 0,-1 1 0,-1 1 0,0 1 0,0-1 0,-27-13 0,25 18-1365,2 1-5461</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6.205"/>
    </inkml:context>
    <inkml:brush xml:id="br0">
      <inkml:brushProperty name="width" value="0.05" units="cm"/>
      <inkml:brushProperty name="height" value="0.05" units="cm"/>
    </inkml:brush>
  </inkml:definitions>
  <inkml:trace contextRef="#ctx0" brushRef="#br0">1 0 24575,'17'10'0,"7"6"0,1 3 0,-4 0 0,-3 0 0,-4-1 0,-5-1 0,-3-1 0,-6-3 0</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6.375"/>
    </inkml:context>
    <inkml:brush xml:id="br0">
      <inkml:brushProperty name="width" value="0.05" units="cm"/>
      <inkml:brushProperty name="height" value="0.05" units="cm"/>
    </inkml:brush>
  </inkml:definitions>
  <inkml:trace contextRef="#ctx0" brushRef="#br0">0 0 24575,'3'8'0,"0"2"-8191</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6.686"/>
    </inkml:context>
    <inkml:brush xml:id="br0">
      <inkml:brushProperty name="width" value="0.05" units="cm"/>
      <inkml:brushProperty name="height" value="0.05" units="cm"/>
    </inkml:brush>
  </inkml:definitions>
  <inkml:trace contextRef="#ctx0" brushRef="#br0">1 61 24575,'14'7'0,"5"1"0,23 8 0,-37-14 0,1-1 0,-1 0 0,0 0 0,1 0 0,-1 0 0,1-1 0,-1 0 0,1-1 0,7 0 0,-10 0 0,-1 1 0,0-1 0,0 0 0,0 0 0,0 0 0,0 0 0,-1 0 0,1 0 0,0-1 0,0 1 0,-1-1 0,1 1 0,2-4 0,15-26 0,-17 26 0,0 1 0,1-1 0,0 1 0,0-1 0,0 1 0,4-5 0,-5 8 0,-1 0 0,1 0 0,-1 0 0,1 0 0,0 0 0,-1 0 0,1 1 0,0-1 0,-1 1 0,1-1 0,0 1 0,0-1 0,0 1 0,-1 0 0,1 0 0,0 0 0,0 0 0,0 0 0,0 1 0,-1-1 0,1 0 0,2 2 0,5 0 0,-1 1 0,0 1 0,0 0 0,-1 0 0,1 0 0,-1 1 0,9 8 0,44 43 0,-42-37-682,22 29-1,-31-35-6143</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7.168"/>
    </inkml:context>
    <inkml:brush xml:id="br0">
      <inkml:brushProperty name="width" value="0.05" units="cm"/>
      <inkml:brushProperty name="height" value="0.05" units="cm"/>
    </inkml:brush>
  </inkml:definitions>
  <inkml:trace contextRef="#ctx0" brushRef="#br0">93 501 24575,'-5'1'0,"0"0"0,0 1 0,0-1 0,0 1 0,0 0 0,0 0 0,1 1 0,-1 0 0,1-1 0,0 2 0,0-1 0,0 0 0,0 1 0,-5 6 0,6-6 0,1-1 0,0 1 0,0 0 0,0 0 0,0 0 0,1 0 0,0 0 0,-1 0 0,2 0 0,-1 0 0,0 0 0,1 1 0,0-1 0,0 0 0,0 1 0,0-1 0,1 0 0,1 6 0,0 0 0,1 0 0,1 0 0,-1 0 0,2-1 0,-1 1 0,9 11 0,-11-17 0,1-1 0,-1 1 0,1-1 0,0 0 0,-1 0 0,1 0 0,1 0 0,-1-1 0,0 1 0,1-1 0,-1 0 0,1 0 0,0 0 0,-1-1 0,1 1 0,0-1 0,0 0 0,7 1 0,-10-1 0,1-1 0,-1 0 0,1 0 0,-1-1 0,1 1 0,-1 0 0,1 0 0,-1-1 0,0 1 0,1-1 0,-1 1 0,0-1 0,1 1 0,-1-1 0,0 0 0,0 0 0,1 0 0,0-1 0,0 0 0,-1 0 0,1 0 0,-1 0 0,1 0 0,-1 0 0,0-1 0,0 1 0,0 0 0,1-5 0,0-4 0,0 0 0,-1 0 0,0-20 0,-1 25 0,-1-42 0,-14-94 0,-22-46 0,12 71 0,19 88 0,2 1 0,1-1 0,2-37 0,10 263 0,-3-127 0,0-3 0,2-1 0,26 99 0,-24-126-1365,-8-24-5461</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7.657"/>
    </inkml:context>
    <inkml:brush xml:id="br0">
      <inkml:brushProperty name="width" value="0.05" units="cm"/>
      <inkml:brushProperty name="height" value="0.05" units="cm"/>
    </inkml:brush>
  </inkml:definitions>
  <inkml:trace contextRef="#ctx0" brushRef="#br0">74 1 24575,'26'0'0,"0"1"0,0 1 0,45 9 0,-64-9 0,1 0 0,0 1 0,-1-1 0,0 1 0,0 1 0,0-1 0,0 1 0,0 0 0,-1 1 0,0 0 0,0 0 0,0 0 0,0 1 0,-1 0 0,0 0 0,7 11 0,-7-9 0,-1 0 0,0 0 0,-1 0 0,0 1 0,0-1 0,-1 1 0,0 0 0,1 10 0,-3-16 0,0 0 0,0 0 0,0 1 0,0-1 0,0 0 0,-1 0 0,0 0 0,1 0 0,-1 0 0,-1 0 0,1-1 0,0 1 0,0 0 0,-1 0 0,0-1 0,1 1 0,-1-1 0,0 1 0,0-1 0,-1 0 0,1 0 0,0 0 0,-1 0 0,1 0 0,-1-1 0,-5 4 0,1-3 0,0 1 0,-1-1 0,1 0 0,-1 0 0,1-1 0,-1 0 0,0 0 0,0-1 0,1 0 0,-1 0 0,0-1 0,-14-3 0,6 1 0,0-2 0,1 0 0,0-1 0,0 0 0,-15-10 0,13 7 0,1-1 0,-17-14 0,29 22 0,1-1 0,0 0 0,-1 0 0,1 0 0,1 0 0,-1 0 0,0-1 0,1 0 0,0 1 0,0-1 0,0 0 0,0 0 0,1 0 0,-1 0 0,-1-8 0,3 8 6,0 1 0,1-1 0,-1 1 0,1-1 0,-1 1 0,1-1 0,0 1 0,1-1 0,-1 1 0,1 0 0,-1 0 0,1 0 0,0 0 0,0 0 0,0 0 0,0 0 0,1 1 0,-1-1 0,6-4 0,-2 3-155,-1 0 1,1 0-1,0 0 1,0 1-1,0 0 1,0 0-1,1 1 1,-1 0-1,10-2 1,-3 2-6678</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8.217"/>
    </inkml:context>
    <inkml:brush xml:id="br0">
      <inkml:brushProperty name="width" value="0.05" units="cm"/>
      <inkml:brushProperty name="height" value="0.05" units="cm"/>
    </inkml:brush>
  </inkml:definitions>
  <inkml:trace contextRef="#ctx0" brushRef="#br0">0 98 24575,'2'0'0,"0"1"0,0-1 0,0 0 0,0 1 0,0 0 0,0-1 0,-1 1 0,1 0 0,0 0 0,-1 0 0,1 0 0,0 1 0,1 1 0,22 22 0,-13-11 0,20 17 0,35 33 0,-56-55 0,1 0 0,0 0 0,0-1 0,16 7 0,-27-14 0,1-1 0,-1 1 0,0-1 0,0 1 0,1-1 0,-1 1 0,0-1 0,1 0 0,-1 1 0,0-1 0,1 0 0,-1 0 0,0 0 0,1 0 0,-1 0 0,1 0 0,-1 0 0,0-1 0,1 1 0,-1-1 0,0 1 0,0-1 0,2 0 0,-1 0 0,-1-1 0,0 1 0,0-1 0,0 1 0,0-1 0,0 1 0,0-1 0,-1 0 0,1 1 0,0-1 0,-1 0 0,1 0 0,-1 1 0,0-1 0,0 0 0,0 0 0,0-2 0,0-13 0,0 1 0,-6-31 0,1 20 0,5 26 0,0 0 0,0 0 0,0 0 0,-1 0 0,1 1 0,0-1 0,0 0 0,0 0 0,0 0 0,1 0 0,-1 0 0,0 1 0,0-1 0,0 0 0,1 0 0,-1 0 0,0 1 0,1-1 0,-1 0 0,1 0 0,-1 1 0,1-1 0,0-1 0,0 2 0,0 0 0,0-1 0,0 1 0,-1 0 0,1 0 0,0 0 0,0-1 0,0 1 0,0 0 0,0 1 0,0-1 0,0 0 0,-1 0 0,1 0 0,0 0 0,0 1 0,0-1 0,1 1 0,4 2 0,0 0 0,-1 0 0,1 0 0,9 9 0,-5-3 0,12 11 0,0-2 0,1 0 0,1-1 0,39 20 0,-56-34 0,1 1 0,-1-1 0,1-1 0,0 1 0,0-2 0,14 3 0,-20-4 0,0 0 0,1 0 0,-1 0 0,0 0 0,0 0 0,0-1 0,0 1 0,1-1 0,-1 1 0,0-1 0,0 0 0,0 0 0,0 0 0,-1 0 0,1 0 0,0-1 0,0 1 0,-1 0 0,1-1 0,0 1 0,-1-1 0,0 0 0,1 1 0,-1-1 0,0 0 0,0 0 0,0 0 0,0 0 0,0 0 0,1-2 0,-1-3 0,1 0 0,-1 0 0,0-1 0,0 1 0,-1 0 0,0 0 0,0 0 0,0 0 0,-1-1 0,-1 1 0,-2-11 0,0 4 0,-1 1 0,0 0 0,-1 1 0,0-1 0,-9-11 0,8 13-227,-1 1-1,0 0 1,0 0-1,-1 1 1,-10-9-1,6 9-6598</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19.650"/>
    </inkml:context>
    <inkml:brush xml:id="br0">
      <inkml:brushProperty name="width" value="0.05" units="cm"/>
      <inkml:brushProperty name="height" value="0.05" units="cm"/>
    </inkml:brush>
  </inkml:definitions>
  <inkml:trace contextRef="#ctx0" brushRef="#br0">75 33 24575,'38'5'0,"-14"-1"0,0 0 0,1 1 0,41 15 0,-64-19 0,0 0 0,0 0 0,0 0 0,0 0 0,0 0 0,-1 0 0,1 0 0,0 1 0,-1-1 0,1 1 0,-1-1 0,1 1 0,-1-1 0,1 3 0,-1-3 0,-1 0 0,0 0 0,1 1 0,-1-1 0,0 0 0,0 0 0,0 0 0,0 0 0,0 0 0,0 0 0,-1 0 0,1 1 0,0-1 0,0 0 0,-1 0 0,1 0 0,-1 0 0,1 0 0,-1 0 0,1 0 0,-1 0 0,0 0 0,1-1 0,-1 1 0,0 0 0,0 0 0,-1 1 0,-6 6 0,-1 0 0,0-1 0,0 1 0,-1-2 0,0 1 0,-17 7 0,20-11 0,-1 0 0,0 0 0,0-1 0,0 0 0,0-1 0,-1 1 0,1-2 0,0 1 0,-1-1 0,-8-1 0,13 0 0,1 1 0,-1-1 0,1-1 0,-1 1 0,1 0 0,0-1 0,-1 0 0,1 0 0,0 0 0,0 0 0,0 0 0,0-1 0,1 1 0,-1-1 0,1 0 0,-1 1 0,1-1 0,0 0 0,0-1 0,0 1 0,-1-4 0,-1-2 0,0 0 0,0-1 0,1 0 0,0 0 0,1 0 0,-1-15 0,2 23 6,1 0 0,0-1 0,0 1 0,0 0 0,0 0 0,0 0 0,1-1 0,-1 1 0,1 0 0,-1 0 0,1 0 0,0 0 0,0 0 0,0 0 0,0 0 0,0 0 0,0 0 0,1 0 0,1-1 0,-1 1-112,1 0 0,-1 0 0,1 0 0,-1 1 0,1 0 0,0-1-1,0 1 1,0 0 0,0 0 0,0 0 0,0 1 0,0-1 0,4 1 0,6-1-6720</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20.070"/>
    </inkml:context>
    <inkml:brush xml:id="br0">
      <inkml:brushProperty name="width" value="0.05" units="cm"/>
      <inkml:brushProperty name="height" value="0.05" units="cm"/>
    </inkml:brush>
  </inkml:definitions>
  <inkml:trace contextRef="#ctx0" brushRef="#br0">159 8 24575,'-7'-2'0,"1"0"0,-1 1 0,0 0 0,0 0 0,0 1 0,0-1 0,1 2 0,-1-1 0,0 1 0,-12 2 0,16-1 0,-1-1 0,0 1 0,1-1 0,-1 1 0,1 0 0,0 0 0,-1 1 0,1-1 0,0 1 0,1-1 0,-1 1 0,0 0 0,1 0 0,-1 0 0,1 1 0,0-1 0,0 1 0,1-1 0,-1 1 0,-1 4 0,0 3 2,0 0 0,1 0 0,0 0 0,1 1 0,0-1 0,1 0 0,0 1 0,3 18 0,3 6-112,15 48 1,65 160-953,21-8 778,-86-194 250,35 56 0,-52-93 18,-1-1 0,1 0 0,0 0 0,0 0 1,0 0-1,9 6 0,-5-5-6449</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20.212"/>
    </inkml:context>
    <inkml:brush xml:id="br0">
      <inkml:brushProperty name="width" value="0.05" units="cm"/>
      <inkml:brushProperty name="height" value="0.05" units="cm"/>
    </inkml:brush>
  </inkml:definitions>
  <inkml:trace contextRef="#ctx0" brushRef="#br0">216 139 24575,'-23'-25'0,"-12"-8"0,-3 3 0,3 8 0,2 7 0,4 6 0,7 5-8191</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20.896"/>
    </inkml:context>
    <inkml:brush xml:id="br0">
      <inkml:brushProperty name="width" value="0.05" units="cm"/>
      <inkml:brushProperty name="height" value="0.05" units="cm"/>
    </inkml:brush>
  </inkml:definitions>
  <inkml:trace contextRef="#ctx0" brushRef="#br0">223 14 24575,'-5'-1'0,"-84"-11"0,78 12 0,-1-1 0,1 1 0,-1 1 0,1 0 0,-19 5 0,28-6 0,-1 1 0,1 0 0,0-1 0,0 1 0,0 0 0,-1 0 0,1 0 0,0 1 0,0-1 0,1 0 0,-1 1 0,0 0 0,0-1 0,1 1 0,-1 0 0,1 0 0,-1-1 0,1 1 0,-2 5 0,2-5 0,1 0 0,-1 0 0,1 0 0,0 1 0,0-1 0,0 0 0,0 0 0,0 1 0,0-1 0,1 0 0,-1 0 0,1 0 0,-1 1 0,1-1 0,0 0 0,0 0 0,0 0 0,0 0 0,0 0 0,3 3 0,12 15 0,0-1 0,36 32 0,45 28 0,-54-45 0,-40-32 0,-1 0 0,0 0 0,0 0 0,0 0 0,0 0 0,0 0 0,0 1 0,-1-1 0,1 1 0,-1-1 0,0 1 0,1 2 0,-2-4 0,1 0 0,-1 1 0,0-1 0,0 0 0,0 0 0,0 0 0,0 0 0,0 0 0,-1 0 0,1 0 0,0 0 0,0 0 0,-1 0 0,1 0 0,-1-1 0,1 1 0,-1 0 0,1 0 0,-1 0 0,1 0 0,-1-1 0,0 1 0,1 0 0,-1 0 0,0-1 0,0 1 0,0-1 0,0 1 0,1 0 0,-1-1 0,0 0 0,0 1 0,0-1 0,0 0 0,0 1 0,-2-1 0,-3 2 10,1-1 0,-1 0 0,0-1 0,0 1 0,0-1 0,1 0 0,-1 0 0,0-1 0,0 0 0,1 0 0,-10-3 0,5 1-258,0-1 1,1 0-1,-1 0 1,1-1-1,-14-10 1,13 7-6579</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21.082"/>
    </inkml:context>
    <inkml:brush xml:id="br0">
      <inkml:brushProperty name="width" value="0.05" units="cm"/>
      <inkml:brushProperty name="height" value="0.05" units="cm"/>
    </inkml:brush>
  </inkml:definitions>
  <inkml:trace contextRef="#ctx0" brushRef="#br0">1 1 24575,'0'12'0,"0"8"0,0 1 0,2 1 0,1-4-8191</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21.271"/>
    </inkml:context>
    <inkml:brush xml:id="br0">
      <inkml:brushProperty name="width" value="0.05" units="cm"/>
      <inkml:brushProperty name="height" value="0.05" units="cm"/>
    </inkml:brush>
  </inkml:definitions>
  <inkml:trace contextRef="#ctx0" brushRef="#br0">45 4 24575,'-5'-2'0,"-4"1"0,-1 4 0,0 3 0,0 1-8191</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21.599"/>
    </inkml:context>
    <inkml:brush xml:id="br0">
      <inkml:brushProperty name="width" value="0.05" units="cm"/>
      <inkml:brushProperty name="height" value="0.05" units="cm"/>
    </inkml:brush>
  </inkml:definitions>
  <inkml:trace contextRef="#ctx0" brushRef="#br0">1 0 24575,'67'5'0,"-26"-3"0,64 12 0,-102-13 0,0-1 0,1 1 0,-1 1 0,0-1 0,0 0 0,0 1 0,1 0 0,-2-1 0,1 1 0,0 1 0,0-1 0,-1 0 0,1 0 0,-1 1 0,3 3 0,-2-2 0,-1 0 0,1 1 0,-1-1 0,0 1 0,0 0 0,-1 0 0,0 0 0,1 0 0,-1 7 0,0 4 0,0 0 0,-2 0 0,0 1 0,-1-1 0,-5 22 0,-24 84 0,30-118 0,1-1 0,-1 0 0,1 0 0,0 0 0,0 1 0,0-1 0,0 0 0,1 0 0,-1 1 0,1-1 0,0 0 0,0 0 0,0 0 0,0 0 0,1 0 0,-1 0 0,1 0 0,0-1 0,0 1 0,0 0 0,0-1 0,4 5 0,1-1 0,0 0 0,1-1 0,-1 1 0,1-2 0,0 1 0,16 6 0,-23-10-28,0-1 1,1 1-1,-1-1 0,0 1 0,1-1 0,-1 0 0,0 1 0,1-1 0,-1 0 1,1 0-1,-1 0 0,1 0 0,-1 0 0,0 0 0,1 0 0,-1-1 1,1 1-1,-1 0 0,0-1 0,1 1 0,-1-1 0,0 1 0,0-1 1,1 0-1,-1 0 0,0 0 0,0 1 0,0-1 0,0 0 0,0 0 1,0 0-1,0-1 0,0 1 0,0 0 0,-1 0 0,1 0 0,0-1 0,-1 1 1,1 0-1,-1-1 0,1 1 0,-1 0 0,0-1 0,0 1 0,1 0 1,-1-1-1,0 1 0,-1-3 0,0-9-6798</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22.036"/>
    </inkml:context>
    <inkml:brush xml:id="br0">
      <inkml:brushProperty name="width" value="0.05" units="cm"/>
      <inkml:brushProperty name="height" value="0.05" units="cm"/>
    </inkml:brush>
  </inkml:definitions>
  <inkml:trace contextRef="#ctx0" brushRef="#br0">1 221 24575,'55'14'0,"1"-2"0,0-3 0,0-3 0,110-1 0,-156-6 0,0 0 0,0 0 0,0-1 0,0 0 0,0-1 0,0 0 0,-1 0 0,16-9 0,-20 9 0,0-1 0,0 1 0,0-1 0,0 0 0,-1 0 0,1-1 0,-1 1 0,-1-1 0,1 0 0,0 0 0,-1-1 0,0 1 0,0-1 0,-1 1 0,3-9 0,-2 4 0,0 0 0,0 0 0,-1 0 0,1-17 0,-3 23 0,0 0 0,0 1 0,-1-1 0,1 1 0,-1-1 0,0 1 0,0-1 0,0 1 0,-1-1 0,1 1 0,-1 0 0,0 0 0,0-1 0,0 1 0,0 1 0,-4-6 0,3 6 0,1-1 0,0 1 0,-1 0 0,0 0 0,1 0 0,-1 0 0,0 0 0,0 0 0,0 1 0,0 0 0,0-1 0,0 1 0,-1 0 0,1 1 0,0-1 0,0 0 0,-1 1 0,1 0 0,0 0 0,-1 0 0,1 0 0,-1 0 0,1 1 0,0-1 0,0 1 0,-1 0 0,1 0 0,0 0 0,0 1 0,0-1 0,0 1 0,0 0 0,0 0 0,1 0 0,-1 0 0,0 0 0,1 0 0,0 1 0,-1-1 0,1 1 0,0-1 0,0 1 0,1 0 0,-3 4 0,-1 1 0,1 2 0,0-1 0,0 0 0,1 1 0,0 0 0,1-1 0,0 1 0,0 0 0,1 1 0,0-1 0,1 0 0,2 19 0,-1-21 0,1 0 0,-1-1 0,2 1 0,-1-1 0,1 1 0,0-1 0,1 0 0,0 0 0,0 0 0,0-1 0,1 1 0,0-1 0,0 0 0,1-1 0,0 1 0,12 8 0,-1-2 20,1-1 0,0 0 0,1-2 0,0 0 0,36 11 0,-40-16-185,0-1 0,1 0 0,0-1 0,-1 0 0,1-1 0,0-1 0,-1-1 0,22-3 0,-18 1-6661</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22.945"/>
    </inkml:context>
    <inkml:brush xml:id="br0">
      <inkml:brushProperty name="width" value="0.05" units="cm"/>
      <inkml:brushProperty name="height" value="0.05" units="cm"/>
    </inkml:brush>
  </inkml:definitions>
  <inkml:trace contextRef="#ctx0" brushRef="#br0">0 3 24575,'0'-1'0,"1"1"0,-1 0 0,0 0 0,0 0 0,1-1 0,-1 1 0,0 0 0,0 0 0,0 0 0,1 0 0,-1 0 0,0 0 0,0 0 0,1-1 0,-1 1 0,0 0 0,1 0 0,-1 0 0,0 0 0,0 0 0,1 0 0,-1 0 0,0 0 0,0 0 0,1 1 0,-1-1 0,0 0 0,0 0 0,1 0 0,-1 0 0,0 0 0,0 0 0,1 0 0,-1 1 0,0-1 0,0 0 0,1 0 0,-1 0 0,0 1 0,0-1 0,0 0 0,0 0 0,1 0 0,-1 1 0,0-1 0,0 0 0,0 0 0,0 1 0,0-1 0,0 0 0,0 0 0,0 1 0,0-1 0,0 0 0,0 1 0,0-1 0,0 0 0,0 1 0,4 21 0,-4-19 0,10 64 0,3-1 0,3-1 0,3 0 0,40 93 0,-48-135 0,0 2 0,0 1 0,11 41 0,-21-66-104,-1 0 41,0-1 0,0 1 0,0-1 0,1 1 0,-1 0-1,0-1 1,0 1 0,0-1 0,0 1 0,0 0 0,0-1 0,0 1 0,0 0 0,0-1 0,0 1 0,-1-1 0,1 1 0,0 0 0,-1 0 0</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24.031"/>
    </inkml:context>
    <inkml:brush xml:id="br0">
      <inkml:brushProperty name="width" value="0.05" units="cm"/>
      <inkml:brushProperty name="height" value="0.05" units="cm"/>
    </inkml:brush>
  </inkml:definitions>
  <inkml:trace contextRef="#ctx0" brushRef="#br0">0 136 24575,'3'-5'0,"1"0"0,0 0 0,0 1 0,0-1 0,1 1 0,0 0 0,-1 0 0,9-4 0,11-11 0,-11 9 0,1 0 0,0 1 0,1 0 0,0 1 0,17-6 0,-23 11 0,1 0 0,0 1 0,0 0 0,0 1 0,0 0 0,0 0 0,0 1 0,13 2 0,4-1 0,15 2 0,0 2 0,79 20 0,-113-23 0,37 8 0,-5-1 0,40 14 0,-79-23 0,0 0 0,0 0 0,0 0 0,-1 1 0,1-1 0,0 0 0,0 1 0,0-1 0,0 1 0,-1-1 0,1 1 0,0-1 0,0 1 0,-1 0 0,1-1 0,-1 1 0,1 0 0,0 0 0,-1-1 0,1 1 0,-1 0 0,0 0 0,1 0 0,-1 0 0,1-1 0,-1 1 0,0 0 0,0 0 0,0 0 0,0 0 0,0 0 0,0 0 0,0 0 0,0 0 0,0 0 0,0 0 0,0 0 0,0-1 0,-1 1 0,1 0 0,0 0 0,-1 0 0,1 0 0,0 0 0,-1-1 0,1 1 0,-1 0 0,0 0 0,0 1 0,-5 5 0,0 0 0,-1-1 0,0 1 0,-8 5 0,9-7 0,-14 12 0,0-1 0,-2-1 0,0-1 0,-1 0 0,0-2 0,-1-1 0,-25 8 0,-3-2 0,64-14 0,9-3 0,88 4 0,-94-2 0,0 0 0,0 1 0,0 1 0,0 1 0,14 6 0,-15-5 0,13 6 0,31 17 0,-51-24 0,1 0 0,-1 0 0,0 1 0,0 0 0,-1 0 0,0 0 0,0 1 0,8 11 0,-12-16 0,-1 0 0,0 0 0,0 0 0,1 0 0,-1 1 0,-1-1 0,1 0 0,0 1 0,0-1 0,-1 0 0,1 1 0,-1-1 0,0 1 0,0-1 0,0 1 0,0-1 0,0 1 0,-1-1 0,1 1 0,-1-1 0,1 0 0,-1 1 0,0-1 0,0 0 0,0 1 0,0-1 0,-1 0 0,1 0 0,0 0 0,-1 0 0,0 0 0,1 0 0,-1-1 0,-3 4 0,-4 1 0,1 0 0,-1-1 0,0 0 0,0 0 0,-1-1 0,-18 6 0,10-5 0,0-1 0,0 0 0,-1-1 0,-22 0 0,-75-6 0,83 0 57,-35-9-1,8 1-1534,41 9-5348</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38.745"/>
    </inkml:context>
    <inkml:brush xml:id="br0">
      <inkml:brushProperty name="width" value="0.05" units="cm"/>
      <inkml:brushProperty name="height" value="0.05" units="cm"/>
    </inkml:brush>
  </inkml:definitions>
  <inkml:trace contextRef="#ctx0" brushRef="#br0">1 1 24575,'0'2'0,"1"1"0,0-1 0,0 0 0,1 1 0,-1-1 0,0 0 0,1 0 0,-1 0 0,1 0 0,2 2 0,0 1 0,67 75 0,113 99 0,-160-159 0,-16-14 0,0 0 0,-1 0 0,0 1 0,8 10 0,-15-17-44,1 0 0,-1 1 0,0-1 0,1 0 0,-1 1 0,0-1 0,0 0 0,0 1 0,1-1 0,-1 1 0,0-1 0,0 0 0,0 1 0,0-1 0,0 1 0,0-1 0,0 1 0,0-1-1,0 0 1,0 1 0,0-1 0,0 1 0,0-1 0,0 1 0,0-1 0,0 0 0,0 1 0,0-1 0,-1 1 0,1 0 0</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0.054"/>
    </inkml:context>
    <inkml:brush xml:id="br0">
      <inkml:brushProperty name="width" value="0.05" units="cm"/>
      <inkml:brushProperty name="height" value="0.05" units="cm"/>
    </inkml:brush>
  </inkml:definitions>
  <inkml:trace contextRef="#ctx0" brushRef="#br0">268 121 24575,'-24'-18'0,"-6"-5"0,-2 2 0,-55-30 0,85 50 0,-1 0 0,1 0 0,-1 0 0,0 0 0,1 0 0,-1 1 0,0-1 0,1 1 0,-1-1 0,0 1 0,0 0 0,-4 1 0,6-1 0,-1 1 0,0 0 0,1-1 0,-1 1 0,1 0 0,-1 0 0,1 0 0,-1 0 0,1 0 0,0 0 0,-1 1 0,1-1 0,0 0 0,0 1 0,0-1 0,0 1 0,0-1 0,0 1 0,1-1 0,-2 3 0,-3 10 0,0 0 0,0 1 0,2 0 0,0-1 0,-2 26 0,3-2 0,3 41 0,2-46 0,2 0 0,0 0 0,18 54 0,43 93 0,-65-178 0,18 45-118,7 17-506,30 109 1,-54-160-6203</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0.285"/>
    </inkml:context>
    <inkml:brush xml:id="br0">
      <inkml:brushProperty name="width" value="0.05" units="cm"/>
      <inkml:brushProperty name="height" value="0.05" units="cm"/>
    </inkml:brush>
  </inkml:definitions>
  <inkml:trace contextRef="#ctx0" brushRef="#br0">283 31 24575,'-27'-5'0,"-12"-2"0,-2 1 0,3 1 0,7 1 0,5 2 0,5 1 0,3 0 0,2 1 0,2 1 0,3-1-8191</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0.691"/>
    </inkml:context>
    <inkml:brush xml:id="br0">
      <inkml:brushProperty name="width" value="0.05" units="cm"/>
      <inkml:brushProperty name="height" value="0.05" units="cm"/>
    </inkml:brush>
  </inkml:definitions>
  <inkml:trace contextRef="#ctx0" brushRef="#br0">90 226 24575,'-10'24'0,"9"-23"0,1 0 0,-1 0 0,1 0 0,-1 0 0,1 0 0,-1 0 0,0 0 0,0 0 0,1-1 0,-1 1 0,0 0 0,0 0 0,0-1 0,0 1 0,0 0 0,0-1 0,0 1 0,0-1 0,-1 1 0,1-1 0,0-1 0,1 1 0,-1 0 0,0 0 0,0-1 0,1 1 0,-1-1 0,0 1 0,1-1 0,-1 1 0,0-1 0,1 1 0,-1-1 0,1 1 0,-1-1 0,1 0 0,-1 1 0,1-1 0,0 0 0,-1 1 0,1-2 0,-8-20 0,6 17 0,-5-16 0,-18-57 0,22 68 0,1-1 0,1 0 0,0 1 0,0-1 0,2-17 0,-1 26 0,0 0 0,0 0 0,1 0 0,-1 0 0,1 0 0,-1 0 0,1 0 0,0 0 0,0 1 0,0-1 0,0 0 0,0 0 0,0 1 0,0-1 0,0 1 0,1-1 0,-1 1 0,1 0 0,2-3 0,-1 3 0,0-1 0,0 1 0,0 0 0,0 0 0,0 0 0,0 0 0,0 1 0,0-1 0,1 1 0,-1 0 0,5 0 0,0 1 0,0 0 0,0 0 0,0 1 0,0 0 0,0 0 0,0 1 0,0 0 0,13 8 0,5 9-1365,-16-12-5461</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1.177"/>
    </inkml:context>
    <inkml:brush xml:id="br0">
      <inkml:brushProperty name="width" value="0.05" units="cm"/>
      <inkml:brushProperty name="height" value="0.05" units="cm"/>
    </inkml:brush>
  </inkml:definitions>
  <inkml:trace contextRef="#ctx0" brushRef="#br0">183 69 24575,'-22'-8'0,"5"2"0,0 0 0,-1 1 0,0 1 0,0 0 0,-18 0 0,34 3 0,1 1 0,-1 0 0,0 0 0,1 0 0,-1 1 0,1-1 0,-1 0 0,1 1 0,-1-1 0,1 1 0,-1-1 0,1 1 0,-1-1 0,1 1 0,0 0 0,-1 0 0,1 0 0,0 0 0,-2 1 0,2 0 0,1-1 0,-1 0 0,0 0 0,1 1 0,-1-1 0,1 1 0,-1-1 0,1 0 0,0 1 0,0-1 0,0 1 0,-1-1 0,1 1 0,0-1 0,1 1 0,-1 1 0,2 4 0,0 0 0,0 0 0,0-1 0,1 0 0,0 1 0,0-1 0,5 7 0,1-2 0,-1 0 0,1 0 0,1-1 0,0 0 0,0-1 0,14 10 0,-17-14 0,0 0 0,0-1 0,0 0 0,1 0 0,0-1 0,-1 0 0,1 0 0,0-1 0,0 0 0,0-1 0,15 2 0,-22-3 0,1 0 0,-1 0 0,0 0 0,1-1 0,-1 1 0,0 0 0,1-1 0,-1 1 0,0-1 0,0 1 0,0-1 0,1 1 0,-1-1 0,0 0 0,0 0 0,0 1 0,0-1 0,0 0 0,0 0 0,0 0 0,0 0 0,0 0 0,-1 0 0,1-1 0,0 1 0,-1 0 0,1 0 0,-1 0 0,1-1 0,-1 1 0,0 0 0,1-3 0,0-4 0,0 0 0,-1-1 0,0 1 0,-1-12 0,0 6 0,-1-8 0,-1 0 0,-9-32 0,1 0 0,19 66 0,4 9 0,2 5 0,0 0 0,1-2 0,2 0 0,0-1 0,27 27 0,-37-42-1365</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1.783"/>
    </inkml:context>
    <inkml:brush xml:id="br0">
      <inkml:brushProperty name="width" value="0.05" units="cm"/>
      <inkml:brushProperty name="height" value="0.05" units="cm"/>
    </inkml:brush>
  </inkml:definitions>
  <inkml:trace contextRef="#ctx0" brushRef="#br0">0 77 24575,'1'3'0,"0"0"0,0 0 0,0 0 0,1 0 0,-1-1 0,1 1 0,0 0 0,-1-1 0,1 1 0,5 3 0,-1 2 0,-2-3 0,0-1 0,0 1 0,0-1 0,1 0 0,-1-1 0,1 1 0,0-1 0,0 0 0,8 4 0,-10-6 0,0 1 0,0-1 0,1 0 0,-1 0 0,1 0 0,-1-1 0,1 1 0,-1-1 0,1 0 0,0 0 0,-1 0 0,1 0 0,-1-1 0,1 1 0,-1-1 0,7-2 0,-8 2 0,0-1 0,0 1 0,0 0 0,-1-1 0,1 0 0,0 1 0,-1-1 0,1 0 0,-1 0 0,1 0 0,-1 0 0,0 0 0,0 0 0,0 0 0,0-1 0,-1 1 0,1 0 0,0-3 0,1-5 0,0 0 0,1-18 0,-3 22 0,0-1 0,-1 1 0,0 0 0,-1-7 0,0 7 0,1 1 0,0-1 0,0-11 0,1 17 0,0-1 0,0 1 0,0 0 0,0 0 0,0 0 0,0-1 0,0 1 0,0 0 0,0 0 0,0 0 0,0 0 0,0-1 0,0 1 0,0 0 0,0 0 0,1 0 0,-1 0 0,0-1 0,0 1 0,0 0 0,0 0 0,0 0 0,0 0 0,0 0 0,1-1 0,-1 1 0,0 0 0,0 0 0,0 0 0,0 0 0,0 0 0,1 0 0,-1 0 0,0 0 0,0 0 0,0 0 0,1-1 0,-1 1 0,0 0 0,0 0 0,0 0 0,1 0 0,8 6 0,12 14 0,-19-18 0,9 10 0,8 9 0,1-1 0,0-1 0,45 31 0,-63-48 0,0-1 0,1 1 0,-1-1 0,1 0 0,-1 0 0,1 0 0,-1 0 0,1-1 0,0 1 0,-1-1 0,1 1 0,0-1 0,0 0 0,-1 0 0,1 0 0,3-1 0,-5 0 0,1 1 0,-1-1 0,1 0 0,-1 0 0,1 1 0,-1-1 0,1 0 0,-1-1 0,0 1 0,1 0 0,-1 0 0,0 0 0,0-1 0,0 1 0,0-1 0,0 1 0,0-1 0,-1 1 0,1-1 0,0 1 0,-1-1 0,1 0 0,-1 1 0,0-1 0,1 0 0,-1-1 0,1-32 0,-2 28 0,1 1 0,1-1 0,1-12 0,-2 18-2,0 1 0,0 0 0,0-1 0,0 1-1,0 0 1,0-1 0,0 1 0,0 0 0,0-1 0,1 1-1,-1 0 1,0-1 0,0 1 0,0 0 0,1-1-1,-1 1 1,0 0 0,0 0 0,1-1 0,-1 1 0,0 0-1,1 0 1,-1-1 0,0 1 0,0 0 0,1 0 0,-1 0-1,0 0 1,1 0 0,-1-1 0,1 1 0,-1 0 0,0 0-1,1 0 1,-1 0 0,1 0 0,0 1 20,1-1 0,-1 1 0,0-1 1,0 1-1,1 0 0,-1-1 0,0 1 0,0 0 1,0 0-1,1 1 0,3 3-389,-1-1-1,0 1 1,6 9 0,-5-3-6455</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2.262"/>
    </inkml:context>
    <inkml:brush xml:id="br0">
      <inkml:brushProperty name="width" value="0.05" units="cm"/>
      <inkml:brushProperty name="height" value="0.05" units="cm"/>
    </inkml:brush>
  </inkml:definitions>
  <inkml:trace contextRef="#ctx0" brushRef="#br0">77 254 24575,'11'-10'0,"48"-53"0,-52 55 0,-1 0 0,0-1 0,-1 1 0,1-1 0,7-20 0,-13 27 0,1 0 0,0 0 0,-1-1 0,1 1 0,-1 0 0,0-1 0,0 1 0,0 0 0,0-1 0,0 1 0,-1 0 0,1-1 0,-1 1 0,1 0 0,-1 0 0,-1-3 0,0 1 0,0 1 0,0-1 0,-1 1 0,1 0 0,-1 0 0,1 0 0,-1 0 0,0 0 0,-4-2 0,1 1 0,-1 0 0,1 0 0,-1 0 0,0 1 0,0 0 0,0 1 0,-1-1 0,1 1 0,-13-1 0,19 2 0,-6 1 0,1-1 0,0 1 0,-1 0 0,1 0 0,-7 2 0,11-2 0,1 0 0,-1 1 0,1-1 0,-1 1 0,1-1 0,0 1 0,-1 0 0,1-1 0,0 1 0,0 0 0,-1 0 0,1 0 0,0 0 0,0 0 0,0 0 0,0 0 0,0 1 0,0-1 0,1 0 0,-1 1 0,0-1 0,1 0 0,-1 1 0,1-1 0,-1 0 0,1 1 0,-1 1 0,0 3 0,1 0 0,-1 0 0,1 0 0,0 1 0,1-1 0,0 0 0,-1 0 0,2-1 0,-1 1 0,4 8 0,-1-5 0,0 0 0,0 0 0,1-1 0,1 0 0,10 14 0,4-2 0,-1-1 0,2 0 0,35 23 0,-34-28-341,-1-1 0,2-2-1,30 13 1,-39-18-6485</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2.982"/>
    </inkml:context>
    <inkml:brush xml:id="br0">
      <inkml:brushProperty name="width" value="0.05" units="cm"/>
      <inkml:brushProperty name="height" value="0.05" units="cm"/>
    </inkml:brush>
  </inkml:definitions>
  <inkml:trace contextRef="#ctx0" brushRef="#br0">156 46 24575,'-10'-5'0,"-48"-25"0,53 28 0,0 0 0,0 1 0,0-1 0,-1 1 0,1 0 0,0 0 0,0 0 0,-1 1 0,-8 0 0,13 0 0,0 1 0,0-1 0,0 0 0,-1 1 0,1-1 0,0 1 0,0-1 0,0 1 0,0 0 0,0-1 0,0 1 0,0 0 0,0 0 0,0 0 0,0 0 0,1-1 0,-1 1 0,0 0 0,1 0 0,-1 1 0,0-1 0,1 0 0,-1 0 0,1 0 0,0 0 0,-1 0 0,1 1 0,0-1 0,0 0 0,0 0 0,-1 0 0,1 1 0,1 1 0,-1 2 0,0 0 0,1 1 0,0-1 0,0 0 0,0 1 0,3 5 0,3 6 0,1-1 0,0-1 0,1 1 0,1-1 0,16 19 0,2-2 0,35 31 0,-40-44 0,-17-15 0,-1 0 0,1 0 0,-1 1 0,0 0 0,5 7 0,-9-11 0,-1-1 0,0 0 0,0 1 0,1-1 0,-1 0 0,0 1 0,0-1 0,0 0 0,1 1 0,-1-1 0,0 1 0,0-1 0,0 0 0,0 1 0,0-1 0,0 1 0,0-1 0,0 1 0,0-1 0,0 0 0,0 1 0,0-1 0,0 1 0,0-1 0,0 0 0,0 1 0,-1-1 0,1 1 0,0-1 0,-1 1 0,1-1 0,-1 1 0,0 0 0,0-1 0,0 1 0,1-1 0,-1 1 0,0-1 0,0 0 0,0 1 0,0-1 0,0 0 0,-1 1 0,-3-1 0,0 1 0,0-1 0,1 0 0,-9-1 0,-20-6 0,-1-2 0,1-2 0,-32-14 0,52 19-1365,3 1-5461</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3.184"/>
    </inkml:context>
    <inkml:brush xml:id="br0">
      <inkml:brushProperty name="width" value="0.05" units="cm"/>
      <inkml:brushProperty name="height" value="0.05" units="cm"/>
    </inkml:brush>
  </inkml:definitions>
  <inkml:trace contextRef="#ctx0" brushRef="#br0">1 1 24575,'7'25'0,"3"11"0,0 1 0,-3-2 0,1-8 0,-1-5 0,-2-7-8191</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3.372"/>
    </inkml:context>
    <inkml:brush xml:id="br0">
      <inkml:brushProperty name="width" value="0.05" units="cm"/>
      <inkml:brushProperty name="height" value="0.05" units="cm"/>
    </inkml:brush>
  </inkml:definitions>
  <inkml:trace contextRef="#ctx0" brushRef="#br0">0 11 24575,'3'-5'0,"0"0"0,0 5 0,0 4 0,-2 4 0,1 3 0,-2 2 0,-2-1 0,-1 0 0,-1-2-8191</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3.685"/>
    </inkml:context>
    <inkml:brush xml:id="br0">
      <inkml:brushProperty name="width" value="0.05" units="cm"/>
      <inkml:brushProperty name="height" value="0.05" units="cm"/>
    </inkml:brush>
  </inkml:definitions>
  <inkml:trace contextRef="#ctx0" brushRef="#br0">1 0 24575,'33'6'0,"37"7"0,-60-10 0,-1 0 0,0 0 0,0 1 0,18 9 0,-25-12 0,0 0 0,0 1 0,-1-1 0,1 1 0,0-1 0,0 1 0,-1 0 0,1 0 0,-1-1 0,1 1 0,-1 0 0,0 0 0,0 1 0,0-1 0,0 0 0,0 0 0,-1 0 0,1 1 0,0-1 0,-1 0 0,0 1 0,0-1 0,1 0 0,-1 1 0,-1 3 0,-1 4 0,0 0 0,-1 0 0,0-1 0,-9 19 0,-2 7 0,11-25 0,0 1 0,1-1 0,0 1 0,1-1 0,0 1 0,0-1 0,1 1 0,2 13 0,-1-19 0,0 0 0,0-1 0,0 1 0,1 0 0,-1-1 0,1 0 0,0 1 0,1-1 0,-1 0 0,1 0 0,-1 0 0,1 0 0,0-1 0,1 1 0,-1-1 0,1 0 0,-1 1 0,1-2 0,0 1 0,6 3 0,-4-3 24,0 0 0,1 0 0,-1-1 0,13 4 0,-17-6-77,-1 0 0,1 1 0,-1-1 0,1 0 0,-1 0 0,1 0 0,0 0 0,-1 0 0,1-1 0,-1 1 0,1 0 0,-1-1-1,1 1 1,-1-1 0,0 0 0,1 1 0,-1-1 0,0 0 0,1 0 0,-1 0 0,0 0 0,0 0 0,0 0 0,0 0 0,0 0 0,0 0 0,2-3 0,1-5-6773</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4.124"/>
    </inkml:context>
    <inkml:brush xml:id="br0">
      <inkml:brushProperty name="width" value="0.05" units="cm"/>
      <inkml:brushProperty name="height" value="0.05" units="cm"/>
    </inkml:brush>
  </inkml:definitions>
  <inkml:trace contextRef="#ctx0" brushRef="#br0">0 254 24575,'34'6'0,"9"2"0,1-2 0,0-1 0,66-2 0,-98-5 0,-1 1 0,1-1 0,-1-1 0,0 0 0,1-1 0,-1 0 0,-1 0 0,1-1 0,15-10 0,-19 10 0,0 0 0,-1 0 0,1 0 0,-1-1 0,0 0 0,-1-1 0,1 1 0,-1-1 0,0 0 0,-1 0 0,0-1 0,0 1 0,5-16 0,-8 18 0,0 0 0,0 0 0,0-1 0,-1 1 0,0 0 0,0 0 0,0-1 0,-1 1 0,1 0 0,-1-1 0,-1 1 0,1 0 0,-1 0 0,0 0 0,0 0 0,0 0 0,-1 1 0,1-1 0,-1 1 0,0-1 0,-1 1 0,1 0 0,-5-3 0,7 5 0,-1 1 0,1 0 0,-1 0 0,1 0 0,-1 0 0,1 0 0,-1 0 0,0 0 0,0 0 0,0 1 0,1-1 0,-1 1 0,0-1 0,0 1 0,0 0 0,0-1 0,0 1 0,0 0 0,0 0 0,1 1 0,-1-1 0,0 0 0,0 1 0,0-1 0,0 1 0,0-1 0,1 1 0,-1 0 0,0 0 0,1 0 0,-3 1 0,1 1 0,0-1 0,1 1 0,-1 0 0,0 0 0,1 0 0,0 0 0,0 1 0,0-1 0,0 1 0,0-1 0,1 1 0,0-1 0,-1 1 0,0 5 0,1 1 0,1-1 0,-1 1 0,1 0 0,1-1 0,0 1 0,0 0 0,1-1 0,0 1 0,1-1 0,0 0 0,0 0 0,7 13 0,0-4 0,0 0 0,1-1 0,1 0 0,27 29 0,-26-33-136,1 0-1,1-2 1,0 1-1,1-2 1,0 0-1,0 0 1,1-2-1,0 0 0,30 9 1,-33-14-6690</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8.211"/>
    </inkml:context>
    <inkml:brush xml:id="br0">
      <inkml:brushProperty name="width" value="0.05" units="cm"/>
      <inkml:brushProperty name="height" value="0.05" units="cm"/>
    </inkml:brush>
  </inkml:definitions>
  <inkml:trace contextRef="#ctx0" brushRef="#br0">472 1 24575,'13'0'0,"0"0"0,0 1 0,0 0 0,18 6 0,-31-7 0,0 0 0,0-1 0,1 1 0,-1 0 0,0 0 0,0 0 0,0 0 0,0 0 0,0 0 0,1 0 0,-1 1 0,0-1 0,0 0 0,0 0 0,0 0 0,0 0 0,1 0 0,-1 0 0,0 0 0,0 0 0,0 0 0,0 0 0,0 0 0,0 0 0,0 1 0,1-1 0,-1 0 0,0 0 0,0 0 0,0 0 0,0 0 0,0 0 0,0 1 0,0-1 0,0 0 0,0 0 0,0 0 0,0 0 0,0 0 0,0 1 0,0-1 0,0 0 0,0 0 0,0 0 0,0 0 0,0 1 0,0-1 0,-8 5 0,-14 1 0,-34-1 0,0-2 0,-59-4 0,34-1 0,-127 2-1365,195 0-5461</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8.539"/>
    </inkml:context>
    <inkml:brush xml:id="br0">
      <inkml:brushProperty name="width" value="0.05" units="cm"/>
      <inkml:brushProperty name="height" value="0.05" units="cm"/>
    </inkml:brush>
  </inkml:definitions>
  <inkml:trace contextRef="#ctx0" brushRef="#br0">484 4 24575,'-31'-3'0,"-14"2"0,-5 1 0,2 1 0,3 0 0,4-1 0,5 3 0,2 1 0,6 0 0,2 1 0,3 0 0,2 2 0,1-1 0,1 0 0,3-3-8191</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8.995"/>
    </inkml:context>
    <inkml:brush xml:id="br0">
      <inkml:brushProperty name="width" value="0.05" units="cm"/>
      <inkml:brushProperty name="height" value="0.05" units="cm"/>
    </inkml:brush>
  </inkml:definitions>
  <inkml:trace contextRef="#ctx0" brushRef="#br0">1 1 24575,'52'36'0,"2"-2"0,65 32 0,121 42 0,-99-47 0,-136-59 0,0 1 0,1 0 0,-1 0 0,0 0 0,5 4 0,-10-6 0,1-1 0,-1 1 0,1 0 0,0-1 0,-1 1 0,1 0 0,-1-1 0,0 1 0,1 0 0,-1 0 0,1-1 0,-1 1 0,0 0 0,0 0 0,1 0 0,-1 0 0,0 1 0,0-1 0,-1 0 0,1 0 0,0 0 0,-1 0 0,1 0 0,0 0 0,-1 0 0,0 0 0,1-1 0,-1 1 0,1 0 0,-1 0 0,0 0 0,0-1 0,1 1 0,-1-1 0,0 1 0,0 0 0,-1 0 0,-6 4 0,-1-1 0,0 1 0,0-2 0,-1 1 0,-12 2 0,-51 9 0,60-13 0,-57 9-114,-86 18 357,134-23-492,2 0 0,-1 2 0,1 0 0,0 1 0,-23 14 0,25-11-6577</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49.551"/>
    </inkml:context>
    <inkml:brush xml:id="br0">
      <inkml:brushProperty name="width" value="0.05" units="cm"/>
      <inkml:brushProperty name="height" value="0.05" units="cm"/>
    </inkml:brush>
  </inkml:definitions>
  <inkml:trace contextRef="#ctx0" brushRef="#br0">312 0 24575,'-30'0'0,"-13"0"0,-1 0 0,4 0 0,7 0 0,5 0 0,7 3 0,3 0 0,2 0 0,2 2 0,0 0 0,3 0-8191</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53.477"/>
    </inkml:context>
    <inkml:brush xml:id="br0">
      <inkml:brushProperty name="width" value="0.05" units="cm"/>
      <inkml:brushProperty name="height" value="0.05" units="cm"/>
    </inkml:brush>
  </inkml:definitions>
  <inkml:trace contextRef="#ctx0" brushRef="#br0">86 163 24575,'-2'-12'0,"-1"0"0,0 0 0,-1 0 0,0 0 0,-1 1 0,0 0 0,-1 0 0,0 0 0,-1 1 0,-9-12 0,-5-1 0,18 20 0,13 15 0,127 152 0,-34-38 0,22 17 0,157 137 0,-253-254 0,0 1 0,24 32 0,-64-76 34,8 11-383,-1 0-1,0 0 0,-7-7 0,0 2-6476</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53.996"/>
    </inkml:context>
    <inkml:brush xml:id="br0">
      <inkml:brushProperty name="width" value="0.05" units="cm"/>
      <inkml:brushProperty name="height" value="0.05" units="cm"/>
    </inkml:brush>
  </inkml:definitions>
  <inkml:trace contextRef="#ctx0" brushRef="#br0">314 41 24575,'-2'-7'0,"1"5"0,1-1 0,-1 1 0,0 0 0,0-1 0,0 1 0,0 0 0,0 0 0,0 0 0,-1 0 0,1 0 0,-1 0 0,1 0 0,-1 1 0,-3-3 0,4 4 0,0 0 0,1 0 0,-1 0 0,0 0 0,0 0 0,1 0 0,-1 0 0,0 0 0,0 1 0,1-1 0,-1 0 0,0 0 0,1 1 0,-1-1 0,0 1 0,1-1 0,-1 1 0,1-1 0,-1 1 0,0-1 0,1 1 0,-1-1 0,1 1 0,0 0 0,-1-1 0,0 2 0,-11 21 0,10-19 0,-16 31 0,1-4 0,-22 61 0,4 35 0,27-89 0,-2 0 0,-1-1 0,-32 69 0,-25 13 0,66-116-227,1 0-1,0 0 1,-1 0-1,1 0 1,-1 6-1,1 0-6598</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54.772"/>
    </inkml:context>
    <inkml:brush xml:id="br0">
      <inkml:brushProperty name="width" value="0.05" units="cm"/>
      <inkml:brushProperty name="height" value="0.05" units="cm"/>
    </inkml:brush>
  </inkml:definitions>
  <inkml:trace contextRef="#ctx0" brushRef="#br0">189 16 24575,'-1'-1'0,"-1"-1"0,1 0 0,-1 1 0,0 0 0,0-1 0,0 1 0,0 0 0,0 0 0,0 0 0,-4-2 0,5 3 0,0 0 0,0 0 0,0 0 0,1 0 0,-1 0 0,0 1 0,0-1 0,0 0 0,0 0 0,0 1 0,1-1 0,-1 0 0,0 1 0,0-1 0,0 1 0,1-1 0,-1 1 0,0 0 0,1-1 0,-1 1 0,1-1 0,-1 1 0,0 0 0,1 0 0,0-1 0,-1 1 0,1 0 0,-1 0 0,1 0 0,-1 1 0,-6 14 0,-6 23 0,-6 13 0,-52 97 0,65-136 0,1 1 0,0 1 0,1-1 0,0 1 0,1-1 0,1 1 0,0 0 0,1 0 0,1 0 0,0 0 0,1 0 0,1 0 0,0 0 0,1-1 0,0 1 0,1-1 0,1 1 0,1-1 0,0-1 0,0 1 0,11 15 0,-2-8 0,0-2 0,0 0 0,2-1 0,1 0 0,0-1 0,1-1 0,0-1 0,2-1 0,25 14 0,-42-26-195,0-1 0,0 1 0,0-1 0,1 0 0,-1 0 0,7 1 0,0-1-6631</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55.254"/>
    </inkml:context>
    <inkml:brush xml:id="br0">
      <inkml:brushProperty name="width" value="0.05" units="cm"/>
      <inkml:brushProperty name="height" value="0.05" units="cm"/>
    </inkml:brush>
  </inkml:definitions>
  <inkml:trace contextRef="#ctx0" brushRef="#br0">0 61 24575,'1'11'0,"0"-1"0,0 0 0,1 0 0,0 0 0,1 0 0,0 0 0,0 0 0,1-1 0,10 18 0,2-2 0,0-1 0,24 26 0,-31-44 0,-9-12 0,-6-16 0,6 21 0,-25-57 0,-4-15 0,26 64 0,1 0 0,0 0 0,0-1 0,1 1 0,0 0 0,1-13 0,0 21 0,0-1 0,0 0 0,0 0 0,1 0 0,-1 0 0,1 0 0,-1 1 0,1-1 0,0 0 0,-1 0 0,1 1 0,0-1 0,0 0 0,0 1 0,1-1 0,-1 1 0,0 0 0,0-1 0,1 1 0,1-2 0,0 2 0,-1 0 0,1-1 0,-1 1 0,1 0 0,0 1 0,0-1 0,0 0 0,-1 1 0,1-1 0,0 1 0,0 0 0,3 0 0,1 1 0,0-1 0,-1 1 0,1 1 0,-1-1 0,1 1 0,-1 0 0,1 1 0,-1-1 0,0 1 0,10 7 0,-8-4-1365</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55.537"/>
    </inkml:context>
    <inkml:brush xml:id="br0">
      <inkml:brushProperty name="width" value="0.05" units="cm"/>
      <inkml:brushProperty name="height" value="0.05" units="cm"/>
    </inkml:brush>
  </inkml:definitions>
  <inkml:trace contextRef="#ctx0" brushRef="#br0">146 0 24575,'-3'30'0,"-2"10"0,-5 1 0,1-4 0,-1-9 0,1-6 0,0-7 0,-1-4 0,-2 0 0,-1-3 0,-1-3 0,0-2 0,-1-1 0,3-2-8191</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56.255"/>
    </inkml:context>
    <inkml:brush xml:id="br0">
      <inkml:brushProperty name="width" value="0.05" units="cm"/>
      <inkml:brushProperty name="height" value="0.05" units="cm"/>
    </inkml:brush>
  </inkml:definitions>
  <inkml:trace contextRef="#ctx0" brushRef="#br0">15 100 24575,'-2'2'0,"1"0"0,-1 0 0,1 0 0,0 0 0,0 0 0,-1 0 0,2 0 0,-1 0 0,0 1 0,0-1 0,1 0 0,-1 0 0,1 1 0,0-1 0,-1 0 0,1 1 0,0-1 0,0 0 0,1 1 0,-1-1 0,1 0 0,0 3 0,0 1 0,1-1 0,0 1 0,1-1 0,-1 0 0,1 0 0,0 0 0,7 8 0,2 2 0,2 0 0,0-1 0,0-1 0,1 0 0,20 12 0,-26-20 0,-1 1 0,1-2 0,0 1 0,0-2 0,0 1 0,1-1 0,-1 0 0,1-1 0,0 0 0,-1-1 0,1 0 0,12 0 0,-19-1 0,-1 0 0,1-1 0,-1 1 0,0-1 0,1 1 0,-1-1 0,0 0 0,0 0 0,0 0 0,1 0 0,-1 0 0,0 0 0,0 0 0,-1-1 0,1 1 0,0-1 0,0 0 0,-1 1 0,1-1 0,-1 0 0,1 0 0,-1 0 0,0 0 0,0 0 0,1-3 0,0 0 0,-1 1 0,1-1 0,-1 0 0,-1 0 0,1 1 0,-1-1 0,1 0 0,-2 0 0,1 0 0,0 0 0,-2-5 0,2 10 0,0-1 0,0 1 0,-1-1 0,1 1 0,0-1 0,0 1 0,0-1 0,0 1 0,0-1 0,0 1 0,0-1 0,0 1 0,0-1 0,0 1 0,1-1 0,-1 1 0,0-1 0,0 1 0,0-1 0,1 1 0,-1 0 0,1-2 0,-1 2 0,1 0 0,-1 0 0,0 0 0,1 0 0,-1 0 0,1-1 0,-1 1 0,1 0 0,-1 0 0,1 0 0,-1 0 0,1 0 0,-1 0 0,1 1 0,-1-1 0,1 0 0,-1 0 0,0 0 0,2 1 0,25 15 0,-17-10 0,3 1 0,2 0 0,-1-1 0,0-1 0,1 0 0,28 5 0,-33-8 0,-1-1 0,1 0 0,0-1 0,0 0 0,-1 0 0,1-1 0,0-1 0,-1 1 0,1-1 0,13-5 0,-20 5 0,0 1 0,0 0 0,0-1 0,0 0 0,0 1 0,-1-1 0,1 0 0,-1-1 0,1 1 0,-1 0 0,0-1 0,0 1 0,0-1 0,0 0 0,0 0 0,2-3 0,-3 2 0,0 0 0,0 0 0,0-1 0,0 1 0,-1 0 0,1 0 0,-1 0 0,0 0 0,0-1 0,-1 1 0,0-6 0,-2-1 0,0 1 0,-1 0 0,1 0 0,-2 0 0,0 0 0,0 1 0,-1-1 0,0 1 0,-8-9 0,6 9-170,-1 0-1,0 0 0,-1 1 1,1 0-1,-2 1 0,1 0 1,-17-8-1,12 9-6655</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2:57.929"/>
    </inkml:context>
    <inkml:brush xml:id="br0">
      <inkml:brushProperty name="width" value="0.05" units="cm"/>
      <inkml:brushProperty name="height" value="0.05" units="cm"/>
    </inkml:brush>
  </inkml:definitions>
  <inkml:trace contextRef="#ctx0" brushRef="#br0">0 58 24575,'0'-2'0,"0"0"0,0 0 0,0-1 0,1 1 0,-1 0 0,1 0 0,-1-1 0,1 1 0,0 0 0,-1 0 0,1 0 0,0 0 0,0 0 0,1 0 0,-1 0 0,0 0 0,1 1 0,-1-1 0,1 0 0,0 1 0,-1-1 0,1 1 0,0-1 0,0 1 0,0 0 0,0 0 0,3-1 0,-1 0 0,0 1 0,0 1 0,0-1 0,1 0 0,-1 1 0,0 0 0,0 0 0,0 0 0,0 1 0,1-1 0,-1 1 0,0 0 0,0 0 0,6 3 0,6 3 0,-1 1 0,1 1 0,-1 0 0,27 22 0,49 54 0,-86-80 0,51 54 0,-3 2 0,82 124 0,-123-168 0,-1 1 0,-1 1 0,-1 0 0,-1 0 0,0 1 0,5 20 0,-11-31 0,-1 0 0,0 0 0,0 0 0,0-1 0,-1 1 0,0 0 0,-1 0 0,0 0 0,-1 0 0,0 0 0,0-1 0,0 1 0,-1-1 0,-1 1 0,0-1 0,-8 13 0,-1-2-205,-2-2 0,0 0 0,-30 27 0,37-37-340,-2 2-6281</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0.016"/>
    </inkml:context>
    <inkml:brush xml:id="br0">
      <inkml:brushProperty name="width" value="0.05" units="cm"/>
      <inkml:brushProperty name="height" value="0.05" units="cm"/>
    </inkml:brush>
  </inkml:definitions>
  <inkml:trace contextRef="#ctx0" brushRef="#br0">309 1 24575,'-4'4'0,"2"-2"0,0 0 0,0 0 0,0 0 0,0 0 0,0 0 0,0-1 0,-1 1 0,1-1 0,-1 1 0,1-1 0,-1 0 0,1 0 0,-1 0 0,-5 1 0,-33 5 0,1-2 0,-58 0 0,25-6-1365,60 1-5461</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0.327"/>
    </inkml:context>
    <inkml:brush xml:id="br0">
      <inkml:brushProperty name="width" value="0.05" units="cm"/>
      <inkml:brushProperty name="height" value="0.05" units="cm"/>
    </inkml:brush>
  </inkml:definitions>
  <inkml:trace contextRef="#ctx0" brushRef="#br0">207 7 24575,'-17'-3'0,"-9"0"0,-2 2 0,1 2 0,3 0 0,5 3 0,3 1 0,3-1 0,0-1 0,0-1 0,2 0-8191</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2.224"/>
    </inkml:context>
    <inkml:brush xml:id="br0">
      <inkml:brushProperty name="width" value="0.05" units="cm"/>
      <inkml:brushProperty name="height" value="0.05" units="cm"/>
    </inkml:brush>
  </inkml:definitions>
  <inkml:trace contextRef="#ctx0" brushRef="#br0">902 0 24575,'31'14'0,"-30"-13"0,1-1 0,-1 1 0,1 0 0,-1 0 0,1 0 0,-1 1 0,0-1 0,1 0 0,-1 1 0,0-1 0,0 0 0,0 1 0,0-1 0,0 1 0,1 3 0,-2-5 0,0 1 0,0 0 0,0 0 0,0 0 0,0-1 0,-1 1 0,1 0 0,0 0 0,0-1 0,0 1 0,-1 0 0,1 0 0,0-1 0,-1 1 0,1 0 0,-1-1 0,1 1 0,-1-1 0,1 1 0,-1 0 0,1-1 0,-1 1 0,0-1 0,1 1 0,-1-1 0,0 0 0,1 1 0,-1-1 0,0 0 0,0 1 0,1-1 0,-1 0 0,0 0 0,0 0 0,-1 1 0,-29 3 0,30-4 0,-161 14 0,101-8 0,-32 2 0,11 0 0,5-1 0,-146-7 0,220-1 0,0 1 0,0 0 0,0 0 0,-1 1 0,1-1 0,0 1 0,0-1 0,0 1 0,0 0 0,0 0 0,0 1 0,-3 1 0,5-3 0,1 0 0,0 0 0,0 1 0,0-1 0,-1 0 0,1 0 0,0 0 0,0 1 0,0-1 0,0 0 0,0 0 0,-1 0 0,1 1 0,0-1 0,0 0 0,0 0 0,0 1 0,0-1 0,0 0 0,0 0 0,0 1 0,0-1 0,0 0 0,0 0 0,0 1 0,0-1 0,0 0 0,0 0 0,0 1 0,0-1 0,0 0 0,0 0 0,1 1 0,-1-1 0,0 0 0,0 1 0,11 6 0,14 2 0,46 9 0,72 22 0,-111-30 0,0 2 0,40 22 0,-69-33 0,0 1 0,0 0 0,0 0 0,0 0 0,0 1 0,-1-1 0,1 0 0,0 1 0,-1 0 0,0 0 0,0 0 0,0 0 0,0 0 0,0 0 0,-1 0 0,1 1 0,-1-1 0,0 0 0,0 1 0,0 0 0,0-1 0,-1 1 0,1-1 0,-1 1 0,0 0 0,0-1 0,-1 1 0,1-1 0,-1 1 0,1 0 0,-1-1 0,0 1 0,0-1 0,-1 0 0,1 1 0,-1-1 0,0 0 0,0 0 0,0 0 0,0 0 0,-4 4 0,-16 16 0,-2-2 0,-48 35 0,28-23 0,-57 35 0,64-44 0,-41 32 0,60-41 0,-1 0 0,-1-1 0,0-1 0,-1-1 0,-43 17 0,60-27 0,1-1 0,0 0 0,0 0 0,0 0 0,0 1 0,0-1 0,-4 4 0,7-5 0,0 1 0,0-1 0,0 0 0,-1 0 0,1 0 0,0 1 0,0-1 0,0 0 0,0 0 0,0 1 0,0-1 0,0 0 0,0 0 0,0 0 0,1 1 0,-1-1 0,0 0 0,0 0 0,0 0 0,0 1 0,0-1 0,0 0 0,0 0 0,0 0 0,0 0 0,1 1 0,-1-1 0,0 0 0,0 0 0,0 0 0,0 0 0,1 0 0,-1 1 0,0-1 0,0 0 0,0 0 0,1 0 0,-1 0 0,0 0 0,0 0 0,0 0 0,1 0 0,9 4 0,4 0 0,1-1 0,1-1 0,-1 0 0,0-1 0,1-1 0,28-3 0,56-12 0,-80 12 0,107-9 0,118-3 0,30 0 0,-137 2-1365,-125 12-5461</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3.255"/>
    </inkml:context>
    <inkml:brush xml:id="br0">
      <inkml:brushProperty name="width" value="0.05" units="cm"/>
      <inkml:brushProperty name="height" value="0.05" units="cm"/>
    </inkml:brush>
  </inkml:definitions>
  <inkml:trace contextRef="#ctx0" brushRef="#br0">53 8 24575,'-2'-1'0,"0"0"0,0 0 0,-1 0 0,1 0 0,0 0 0,0 1 0,-1-1 0,1 1 0,0 0 0,0-1 0,-1 1 0,1 0 0,0 0 0,-1 1 0,-2-1 0,4 1 0,1-1 0,-1 0 0,0 1 0,0-1 0,1 1 0,-1-1 0,1 1 0,-1-1 0,0 1 0,1-1 0,-1 1 0,1-1 0,-1 1 0,1 0 0,-1-1 0,1 1 0,-1 1 0,0 0 0,1 0 0,-1-1 0,1 1 0,0 0 0,0 0 0,0-1 0,0 1 0,0 0 0,0 0 0,1 3 0,2 13 0,2 1 0,0-1 0,2 0 0,0-1 0,14 27 0,-20-42 0,0 0 0,0-1 0,0 1 0,0-1 0,0 1 0,1-1 0,-1 1 0,1-1 0,-1 1 0,1-1 0,-1 0 0,1 0 0,0 0 0,-1 0 0,1 0 0,0 0 0,0-1 0,3 2 0,-3-2 0,-1 0 0,1 0 0,-1-1 0,1 1 0,-1 0 0,1-1 0,-1 1 0,1-1 0,-1 1 0,0-1 0,1 0 0,-1 1 0,0-1 0,1 0 0,-1 0 0,0 0 0,0 0 0,0 0 0,0 0 0,0 0 0,0-1 0,0 1 0,0 0 0,1-3 0,2-6 0,0 1 0,0-1 0,-1 0 0,0 0 0,-1 0 0,0 0 0,0 0 0,-1 0 0,-1-16 0,4-19 0,-4 45 0,0-1 0,0 1 0,0 0 0,0 0 0,0-1 0,0 1 0,0 0 0,0-1 0,0 1 0,0 0 0,0 0 0,0-1 0,1 1 0,-1 0 0,0 0 0,0-1 0,0 1 0,0 0 0,1 0 0,-1 0 0,0-1 0,0 1 0,0 0 0,1 0 0,-1 0 0,0 0 0,0 0 0,1-1 0,-1 1 0,0 0 0,0 0 0,1 0 0,-1 0 0,0 0 0,0 0 0,1 0 0,-1 0 0,0 0 0,1 0 0,-1 0 0,0 0 0,0 0 0,1 0 0,-1 0 0,0 0 0,0 0 0,1 1 0,-1-1 0,0 0 0,0 0 0,1 0 0,-1 1 0,15 9 0,-12-7 0,35 28 0,66 72 0,-103-103 4,-1 0 0,0 0 0,1 1 1,-1-1-1,0 0 0,1 1 0,-1-1 0,0 0 0,1 1 0,-1-1 0,0 1 0,0-1 0,0 0 0,1 1 0,-1-1 0,0 1 0,0-1 1,0 1-1,0-1 0,0 0 0,0 1 0,0-1 0,0 1 0,0-1 0,0 1 0,0-1 0,0 1 0,0 0-86,-1-1 0,0 0 0,1 0 0,-1 0-1,0 1 1,1-1 0,-1 0 0,0 0 0,1 0-1,-1 0 1,0 0 0,1 0 0,-1 0 0,0 0 0,1-1-1,-1 1 1,-1 0 0,-8-3-6744</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3.586"/>
    </inkml:context>
    <inkml:brush xml:id="br0">
      <inkml:brushProperty name="width" value="0.05" units="cm"/>
      <inkml:brushProperty name="height" value="0.05" units="cm"/>
    </inkml:brush>
  </inkml:definitions>
  <inkml:trace contextRef="#ctx0" brushRef="#br0">179 0 24575,'-15'0'0,"-8"0"0,-1 0 0,-1 0 0,3 0 0,4 3 0,3 0 0,2 0 0,0 0 0,2-4 0</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3.809"/>
    </inkml:context>
    <inkml:brush xml:id="br0">
      <inkml:brushProperty name="width" value="0.05" units="cm"/>
      <inkml:brushProperty name="height" value="0.05" units="cm"/>
    </inkml:brush>
  </inkml:definitions>
  <inkml:trace contextRef="#ctx0" brushRef="#br0">295 31 24575,'-30'-5'0,"-13"-2"0,-1 1 0,4 1 0,7 1 0,6 2 0,5 1 0,4 0 0,3 1 0,3 3 0,2 0 0</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4.336"/>
    </inkml:context>
    <inkml:brush xml:id="br0">
      <inkml:brushProperty name="width" value="0.05" units="cm"/>
      <inkml:brushProperty name="height" value="0.05" units="cm"/>
    </inkml:brush>
  </inkml:definitions>
  <inkml:trace contextRef="#ctx0" brushRef="#br0">174 11 24575,'3'-2'0,"1"1"0,-1-1 0,0 1 0,1 0 0,-1 0 0,0 0 0,1 0 0,-1 1 0,1-1 0,-1 1 0,1 0 0,0 0 0,-1 0 0,1 1 0,-1-1 0,1 1 0,-1 0 0,1 0 0,-1 0 0,0 1 0,0-1 0,1 1 0,2 1 0,3 3 0,0-1 0,0 2 0,0-1 0,-1 1 0,0 0 0,10 12 0,-12-12 0,-1 0 0,0 0 0,0 0 0,-1 0 0,0 1 0,0 0 0,-1 0 0,0 0 0,4 15 0,-7-21 0,1 1 0,-1 0 0,0 0 0,1 0 0,-1 0 0,-1-1 0,1 1 0,0 0 0,-1 0 0,1 0 0,-1 0 0,0-1 0,0 1 0,0 0 0,0-1 0,-1 1 0,1-1 0,-1 1 0,0-1 0,1 0 0,-1 0 0,0 0 0,0 0 0,0 0 0,0 0 0,-1 0 0,1-1 0,-1 1 0,1-1 0,-1 1 0,1-1 0,-5 2 0,-4 0 0,1 0 0,-1-1 0,1 0 0,-1 0 0,1-1 0,-1-1 0,-13 0 0,3-1 0,1-1 0,-38-10 0,47 9 0,0 0 0,0-1 0,0-1 0,1 0 0,0 0 0,0-1 0,0 0 0,-10-8 0,18 12 0,0 0 0,-1 0 0,1 0 0,0-1 0,0 1 0,0 0 0,0-1 0,1 0 0,-1 1 0,1-1 0,-1 0 0,1 0 0,0 1 0,0-1 0,0 0 0,1 0 0,-1 0 0,1 0 0,0 0 0,-1-1 0,1 1 0,0 0 0,1 0 0,-1 0 0,1 0 0,-1 0 0,1 0 0,0 0 0,0 0 0,0 1 0,0-1 0,1 0 0,-1 0 0,4-4 0,-2 3-85,0-1 0,1 1-1,-1 0 1,1-1 0,0 2-1,0-1 1,0 0 0,1 1-1,-1 0 1,1 0 0,0 0-1,-1 0 1,1 1 0,1 0-1,6-2 1,4 0-6741</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6.886"/>
    </inkml:context>
    <inkml:brush xml:id="br0">
      <inkml:brushProperty name="width" value="0.05" units="cm"/>
      <inkml:brushProperty name="height" value="0.05" units="cm"/>
    </inkml:brush>
  </inkml:definitions>
  <inkml:trace contextRef="#ctx0" brushRef="#br0">15 1 24575,'0'0'0,"-1"0"0,0 0 0,1 1 0,-1-1 0,0 0 0,1 1 0,-1-1 0,1 1 0,-1-1 0,1 1 0,-1-1 0,1 1 0,-1-1 0,1 1 0,-1-1 0,1 1 0,0-1 0,-1 1 0,1 0 0,0-1 0,0 1 0,-1 0 0,1-1 0,0 1 0,0 0 0,0-1 0,0 2 0,-3 23 0,3-23 0,0 5 0,0 0 0,0 0 0,1 0 0,0 0 0,1 0 0,-1-1 0,6 13 0,24 45 0,-6-15 0,-19-37-99,-5-9 1,1 0 1,-1 0 0,1 0-1,-1 0 1,0 0 0,0 0-1,0 0 1,-1 1-1,1-1 1,-1 0 0,0 0-1,0 6 1,-2-1-6729</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7.479"/>
    </inkml:context>
    <inkml:brush xml:id="br0">
      <inkml:brushProperty name="width" value="0.05" units="cm"/>
      <inkml:brushProperty name="height" value="0.05" units="cm"/>
    </inkml:brush>
  </inkml:definitions>
  <inkml:trace contextRef="#ctx0" brushRef="#br0">0 91 24575,'5'-10'0,"0"1"0,0 0 0,8-10 0,-10 15 0,0 1 0,0 0 0,1 0 0,-1 0 0,1 1 0,-1 0 0,1-1 0,0 1 0,0 0 0,6-2 0,1 1 0,0 0 0,0 1 0,0 0 0,0 0 0,0 1 0,0 1 0,18 1 0,4 3 0,40 9 0,-66-12 0,1 1 0,-1 1 0,0-1 0,-1 1 0,10 5 0,-15-7 0,0-1 0,1 1 0,-1 0 0,0 0 0,0 0 0,0 0 0,0 0 0,0 0 0,0 0 0,-1 0 0,1 0 0,0 1 0,0-1 0,-1 0 0,1 2 0,-1-2 0,0 0 0,1 0 0,-2 0 0,1 0 0,0 0 0,0 0 0,0 0 0,0 0 0,-1 0 0,1 0 0,0 0 0,-1 0 0,1 0 0,-1 0 0,1 0 0,-1 0 0,0 0 0,1 0 0,-1-1 0,0 1 0,0 0 0,1 0 0,-2 0 0,-2 2 0,-1 1 0,1-1 0,-1-1 0,1 1 0,-1-1 0,0 0 0,0 0 0,-6 2 0,-45 8 0,24-6 0,12-2 0,13-2 0,-1-1 0,1 1 0,-1 0 0,1 0 0,0 1 0,0 0 0,-8 5 0,14-8 0,0 1 0,1-1 0,-1 1 0,0-1 0,0 1 0,1 0 0,-1 0 0,0-1 0,1 1 0,-1 0 0,1 0 0,-1 0 0,1 0 0,-1-1 0,1 1 0,-1 0 0,1 0 0,0 0 0,0 0 0,-1 0 0,1 0 0,0 0 0,0 0 0,0 2 0,1-1 0,-1-1 0,1 1 0,-1 0 0,1-1 0,0 1 0,0 0 0,0-1 0,0 1 0,0-1 0,0 0 0,0 1 0,3 1 0,3 3 0,0 0 0,0-1 0,1 0 0,10 5 0,55 25 0,55 30 0,-126-64 0,-1 0 0,1 0 0,-1 0 0,1 0 0,-1 0 0,0 0 0,1 1 0,-1-1 0,0 0 0,0 1 0,0-1 0,0 1 0,0-1 0,0 1 0,0 0 0,0 2 0,-1-3 0,0 0 0,0 0 0,0 0 0,0 0 0,0 0 0,-1 1 0,1-1 0,0 0 0,-1 0 0,1 0 0,-1 0 0,1 0 0,-1 0 0,0 0 0,1 0 0,-1-1 0,0 1 0,0 0 0,1 0 0,-1 0 0,0-1 0,0 1 0,0 0 0,0-1 0,0 1 0,0-1 0,-2 1 0,-5 3 17,-1 0 0,0 0 1,-1-1-1,1 0 0,0-1 0,-18 2 0,1-2-760,-32 0 1,45-3-6084</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7.884"/>
    </inkml:context>
    <inkml:brush xml:id="br0">
      <inkml:brushProperty name="width" value="0.05" units="cm"/>
      <inkml:brushProperty name="height" value="0.05" units="cm"/>
    </inkml:brush>
  </inkml:definitions>
  <inkml:trace contextRef="#ctx0" brushRef="#br0">280 32 24575,'-8'-7'0,"-4"-3"0,-4 3 0,0 2 0,-1 3 0,0 1 0,0 4 0,2 0 0,-1 1 0,-1-1 0,-2-1 0,1 0 0,1-1 0,1-1 0,0 3 0,1 0 0,0 0 0,2-1-8191</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08.355"/>
    </inkml:context>
    <inkml:brush xml:id="br0">
      <inkml:brushProperty name="width" value="0.05" units="cm"/>
      <inkml:brushProperty name="height" value="0.05" units="cm"/>
    </inkml:brush>
  </inkml:definitions>
  <inkml:trace contextRef="#ctx0" brushRef="#br0">4 14 24575,'-3'-12'0,"3"12"0,0 0 0,0 0 0,0 0 0,0 0 0,0 0 0,0 0 0,0 0 0,0 0 0,0 0 0,0 0 0,0 0 0,0 0 0,0 0 0,0 0 0,0 1 0,0-1 0,0 0 0,0 0 0,0 0 0,0 0 0,0 0 0,1 0 0,-1 0 0,0 0 0,0 0 0,0 0 0,0 0 0,0 0 0,0 0 0,0 0 0,0 0 0,0 0 0,0 0 0,0 0 0,0 0 0,0-1 0,0 1 0,0 0 0,0 0 0,0 0 0,1 0 0,-1 0 0,0 0 0,0 0 0,0 0 0,0 0 0,0 0 0,0 0 0,0 0 0,0 0 0,0 0 0,0 0 0,0 0 0,0 0 0,0 0 0,0 0 0,0 0 0,0 0 0,0-1 0,0 1 0,0 0 0,0 0 0,0 0 0,0 0 0,0 0 0,0 0 0,0 0 0,0 0 0,11 19 0,2 13 0,0 3 0,3 0 0,20 36 0,-31-63-104,1 1-106,0 1 0,0 0 0,-1 0-1,-1 0 1,7 21 0,-9-19-6616</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12.492"/>
    </inkml:context>
    <inkml:brush xml:id="br0">
      <inkml:brushProperty name="width" value="0.05" units="cm"/>
      <inkml:brushProperty name="height" value="0.05" units="cm"/>
    </inkml:brush>
  </inkml:definitions>
  <inkml:trace contextRef="#ctx0" brushRef="#br0">45 29 24575,'0'0'0,"0"0"0,0 0 0,0 0 0,0 0 0,0 0 0,0 0 0,0 0 0,0 0 0,0 0 0,0 0 0,0 0 0,0 0 0,0 0 0,0 0 0,0 0 0,0-1 0,0 1 0,0 0 0,0 0 0,0 0 0,0 0 0,0 0 0,0 0 0,0 0 0,0 0 0,0 0 0,0 0 0,0 0 0,0 0 0,0 0 0,0 0 0,0 0 0,0-1 0,0 1 0,0 0 0,0 0 0,0 0 0,0 0 0,1 0 0,-1 0 0,0 0 0,0 0 0,0 0 0,0 0 0,0 0 0,0 0 0,0 0 0,0 0 0,0 0 0,0 0 0,0 0 0,0 0 0,0 0 0,0 0 0,0 0 0,1 0 0,-1 0 0,0 0 0,0 0 0,0 0 0,0 0 0,0 0 0,0 0 0,0 0 0,0 0 0,5 6 0,2 7 0,-4-7 0,-1-1 0,0-1 0,0 1 0,1-1 0,-1 0 0,1 0 0,4 5 0,-7-9 0,0 0 0,0 0 0,0-1 0,0 1 0,0 0 0,0 0 0,0 0 0,0 0 0,0 0 0,0 0 0,0 0 0,0 0 0,0 0 0,0 0 0,0 0 0,0 0 0,0 0 0,0 0 0,0 0 0,0 0 0,0 0 0,0 0 0,0 0 0,0 0 0,0 0 0,0 0 0,0 0 0,0 0 0,0-1 0,0 1 0,0 0 0,0 0 0,0 0 0,0 0 0,0 0 0,0 0 0,0 0 0,0 0 0,0 0 0,0 0 0,0 0 0,0 0 0,0 0 0,0 0 0,0 0 0,0 0 0,0 0 0,0 0 0,-3-8 0,-7-9 0,0 6 0,-1 1 0,0 0 0,-14-9 0,15 12 0,8 5 0,10 7 0,15 13 0,0 2 0,0-1 0,50 29 0,58 22 0,-77-40 0,-31-17 0,39 17 0,-59-29 51,-5-4-1467</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13.025"/>
    </inkml:context>
    <inkml:brush xml:id="br0">
      <inkml:brushProperty name="width" value="0.05" units="cm"/>
      <inkml:brushProperty name="height" value="0.05" units="cm"/>
    </inkml:brush>
  </inkml:definitions>
  <inkml:trace contextRef="#ctx0" brushRef="#br0">279 2 24575,'0'0'0,"0"0"0,0 0 0,0 0 0,0 0 0,0 0 0,0 0 0,0 0 0,0 0 0,0 0 0,0 0 0,0-1 0,0 1 0,-1 0 0,1 0 0,0 0 0,0 0 0,0 0 0,0 0 0,0 0 0,0 0 0,0 0 0,0 0 0,0 0 0,0 0 0,0 0 0,0 0 0,0 0 0,-1 0 0,1 0 0,0 0 0,0 0 0,0 0 0,0 0 0,0 0 0,0 0 0,0 0 0,0 0 0,0 0 0,0 0 0,0 0 0,-1 0 0,1 0 0,0 0 0,0 0 0,0 0 0,0 0 0,0 0 0,0 0 0,0 0 0,0 0 0,0 0 0,0 0 0,0 0 0,0 0 0,0 0 0,-8 6 0,-6 6 0,-34 30 0,31-29 0,-27 29 0,21-14 0,1 2 0,-20 37 0,14-23 0,8-19-1365,10-16-5461</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13.616"/>
    </inkml:context>
    <inkml:brush xml:id="br0">
      <inkml:brushProperty name="width" value="0.05" units="cm"/>
      <inkml:brushProperty name="height" value="0.05" units="cm"/>
    </inkml:brush>
  </inkml:definitions>
  <inkml:trace contextRef="#ctx0" brushRef="#br0">0 62 24575,'0'8'0,"1"-1"0,0 1 0,0 0 0,0-1 0,1 1 0,0-1 0,6 14 0,0-4 0,1-2 0,13 19 0,-14-23 0,-2-2 0,1 1 0,-1 0 0,7 16 0,-11-17 0,-4-7 0,1-2 0,0 0 0,1-1 0,-1 1 0,0-1 0,0 1 0,1-1 0,-1 1 0,0-1 0,1 1 0,-1-1 0,1 0 0,-1 1 0,1-1 0,-1-1 0,-8-13 0,0 0 0,1 0 0,1-1 0,-7-25 0,12 35 0,1 0 0,0 0 0,0 1 0,0-1 0,1 0 0,0 0 0,0 0 0,0 0 0,1 0 0,0 0 0,0 0 0,0 0 0,1 0 0,0 0 0,0 1 0,5-9 0,-5 10 0,1 0 0,0 0 0,0 0 0,0 0 0,0 0 0,1 1 0,-1-1 0,1 1 0,0 0 0,0 0 0,7-4 0,-5 5 0,0-1 0,0 2 0,0-1 0,0 0 0,0 1 0,0 0 0,0 1 0,0 0 0,7 0 0,-7 0-99,1 0-59,0 0 0,0 0-1,0 0 1,0 1 0,0 1 0,0-1-1,12 5 1,-6 1-6668</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16.408"/>
    </inkml:context>
    <inkml:brush xml:id="br0">
      <inkml:brushProperty name="width" value="0.05" units="cm"/>
      <inkml:brushProperty name="height" value="0.05" units="cm"/>
    </inkml:brush>
  </inkml:definitions>
  <inkml:trace contextRef="#ctx0" brushRef="#br0">196 31 24575,'5'-2'0,"16"-7"0,-20 9 0,0 0 0,0-1 0,0 1 0,0-1 0,-1 1 0,1-1 0,0 1 0,0-1 0,-1 0 0,1 1 0,0-1 0,-1 0 0,1 0 0,-1 1 0,1-1 0,-1 0 0,1-1 0,-1 2 0,0-1 0,0 1 0,-1-1 0,1 1 0,0-1 0,-1 1 0,1 0 0,0-1 0,-1 1 0,1 0 0,-1-1 0,1 1 0,0 0 0,-1 0 0,1-1 0,-1 1 0,1 0 0,-1 0 0,1 0 0,-1-1 0,1 1 0,-1 0 0,1 0 0,-1 0 0,1 0 0,-1 0 0,1 0 0,-2 0 0,-18-1 0,18 1 0,-17 0 0,-1 1 0,1 1 0,-1 0 0,1 1 0,-37 12 0,54-14 0,-1 0 0,0 0 0,0 1 0,1-1 0,-1 1 0,1-1 0,0 1 0,-1 0 0,1 0 0,0 0 0,0 0 0,0 0 0,0 1 0,0-1 0,1 1 0,-1-1 0,-1 4 0,2-2 0,0-1 0,0 1 0,0-1 0,1 1 0,-1 0 0,1-1 0,0 1 0,0 0 0,0-1 0,0 1 0,1 0 0,-1-1 0,3 6 0,126 390 0,-102-310 0,-15-46 0,-12-42 0,1 1 0,-1-1 0,1 1 0,0 0 0,-1-1 0,1 1 0,0-1 0,0 1 0,0-1 0,0 0 0,0 1 0,0-1 0,2 3 0,-1-4 0,-1 1 0,0-1 0,0 0 0,0 1 0,1-1 0,-1 0 0,0 0 0,0 0 0,1 0 0,-1 0 0,0 0 0,1 0 0,-1 0 0,0 0 0,0-1 0,1 1 0,-1-1 0,0 1 0,2-1 0,35-13 0,1 1 0,44-7 0,-59 13-1365,-14 4-5461</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16.984"/>
    </inkml:context>
    <inkml:brush xml:id="br0">
      <inkml:brushProperty name="width" value="0.05" units="cm"/>
      <inkml:brushProperty name="height" value="0.05" units="cm"/>
    </inkml:brush>
  </inkml:definitions>
  <inkml:trace contextRef="#ctx0" brushRef="#br0">0 43 24575,'1'6'0,"0"-1"0,0 1 0,0 0 0,0-1 0,1 1 0,0-1 0,0 1 0,1-1 0,-1 0 0,1 0 0,4 5 0,-1-1 0,0-1 0,1 0 0,0 0 0,0-1 0,11 9 0,-12-12 0,0 1 0,0-1 0,1 0 0,-1-1 0,12 5 0,-17-7 0,0-1 0,1 1 0,-1-1 0,1 0 0,-1 1 0,0-1 0,1 0 0,-1 0 0,1 0 0,-1 0 0,1 0 0,-1-1 0,0 1 0,1 0 0,-1 0 0,0-1 0,1 1 0,-1-1 0,0 0 0,1 1 0,-1-1 0,0 0 0,0 0 0,0 1 0,0-1 0,0 0 0,0 0 0,0 0 0,0-1 0,0 1 0,0 0 0,0 0 0,-1 0 0,1-1 0,1-1 0,0-4 0,0-1 0,0 1 0,0-1 0,-1 0 0,1-12 0,2-13 0,-2 22 0,-1 4 0,0-1 0,1 0 0,0 1 0,0-1 0,6-10 0,-7 16 0,-1 1 0,1 0 0,0 0 0,0-1 0,0 1 0,0 0 0,0 0 0,0 0 0,0 0 0,0 0 0,1 0 0,-1 0 0,0 1 0,1-1 0,-1 0 0,0 1 0,1-1 0,-1 1 0,1-1 0,-1 1 0,1 0 0,-1 0 0,1-1 0,-1 1 0,1 0 0,-1 0 0,1 1 0,-1-1 0,1 0 0,-1 0 0,0 1 0,1-1 0,-1 1 0,1-1 0,0 2 0,6 1 0,0 1 0,0 0 0,-1 0 0,1 1 0,-1 0 0,10 10 0,35 40 0,-23-22 0,-20-23-455,0 0 0,9 14 0,-11-12-6371</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17.610"/>
    </inkml:context>
    <inkml:brush xml:id="br0">
      <inkml:brushProperty name="width" value="0.05" units="cm"/>
      <inkml:brushProperty name="height" value="0.05" units="cm"/>
    </inkml:brush>
  </inkml:definitions>
  <inkml:trace contextRef="#ctx0" brushRef="#br0">0 8 24575,'25'-3'0,"-1"0"0,35 2 0,-47 2 0,-1 0 0,0 0 0,1 2 0,-1-1 0,0 1 0,-1 1 0,17 7 0,3 2 0,13 5 0,-40-16 0,0-1 0,0 1 0,0 0 0,0 1 0,0-1 0,0 0 0,-1 1 0,1-1 0,3 6 0,-5-6 0,0 1 0,0-1 0,0 0 0,-1 0 0,1 1 0,0-1 0,-1 0 0,0 1 0,1-1 0,-1 0 0,0 1 0,-1 2 0,-5 33 0,0-8 0,5-15 0,1 1 0,1-1 0,0 0 0,1 0 0,1 0 0,0 0 0,8 21 0,5 7 0,25 46 0,33 46 0,-73-133 0,0 0 0,0 0 0,0 0 0,-1-1 0,1 1 0,0 0 0,-1 0 0,1 0 0,-1 0 0,0 0 0,0 0 0,0 0 0,0 0 0,0 0 0,0 0 0,0 0 0,-1 0 0,1 0 0,0 0 0,-1 0 0,0 0 0,0 0 0,1 0 0,-1-1 0,-2 4 0,1-3 0,-1 0 0,1 1 0,-1-1 0,1 0 0,-1 0 0,0 0 0,0 0 0,0-1 0,0 1 0,0-1 0,0 0 0,0 0 0,0 0 0,-6 1 0,-20 3-455,0-1 0,-45 1 0,60-5-6371</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21.065"/>
    </inkml:context>
    <inkml:brush xml:id="br0">
      <inkml:brushProperty name="width" value="0.05" units="cm"/>
      <inkml:brushProperty name="height" value="0.05" units="cm"/>
    </inkml:brush>
  </inkml:definitions>
  <inkml:trace contextRef="#ctx0" brushRef="#br0">0 168 24575,'0'-6'0,"1"-19"0,-1 24 0,0 0 0,0 0 0,0 1 0,0-1 0,0 0 0,0 1 0,1-1 0,-1 0 0,0 1 0,0-1 0,1 0 0,-1 1 0,0-1 0,1 0 0,-1 1 0,1-1 0,-1 1 0,1-1 0,-1 1 0,1-1 0,-1 1 0,1 0 0,-1-1 0,1 1 0,0-1 0,-1 1 0,2 0 0,-1 0 0,-1 0 0,1 0 0,0 0 0,0 0 0,-1 1 0,1-1 0,0 0 0,-1 1 0,1-1 0,0 0 0,-1 1 0,1-1 0,0 1 0,-1-1 0,1 1 0,-1-1 0,1 1 0,-1-1 0,1 1 0,0 1 0,11 17 0,-8-12 0,26 39 0,43 59 0,-7-13 0,-65-91 0,0 0 0,0 0 0,-1 0 0,1 0 0,0 0 0,0 0 0,0 0 0,0-1 0,0 1 0,0 0 0,0-1 0,0 1 0,0 0 0,1-1 0,-1 1 0,0-1 0,0 0 0,1 1 0,-1-1 0,2 0 0,-2 0 0,0 0 0,0-1 0,0 1 0,0-1 0,-1 1 0,1-1 0,0 1 0,0-1 0,-1 1 0,1-1 0,0 0 0,-1 1 0,1-1 0,0 0 0,-1 1 0,1-1 0,-1 0 0,1 0 0,-1 0 0,0 0 0,1 1 0,-1-1 0,0 0 0,0 0 0,1 0 0,-1 0 0,0 0 0,0-1 0,1-13 0,0 0 0,-1 1 0,0-1 0,-2 0 0,1 0 0,-6-17 0,4 13 0,2 16 0,1 1 0,0-1 0,0 0 0,0 0 0,0 0 0,0 1 0,1-1 0,-1 0 0,1 0 0,0 1 0,1-4 0,-2 5 0,0 0 0,1 0 0,-1 0 0,1 0 0,0 1 0,-1-1 0,1 0 0,0 0 0,-1 1 0,1-1 0,0 0 0,0 1 0,-1-1 0,1 0 0,0 1 0,0-1 0,0 1 0,0 0 0,0-1 0,0 1 0,0 0 0,0 0 0,0-1 0,0 1 0,0 0 0,0 0 0,0 0 0,0 0 0,0 0 0,0 0 0,0 1 0,0-1 0,0 0 0,1 1 0,9 4 0,0 0 0,0 0 0,-1 2 0,0-1 0,0 1 0,-1 1 0,9 8 0,8 5 0,110 90 0,-134-109 0,0-1 0,0 1 0,0-1 0,0 1 0,0-1 0,0 0 0,0 0 0,1 1 0,1-1 0,-3-1 0,-1 0 0,0 0 0,1 0 0,-1 0 0,1 0 0,-1 0 0,0 0 0,1 0 0,-1 0 0,0 0 0,1 0 0,-1 0 0,0 0 0,1 0 0,-1-1 0,0 1 0,0 0 0,1 0 0,-1 0 0,0-1 0,0 1 0,1 0 0,-1-1 0,5-13 0,-5 9 0,0 0 0,0-1 0,0 1 0,-1 0 0,1 0 0,-1 0 0,-3-6 0,-14-36 0,7 18 0,2 2 0,1 0 0,1 0 0,1-1 0,2 1 0,0-1 0,1-37 0,4 59 0,-1 4 0,0 0 0,0-1 0,0 1 0,0 0 0,0-1 0,0 1 0,-1 0 0,1 0 0,-1-1 0,0 1 0,1 0 0,-3-3 0,0 4-1365</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22.221"/>
    </inkml:context>
    <inkml:brush xml:id="br0">
      <inkml:brushProperty name="width" value="0.05" units="cm"/>
      <inkml:brushProperty name="height" value="0.05" units="cm"/>
    </inkml:brush>
  </inkml:definitions>
  <inkml:trace contextRef="#ctx0" brushRef="#br0">219 84 24575,'-8'-10'0,"0"1"0,-1 0 0,0 0 0,0 1 0,-1 0 0,-16-10 0,23 16 0,-1 1 0,1-1 0,-1 1 0,1-1 0,-1 1 0,0 0 0,0 0 0,1 0 0,-1 1 0,0 0 0,0-1 0,0 1 0,0 1 0,0-1 0,1 0 0,-1 1 0,0 0 0,0 0 0,1 0 0,-1 0 0,0 1 0,1-1 0,-1 1 0,-5 4 0,6-4 0,-1 1 0,1-1 0,-1 1 0,1 0 0,0 0 0,0 0 0,0 0 0,1 1 0,-1-1 0,-2 6 0,4-6 0,0-1 0,0 1 0,0 0 0,1 0 0,-1-1 0,1 1 0,0 0 0,0 0 0,0-1 0,0 1 0,0 0 0,1 0 0,-1-1 0,1 1 0,0 0 0,0-1 0,1 4 0,46 99 0,-30-69 0,-1 1 0,12 43 0,63 261 0,-91-336 0,0-1 0,0 1 0,1-1 0,0 1 0,0-1 0,0 0 0,0 0 0,1 0 0,0 0 0,0 0 0,0 0 0,0-1 0,0 1 0,1-1 0,-1 0 0,1 0 0,0 0 0,0-1 0,0 0 0,0 1 0,1-1 0,-1 0 0,1-1 0,-1 1 0,1-1 0,-1 0 0,1 0 0,0-1 0,-1 1 0,8-1 0,2 0 0,0 0 0,1-1 0,-1 0 0,0-2 0,0 1 0,22-8 0,35-10-1365,-58 16-5461</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22.845"/>
    </inkml:context>
    <inkml:brush xml:id="br0">
      <inkml:brushProperty name="width" value="0.05" units="cm"/>
      <inkml:brushProperty name="height" value="0.05" units="cm"/>
    </inkml:brush>
  </inkml:definitions>
  <inkml:trace contextRef="#ctx0" brushRef="#br0">11 14 24575,'0'-1'0,"-1"0"0,1 1 0,-1-1 0,1 1 0,-1-1 0,1 1 0,-1-1 0,1 1 0,-1 0 0,1-1 0,-1 1 0,0 0 0,1-1 0,-1 1 0,0 0 0,0-1 0,1 9 0,12 18 0,-5-13 0,0-1 0,1 0 0,1 0 0,-1-1 0,2 0 0,0-1 0,18 15 0,-27-24 0,-1 0 0,1 0 0,0-1 0,0 1 0,0 0 0,0-1 0,0 1 0,0-1 0,0 1 0,0-1 0,0 0 0,0 1 0,0-1 0,1 0 0,-1 0 0,0 0 0,0 0 0,0 0 0,0 0 0,0 0 0,0 0 0,0 0 0,0 0 0,1-1 0,-1 1 0,0 0 0,0-1 0,0 1 0,0-1 0,0 1 0,0-1 0,0 0 0,-1 1 0,1-1 0,0 0 0,0 0 0,0 0 0,-1 1 0,1-1 0,0 0 0,-1 0 0,1 0 0,0-1 0,3-6 0,0 0 0,-1 0 0,0-1 0,3-12 0,-3 10 0,-2 5 0,1-1 0,0 1 0,1 0 0,0 0 0,0 0 0,0 1 0,7-9 0,-9 12 0,0 1 0,0-1 0,1 1 0,-1 0 0,1-1 0,0 1 0,-1 0 0,1 0 0,0 0 0,-1 1 0,1-1 0,0 0 0,0 1 0,0-1 0,0 1 0,0-1 0,0 1 0,0 0 0,0 0 0,-1 0 0,1 0 0,0 0 0,0 0 0,0 1 0,0-1 0,0 1 0,0-1 0,0 1 0,2 1 0,22 10 0,-1 2 0,0 1 0,0 2 0,30 26 0,9 6 0,-62-48-71,25 21 271,-26-21-222,0 0 0,0 0 0,0 0 0,-1 0 0,1 0 0,0 0 0,-1 1 0,1-1 0,-1 0 0,1 2-1,-1-3-18,0 0-1,0 1 0,0-1 1,0 1-1,0-1 0,0 1 0,0-1 1,0 0-1,0 1 0,0-1 1,0 1-1,0-1 0,-1 0 0,1 1 1,0-1-1,0 1 0,0-1 1,-1 0-1,1 1 0,0-1 0,-1 0 1,1 1-1,0-1 0,0 0 1,-1 0-1,1 1 0,-1-1 0,1 0 1,-1 0-1</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23.577"/>
    </inkml:context>
    <inkml:brush xml:id="br0">
      <inkml:brushProperty name="width" value="0.05" units="cm"/>
      <inkml:brushProperty name="height" value="0.05" units="cm"/>
    </inkml:brush>
  </inkml:definitions>
  <inkml:trace contextRef="#ctx0" brushRef="#br0">0 11 24575,'37'-4'0,"56"-3"0,-79 7 0,-1 0 0,1 1 0,-1 1 0,24 5 0,-34-6 0,1 1 0,-1-1 0,0 1 0,0 0 0,1 0 0,-1 0 0,0 0 0,-1 0 0,1 1 0,0-1 0,-1 1 0,5 5 0,1 4 0,-1-1 0,7 16 0,-2-5 0,5 11 0,-1 0 0,22 69 0,-36-92 0,34 122 0,-23-79 0,-9-39 0,-1-1 0,0 1 0,-1-1 0,2 28 0,-4-39 0,0-1 0,-1 0 0,1 0 0,0 1 0,0-1 0,-1 0 0,1 0 0,0 1 0,-1-1 0,1 0 0,-1 0 0,0 0 0,1 0 0,-1 0 0,0 0 0,0 0 0,0 0 0,0 0 0,0 0 0,0 0 0,0 0 0,0 0 0,0-1 0,0 1 0,0-1 0,0 1 0,0-1 0,-3 2 0,-2-1 0,-1 0 0,1 0 0,-1 0 0,-11-1 0,-5 0 0,-48 9-1365,57-8-5461</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26.277"/>
    </inkml:context>
    <inkml:brush xml:id="br0">
      <inkml:brushProperty name="width" value="0.05" units="cm"/>
      <inkml:brushProperty name="height" value="0.05" units="cm"/>
    </inkml:brush>
  </inkml:definitions>
  <inkml:trace contextRef="#ctx0" brushRef="#br0">31 222 24575,'5'-5'0,"0"1"0,1 0 0,-1 0 0,1 0 0,0 1 0,0 0 0,1 0 0,-1 0 0,8-1 0,9-3 0,31-3 0,-11 2 0,-36 7 0,1-1 0,0 1 0,-1-2 0,1 1 0,13-7 0,-20 9 0,0-1 0,1 1 0,-1-1 0,0 0 0,0 1 0,-1-1 0,1 0 0,0 0 0,0 0 0,0 1 0,0-1 0,-1 0 0,1 0 0,0 0 0,-1 0 0,1 0 0,-1 0 0,1-1 0,-1 1 0,1 0 0,-1 0 0,0 0 0,0 0 0,0 0 0,1-1 0,-1 1 0,0 0 0,0 0 0,-1 0 0,1-1 0,0 1 0,0 0 0,-1 0 0,1 0 0,0 0 0,-1 0 0,1 0 0,-1-1 0,1 1 0,-1 0 0,-1-1 0,-2-2 0,0-1 0,0 1 0,-1 0 0,1 0 0,-1 0 0,0 1 0,-1-1 0,1 1 0,-12-4 0,2-1 0,-52-24 0,58 28 0,1 1 0,0 1 0,-1-1 0,1 2 0,-1-1 0,-13 0 0,20 2 0,0 1 0,0-1 0,0 0 0,0 1 0,0-1 0,0 1 0,0 0 0,0 0 0,0 0 0,0 0 0,0 0 0,0 0 0,0 0 0,1 1 0,-1-1 0,0 1 0,1-1 0,-1 1 0,1-1 0,0 1 0,-1 0 0,1 0 0,0 0 0,0 0 0,-1 4 0,-2 5 0,0 0 0,1 0 0,-2 20 0,1-12 0,2-7 0,0 0 0,0 0 0,1-1 0,0 1 0,2 19 0,0-27 0,0 1 0,0-1 0,0 1 0,0-1 0,1 0 0,-1 1 0,1-1 0,0 0 0,1 0 0,-1 0 0,1-1 0,-1 1 0,1-1 0,0 1 0,0-1 0,1 0 0,5 4 0,4 1 0,1-1 0,0 0 0,0-1 0,1-1 0,0 0 0,22 4 0,-5-1 0,-29-7-20,133 32 163,-108-27-639,0-2 0,54 1 0,-69-6-6330</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26.713"/>
    </inkml:context>
    <inkml:brush xml:id="br0">
      <inkml:brushProperty name="width" value="0.05" units="cm"/>
      <inkml:brushProperty name="height" value="0.05" units="cm"/>
    </inkml:brush>
  </inkml:definitions>
  <inkml:trace contextRef="#ctx0" brushRef="#br0">339 59 24575,'-30'-10'0,"-13"-3"0,-1 0 0,4 3 0,7 2 0,6 4 0,5 4 0,4 2 0,2 1 0,2 3 0,1 0 0,-1 1 0,1 0 0,1-1-8191</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27.283"/>
    </inkml:context>
    <inkml:brush xml:id="br0">
      <inkml:brushProperty name="width" value="0.05" units="cm"/>
      <inkml:brushProperty name="height" value="0.05" units="cm"/>
    </inkml:brush>
  </inkml:definitions>
  <inkml:trace contextRef="#ctx0" brushRef="#br0">90 1 24575,'1'10'0,"0"0"0,1 0 0,0 0 0,1 0 0,6 15 0,1 5 0,60 165 0,-23-68 0,-45-120 0,13 43 0,-14-46 0,0 0 0,0 0 0,-1 0 0,0-1 0,1 1 0,-1 0 0,-1 0 0,1 0 0,-1 0 0,-1 6 0,2-9 0,-1 0 0,1-1 0,-1 1 0,1 0 0,-1 0 0,0-1 0,1 1 0,-1 0 0,0-1 0,0 1 0,1-1 0,-1 1 0,0-1 0,0 1 0,0-1 0,0 1 0,1-1 0,-1 0 0,0 1 0,0-1 0,0 0 0,0 0 0,0 0 0,0 0 0,0 0 0,0 0 0,0 0 0,0 0 0,0 0 0,0 0 0,0 0 0,-1-1 0,-5-1 0,1 0 0,0-1 0,-9-4 0,12 6 0,-20-10 0,1-1 0,-33-24 0,46 29 0,0 0 0,1-1 0,0 0 0,0 0 0,1-1 0,0 0 0,0 0 0,-6-12 0,11 18 0,1 0 0,-1 0 0,1 0 0,0 0 0,0 0 0,0 0 0,1-1 0,-1 1 0,1 0 0,-1 0 0,1-1 0,0 1 0,0 0 0,1-1 0,-1 1 0,1 0 0,0-1 0,-1 1 0,4-6 0,-2 5 0,1-1 0,0 1 0,0 0 0,1 0 0,-1 0 0,1 0 0,0 0 0,0 1 0,0-1 0,1 1 0,7-4 0,-3 2-136,1 1-1,-1 0 1,1 0-1,0 1 1,0 0-1,0 1 1,0 0-1,1 1 0,15-1 1,-10 2-6690</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27.493"/>
    </inkml:context>
    <inkml:brush xml:id="br0">
      <inkml:brushProperty name="width" value="0.05" units="cm"/>
      <inkml:brushProperty name="height" value="0.05" units="cm"/>
    </inkml:brush>
  </inkml:definitions>
  <inkml:trace contextRef="#ctx0" brushRef="#br0">23 1 24575,'0'2'0,"-3"1"0,0 3 0,-3 2 0,1 3 0,-1 0-8191</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28.071"/>
    </inkml:context>
    <inkml:brush xml:id="br0">
      <inkml:brushProperty name="width" value="0.05" units="cm"/>
      <inkml:brushProperty name="height" value="0.05" units="cm"/>
    </inkml:brush>
  </inkml:definitions>
  <inkml:trace contextRef="#ctx0" brushRef="#br0">0 183 24575,'1'7'0,"0"0"0,0 1 0,0-1 0,1 0 0,1 0 0,-1 0 0,1 0 0,0-1 0,0 1 0,1-1 0,0 0 0,0 0 0,6 7 0,3 1 0,0 0 0,0-1 0,30 23 0,-34-30 0,-1 0 0,2 0 0,-1-1 0,1 0 0,17 6 0,-25-10 0,0-1 0,0 1 0,0-1 0,1 0 0,-1 1 0,0-1 0,0 0 0,0 0 0,0-1 0,0 1 0,0 0 0,0-1 0,0 1 0,0-1 0,3-1 0,-4 1 0,1 0 0,-1 0 0,1 0 0,-1-1 0,1 1 0,-1-1 0,0 1 0,0-1 0,0 1 0,0-1 0,0 0 0,0 0 0,0 1 0,-1-1 0,1 0 0,-1 0 0,1 0 0,-1 0 0,0 0 0,1-1 0,-1-12 0,1 0 0,-2-1 0,0 1 0,0 0 0,-5-18 0,1 4 0,4 28 0,1-1 0,0 0 0,0 0 0,-1 0 0,1 0 0,1 0 0,-1 0 0,0 0 0,0 0 0,1 0 0,-1 1 0,1-1 0,-1 0 0,2-3 0,-1 5 0,0-1 0,-1 1 0,1-1 0,0 0 0,0 1 0,-1-1 0,1 1 0,0 0 0,0-1 0,0 1 0,0 0 0,0-1 0,-1 1 0,1 0 0,0 0 0,0 0 0,0 0 0,0 0 0,0 0 0,0 0 0,0 0 0,0 0 0,0 0 0,0 0 0,0 1 0,-1-1 0,1 0 0,0 1 0,0-1 0,0 0 0,0 1 0,0 0 0,17 8 0,30 21 0,-36-21 0,-1-2 0,1 0 0,0 0 0,0-1 0,1-1 0,22 8 0,-34-13 0,1 1 0,-1-1 0,0 0 0,1 0 0,-1 0 0,1 1 0,-1-1 0,1 0 0,-1-1 0,0 1 0,1 0 0,-1 0 0,1-1 0,-1 1 0,0 0 0,1-1 0,-1 0 0,0 1 0,0-1 0,1 0 0,-1 1 0,0-1 0,0 0 0,0 0 0,0 0 0,0 0 0,2-2 0,-2 0 0,0 0 0,1 0 0,-1 0 0,-1 0 0,1 0 0,0 0 0,-1 0 0,0 0 0,1-1 0,-1 1 0,0 0 0,-1-4 0,0-2 0,-1 1 0,0-1 0,0 1 0,-1-1 0,0 1 0,-5-10 0,-30-48 0,23 41 0,6 12-455,0-1 0,-18-18 0,18 22-6371</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28.692"/>
    </inkml:context>
    <inkml:brush xml:id="br0">
      <inkml:brushProperty name="width" value="0.05" units="cm"/>
      <inkml:brushProperty name="height" value="0.05" units="cm"/>
    </inkml:brush>
  </inkml:definitions>
  <inkml:trace contextRef="#ctx0" brushRef="#br0">1 76 24575,'4'5'0,"1"1"0,-1 0 0,-1 0 0,6 11 0,0 0 0,10 20 0,13 20 0,-29-52 0,1 1 0,1-1 0,-1 0 0,1 0 0,-1 0 0,1-1 0,7 6 0,-11-10 0,-1 0 0,1 1 0,-1-1 0,1 1 0,-1-1 0,1 0 0,0 1 0,-1-1 0,1 0 0,0 0 0,-1 0 0,1 0 0,0 1 0,0-1 0,-1 0 0,1 0 0,0 0 0,-1 0 0,1-1 0,0 1 0,-1 0 0,1 0 0,0 0 0,1-1 0,-1 0 0,0 1 0,-1-1 0,1 0 0,0 0 0,0 0 0,0 0 0,0 0 0,-1 0 0,1 0 0,-1 0 0,1 0 0,-1 0 0,1-1 0,1-4 0,0 0 0,-1 0 0,0 0 0,1-9 0,-2-47 0,1-4 0,-1 58 0,1 0 0,1 1 0,0-1 0,0 1 0,0-1 0,5-9 0,-6 15 0,0 0 0,0 0 0,0 0 0,0 0 0,1 1 0,-1-1 0,0 0 0,1 1 0,-1-1 0,1 1 0,0 0 0,-1 0 0,1-1 0,0 1 0,0 0 0,0 0 0,2 0 0,-1 0 0,0 0 0,0 1 0,0-1 0,0 1 0,0 0 0,1 0 0,-1 0 0,0 1 0,0-1 0,5 2 0,4 2 0,1 1 0,-1 1 0,0 0 0,15 10 0,-21-13 0,7 5-114,0 1 1,0 0-1,-1 1 0,0 0 0,0 0 1,-1 2-1,-1-1 0,0 1 0,0 1 1,-2 0-1,12 21 0,-13-21-6712</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35.840"/>
    </inkml:context>
    <inkml:brush xml:id="br0">
      <inkml:brushProperty name="width" value="0.05" units="cm"/>
      <inkml:brushProperty name="height" value="0.05" units="cm"/>
    </inkml:brush>
  </inkml:definitions>
  <inkml:trace contextRef="#ctx0" brushRef="#br0">56 73 24575,'-6'-4'0,"1"0"0,0 0 0,0-1 0,0 1 0,1-1 0,0 0 0,-1-1 0,2 1 0,-1-1 0,-5-12 0,9 12 0,5 7 0,11 8 0,-14-7 0,212 121 0,-43-37 0,-152-73 0,-14-5 0,-5-8 0,0 0 0,0 1 0,-1-1 0,1 0 0,0 0 0,0 1 0,-1-1 0,1 0 0,0 0 0,0 0 0,-1 1 0,1-1 0,0 0 0,-1 0 0,1 0 0,0 0 0,-1 0 0,1 0 0,0 0 0,-1 0 0,1 0 0,0 0 0,-1 0 0,1 0 0,0 0 0,-1 0 0,1 0 0,0 0 0,-1 0 0,-3-1-136,0 1-1,1-1 1,-1 0-1,0 0 1,1 0-1,-1-1 1,1 1-1,0-1 0,-4-2 1,-7-5-6690</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36.304"/>
    </inkml:context>
    <inkml:brush xml:id="br0">
      <inkml:brushProperty name="width" value="0.05" units="cm"/>
      <inkml:brushProperty name="height" value="0.05" units="cm"/>
    </inkml:brush>
  </inkml:definitions>
  <inkml:trace contextRef="#ctx0" brushRef="#br0">237 8 24575,'-1'-1'0,"0"0"0,0 1 0,0-1 0,0 0 0,0 1 0,0-1 0,0 0 0,0 1 0,-1 0 0,1-1 0,0 1 0,0 0 0,0-1 0,-1 1 0,1 0 0,0 0 0,0 0 0,-1 0 0,1 0 0,0 0 0,0 1 0,-1-1 0,1 0 0,0 1 0,0-1 0,0 0 0,0 1 0,-1 0 0,1-1 0,0 1 0,0 0 0,0-1 0,0 1 0,0 0 0,1 0 0,-2 1 0,-5 5 0,0 0 0,0 1 0,-9 13 0,8-9 0,-10 11 0,-26 44 0,44-66-14,-7 12 59,0-1 0,-10 13 1,14-22-170,0 0 0,0 1 0,0-1 0,-1 0 0,1-1 0,-1 1 0,1-1 1,-1 1-1,0-1 0,0 0 0,-5 1 0,0 0-6702</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36.861"/>
    </inkml:context>
    <inkml:brush xml:id="br0">
      <inkml:brushProperty name="width" value="0.05" units="cm"/>
      <inkml:brushProperty name="height" value="0.05" units="cm"/>
    </inkml:brush>
  </inkml:definitions>
  <inkml:trace contextRef="#ctx0" brushRef="#br0">42 76 24575,'-3'8'0,"1"0"0,-1 0 0,2 1 0,0-1 0,0 0 0,0 1 0,1 15 0,1-19 0,0 0 0,0 0 0,0 0 0,1-1 0,-1 1 0,1 0 0,0-1 0,1 1 0,-1-1 0,1 0 0,0 0 0,0 0 0,0 0 0,6 5 0,-8-8 0,1 1 0,-1-1 0,1 1 0,0-1 0,-1 0 0,1 0 0,0 0 0,0 0 0,3 1 0,-5-2 0,0 0 0,0 0 0,0 0 0,0 0 0,1 0 0,-1 0 0,0 0 0,0 0 0,0 0 0,1 0 0,-1 0 0,0 0 0,0 0 0,0 0 0,0 0 0,0 0 0,1 0 0,-1 0 0,0 0 0,0-1 0,0 1 0,0 0 0,0 0 0,1 0 0,-1 0 0,0 0 0,0 0 0,0-1 0,0 1 0,0 0 0,0 0 0,0 0 0,0 0 0,0 0 0,1-1 0,-1 1 0,0 0 0,-3-15 0,-2 4 0,0-1 0,-2 1 0,1 0 0,-11-14 0,10 17 0,2 0 0,-1 0 0,1 0 0,0-1 0,1 0 0,0 0 0,0 0 0,-3-18 0,6 26 0,1-1 0,0 0 0,0 0 0,0 0 0,0 0 0,0 1 0,0-1 0,0 0 0,1 0 0,-1 0 0,1 1 0,-1-1 0,1 0 0,0 0 0,0 1 0,0-1 0,-1 1 0,4-4 0,-2 3 0,0 0 0,0 1 0,0-1 0,0 0 0,1 1 0,-1 0 0,1-1 0,-1 1 0,1 0 0,0 0 0,3-1 0,6 0 0,0 0 0,0 1 0,0 0 0,18 2 0,-30-1 0,2 0 0,7-1 0,1 1 0,-1 1 0,1 0 0,-1 0 0,1 1 0,-1 0 0,0 1 0,10 4 0,-12-2-1365</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37.907"/>
    </inkml:context>
    <inkml:brush xml:id="br0">
      <inkml:brushProperty name="width" value="0.05" units="cm"/>
      <inkml:brushProperty name="height" value="0.05" units="cm"/>
    </inkml:brush>
  </inkml:definitions>
  <inkml:trace contextRef="#ctx0" brushRef="#br0">201 26 24575,'-6'-4'0,"-1"1"0,0 0 0,1 0 0,-1 0 0,-1 1 0,1 0 0,0 0 0,0 1 0,-1 0 0,1 0 0,-1 1 0,1 0 0,-1 0 0,1 0 0,-1 1 0,1 1 0,0-1 0,-1 1 0,1 0 0,0 1 0,0 0 0,0 0 0,1 0 0,-11 7 0,16-9 0,0 1 0,0-1 0,0 0 0,0 0 0,0 0 0,0 1 0,0-1 0,0 0 0,1 1 0,-1-1 0,1 0 0,-1 1 0,1-1 0,-1 1 0,1-1 0,0 1 0,0-1 0,0 1 0,0-1 0,0 1 0,0-1 0,1 4 0,0 4 0,1 1 0,5 15 0,-1-6 0,51 202 0,-29-116 0,-23-85 0,-2-1 0,-1 0 0,0 1 0,-1-1 0,-1 1 0,-5 38 0,4-58 0,1 1 0,0-1 0,0 1 0,0-1 0,0 1 0,0-1 0,0 1 0,0-1 0,0 1 0,0-1 0,0 1 0,0-1 0,0 1 0,0-1 0,1 0 0,-1 1 0,0-1 0,0 1 0,0-1 0,1 1 0,-1-1 0,0 0 0,1 1 0,-1-1 0,0 0 0,1 1 0,-1-1 0,0 0 0,1 1 0,-1-1 0,1 0 0,-1 0 0,1 1 0,-1-1 0,0 0 0,1 0 0,-1 0 0,1 0 0,-1 1 0,1-1 0,-1 0 0,1 0 0,-1 0 0,1 0 0,-1 0 0,1-1 0,5 1 0,-1-1 0,1 0 0,8-2 0,2-1 0,9 2 0,32 1 0,12 0 0,-68 1-124,1 0 0,-1 0 0,1-1 0,-1 1 0,1 0 0,-1-1-1,1 1 1,-1-1 0,0 1 0,3-2 0</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38.516"/>
    </inkml:context>
    <inkml:brush xml:id="br0">
      <inkml:brushProperty name="width" value="0.05" units="cm"/>
      <inkml:brushProperty name="height" value="0.05" units="cm"/>
    </inkml:brush>
  </inkml:definitions>
  <inkml:trace contextRef="#ctx0" brushRef="#br0">0 0 24575,'1'9'0,"1"-1"0,0 1 0,0 0 0,1-1 0,0 0 0,0 1 0,1-1 0,5 9 0,-4-9 0,0 0 0,1 0 0,0 0 0,0-1 0,1 0 0,0 0 0,0-1 0,0 0 0,1 0 0,0-1 0,0 1 0,13 5 0,-21-11 0,1 0 0,-1 0 0,1 1 0,0-1 0,-1 0 0,1 0 0,-1 0 0,1 0 0,-1 0 0,1 0 0,-1 0 0,1 0 0,0 0 0,-1 0 0,1 0 0,-1 0 0,1 0 0,-1 0 0,1 0 0,0-1 0,-1 1 0,1 0 0,-1 0 0,1-1 0,-1 1 0,1 0 0,-1-1 0,0 1 0,1 0 0,-1-1 0,1 1 0,-1-1 0,0 1 0,1-1 0,-1 1 0,0-1 0,1 1 0,-1-1 0,0 1 0,0-1 0,0 1 0,1-1 0,-1 1 0,0-1 0,0 0 0,0 1 0,0-1 0,0 0 0,1-6 0,-1 1 0,0-1 0,-1-9 0,1 8 0,-7-30 0,5 33 0,1 1 0,0-1 0,0 0 0,0 0 0,1 0 0,0 0 0,0 0 0,0 1 0,0-1 0,2-10 0,-1 14 0,-1 0 0,0 1 0,1-1 0,-1 0 0,0 0 0,1 1 0,-1-1 0,1 0 0,-1 1 0,1-1 0,-1 0 0,1 1 0,-1-1 0,1 1 0,0-1 0,-1 1 0,1-1 0,0 1 0,-1 0 0,1-1 0,0 1 0,0 0 0,0-1 0,0 1 0,1 0 0,0 0 0,0 0 0,-1 0 0,1 0 0,0 0 0,0 1 0,-1-1 0,1 1 0,0-1 0,-1 1 0,3 1 0,4 2 0,-1 1 0,1 0 0,10 9 0,-16-12 0,127 111 0,-126-110-1365</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39.253"/>
    </inkml:context>
    <inkml:brush xml:id="br0">
      <inkml:brushProperty name="width" value="0.05" units="cm"/>
      <inkml:brushProperty name="height" value="0.05" units="cm"/>
    </inkml:brush>
  </inkml:definitions>
  <inkml:trace contextRef="#ctx0" brushRef="#br0">1 0 24575,'34'3'0,"0"2"0,-1 0 0,65 21 0,-95-25 0,-1 0 0,0 0 0,0 0 0,0 0 0,0 0 0,0 1 0,0-1 0,0 1 0,0-1 0,0 1 0,-1 0 0,1-1 0,0 1 0,-1 0 0,2 3 0,-1 0 0,0 1 0,0-1 0,-1 0 0,1 0 0,0 7 0,0 3 0,2 7 0,3 7 0,-2 0 0,1 55 0,-6-54 0,-1-11 0,3 34 0,-2-48 0,1 0 0,0 1 0,0-1 0,1 0 0,0 0 0,-1 0 0,2 0 0,-1 0 0,1-1 0,-1 1 0,5 4 0,40 40 0,-2-3 0,-44-45 0,0 0 0,0 0 0,0 0 0,0 0 0,-1 1 0,1-1 0,0 0 0,-1 1 0,1-1 0,-1 0 0,1 1 0,-1-1 0,0 1 0,1 2 0,-1-3 0,0 0 0,0 0 0,-1-1 0,1 1 0,0 0 0,0 0 0,-1 0 0,1 0 0,-1-1 0,1 1 0,-1 0 0,1 0 0,-1-1 0,1 1 0,-1 0 0,1-1 0,-1 1 0,-1 0 0,-1 1 0,0 0 0,0-1 0,-1 1 0,1-1 0,0 0 0,-1 0 0,1 0 0,-1 0 0,1-1 0,-7 1 0,-126-3-1365,123 2-5461</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1.245"/>
    </inkml:context>
    <inkml:brush xml:id="br0">
      <inkml:brushProperty name="width" value="0.05" units="cm"/>
      <inkml:brushProperty name="height" value="0.05" units="cm"/>
    </inkml:brush>
  </inkml:definitions>
  <inkml:trace contextRef="#ctx0" brushRef="#br0">247 7 24575,'-7'5'0,"-6"1"0,-2 1 0,-5-2 0,0-1 0,0-5 0,1-1 0,-1-1 0,0 1 0,1-3 0,1 1 0,2 0 0,0 1 0,3-2 0,2 1 0</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1.558"/>
    </inkml:context>
    <inkml:brush xml:id="br0">
      <inkml:brushProperty name="width" value="0.05" units="cm"/>
      <inkml:brushProperty name="height" value="0.05" units="cm"/>
    </inkml:brush>
  </inkml:definitions>
  <inkml:trace contextRef="#ctx0" brushRef="#br0">237 13 24575,'-22'-5'0,"-11"0"0,-2 2 0,6 4 0,4 1 0,5 1 0,2 2 0,3 0 0,0 0 0,2-2 0,1-1-8191</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2.152"/>
    </inkml:context>
    <inkml:brush xml:id="br0">
      <inkml:brushProperty name="width" value="0.05" units="cm"/>
      <inkml:brushProperty name="height" value="0.05" units="cm"/>
    </inkml:brush>
  </inkml:definitions>
  <inkml:trace contextRef="#ctx0" brushRef="#br0">8 10 24575,'-7'-9'0,"10"8"0,15 13 0,70 47 0,131 67 0,-170-100 0,-25-11 51,7 2-1467</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2.510"/>
    </inkml:context>
    <inkml:brush xml:id="br0">
      <inkml:brushProperty name="width" value="0.05" units="cm"/>
      <inkml:brushProperty name="height" value="0.05" units="cm"/>
    </inkml:brush>
  </inkml:definitions>
  <inkml:trace contextRef="#ctx0" brushRef="#br0">240 6 24575,'-1'-1'0,"0"0"0,-1 1 0,1-1 0,0 0 0,-1 1 0,1 0 0,0-1 0,-1 1 0,1 0 0,-1 0 0,1 0 0,0 0 0,-1 0 0,1 0 0,-1 0 0,1 0 0,0 0 0,-1 1 0,1-1 0,-1 1 0,1-1 0,0 1 0,0-1 0,-1 1 0,1 0 0,0 0 0,0 0 0,0-1 0,0 1 0,0 0 0,0 0 0,0 1 0,-2 1 0,-1 4 0,0 0 0,0 1 0,0-1 0,-4 17 0,-1 0 0,4-14 0,0-1 0,-1 0 0,0 0 0,0-1 0,-1 1 0,0-1 0,-12 10 0,5-6 0,-1-1 0,0-1 0,-24 13 0,22-12-1365</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3.490"/>
    </inkml:context>
    <inkml:brush xml:id="br0">
      <inkml:brushProperty name="width" value="0.05" units="cm"/>
      <inkml:brushProperty name="height" value="0.05" units="cm"/>
    </inkml:brush>
  </inkml:definitions>
  <inkml:trace contextRef="#ctx0" brushRef="#br0">275 5 24575,'-24'-3'0,"0"1"0,-32 2 0,43 1 0,1 1 0,-1 0 0,1 0 0,0 1 0,-1 1 0,-13 6 0,21-8 0,1 0 0,-1-1 0,0 0 0,0 0 0,-8 1 0,11-2 0,0 1 0,1-1 0,-1 0 0,1 0 0,-1 0 0,1-1 0,-1 1 0,1 0 0,-1 0 0,1-1 0,-1 1 0,1-1 0,-1 0 0,1 1 0,-1-1 0,1 0 0,0 0 0,0 0 0,-1 0 0,-1-1 0,10 12 0,-1 1 0,0 0 0,-1 0 0,0 1 0,-1-1 0,5 22 0,9 79 0,-9-45 0,44 214 0,-46-228 0,-6-38 0,1 0 0,5 23 0,-6-36 0,0-1 0,-1 1 0,1-1 0,0 1 0,0-1 0,0 1 0,0-1 0,0 1 0,1-1 0,-1 0 0,0 0 0,0 1 0,1-1 0,-1 0 0,1 0 0,-1 0 0,1-1 0,0 1 0,-1 0 0,1-1 0,0 1 0,-1-1 0,1 1 0,3-1 0,5 1 0,0 0 0,-1-1 0,16-1 0,-8 0 0,32 1-8,-29 1-445,1-1 1,36-5 0,-43 2-6374</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4.210"/>
    </inkml:context>
    <inkml:brush xml:id="br0">
      <inkml:brushProperty name="width" value="0.05" units="cm"/>
      <inkml:brushProperty name="height" value="0.05" units="cm"/>
    </inkml:brush>
  </inkml:definitions>
  <inkml:trace contextRef="#ctx0" brushRef="#br0">1 35 24575,'0'6'0,"1"0"0,0 0 0,0-1 0,0 1 0,1 0 0,0-1 0,0 1 0,5 8 0,31 46 0,-31-49 0,-1 2 0,-6-11 0,0-1 0,1 1 0,-1-1 0,1 1 0,0-1 0,-1 1 0,1-1 0,0 0 0,0 1 0,0-1 0,1 2 0,-1-3 0,-1 0 0,1 0 0,-1-1 0,0 1 0,1 0 0,-1 0 0,0 0 0,1 0 0,-1 0 0,0-1 0,1 1 0,-1 0 0,0 0 0,1-1 0,-1 1 0,0 0 0,0 0 0,1-1 0,-1 1 0,0 0 0,0-1 0,0 1 0,1 0 0,-1-1 0,0 1 0,0-1 0,0 1 0,0 0 0,0-1 0,0 1 0,0 0 0,0-1 0,0 1 0,0-1 0,0 0 0,3-15 0,-3 16 0,1-13 0,0 0 0,1 0 0,1 1 0,0-1 0,1 1 0,1 0 0,-1 0 0,2 0 0,13-22 0,-17 32 0,0 0 0,1 0 0,-1 0 0,1 0 0,-1 0 0,1 0 0,0 1 0,-1-1 0,1 1 0,0 0 0,0 0 0,0 0 0,0 0 0,1 0 0,-1 1 0,0-1 0,0 1 0,0 0 0,0 0 0,4 0 0,-2 1 0,1-1 0,-1 1 0,0 0 0,0 0 0,1 0 0,-1 1 0,0 0 0,0 0 0,-1 0 0,1 0 0,5 5 0,1 2 0,-2 0 0,1 1 0,-2 1 0,15 20 0,-13-16 0,23 25 0,-22-30-90,8 8 297,-18-16-306,0-1 0,0 0 1,0 0-1,0 0 0,0 1 0,-1-1 0,1 0 1,0 1-1,-1-1 0,0 1 0,1-1 0,-1 0 1,0 1-1,1 1 0</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6.592"/>
    </inkml:context>
    <inkml:brush xml:id="br0">
      <inkml:brushProperty name="width" value="0.05" units="cm"/>
      <inkml:brushProperty name="height" value="0.05" units="cm"/>
    </inkml:brush>
  </inkml:definitions>
  <inkml:trace contextRef="#ctx0" brushRef="#br0">0 0 24575,'1'12'0,"0"-1"0,1 0 0,0 0 0,1 0 0,1 0 0,7 17 0,43 73 0,-53-99-170,0 0-1,-1 1 0,1-1 1,0 0-1,-1 1 0,1-1 1,0 5-1,-2 2-6655</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6.808"/>
    </inkml:context>
    <inkml:brush xml:id="br0">
      <inkml:brushProperty name="width" value="0.05" units="cm"/>
      <inkml:brushProperty name="height" value="0.05" units="cm"/>
    </inkml:brush>
  </inkml:definitions>
  <inkml:trace contextRef="#ctx0" brushRef="#br0">325 30 24575,'-28'-2'0,"-11"-4"0,-2-1 0,3 2 0,7 0 0,5 2 0,5 1 0,3 4 0,2 1 0,2 0 0,0 3 0,1-1 0,-1 0 0,3-2-8191</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7.495"/>
    </inkml:context>
    <inkml:brush xml:id="br0">
      <inkml:brushProperty name="width" value="0.05" units="cm"/>
      <inkml:brushProperty name="height" value="0.05" units="cm"/>
    </inkml:brush>
  </inkml:definitions>
  <inkml:trace contextRef="#ctx0" brushRef="#br0">16 122 24575,'19'46'0,"-16"-36"0,1-1 0,0 1 0,0-1 0,1 1 0,1-2 0,-1 1 0,13 14 0,-12-19 0,-7-10 0,-8-10 0,2 6 0,-10-13 0,-16-32 0,30 48 0,-1 0 0,1 0 0,0 0 0,1 0 0,0-1 0,0 1 0,1-1 0,0 1 0,-1-15 0,3 19 5,-1 0-1,1 0 0,0 0 0,0 0 1,0 1-1,0-1 0,0 0 0,1 1 1,-1-1-1,1 1 0,0-1 1,-1 1-1,1 0 0,0 0 0,1 0 1,-1 0-1,0 0 0,0 0 1,1 0-1,-1 1 0,1-1 0,0 1 1,-1 0-1,1 0 0,0 0 0,0 0 1,5-1-1,-4 1-72,-1 0 1,1 1-1,0-1 1,-1 1-1,1 0 1,0 0-1,-1 0 1,1 0-1,0 1 1,-1-1-1,1 1 1,0 0-1,-1 0 1,1 0-1,-1 0 1,0 1-1,1 0 1,-1 0-1,0-1 1,0 2-1,5 3 1,-1 3-6759</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8.743"/>
    </inkml:context>
    <inkml:brush xml:id="br0">
      <inkml:brushProperty name="width" value="0.05" units="cm"/>
      <inkml:brushProperty name="height" value="0.05" units="cm"/>
    </inkml:brush>
  </inkml:definitions>
  <inkml:trace contextRef="#ctx0" brushRef="#br0">103 283 24575,'0'-15'0,"0"-4"0,0 34 0,1 11 0,2-1 0,0 1 0,2-1 0,1 0 0,1-1 0,18 45 0,-9-38 0,1 0 0,1-1 0,28 33 0,-39-53 0,-4-7 0,-6-8 0,-8-10 0,-1 2 0,-86-97 0,84 91 0,-1-1 0,2-1 0,1 0 0,-10-24 0,9 16 0,1 0 0,2-1 0,-11-52 0,19 72 0,1 0 0,0 0 0,1 0 0,1-1 0,-1 1 0,4-17 0,-2 21 0,0-1 0,1 0 0,-1 1 0,1-1 0,0 1 0,1 0 0,0-1 0,0 2 0,0-1 0,8-8 0,-6 9 0,0 0 0,0 0 0,1 1 0,-1 0 0,1 0 0,0 1 0,0 0 0,0 0 0,0 1 0,0-1 0,1 2 0,-1-1 0,1 1 0,13-1 0,-5 2 0,1 0 0,0 1 0,-1 1 0,1 0 0,27 8 0,-31-6 0,0 1 0,0 0 0,0 0 0,-1 2 0,0-1 0,0 1 0,11 10 0,-19-14 0,0 1 0,-1 0 0,1-1 0,-1 1 0,1 1 0,-1-1 0,-1 0 0,1 1 0,3 6 0,-5-7 0,0-1 0,0 1 0,0-1 0,-1 1 0,1 0 0,-1-1 0,0 1 0,0 0 0,0-1 0,0 1 0,-1-1 0,0 1 0,1 0 0,-4 5 0,2-3 0,-1-1 0,0 0 0,0 0 0,0 0 0,-1-1 0,1 1 0,-1-1 0,0 0 0,-1 0 0,1 0 0,-1-1 0,-7 5 0,-6 3 0,-1-1 0,-20 8 0,19-11 0,0 0 0,-1-1 0,0-1 0,-40 4 0,55-9 0,0 1 0,1 0 0,-1 0 0,-5 3 0,11-4 0,-1 0 0,0 0 0,1 0 0,-1 0 0,1 1 0,-1-1 0,1 0 0,-1 0 0,1 0 0,-1 1 0,1-1 0,-1 0 0,1 1 0,-1-1 0,1 1 0,0-1 0,-1 0 0,1 1 0,0-1 0,-1 1 0,1-1 0,0 1 0,0-1 0,-1 1 0,1-1 0,0 1 0,0-1 0,0 1 0,0 0 0,-1-1 0,1 1 0,0-1 0,0 1 0,0-1 0,0 1 0,1 0 0,-1-1 0,0 1 0,0-1 0,0 1 0,0-1 0,0 1 0,1-1 0,-1 1 0,0-1 0,0 1 0,1-1 0,-1 1 0,1-1 0,-1 1 0,0-1 0,1 0 0,-1 1 0,1-1 0,0 1 0,11 9 0,0 0 0,1 0 0,0-1 0,19 9 0,-7-3 0,53 26 0,136 53 0,-175-79 0,-8-2-1365,-19-8-5461</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3:49.741"/>
    </inkml:context>
    <inkml:brush xml:id="br0">
      <inkml:brushProperty name="width" value="0.05" units="cm"/>
      <inkml:brushProperty name="height" value="0.05" units="cm"/>
    </inkml:brush>
  </inkml:definitions>
  <inkml:trace contextRef="#ctx0" brushRef="#br0">1 8 24575,'20'-3'0,"1"1"0,0 0 0,-1 2 0,1 0 0,0 1 0,-1 1 0,24 6 0,124 24 0,-167-31 0,1-1 0,0 0 0,-1 1 0,1-1 0,-1 1 0,1-1 0,0 1 0,-1 0 0,1 0 0,-1 0 0,0 0 0,1 0 0,-1 0 0,0 0 0,0 0 0,1 0 0,-1 1 0,1 1 0,-1-1 0,0 1 0,0 0 0,-1-1 0,1 1 0,-1 0 0,1 0 0,-1-1 0,0 1 0,0 0 0,-1 4 0,-2 28 0,2 1 0,2 0 0,1-1 0,2 1 0,8 38 0,15 25 0,15 69 0,-36-138 0,2 0 0,14 37 0,-22-66 0,1 0 0,-1 0 0,1 0 0,-1 0 0,0 0 0,1 0 0,-1 0 0,0 0 0,0 0 0,0 0 0,0 0 0,0 0 0,0 0 0,0 0 0,0 0 0,-1 0 0,1 0 0,0 0 0,0 0 0,-1 0 0,1-1 0,-1 1 0,1 0 0,-1 0 0,1 0 0,-1 0 0,1 0 0,-1-1 0,0 1 0,0 0 0,1-1 0,-1 1 0,0 0 0,0-1 0,0 1 0,0-1 0,1 1 0,-1-1 0,0 0 0,0 1 0,0-1 0,0 0 0,0 1 0,-2-1 0,-6 1 0,0 0 0,0 0 0,0-1 0,-12-2 0,7 2 0,-84-2-1365,79 2-5461</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2.942"/>
    </inkml:context>
    <inkml:brush xml:id="br0">
      <inkml:brushProperty name="width" value="0.05" units="cm"/>
      <inkml:brushProperty name="height" value="0.05" units="cm"/>
    </inkml:brush>
  </inkml:definitions>
  <inkml:trace contextRef="#ctx0" brushRef="#br0">1 1 24575,'0'5'0,"1"0"0,0 0 0,0-1 0,0 1 0,0 0 0,1 0 0,0-1 0,4 9 0,28 40 0,-6-9 0,-19-27 0,-7-12 0,0 0 0,1 0 0,0 0 0,0 0 0,0 0 0,7 7 0,-9-12 0,-1 0 0,0 0 0,1 0 0,-1 0 0,0 0 0,1-1 0,-1 1 0,0 0 0,1 0 0,-1 0 0,0 0 0,1 0 0,-1-1 0,0 1 0,1 0 0,-1 0 0,0-1 0,0 1 0,1 0 0,-1 0 0,0-1 0,0 1 0,0 0 0,1-1 0,-1 1 0,0 0 0,0-1 0,0 1 0,0 0 0,0-1 0,0 1 0,0 0 0,0-1 0,0 1 0,0-1 0,5-15 0,-5 15 0,4-16 0,2-6 0,14-40 0,-18 57 0,0 1 0,1 0 0,0 0 0,0 0 0,0 0 0,0 0 0,1 0 0,-1 1 0,1 0 0,1 0 0,-1 0 0,9-6 0,-11 9 0,1-1 0,-1 1 0,0 0 0,1 0 0,-1 1 0,1-1 0,-1 0 0,1 1 0,0 0 0,-1-1 0,1 1 0,-1 0 0,1 0 0,0 1 0,-1-1 0,3 1 0,0 0 0,-1 1 0,0 0 0,0-1 0,0 1 0,0 1 0,0-1 0,0 1 0,5 4 0,2 4 0,1 1 0,-2 1 0,18 25 0,-27-37 0,11 17-117,-6-7-61,1-1 0,0 0-1,1 0 1,0-1 0,0 0-1,13 10 1,-11-13-6648</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3.504"/>
    </inkml:context>
    <inkml:brush xml:id="br0">
      <inkml:brushProperty name="width" value="0.05" units="cm"/>
      <inkml:brushProperty name="height" value="0.05" units="cm"/>
    </inkml:brush>
  </inkml:definitions>
  <inkml:trace contextRef="#ctx0" brushRef="#br0">129 212 24575,'7'-6'0,"1"0"0,-2 0 0,1-1 0,-1 0 0,0 0 0,6-12 0,-10 17 0,-1-1 0,0 1 0,0-1 0,0 1 0,0-1 0,0 1 0,0-1 0,-1 0 0,0 0 0,1 1 0,-1-1 0,0 0 0,0 0 0,0 1 0,-1-1 0,1 0 0,-1 1 0,1-1 0,-1 0 0,0 1 0,0-1 0,0 1 0,-1-1 0,1 1 0,-3-5 0,0 2 0,0 0 0,0 0 0,-1 1 0,1-1 0,-1 1 0,0 0 0,0 0 0,0 0 0,-1 1 0,1 0 0,-1 0 0,0 0 0,0 1 0,0 0 0,0 0 0,0 1 0,0-1 0,-1 1 0,1 1 0,-10-1 0,14 1 0,0 1 0,0-1 0,0 1 0,0-1 0,0 1 0,0 0 0,0 0 0,0 0 0,0 0 0,0 0 0,0 1 0,1-1 0,-1 1 0,0-1 0,1 1 0,-1-1 0,1 1 0,0 0 0,0-1 0,-1 1 0,1 0 0,0 0 0,-1 4 0,-1 1 0,1 1 0,0-1 0,0 1 0,0 0 0,0 9 0,2-14 0,-1-1 0,1 1 0,0-1 0,1 1 0,-1-1 0,0 0 0,1 1 0,-1-1 0,1 1 0,0-1 0,0 0 0,0 1 0,0-1 0,0 0 0,0 0 0,3 2 0,-2-1 0,1 0 0,0 0 0,0 0 0,0-1 0,0 0 0,0 0 0,1 0 0,-1 0 0,5 2 0,6 1 0,-1-1 0,0-1 0,1 0 0,22 2 0,-31-5 0,15 2 0,21 0 0,-36-2 0,-1-1 0,1 1 0,0-1 0,0 0 0,0 0 0,0 0 0,-1 0 0,1-1 0,8-4 0,-11 5 0,-1 0 0,0 0 0,1 0 0,-1 0 0,0 0 0,0 0 0,1 0 0,-1 0 0,0-1 0,0 1 0,0 0 0,-1-1 0,1 1 0,0-1 0,0 1 0,-1-1 0,1 1 0,-1-1 0,1 1 0,-1-1 0,0 1 0,0-1 0,0 0 0,0 1 0,0-1 0,0 0 0,0 1 0,0-1 0,0 1 0,-1-1 0,1 0 0,-1 1 0,1-1 0,-1 1 0,0-1 0,1 1 0,-1 0 0,0-1 0,-2-1 0,-3-6 0,-1 1 0,0 0 0,0 1 0,-15-12 0,21 18 0,-89-74-1365</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4.003"/>
    </inkml:context>
    <inkml:brush xml:id="br0">
      <inkml:brushProperty name="width" value="0.05" units="cm"/>
      <inkml:brushProperty name="height" value="0.05" units="cm"/>
    </inkml:brush>
  </inkml:definitions>
  <inkml:trace contextRef="#ctx0" brushRef="#br0">1 208 24575,'22'21'0,"1"-2"0,2 0 0,-1-2 0,2 0 0,36 17 0,-52-29 0,1-1 0,-1 0 0,1-1 0,18 3 0,-22-5 0,0 0 0,0 0 0,0-1 0,0 0 0,-1-1 0,1 1 0,0-1 0,11-3 0,-17 3 0,1 1 0,-1-1 0,1 1 0,-1-1 0,1 1 0,-1-1 0,1 0 0,-1 0 0,0 0 0,1 0 0,-1 0 0,0 0 0,0 0 0,0 0 0,0-1 0,0 1 0,0 0 0,0-1 0,0 1 0,-1 0 0,1-1 0,0 1 0,-1-1 0,1 1 0,-1-1 0,0 0 0,1 1 0,-1-1 0,0 1 0,0-1 0,0 0 0,0 1 0,-1-4 0,0-1 0,-1 0 0,0-1 0,0 1 0,0 0 0,-1 0 0,-6-9 0,9 15 0,0 0 0,0 0 0,0 0 0,0 0 0,0 0 0,0 0 0,-1 0 0,1-1 0,0 1 0,0 0 0,0 0 0,0 0 0,0 0 0,0 0 0,0 0 0,0 0 0,0-1 0,0 1 0,0 0 0,0 0 0,0 0 0,0 0 0,0 0 0,0 0 0,0-1 0,0 1 0,0 0 0,0 0 0,0 0 0,0 0 0,0 0 0,0 0 0,0 0 0,0-1 0,0 1 0,0 0 0,1 0 0,-1 0 0,0 0 0,0 0 0,0 0 0,0 0 0,7 0 0,14 9 0,-14-6 0,15 5 0,0-2 0,0 0 0,0-1 0,1-2 0,0 0 0,-1-1 0,1-1 0,0-2 0,0 0 0,32-6 0,-52 6 0,1 0 0,-1 0 0,1 0 0,-1 0 0,0 0 0,1-1 0,-1 0 0,0 0 0,0 0 0,0 0 0,0 0 0,-1 0 0,1-1 0,4-5 0,-6 6 0,1 0 0,-1 0 0,0-1 0,0 1 0,0-1 0,0 1 0,-1-1 0,1 1 0,-1-1 0,1 1 0,-1-1 0,0 0 0,0 1 0,0-1 0,0 0 0,-1 1 0,1-1 0,-1 1 0,1-1 0,-1 1 0,-1-3 0,-2-4 0,0 1 0,-1 0 0,0 0 0,0 1 0,-1-1 0,0 1 0,0 0 0,0 1 0,-9-7 0,-8-6 0,-38-22 0,44 30-227,-1 2-1,1 1 1,-1 0-1,-1 1 1,-28-7-1,28 10-6598</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4.705"/>
    </inkml:context>
    <inkml:brush xml:id="br0">
      <inkml:brushProperty name="width" value="0.05" units="cm"/>
      <inkml:brushProperty name="height" value="0.05" units="cm"/>
    </inkml:brush>
  </inkml:definitions>
  <inkml:trace contextRef="#ctx0" brushRef="#br0">1 137 24575,'69'81'0,"-56"-68"0,-1-1 0,2 0 0,-1-1 0,17 10 0,-27-20 0,-1 1 0,1-1 0,0 0 0,0 1 0,-1-1 0,1 0 0,0-1 0,0 1 0,0 0 0,0-1 0,0 0 0,0 1 0,0-1 0,0 0 0,0-1 0,0 1 0,0 0 0,-1-1 0,1 0 0,0 0 0,0 0 0,0 0 0,4-2 0,-4 1 0,0-1 0,1 1 0,-1-1 0,-1 0 0,1 0 0,0 0 0,-1 0 0,1 0 0,-1 0 0,0-1 0,0 1 0,-1-1 0,1 0 0,-1 1 0,1-1 0,-1 0 0,1-5 0,-1-6 0,-1 12 0,0 1 0,0 0 0,0-1 0,0 1 0,0-1 0,1 1 0,-1-1 0,1 1 0,0 0 0,0 0 0,0-1 0,2-3 0,-3 6 0,1 0 0,-1 0 0,0 0 0,1 0 0,-1 0 0,1 0 0,-1 0 0,1 0 0,-1 0 0,1 1 0,-1-1 0,0 0 0,1 0 0,-1 0 0,1 0 0,-1 1 0,0-1 0,1 0 0,-1 0 0,0 1 0,1-1 0,-1 0 0,0 1 0,1-1 0,-1 0 0,1 1 0,11 13 0,-8-10 0,6 6 0,0 0 0,1-1 0,0 0 0,1-1 0,0 0 0,0-1 0,1-1 0,-1 0 0,1 0 0,1-1 0,-1-1 0,15 3 0,-25-6 0,1 0 0,-1-1 0,0 0 0,0 1 0,1-1 0,-1 0 0,0-1 0,0 1 0,1-1 0,-1 1 0,0-1 0,0 0 0,0 0 0,0 0 0,3-2 0,-4 2 0,0-1 0,-1 1 0,1-1 0,0 1 0,-1-1 0,0 1 0,1-1 0,-1 0 0,0 0 0,0 0 0,0 1 0,0-1 0,0 0 0,0 0 0,0-1 0,-1 1 0,1 0 0,-1 0 0,0 0 0,1 0 0,-1 0 0,0-1 0,-1-2 0,0-4 0,0 0 0,-1-1 0,0 1 0,0 0 0,-1 0 0,-1 1 0,1-1 0,-1 1 0,-10-15 0,-3-2 0,-35-39 0,49 60-91,-1 0 0,0 0 0,0 0 0,0 0 0,0 1 0,-1-1 0,1 1 0,-1 0 0,0 1 0,0-1 0,0 1 0,0 0 0,0 0 0,-8-1 0,1 1-6735</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5.062"/>
    </inkml:context>
    <inkml:brush xml:id="br0">
      <inkml:brushProperty name="width" value="0.05" units="cm"/>
      <inkml:brushProperty name="height" value="0.05" units="cm"/>
    </inkml:brush>
  </inkml:definitions>
  <inkml:trace contextRef="#ctx0" brushRef="#br0">1 323 24575,'111'-24'0,"-97"20"0,0-1 0,-1 0 0,1-1 0,-2 0 0,23-15 0,-31 18 0,0 0 0,-1-1 0,0 1 0,0-1 0,0 1 0,0-1 0,0 0 0,-1 0 0,0 0 0,0 0 0,0 0 0,0-1 0,0 1 0,1-10 0,-2 7 0,0-1 0,0 1 0,-1-1 0,0 1 0,0-1 0,-1 1 0,0-1 0,-1 1 0,-2-9 0,2 9 0,0 0 0,-1 1 0,0-1 0,0 1 0,0 0 0,-1 0 0,0 0 0,0 0 0,-9-8 0,10 10 0,-1 2 0,1-1 0,-1 0 0,1 1 0,-1-1 0,0 1 0,0 0 0,0 1 0,0-1 0,0 1 0,0-1 0,-1 1 0,1 0 0,0 1 0,-1-1 0,-4 1 0,6 0 0,1 0 0,-1 0 0,0 1 0,0-1 0,0 1 0,1 0 0,-1 0 0,0 0 0,1 0 0,-1 0 0,1 1 0,-1-1 0,1 1 0,-3 2 0,1-1 0,1 0 0,0 1 0,0 0 0,0-1 0,0 1 0,1 0 0,-5 9 0,3-2 0,0 0 0,1 0 0,0 1 0,1-1 0,0 1 0,-1 15 0,3-16 0,1 0 0,-1 0 0,2 0 0,-1 0 0,2 0 0,-1-1 0,1 1 0,1-1 0,0 0 0,1 0 0,0 0 0,0 0 0,1-1 0,0 0 0,1 0 0,0 0 0,0-1 0,1 0 0,0-1 0,14 12 0,-8-9 0,1-1 0,0 0 0,1-1 0,-1 0 0,1-2 0,1 0 0,-1 0 0,1-2 0,0 0 0,0-1 0,0 0 0,25 0 0,-33-3-227,0 0-1,0-1 1,0 1-1,0-2 1,15-3-1,-14 2-6598</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5.670"/>
    </inkml:context>
    <inkml:brush xml:id="br0">
      <inkml:brushProperty name="width" value="0.05" units="cm"/>
      <inkml:brushProperty name="height" value="0.05" units="cm"/>
    </inkml:brush>
  </inkml:definitions>
  <inkml:trace contextRef="#ctx0" brushRef="#br0">287 83 24575,'-30'-16'0,"0"1"0,-1 2 0,-1 1 0,-41-11 0,68 22 0,0 0 0,1 0 0,-1 1 0,0-1 0,0 1 0,0 0 0,1 0 0,-1 1 0,0 0 0,-7 1 0,10-1 0,0 0 0,1 0 0,-1 0 0,0 0 0,0 0 0,1 0 0,-1 0 0,1 1 0,-1-1 0,1 1 0,-1-1 0,1 1 0,0-1 0,0 1 0,0 0 0,0 0 0,0-1 0,0 1 0,0 0 0,1 0 0,-1 0 0,0 0 0,1 0 0,0 0 0,-1 0 0,1 4 0,0-1 0,1 0 0,-1 0 0,1 1 0,0-1 0,1 0 0,-1 0 0,1 0 0,0 0 0,0 0 0,0 0 0,1-1 0,0 1 0,0-1 0,0 1 0,0-1 0,7 6 0,3 3 0,1-1 0,0 0 0,23 14 0,-16-12 40,0-2 0,37 16 0,-46-23-252,1-1 0,0 0 0,0-1-1,0-1 1,0 0 0,19 1 0,-15-3-6614</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6.451"/>
    </inkml:context>
    <inkml:brush xml:id="br0">
      <inkml:brushProperty name="width" value="0.05" units="cm"/>
      <inkml:brushProperty name="height" value="0.05" units="cm"/>
    </inkml:brush>
  </inkml:definitions>
  <inkml:trace contextRef="#ctx0" brushRef="#br0">272 0 24575,'-36'3'0,"-1"2"0,1 1 0,-55 17 0,86-21 0,0 0 0,0 0 0,0 0 0,1 0 0,-1 1 0,1 0 0,0 0 0,-1 0 0,1 1 0,1-1 0,-1 1 0,-4 5 0,7-7 0,-1 1 0,1-1 0,0 0 0,0 1 0,0-1 0,0 1 0,0-1 0,1 1 0,-1 0 0,1-1 0,0 1 0,-1 0 0,1-1 0,0 1 0,1 0 0,-1-1 0,0 1 0,1 0 0,0-1 0,-1 1 0,1-1 0,0 1 0,0-1 0,0 0 0,3 4 0,3 5 0,1-1 0,-1-1 0,2 1 0,0-1 0,0-1 0,0 1 0,1-2 0,0 1 0,1-2 0,-1 1 0,1-1 0,1-1 0,-1 0 0,1 0 0,0-2 0,0 1 0,0-1 0,0-1 0,1 0 0,-1-1 0,1 0 0,-1-1 0,1 0 0,14-3 0,-23 2 0,0 0 0,0 0 0,1 0 0,-1 0 0,-1-1 0,1 0 0,0 1 0,0-2 0,-1 1 0,1 0 0,-1-1 0,0 1 0,1-1 0,-1 0 0,0 0 0,-1 0 0,1 0 0,-1-1 0,1 1 0,-1-1 0,0 0 0,0 0 0,-1 1 0,1-1 0,-1 0 0,0 0 0,0 0 0,0-1 0,0 1 0,-1 0 0,1 0 0,-1 0 0,-1-1 0,1 1 0,0 0 0,-1 0 0,0 0 0,0 0 0,0 0 0,-2-5 0,-1-1 0,-1 0 0,1 0 0,-2 0 0,1 1 0,-9-11 0,6 15 0,4 9 0,4-2 0,-1-1 0,1 1 0,0-1 0,0 1 0,0-1 0,0 1 0,0-1 0,0 1 0,0 1 0,3 8 0,0 0 0,1-1 0,0 1 0,1-1 0,0 0 0,1 0 0,0 0 0,0-1 0,1 0 0,0 0 0,1-1 0,0 0 0,0 0 0,10 7 0,-6-6 0,0-1 0,1 0 0,-1 0 0,2-1 0,-1-1 0,1 0 0,0-1 0,0-1 0,0 0 0,20 3 0,-29-7 0,1 1 0,-1-1 0,0 0 0,1 0 0,-1-1 0,0 0 0,1 1 0,-1-2 0,0 1 0,8-4 0,-11 4 0,1 0 0,-1-1 0,0 1 0,1-1 0,-1 1 0,0-1 0,0 0 0,0 0 0,0 0 0,0-1 0,-1 1 0,1 0 0,-1-1 0,1 1 0,-1-1 0,0 1 0,0-1 0,0 1 0,0-1 0,0 0 0,0-4 0,0-7 0,1 0 0,-2-1 0,0 1 0,-1-1 0,0 1 0,-1-1 0,-1 1 0,0 0 0,-1 0 0,-6-14 0,20 46 0,0 0 0,1-1 0,0-1 0,17 19 0,-18-24 0,0-1 0,0 0 0,1 0 0,0-1 0,0 0 0,1-1 0,0-1 0,15 8 0,-25-14 0,-1-1 0,1 1 0,0 0 0,0 0 0,0-1 0,-1 1 0,1-1 0,0 0 0,0 1 0,0-1 0,0 0 0,0 0 0,0 0 0,0-1 0,0 1 0,0 0 0,-1-1 0,1 1 0,0-1 0,0 0 0,0 1 0,-1-1 0,1 0 0,0 0 0,-1 0 0,1 0 0,-1 0 0,1-1 0,-1 1 0,1 0 0,-1-1 0,0 1 0,0-1 0,0 1 0,0-1 0,0 0 0,0 1 0,0-1 0,0 0 0,0-2 0,1-2 0,0-1 0,-1 1 0,0 0 0,0-1 0,-1 0 0,1 1 0,-1-1 0,-1 1 0,1-1 0,-3-10 0,-13-43 0,16 60 0,0 0 0,0 0 0,0-1 0,-1 1 0,1 0 0,0 0 0,0-1 0,0 1 0,0 0 0,0 0 0,0-1 0,0 1 0,0 0 0,0-1 0,0 1 0,0 0 0,0-1 0,0 1 0,0 0 0,0 0 0,0-1 0,0 1 0,0 0 0,0-1 0,0 1 0,1 0 0,-1 0 0,0-1 0,0 1 0,0 0 0,1 0 0,-1-1 0,0 1 0,0 0 0,0 0 0,1 0 0,-1-1 0,0 1 0,0 0 0,1 0 0,0 0 0,0 0 0,0 0 0,0 1 0,1-1 0,-1 0 0,0 0 0,0 1 0,0-1 0,0 1 0,0-1 0,1 2 0,27 19 0,-28-20 0,4 3 0,43 36 0,73 46 0,-85-63-1365,-22-13-5461</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7.182"/>
    </inkml:context>
    <inkml:brush xml:id="br0">
      <inkml:brushProperty name="width" value="0.05" units="cm"/>
      <inkml:brushProperty name="height" value="0.05" units="cm"/>
    </inkml:brush>
  </inkml:definitions>
  <inkml:trace contextRef="#ctx0" brushRef="#br0">0 83 24575,'1'3'0,"-1"0"0,1 0 0,0 1 0,-1-1 0,1 0 0,1 0 0,-1 0 0,0 0 0,1 0 0,0-1 0,-1 1 0,1 0 0,0-1 0,5 5 0,3 3 0,0-1 0,12 9 0,-19-16 0,9 7 0,0-1 0,1 0 0,-1-1 0,25 9 0,-28-12 0,0-2 0,1 1 0,-1-1 0,0 0 0,1-1 0,0 0 0,-1-1 0,13-1 0,-18 1 0,0-1 0,0 1 0,-1-1 0,1 0 0,0 0 0,-1-1 0,1 1 0,-1-1 0,1 0 0,-1 0 0,0 0 0,0 0 0,0-1 0,0 1 0,0-1 0,0 1 0,-1-1 0,1 0 0,-1 0 0,0 0 0,0-1 0,0 1 0,0 0 0,-1-1 0,1 0 0,1-5 0,0-5 0,0-1 0,-1 1 0,0-1 0,-1 1 0,-1-24 0,0 32 0,0 0 0,0 0 0,1 0 0,1-8 0,-2 13 0,0 1 0,0-1 0,0 0 0,0 0 0,1 0 0,-1 1 0,0-1 0,1 0 0,-1 1 0,0-1 0,1 0 0,-1 1 0,1-1 0,-1 0 0,1 1 0,-1-1 0,1 1 0,-1-1 0,1 1 0,0-1 0,-1 1 0,1-1 0,0 1 0,-1 0 0,1-1 0,0 1 0,-1 0 0,1-1 0,0 1 0,0 0 0,0 0 0,-1 0 0,1 0 0,0 0 0,0 0 0,-1 0 0,1 0 0,0 0 0,0 0 0,0 0 0,-1 1 0,1-1 0,1 1 0,7 4 0,-1 0 0,0 0 0,0 1 0,0 0 0,-1 0 0,10 11 0,2 1 0,1 0 0,19 19 0,70 49 0,-80-71-1365,-16-11-5461</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8.070"/>
    </inkml:context>
    <inkml:brush xml:id="br0">
      <inkml:brushProperty name="width" value="0.05" units="cm"/>
      <inkml:brushProperty name="height" value="0.05" units="cm"/>
    </inkml:brush>
  </inkml:definitions>
  <inkml:trace contextRef="#ctx0" brushRef="#br0">155 148 24575,'-16'-20'0,"-1"-1"0,-1 2 0,-38-32 0,53 48 0,1 2 0,-1-1 0,0 0 0,0 0 0,0 1 0,0 0 0,-4-2 0,6 3 0,0 0 0,1 0 0,-1 0 0,0 0 0,1 0 0,-1 0 0,1 0 0,-1 0 0,0 0 0,1 0 0,-1 0 0,0 0 0,1 1 0,-1-1 0,1 0 0,-1 0 0,0 1 0,1-1 0,-1 0 0,1 1 0,-1-1 0,1 1 0,-1-1 0,1 1 0,-1-1 0,1 1 0,0-1 0,-1 1 0,1-1 0,0 1 0,-1-1 0,1 1 0,0 0 0,0-1 0,-1 1 0,1-1 0,0 1 0,0 0 0,0-1 0,0 2 0,-1 4 0,1-1 0,0 0 0,0 1 0,0-1 0,1 0 0,0 1 0,0-1 0,0 0 0,2 5 0,4 10 0,10 18 0,-3-7 0,56 120 0,-70-150 0,1 0 0,-1 1 0,1-1 0,-1 1 0,1-1 0,-1 0 0,0 1 0,0-1 0,0 0 0,0 1 0,0 2 0,0-4 0,0 1 0,0 0 0,-1-1 0,1 1 0,0-1 0,0 1 0,-1-1 0,1 1 0,0-1 0,-1 1 0,1-1 0,0 1 0,-1-1 0,1 1 0,-1-1 0,1 1 0,-1-1 0,1 0 0,-2 1 0,1 0 0,-1-1 0,0 1 0,0-1 0,0 0 0,0 0 0,0 1 0,0-1 0,1 0 0,-1-1 0,0 1 0,0 0 0,0 0 0,0-1 0,0 1 0,-3-2 0,-2-1 0,0 0 0,0 0 0,0 0 0,1-1 0,-12-7 0,18 10 0,0 1 0,0 0 0,0 0 0,0 0 0,-1 0 0,1-1 0,0 1 0,0 0 0,0 0 0,0 0 0,0-1 0,0 1 0,0 0 0,0 0 0,0 0 0,0-1 0,0 1 0,0 0 0,0 0 0,0-1 0,0 1 0,0 0 0,0 0 0,0 0 0,0-1 0,0 1 0,0 0 0,0 0 0,0 0 0,0-1 0,0 1 0,0 0 0,0 0 0,1 0 0,-1-1 0,0 1 0,0 0 0,0 0 0,0 0 0,1 0 0,-1 0 0,0-1 0,0 1 0,0 0 0,0 0 0,1 0 0,-1 0 0,0 0 0,0 0 0,1 0 0,-1 0 0,0 0 0,0 0 0,0 0 0,1 0 0,-1 0 0,0 0 0,0 0 0,0 0 0,1 0 0,16-2 0,-17 2 0,61 0 0,70 8 0,-68-2 0,69-3 0,-112-4 0,0 0 0,-1-2 0,0 0 0,1-1 0,-1-2 0,-1 1 0,33-16 0,-44 17 0,0 1 0,-1-1 0,1-1 0,-1 1 0,0-1 0,0 0 0,-1-1 0,1 1 0,-1-1 0,8-12 0,-11 13 0,1 1 0,-1-1 0,0 0 0,0 0 0,-1 1 0,1-1 0,-1-1 0,0 1 0,-1 0 0,1 0 0,-1 0 0,0 0 0,0 0 0,-1-1 0,0 1 0,0 0 0,-1-5 0,-1 2 0,0 0 0,0 1 0,-1 0 0,0 0 0,0 0 0,-1 0 0,1 1 0,-1 0 0,-1 0 0,-8-8 0,7 8 0,-1-1 0,0 1 0,0 0 0,-1 1 0,1 0 0,-1 1 0,-19-8 0,26 12 0,-1-1 0,1 0 0,-1 1 0,0-1 0,1 1 0,-1 0 0,1-1 0,-1 1 0,0 1 0,1-1 0,-1 0 0,0 1 0,1-1 0,-1 1 0,1 0 0,-1 0 0,1 0 0,-1 0 0,-2 2 0,3-1 0,-1 0 0,0 1 0,1-1 0,0 1 0,0 0 0,0-1 0,0 1 0,0 0 0,0 0 0,1 0 0,-1 1 0,1-1 0,0 0 0,-1 6 0,0-1 0,1 0 0,1 0 0,-1 0 0,1 0 0,1 0 0,-1 0 0,1 0 0,1 0 0,0 0 0,0 0 0,0-1 0,1 1 0,6 12 0,-1-5 0,0 0 0,1-1 0,1 0 0,0 0 0,18 18 0,-16-21 0,0 0 0,0-1 0,1 0 0,0-1 0,25 13 0,-27-16 0,0-2 0,0 0 0,1 0 0,0-1 0,0 0 0,0-1 0,0 0 0,14 0 0,80-5-1365,-89 3-5461</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9.527"/>
    </inkml:context>
    <inkml:brush xml:id="br0">
      <inkml:brushProperty name="width" value="0.05" units="cm"/>
      <inkml:brushProperty name="height" value="0.05" units="cm"/>
    </inkml:brush>
  </inkml:definitions>
  <inkml:trace contextRef="#ctx0" brushRef="#br0">121 222 24575,'0'26'0,"6"40"0,-4-53 0,1 0 0,0 0 0,1-1 0,10 24 0,-8-24 0,0 0 0,1-1 0,13 19 0,-24-44 0,-7-11 0,-49-65 0,36 56 0,-38-71 0,57 94 0,0-1 0,0 1 0,1-1 0,1 0 0,0 1 0,1-1 0,0-1 0,1 1 0,0 0 0,1 0 0,2-13 0,-2 23 0,0 0 0,0 0 0,1 0 0,-1 0 0,1 0 0,0 0 0,0 0 0,0 1 0,-1-1 0,2 0 0,-1 1 0,0-1 0,0 0 0,0 1 0,1-1 0,-1 1 0,1 0 0,-1 0 0,1-1 0,-1 1 0,1 0 0,0 0 0,0 0 0,0 1 0,-1-1 0,1 0 0,0 1 0,0-1 0,0 1 0,0-1 0,0 1 0,3 0 0,4 0 0,0 0 0,1 1 0,-1 0 0,-1 0 0,1 1 0,9 3 0,10 5 0,-1 1 0,0 1 0,-1 2 0,-1 0 0,0 2 0,0 0 0,-2 2 0,37 36 0,-51-46 0,-1 1 0,0 0 0,0 1 0,-1 0 0,-1 0 0,1 0 0,-2 1 0,8 19 0,-11-26 0,-1 0 0,0 1 0,0-1 0,0 0 0,0 1 0,-1-1 0,0 1 0,0-1 0,0 1 0,0-1 0,-1 0 0,1 1 0,-1-1 0,0 0 0,-1 1 0,1-1 0,-1 0 0,0 0 0,0 0 0,0 0 0,0-1 0,-1 1 0,0 0 0,0-1 0,0 0 0,-5 6 0,-1-3 0,0 1-1,0-1 1,0-1 0,0 0-1,-1 0 1,-15 5-1,-64 15 52,8-4-1464,68-16-5413</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19.824"/>
    </inkml:context>
    <inkml:brush xml:id="br0">
      <inkml:brushProperty name="width" value="0.05" units="cm"/>
      <inkml:brushProperty name="height" value="0.05" units="cm"/>
    </inkml:brush>
  </inkml:definitions>
  <inkml:trace contextRef="#ctx0" brushRef="#br0">1 0 24575,'0'15'0,"0"8"0,2 2 0,1-1 0,3-1 0,0-3 0,2 1 0,1-2 0,0 0 0,1-2 0,1 0 0,1-2 0,-2 0 0,1 0 0,0-1 0,-1-4 0,-3-7 0</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20.076"/>
    </inkml:context>
    <inkml:brush xml:id="br0">
      <inkml:brushProperty name="width" value="0.05" units="cm"/>
      <inkml:brushProperty name="height" value="0.05" units="cm"/>
    </inkml:brush>
  </inkml:definitions>
  <inkml:trace contextRef="#ctx0" brushRef="#br0">0 45 24575,'3'0'0,"139"-32"0,-119 29 0,1 0 0,-1 2 0,1 0 0,26 4 0,-29 0 0,-12-2 0,0 1 0,16-1 0,-25-1 0,0 0 0,0 0 0,0 0 0,0-1 0,0 1 0,0 0 0,0 0 0,0 0 0,0 0 0,0 0 0,0 0 0,0 0 0,0 0 0,0 0 0,0 0 0,0 0 0,0 0 0,0 0 0,0 0 0,0-1 0,0 1 0,0 0 0,0 0 0,0 0 0,0 0 0,0 0 0,1 0 0,-1 0 0,0 0 0,0 0 0,0 0 0,0 0 0,0 0 0,0 0 0,0 0 0,0 0 0,0 0 0,0 0 0,0 0 0,0 0 0,0 0 0,0 0 0,0 0 0,0 0 0,0 0 0,1 0 0,-1 0 0,0 0 0,0 0 0,0 0 0,0 0 0,0 0 0,0 0 0,0 0 0,0 0 0,0 0 0,0 0 0,0 0 0,0 0 0,0 0 0,0 0 0,1 0 0,-1 0 0,0 0 0,0 0 0,-7-3 0,-12-2 0,-85 0-807,95 5 249,-10 0-6268</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20.277"/>
    </inkml:context>
    <inkml:brush xml:id="br0">
      <inkml:brushProperty name="width" value="0.05" units="cm"/>
      <inkml:brushProperty name="height" value="0.05" units="cm"/>
    </inkml:brush>
  </inkml:definitions>
  <inkml:trace contextRef="#ctx0" brushRef="#br0">1 1 24575,'12'2'0,"8"-1"0,1-1 0,1-1 0,-1 1 0,-2-1 0,-1 0 0,0 1 0,1 0 0,-1 0 0,-1 0 0,0 0 0,-2 0 0,-2 0-8191</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20.683"/>
    </inkml:context>
    <inkml:brush xml:id="br0">
      <inkml:brushProperty name="width" value="0.05" units="cm"/>
      <inkml:brushProperty name="height" value="0.05" units="cm"/>
    </inkml:brush>
  </inkml:definitions>
  <inkml:trace contextRef="#ctx0" brushRef="#br0">0 1 24575,'5'10'0,"5"8"0,-1 4 0,2 3 0,-1 0 0,0 1 0,-2-2 0,0 0 0,0-1 0,0-3 0,-1-1 0,-2-2 0,1-2 0,-1 0 0,-1 0 0,-1-1 0,1-2 0</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20.931"/>
    </inkml:context>
    <inkml:brush xml:id="br0">
      <inkml:brushProperty name="width" value="0.05" units="cm"/>
      <inkml:brushProperty name="height" value="0.05" units="cm"/>
    </inkml:brush>
  </inkml:definitions>
  <inkml:trace contextRef="#ctx0" brushRef="#br0">517 12 24575,'-30'-2'0,"-13"-1"0,-3-1 0,0 2 0,3 2 0,5 3 0,3 2 0,0 0 0,0 0 0,0 2 0,0 1 0,-1 0 0,3-1 0,6-3-8191</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21.732"/>
    </inkml:context>
    <inkml:brush xml:id="br0">
      <inkml:brushProperty name="width" value="0.05" units="cm"/>
      <inkml:brushProperty name="height" value="0.05" units="cm"/>
    </inkml:brush>
  </inkml:definitions>
  <inkml:trace contextRef="#ctx0" brushRef="#br0">295 146 24575,'-1'-7'0,"-2"-25"0,-1 1 0,-10-33 0,14 64 0,0-1 0,0 0 0,0 1 0,-1-1 0,1 0 0,0 1 0,0-1 0,-1 0 0,1 1 0,-1-1 0,1 1 0,0-1 0,-1 0 0,1 1 0,-1-1 0,1 1 0,-1 0 0,0-1 0,1 1 0,-1 0 0,1 0 0,0 0 0,-1 0 0,1 0 0,0 0 0,-1 0 0,1 0 0,0 0 0,-1 0 0,1 1 0,0-1 0,0 0 0,-1 0 0,1 0 0,0 0 0,0 1 0,-1-1 0,1 0 0,0 0 0,0 1 0,-1-1 0,1 0 0,0 1 0,0-1 0,-12 28 0,10-23 0,-72 149 0,1-5 0,49-77 0,-23 111 0,46-176 0,-23 143 0,24-147-71,-1 1-114,1 1 0,-1 0 0,1-1 0,0 1 1,0 0-1,2 6 0,1-2-6641</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28.566"/>
    </inkml:context>
    <inkml:brush xml:id="br0">
      <inkml:brushProperty name="width" value="0.05" units="cm"/>
      <inkml:brushProperty name="height" value="0.05" units="cm"/>
    </inkml:brush>
  </inkml:definitions>
  <inkml:trace contextRef="#ctx0" brushRef="#br0">0 0 24575,'1'0'0,"0"1"0,0-1 0,-1 0 0,1 0 0,-1 1 0,1-1 0,0 1 0,-1-1 0,1 0 0,-1 1 0,1-1 0,-1 1 0,1-1 0,-1 1 0,1 0 0,-1-1 0,0 1 0,1-1 0,-1 1 0,1 0 0,6 16 0,-6-15 0,16 45 0,2-1 0,31 52 0,-33-70 0,45 69 0,-54-85-1365,-1-1-5461</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28.865"/>
    </inkml:context>
    <inkml:brush xml:id="br0">
      <inkml:brushProperty name="width" value="0.05" units="cm"/>
      <inkml:brushProperty name="height" value="0.05" units="cm"/>
    </inkml:brush>
  </inkml:definitions>
  <inkml:trace contextRef="#ctx0" brushRef="#br0">0 104 24575,'13'-10'0,"8"-4"0,4 2 0,3 1 0,-1 1 0,-1 3 0,-1 1 0,-1 2 0,-1 3 0,-2 0 0,-1-2 0,1 0 0,-3 1 0,-3-3 0,-4-2 0,-7-1 0</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29.160"/>
    </inkml:context>
    <inkml:brush xml:id="br0">
      <inkml:brushProperty name="width" value="0.05" units="cm"/>
      <inkml:brushProperty name="height" value="0.05" units="cm"/>
    </inkml:brush>
  </inkml:definitions>
  <inkml:trace contextRef="#ctx0" brushRef="#br0">1 0 24575,'20'5'0,"9"4"0,2 1 0,-1-1 0,-4-3 0,-3-2 0,-4-2 0,-2-1 0,-2 0 0,-2-4 0,-3-1 0,-1-2 0</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29.517"/>
    </inkml:context>
    <inkml:brush xml:id="br0">
      <inkml:brushProperty name="width" value="0.05" units="cm"/>
      <inkml:brushProperty name="height" value="0.05" units="cm"/>
    </inkml:brush>
  </inkml:definitions>
  <inkml:trace contextRef="#ctx0" brushRef="#br0">1 0 24575,'0'28'0,"0"11"0,2 2 0,2-1 0,1-5 0,1-6 0,2-5 0,1-5 0,0-2 0,1-5 0,-2-1 0,1-3 0,-2 0 0,2-2 0,0-2 0,2-1 0,-1-1-8191</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29.797"/>
    </inkml:context>
    <inkml:brush xml:id="br0">
      <inkml:brushProperty name="width" value="0.05" units="cm"/>
      <inkml:brushProperty name="height" value="0.05" units="cm"/>
    </inkml:brush>
  </inkml:definitions>
  <inkml:trace contextRef="#ctx0" brushRef="#br0">0 134 24575,'13'-12'0,"6"-7"0,3-1 0,0 2 0,-1 3 0,-2 2 0,-2 3 0,0 0 0,-2 3 0,0 2 0,-6 2 0,-6 1 0</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30.060"/>
    </inkml:context>
    <inkml:brush xml:id="br0">
      <inkml:brushProperty name="width" value="0.05" units="cm"/>
      <inkml:brushProperty name="height" value="0.05" units="cm"/>
    </inkml:brush>
  </inkml:definitions>
  <inkml:trace contextRef="#ctx0" brushRef="#br0">0 10 24575,'11'0'0,"4"0"0,4 0 0,0 0 0,0 0 0,-1 0 0,-1 0 0,-1 0 0,0 0 0,-1 0 0,-1 0 0,1-3 0,0 0 0,-3-1-8191</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30.456"/>
    </inkml:context>
    <inkml:brush xml:id="br0">
      <inkml:brushProperty name="width" value="0.05" units="cm"/>
      <inkml:brushProperty name="height" value="0.05" units="cm"/>
    </inkml:brush>
  </inkml:definitions>
  <inkml:trace contextRef="#ctx0" brushRef="#br0">1 0 24575,'48'92'0,"5"8"0,-39-81 0,-11-16 0,0 0 0,0 1 0,-1-1 0,0 1 0,1-1 0,-1 1 0,-1 0 0,1 0 0,2 7 0,-4-7-1365</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30.875"/>
    </inkml:context>
    <inkml:brush xml:id="br0">
      <inkml:brushProperty name="width" value="0.05" units="cm"/>
      <inkml:brushProperty name="height" value="0.05" units="cm"/>
    </inkml:brush>
  </inkml:definitions>
  <inkml:trace contextRef="#ctx0" brushRef="#br0">622 13 24575,'0'-1'0,"0"1"0,-1-1 0,1 1 0,0-1 0,0 1 0,0-1 0,-1 1 0,1 0 0,0-1 0,-1 1 0,1-1 0,0 1 0,-1 0 0,1-1 0,0 1 0,-1 0 0,1-1 0,-1 1 0,1 0 0,-1-1 0,1 1 0,-1 0 0,1 0 0,-1 0 0,1 0 0,-1-1 0,1 1 0,-1 0 0,1 0 0,-1 0 0,1 0 0,-1 0 0,1 0 0,-1 0 0,0 1 0,-24 1 0,20-1 0,-77 5 0,-120-6 0,117-6-34,52 2-299,0 2 0,0 2 1,-59 5-1,76-2-6493</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34.987"/>
    </inkml:context>
    <inkml:brush xml:id="br0">
      <inkml:brushProperty name="width" value="0.05" units="cm"/>
      <inkml:brushProperty name="height" value="0.05" units="cm"/>
    </inkml:brush>
  </inkml:definitions>
  <inkml:trace contextRef="#ctx0" brushRef="#br0">37 29 24575,'16'-6'0,"1"1"0,-1 0 0,1 1 0,0 1 0,1 0 0,-1 2 0,0 0 0,24 1 0,-28 1 0,-1 1 0,1 0 0,0 1 0,-1 0 0,1 1 0,-1 0 0,0 1 0,0 1 0,-1 0 0,1 0 0,18 15 0,-26-18 0,-1 0 0,1 0 0,-1 0 0,0 1 0,0 0 0,0-1 0,-1 1 0,1 0 0,2 8 0,-4-10 0,0 0 0,-1-1 0,1 1 0,-1 0 0,0 0 0,1 0 0,-1 0 0,0 0 0,0 0 0,0-1 0,0 1 0,-1 0 0,1 0 0,-1 0 0,1 0 0,-1-1 0,1 1 0,-1 0 0,0 0 0,0-1 0,0 1 0,0 0 0,0-1 0,0 1 0,0-1 0,-3 3 0,-3 1 0,0 1 0,0-1 0,0-1 0,-1 1 0,0-1 0,0-1 0,0 1 0,0-1 0,-1-1 0,1 1 0,-18 1 0,2-1 0,-1-2 0,1 0 0,-27-4 0,36 2 0,0-1 0,1-1 0,-27-8 0,35 8 0,-1 1 0,0-1 0,1 0 0,0 0 0,0-1 0,0 0 0,0 0 0,0 0 0,1-1 0,-5-5 0,9 9 0,0 0 0,0 0 0,0 0 0,1 0 0,-1 0 0,1 0 0,-1 0 0,0 0 0,1-1 0,0 1 0,-1 0 0,1 0 0,0 0 0,-1-1 0,1 1 0,0 0 0,0 0 0,0-1 0,0 1 0,0 0 0,1-2 0,0 1 0,0 0 0,0 0 0,0 0 0,0 1 0,0-1 0,0 0 0,0 1 0,0-1 0,1 1 0,-1 0 0,1-1 0,2 0 0,4-4 0,0 2 0,1-1 0,-1 1 0,13-4 0,32-11-1365,-39 15-5461</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35.519"/>
    </inkml:context>
    <inkml:brush xml:id="br0">
      <inkml:brushProperty name="width" value="0.05" units="cm"/>
      <inkml:brushProperty name="height" value="0.05" units="cm"/>
    </inkml:brush>
  </inkml:definitions>
  <inkml:trace contextRef="#ctx0" brushRef="#br0">342 149 24575,'-107'-80'0,"87"67"0,-1 0 0,0 2 0,-34-13 0,51 22 0,0 1 0,1 0 0,-1 0 0,0 0 0,0 1 0,0-1 0,1 1 0,-1 0 0,0 0 0,0 0 0,0 1 0,0-1 0,-5 2 0,7-1 0,-1 0 0,0 1 0,1-1 0,-1 1 0,0 0 0,1-1 0,0 1 0,-1 0 0,1 0 0,0 1 0,0-1 0,0 0 0,1 1 0,-1-1 0,0 1 0,1-1 0,-2 6 0,-1 3 0,0 0 0,1 0 0,1 0 0,0 0 0,0 0 0,1 1 0,1-1 0,0 1 0,0-1 0,3 14 0,1 3 0,2 0 0,19 53 0,-5-30-136,2 0-1,47 76 0,73 87-463,-63-100 751,-71-102-130,-3-6 91,-1 0 1,0 0-1,-1 1 1,1-1-1,2 9 1,-6-15-111,0 0 0,0 0 1,0 1-1,0-1 0,1 0 1,-1 0-1,0 0 0,0 0 1,0 1-1,0-1 0,0 0 0,0 0 1,0 0-1,0 1 0,0-1 1,0 0-1,0 0 0,0 0 1,0 0-1,0 1 0,0-1 1,0 0-1,0 0 0,0 0 1,0 1-1,0-1 0,0 0 1,-1 0-1,1 0 0,0 0 1,0 1-1,0-1 0,0 0 1,0 0-1,-6-3 171,-7-11-1369,12 14 936,-9-12-6566</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35.643"/>
    </inkml:context>
    <inkml:brush xml:id="br0">
      <inkml:brushProperty name="width" value="0.05" units="cm"/>
      <inkml:brushProperty name="height" value="0.05" units="cm"/>
    </inkml:brush>
  </inkml:definitions>
  <inkml:trace contextRef="#ctx0" brushRef="#br0">235 12 24575,'-32'-2'0,"-14"-2"0,-4 1 0,4 1 0,10 2 0,11 3-8191</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37.091"/>
    </inkml:context>
    <inkml:brush xml:id="br0">
      <inkml:brushProperty name="width" value="0.05" units="cm"/>
      <inkml:brushProperty name="height" value="0.05" units="cm"/>
    </inkml:brush>
  </inkml:definitions>
  <inkml:trace contextRef="#ctx0" brushRef="#br0">123 700 24575,'64'-47'0,"-58"41"0,0 1 0,0-1 0,0 0 0,-1 0 0,0-1 0,0 0 0,6-12 0,-8 11 0,0-1 0,0 1 0,-1-1 0,0 0 0,0-11 0,2-45 0,-4 64 0,-1-29 0,-1 1 0,-1-1 0,-2 1 0,-1 0 0,-1 1 0,-1-1 0,-1 1 0,-21-40 0,19 46 0,-2 1 0,0 0 0,-1 1 0,-28-29 0,40 46 0,-1 0 0,0 0 0,0 0 0,0 1 0,0 0 0,0-1 0,-1 1 0,1 0 0,-8-2 0,10 3 0,-1 1 0,1 0 0,0-1 0,-1 1 0,1 0 0,-1 0 0,1 0 0,0 0 0,-1 0 0,1 1 0,0-1 0,-1 0 0,1 1 0,0-1 0,0 1 0,-1-1 0,1 1 0,0-1 0,0 1 0,0 0 0,0 0 0,0 0 0,0 0 0,0-1 0,0 1 0,0 0 0,0 1 0,0-1 0,0 0 0,1 0 0,-2 2 0,-1 3 0,1 1 0,-1-1 0,1 1 0,0-1 0,1 1 0,0 0 0,0 0 0,0-1 0,1 12 0,1-4 0,0 1 0,0-1 0,6 22 0,0-15 0,0-1 0,1 0 0,19 33 0,38 52 0,-63-103 0,6 10 0,1-1 0,1-1 0,-1 1 0,2-2 0,-1 1 0,1-2 0,1 1 0,0-2 0,0 1 0,18 7 0,-2-3 0,0-1 0,1-2 0,53 11 0,-66-17 0,0 0 0,0-1 0,0-1 0,0-1 0,0 0 0,28-5 0,-39 5 0,0-1 0,-1-1 0,1 1 0,0-1 0,-1 1 0,1-1 0,-1 0 0,0-1 0,0 1 0,0-1 0,0 0 0,0 0 0,0 0 0,-1-1 0,1 1 0,-1-1 0,0 0 0,0 0 0,-1 0 0,1 0 0,-1 0 0,0 0 0,0-1 0,0 1 0,-1-1 0,2-7 0,-2 8 0,0-1 0,-1 0 0,0 0 0,0 0 0,0 1 0,-1-1 0,1 0 0,-1 0 0,0 1 0,-1-1 0,1 0 0,-1 1 0,0-1 0,0 1 0,0 0 0,-1 0 0,-3-5 0,2 3 0,-1 1 0,1 0 0,-1 0 0,0 0 0,0 1 0,-1 0 0,0 0 0,1 0 0,-1 1 0,0-1 0,-11-3 0,16 7 0,-1-1 0,1 1 0,0-1 0,-1 1 0,1-1 0,-1 1 0,1 0 0,-1 0 0,1 0 0,-1 0 0,1 0 0,-1 0 0,1 0 0,0 0 0,-1 1 0,1-1 0,-1 1 0,1-1 0,0 1 0,-1-1 0,-1 2 0,2-1 0,-1 1 0,1-1 0,0 0 0,0 1 0,0-1 0,1 1 0,-1-1 0,0 1 0,0-1 0,1 1 0,-1-1 0,1 1 0,-1 0 0,1-1 0,0 4 0,-1 2 0,1 0 0,1 0 0,-1 0 0,1-1 0,0 1 0,1 0 0,0-1 0,2 8 0,1-3 0,1-1 0,0 1 0,0-2 0,1 1 0,0-1 0,0 0 0,1 0 0,9 8 0,-4-6 0,1-1 0,-1 0 0,2-1 0,29 15 0,-38-22 0,0 1 0,0-1 0,0 0 0,0-1 0,1 0 0,-1 0 0,0 0 0,1-1 0,-1 0 0,1 0 0,-1 0 0,9-2 0,-12 1 0,0 0 0,0 1 0,0-1 0,-1-1 0,1 1 0,0 0 0,0-1 0,-1 1 0,1-1 0,-1 0 0,1 0 0,-1 0 0,0 0 0,0 0 0,0 0 0,0-1 0,0 1 0,0-1 0,-1 1 0,1-1 0,-1 0 0,0 0 0,0 1 0,0-1 0,0 0 0,0 0 0,0-4 0,0-11 0,-1 12 0,0 0 0,1 1 0,-1-1 0,1 1 0,2-9 0,-2 13 0,-1 0 0,0 1 0,1-1 0,-1 0 0,1 0 0,-1 1 0,1-1 0,-1 0 0,1 0 0,-1 1 0,1-1 0,0 1 0,-1-1 0,1 1 0,0-1 0,0 1 0,-1-1 0,1 1 0,0 0 0,0-1 0,0 1 0,-1 0 0,1 0 0,0-1 0,0 1 0,0 0 0,0 0 0,0 0 0,0 0 0,-1 0 0,1 0 0,0 0 0,0 1 0,0-1 0,0 0 0,0 0 0,-1 1 0,1-1 0,0 0 0,1 2 0,5 1 0,1 2 0,-1-1 0,-1 1 0,1 0 0,8 8 0,-7-5 0,1-1 0,11 7 0,-9-8 0,0-1 0,0 1 0,1-2 0,0 0 0,0 0 0,0-1 0,0-1 0,0 0 0,17 1 0,-21-3 0,1 0 0,-1 0 0,0-1 0,0 0 0,0 0 0,0-1 0,0 0 0,-1-1 0,1 0 0,0 0 0,-1 0 0,0-1 0,0 0 0,0 0 0,7-7 0,-13 10 5,0 0 0,0 1 0,0-1-1,0 0 1,0 1 0,0-1 0,0 0 0,0 1-1,0 0 1,0-1 0,0 1 0,0-1 0,0 1-1,1 0 1,-1 0 0,0 0 0,0 0-1,0 0 1,0 0 0,1 0 0,-1 0 0,0 0-1,0 0 1,1 1 0,1 0-140,-1 0 0,0 1 0,0-1 0,0 1 0,0-1 0,0 1 0,0 0 0,0-1 0,0 1 0,1 3 0,4 4-6691</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37.529"/>
    </inkml:context>
    <inkml:brush xml:id="br0">
      <inkml:brushProperty name="width" value="0.05" units="cm"/>
      <inkml:brushProperty name="height" value="0.05" units="cm"/>
    </inkml:brush>
  </inkml:definitions>
  <inkml:trace contextRef="#ctx0" brushRef="#br0">101 1 24575,'-11'3'0,"1"1"0,0 0 0,0 1 0,0 0 0,-9 7 0,17-11 0,-1 1 0,1-1 0,0 1 0,0 0 0,0 0 0,0 0 0,1 0 0,-1 1 0,0-1 0,1 0 0,-1 1 0,1-1 0,0 1 0,0-1 0,0 1 0,0 0 0,1-1 0,-1 1 0,1 0 0,-1 0 0,1-1 0,0 1 0,0 0 0,0 0 0,1 2 0,1 2 0,0 0 0,0 0 0,1 0 0,0-1 0,0 1 0,0-1 0,1 0 0,0 0 0,1 0 0,7 7 0,6 6 0,30 24 0,-37-35 0,0 0 0,0-1 0,0 0 0,23 10 0,-28-14 0,1-1 0,-1 0 0,0 0 0,1-1 0,0 0 0,-1 0 0,1 0 0,0-1 0,-1 0 0,1 0 0,9-2 0,-16 2 0,0 0 0,1 0 0,-1 0 0,0-1 0,1 1 0,-1 0 0,0 0 0,1 0 0,-1 0 0,0 0 0,1 0 0,-1 0 0,0 1 0,1-1 0,-1 0 0,0 0 0,1 0 0,-1 0 0,0 0 0,1 0 0,-1 1 0,0-1 0,0 0 0,1 0 0,-1 0 0,0 1 0,0-1 0,1 0 0,-1 0 0,0 1 0,1 12 0,-13 20 0,8-25 0,-10 39 0,-7 17 0,19-58 0,-1-1 0,0 1 0,0-1 0,0 1 0,0-1 0,-1 0 0,0-1 0,-5 6 0,5-7-85,0-1 0,1 0-1,-1 0 1,0 0 0,0 0-1,0 0 1,0-1 0,-1 0-1,1 0 1,0 0 0,0-1-1,-1 1 1,1-1 0,-1 0-1,-4 0 1,-4-1-6741</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38.402"/>
    </inkml:context>
    <inkml:brush xml:id="br0">
      <inkml:brushProperty name="width" value="0.05" units="cm"/>
      <inkml:brushProperty name="height" value="0.05" units="cm"/>
    </inkml:brush>
  </inkml:definitions>
  <inkml:trace contextRef="#ctx0" brushRef="#br0">0 0 24575,'46'69'0,"43"90"0,21 80 0,-39-40 0,-70-198 0,-1-1 0,0 1 0,1 0 0,-1-1 0,0 1 0,0 0 0,0-1 0,0 1 0,0 0 0,1-1 0,-1 1 0,0 0 0,0-1 0,-1 1 0,1-1 0,0 1 0,0 0 0,0-1 0,0 1 0,0 0 0,-1 0 0,0-1 0,1 0 0,-1 0 0,1 0 0,-1 0 0,1 0 0,-1 0 0,1 0 0,-1 0 0,1 0 0,0 0 0,-1-1 0,1 1 0,-1 0 0,1 0 0,-1-1 0,1 1 0,0 0 0,-1 0 0,1-1 0,-1 0 0,-22-22 0,2-6 0,0-1 0,2-1 0,-30-65 0,48 94 0,0 0 0,0 1 0,0-1 0,1 0 0,-1 0 0,1 0 0,0 0 0,-1 1 0,1-1 0,0 0 0,0 0 0,0-3 0,1 5 0,-1-1 0,0 1 0,1-1 0,-1 0 0,1 1 0,-1-1 0,1 1 0,-1-1 0,1 1 0,-1-1 0,1 1 0,-1-1 0,1 1 0,-1-1 0,1 1 0,0 0 0,-1-1 0,1 1 0,0 0 0,-1 0 0,1 0 0,0-1 0,0 1 0,-1 0 0,1 0 0,0 0 0,-1 0 0,1 0 0,0 0 0,0 0 0,-1 0 0,1 1 0,0-1 0,0 0 0,13 3 0,-1 1 0,0-1 0,0 2 0,17 8 0,14 5 0,-30-13 0,0-1 0,0 0 0,1-1 0,23 2 0,-32-5 0,0 0 0,0 0 0,0 0 0,0-1 0,0 0 0,0-1 0,0 1 0,0-1 0,-1 0 0,1 0 0,-1-1 0,1 0 0,-1 0 0,5-4 0,-3 2 0,-1 0 0,-1-1 0,1 1 0,-1-1 0,0-1 0,0 1 0,0-1 0,-1 0 0,0 0 0,-1 0 0,1 0 0,-2-1 0,1 1 0,-1-1 0,3-14 0,-2-4 0,-1 0 0,-1-1 0,-4-39 0,1 43 0,-1 0 0,-1 0 0,-1 0 0,-13-35 0,13 47 0,4 17 0,6 20 0,71 168 0,-18-53 0,-44-101 0,-7-17 0,1 0 0,2-1 0,16 31 0,-25-53 0,-1 1 0,0-1 0,0 1 0,1-1 0,-1 1 0,0-1 0,1 1 0,-1-1 0,1 1 0,-1-1 0,0 1 0,1-1 0,-1 0 0,1 1 0,-1-1 0,1 0 0,-1 1 0,1-1 0,0 0 0,-1 0 0,1 0 0,-1 1 0,1-1 0,0 0 0,0 0 0,-1-1 0,1 1 0,-1 0 0,1-1 0,-1 1 0,1 0 0,-1-1 0,1 1 0,-1-1 0,0 1 0,1-1 0,-1 1 0,0-1 0,1 1 0,-1-1 0,0 1 0,0-1 0,1 1 0,-1-2 0,2-5 0,-1 0 0,2-14 0,-2 18 0,0-6 0,0-1 0,1 1 0,0-1 0,1 1 0,5-14 0,-7 21 0,0 0 0,0 0 0,0 0 0,1 0 0,-1 0 0,0 0 0,1 0 0,0 0 0,-1 0 0,1 1 0,0-1 0,0 1 0,0-1 0,0 1 0,0 0 0,0 0 0,0 0 0,0 0 0,0 0 0,1 0 0,-1 1 0,0-1 0,0 1 0,1-1 0,-1 1 0,1 0 0,-1 0 0,3 0 0,2 1 0,1 1 0,-1 0 0,1 0 0,-1 1 0,0-1 0,13 8 0,40 29 0,-38-24 0,84 61-1365,-86-59-5461</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39.355"/>
    </inkml:context>
    <inkml:brush xml:id="br0">
      <inkml:brushProperty name="width" value="0.05" units="cm"/>
      <inkml:brushProperty name="height" value="0.05" units="cm"/>
    </inkml:brush>
  </inkml:definitions>
  <inkml:trace contextRef="#ctx0" brushRef="#br0">135 174 24575,'1'0'0,"-1"0"0,1 1 0,0-1 0,-1 0 0,1 1 0,-1-1 0,1 0 0,-1 1 0,1-1 0,0 1 0,-1-1 0,1 1 0,-1-1 0,0 1 0,1-1 0,-1 1 0,1 0 0,-1-1 0,0 1 0,0 0 0,1-1 0,-1 1 0,0 0 0,0-1 0,0 1 0,0 0 0,0 1 0,3 22 0,-3-21 0,2 26 0,1-1 0,10 41 0,-1-26 0,2-1 0,25 54 0,-39-96 0,0 0 0,0 0 0,0 0 0,0 0 0,0 0 0,0 0 0,0 0 0,0 0 0,0 0 0,0 0 0,-1 0 0,1 0 0,0 0 0,0 0 0,0 0 0,0 0 0,0 0 0,0 0 0,0 0 0,0 0 0,0 0 0,0 0 0,0 0 0,0 0 0,0 0 0,0 0 0,0 0 0,0 0 0,0 0 0,0 0 0,0 0 0,0 0 0,0 0 0,0 0 0,0 0 0,0 1 0,0-1 0,0 0 0,0 0 0,-4-5 0,-7-8 0,-35-50 0,25 35 0,-22-37 0,20 24 0,-23-61 0,38 80 0,1 0 0,1-1 0,0 1 0,-3-41 0,9 59 0,0-1 0,0 1 0,0 0 0,1 0 0,0 0 0,-1 1 0,1-1 0,2-4 0,-3 7 0,1 0 0,-1 0 0,0 0 0,1 1 0,-1-1 0,1 0 0,-1 0 0,1 0 0,-1 1 0,1-1 0,0 0 0,-1 1 0,1-1 0,0 1 0,-1-1 0,1 1 0,0-1 0,0 1 0,0-1 0,0 1 0,-1 0 0,1-1 0,0 1 0,0 0 0,0 0 0,0-1 0,0 1 0,0 0 0,0 0 0,0 0 0,0 0 0,0 1 0,-1-1 0,1 0 0,0 0 0,0 0 0,0 1 0,0-1 0,0 0 0,1 2 0,8 4 0,0 0 0,0 1 0,-1 0 0,1 1 0,-2 0 0,10 10 0,21 19 0,322 229 0,-225-184 0,-109-68 0,1-2 0,0 0 0,36 10 0,-61-22 0,3 2 0,0 0 0,1-1 0,-1 0 0,13 0 0,-18-1 0,0 0 0,1 0 0,-1 0 0,0 0 0,0 0 0,1-1 0,-1 1 0,0-1 0,1 1 0,-1-1 0,0 1 0,0-1 0,0 0 0,0 1 0,0-1 0,1 0 0,-1 0 0,-1 0 0,1 0 0,0 0 0,0 0 0,0 0 0,0 0 0,-1 0 0,1 0 0,0 0 0,-1-1 0,1 1 0,0-3 0,0-1 0,-1-1 0,1 1 0,-1-1 0,0 1 0,0-1 0,0 0 0,-1 1 0,0-1 0,0 1 0,-4-11 0,-3-5 0,-14-27 0,15 34 0,-6-12-195,-1 1 0,-1 0 0,-1 1 0,-1 1 0,-1 0 0,-28-26 0,28 32-6631</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49.588"/>
    </inkml:context>
    <inkml:brush xml:id="br0">
      <inkml:brushProperty name="width" value="0.05" units="cm"/>
      <inkml:brushProperty name="height" value="0.05" units="cm"/>
    </inkml:brush>
  </inkml:definitions>
  <inkml:trace contextRef="#ctx0" brushRef="#br0">147 1 24575,'-7'7'0,"-6"3"0,0 2 0,0-1 0,1 0 0,1 1 0,0 1 0,-1-2 0,1 0 0,1-3 0,-1-1 0,-1-3 0,1-2-8191</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50.277"/>
    </inkml:context>
    <inkml:brush xml:id="br0">
      <inkml:brushProperty name="width" value="0.05" units="cm"/>
      <inkml:brushProperty name="height" value="0.05" units="cm"/>
    </inkml:brush>
  </inkml:definitions>
  <inkml:trace contextRef="#ctx0" brushRef="#br0">1 91 24575,'-1'16'0,"2"0"0,0 1 0,4 17 0,-4-28 0,1 0 0,0 0 0,0 0 0,1-1 0,-1 1 0,1-1 0,1 0 0,-1 1 0,1-2 0,-1 1 0,8 7 0,-6-7 0,1 0 0,0-1 0,-1 1 0,2-1 0,-1-1 0,0 1 0,1-1 0,0 0 0,0 0 0,0-1 0,10 3 0,-13-5 0,-1 1 0,0-1 0,1 0 0,-1 0 0,0 0 0,0 0 0,1 0 0,-1-1 0,0 0 0,0 1 0,0-1 0,1-1 0,-1 1 0,0 0 0,0-1 0,-1 1 0,1-1 0,0 0 0,0 0 0,-1 0 0,1 0 0,-1 0 0,0-1 0,0 1 0,0-1 0,0 0 0,3-5 0,-1 1 0,-1 0 0,0-1 0,-1 1 0,0-1 0,0 0 0,1-10 0,1 0 0,-4 17 0,0 1 0,0 0 0,0 0 0,0-1 0,0 1 0,0 0 0,0 0 0,0-1 0,0 1 0,0 0 0,0 0 0,0-1 0,0 1 0,1 0 0,-1 0 0,0 0 0,0-1 0,0 1 0,0 0 0,1 0 0,-1 0 0,0 0 0,0-1 0,0 1 0,1 0 0,-1 0 0,0 0 0,0 0 0,1 0 0,-1 0 0,0 0 0,1-1 0,7 6 0,9 14 0,-15-16 0,8 8 0,0 0 0,0-1 0,1 0 0,1 0 0,-1-1 0,2-1 0,-1 0 0,18 8 0,-23-13 0,0 0 0,1-1 0,-1 0 0,1 0 0,0 0 0,0-1 0,12 1 0,-15-2 0,0-1 0,0 1 0,1-1 0,-1 0 0,0 0 0,0-1 0,0 1 0,0-1 0,-1 0 0,1 0 0,0-1 0,5-3 0,-7 3 0,0 0 0,0 0 0,-1 0 0,1 0 0,-1 0 0,1-1 0,-1 1 0,0-1 0,-1 1 0,1-1 0,-1 0 0,1 0 0,-1 1 0,0-1 0,0 0 0,-1 0 0,1 0 0,-1 0 0,0-6 0,0 0 0,-1-1 0,0 1 0,0 0 0,-1-1 0,-1 1 0,-4-13 0,4 15 14,-1 0-1,0 0 0,0 1 0,0-1 1,-1 1-1,-1 0 0,1 1 1,-13-13-1,13 15-127,0 0 0,0 0-1,0 1 1,-1-1 0,1 1 0,-1 0-1,0 1 1,0-1 0,0 1 0,0 0-1,0 1 1,-11-2 0,4 2-6712</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4:51.394"/>
    </inkml:context>
    <inkml:brush xml:id="br0">
      <inkml:brushProperty name="width" value="0.05" units="cm"/>
      <inkml:brushProperty name="height" value="0.05" units="cm"/>
    </inkml:brush>
  </inkml:definitions>
  <inkml:trace contextRef="#ctx0" brushRef="#br0">0 217 24575,'1'-1'0,"-1"0"0,0 1 0,0-1 0,0 1 0,1-1 0,-1 1 0,0-1 0,1 0 0,-1 1 0,0 0 0,1-1 0,-1 1 0,1-1 0,-1 1 0,1-1 0,-1 1 0,1 0 0,-1-1 0,1 1 0,-1 0 0,1 0 0,-1-1 0,1 1 0,0 0 0,-1 0 0,1 0 0,0 0 0,22-4 0,-16 4 0,18-4 0,4-1 0,50-2 0,224 17 0,41-4 0,-243-6 0,-94 0 0,1 0 0,0-1 0,0 1 0,0-1 0,-1-1 0,1 0 0,0 0 0,10-4 0,-18 6 0,0-1 0,0 1 0,1 0 0,-1 0 0,0 0 0,0 0 0,1 0 0,-1 0 0,0 0 0,0-1 0,0 1 0,1 0 0,-1 0 0,0 0 0,0-1 0,0 1 0,0 0 0,1 0 0,-1 0 0,0-1 0,0 1 0,0 0 0,0 0 0,0-1 0,0 1 0,0 0 0,0 0 0,0-1 0,0 1 0,0 0 0,0 0 0,0-1 0,0 1 0,0 0 0,0-1 0,-9-6 0,-20-4 0,23 9 0,-114-46 0,101 39 0,0-1 0,0-1 0,2 0 0,-20-16 0,35 25 0,0 0 0,1 0 0,-1 0 0,0 0 0,1 0 0,-1 0 0,1 0 0,0-1 0,0 1 0,0 0 0,-1-4 0,2 6 0,0-1 0,0 1 0,0-1 0,-1 1 0,1-1 0,0 1 0,0-1 0,0 1 0,0-1 0,1 1 0,-1-1 0,0 1 0,0-1 0,0 1 0,0-1 0,0 1 0,1-1 0,-1 1 0,0-1 0,0 1 0,1 0 0,-1-1 0,1 0 0,0 1 0,0-1 0,-1 1 0,1 0 0,0-1 0,0 1 0,0 0 0,0 0 0,0-1 0,0 1 0,0 0 0,0 0 0,0 0 0,0 0 0,0 0 0,0 0 0,0 1 0,1-1 0,8 3 0,1 1 0,-1 0 0,0 0 0,-1 1 0,1 0 0,12 10 0,2-1 0,10 5 0,28 17 0,-55-31 0,0 0 0,0 1 0,0 0 0,-1 0 0,11 14 0,-16-19 0,0 0 0,0 1 0,0-1 0,0 1 0,0-1 0,0 1 0,0-1 0,-1 1 0,1 0 0,-1-1 0,1 1 0,-1 0 0,0-1 0,1 1 0,-1 0 0,0 0 0,0-1 0,0 1 0,0 0 0,-1 0 0,1-1 0,0 1 0,-1 0 0,1-1 0,-1 1 0,0 0 0,1-1 0,-2 2 0,0 0 0,0-1 0,0 0 0,-1 0 0,1 1 0,-1-2 0,1 1 0,-1 0 0,0 0 0,1-1 0,-1 0 0,0 1 0,0-1 0,0 0 0,-6 1 0,-103 16 69,57-11-1503,42-5-5392</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5:20.943"/>
    </inkml:context>
    <inkml:brush xml:id="br0">
      <inkml:brushProperty name="width" value="0.05" units="cm"/>
      <inkml:brushProperty name="height" value="0.05" units="cm"/>
    </inkml:brush>
  </inkml:definitions>
  <inkml:trace contextRef="#ctx0" brushRef="#br0">41 99 8,'-2'-2'239,"-1"0"-1,0 0 1,0 0-1,0 0 1,-23-8 19711,33 5-18387,-5 2-1452,4-3 22,0 0 0,0 0 0,0 1-1,0-1 1,1 1 0,0 1 0,0 0 0,0-1 0,1 2 0,8-4 0,-3 3-155,0 1 0,-1 1 0,1 0 0,0 1 0,0 0 1,0 1-1,23 2 0,-27 0-2,0-1 0,0 1 0,0 1-1,0 0 1,0 0 0,0 1 0,-1 0 0,0 0 0,0 1 0,0 0 0,10 8-1,-16-11 10,0 0-1,-1-1 0,1 1 1,-1 0-1,0 0 0,1 0 1,-1 0-1,0 0 0,0 0 0,-1 0 1,1 0-1,0 1 0,-1-1 1,1 0-1,-1 0 0,0 1 1,1-1-1,-1 0 0,0 1 1,-1-1-1,1 0 0,-1 4 0,-1 4 19,-1 0 0,-1 0 0,-7 17 0,4-12-14,0 0 33,-1 0 0,-17 24 0,14-25-13,0 0 0,-1 0 1,0-1-1,-1-1 0,-15 11 1,25-20 11,-2 0 13,0 1 0,0-1 0,1 1 0,-7 7-1,8 1 8,3-11-41,0 0 1,0 0-1,-1 0 0,1 0 1,0 0-1,0 0 1,-1 0-1,1 0 1,-1 0-1,1 0 1,-1-1-1,1 1 1,-2 1-1,-2 4 730,6-5-55,14-6 276,4-1-988,13 2 78,1 2-1,0 2 1,36 4-1,-53-3-34,194 23-193,-194-21 32,-4-3-1008</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5:21.667"/>
    </inkml:context>
    <inkml:brush xml:id="br0">
      <inkml:brushProperty name="width" value="0.05" units="cm"/>
      <inkml:brushProperty name="height" value="0.05" units="cm"/>
    </inkml:brush>
  </inkml:definitions>
  <inkml:trace contextRef="#ctx0" brushRef="#br0">5 1 720,'1'7'17242,"-2"3"-14664,-1 8-3802,-1 5 1880,3-12-526,1 0 0,0 0-1,0 0 1,1 0 0,1 0 0,0 0-1,0-1 1,1 1 0,0-1 0,1 0-1,0 0 1,0-1 0,11 14 0,-11-15-376,10 12 154,-11-8-4506</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5:22.010"/>
    </inkml:context>
    <inkml:brush xml:id="br0">
      <inkml:brushProperty name="width" value="0.05" units="cm"/>
      <inkml:brushProperty name="height" value="0.05" units="cm"/>
    </inkml:brush>
  </inkml:definitions>
  <inkml:trace contextRef="#ctx0" brushRef="#br0">8 25 3969,'-5'-15'8546,"2"8"-4681,3 6-3803,0 1 1,0 0-1,0 0 1,0 0-1,1 0 1,-1 0-1,0 0 251,0-1-250,0 1-1,0 0 1,0 0-1,0 0 1,0 0-1,1 0 1,-1 0-1,0 0 1,0 0-1,0 0 1,0 0-1,0 0 1,0 0-1,0 0 1,0 0 0,0 0-1,1 0 1,-1 0-1,0 0 1,0 0-1,0 0 1,0 0-1,0 0 1,0 0-1,0 0 1,0 0-1,0 0 1,1 0-1,-1 0 1,0 0 0,0 0-1,0 1 126,0-1-126,0 0 1,0 0-1,0 0 1,0 0-1,0 0 1,0 0-1,1 0 1,9 23-570,5 15 588,-11-27-40,1 1 0,0-1 1,1 0-1,9 14 0,34 34 188,-14-18-1846,-32-34 18</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5:22.382"/>
    </inkml:context>
    <inkml:brush xml:id="br0">
      <inkml:brushProperty name="width" value="0.05" units="cm"/>
      <inkml:brushProperty name="height" value="0.05" units="cm"/>
    </inkml:brush>
  </inkml:definitions>
  <inkml:trace contextRef="#ctx0" brushRef="#br0">532 17 8722,'-2'1'539,"1"-1"1,0 1-1,0-1 0,0 0 1,-1 0-1,1 0 0,0 0 1,0 0-1,-1 0 0,-1 0 1,-25-7 2352,11 3-1639,-11 0-748,-1 2 1,1 1-1,-1 0 1,1 3-1,0 0 1,-1 2-1,-33 9 1,23-2-879,-52 12-1249,60-18-2453,0-3-3318,13-3-1980</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5:22.896"/>
    </inkml:context>
    <inkml:brush xml:id="br0">
      <inkml:brushProperty name="width" value="0.05" units="cm"/>
      <inkml:brushProperty name="height" value="0.05" units="cm"/>
    </inkml:brush>
  </inkml:definitions>
  <inkml:trace contextRef="#ctx0" brushRef="#br0">1 23 3329,'3'-9'7775,"-3"8"-7482,0 0 0,0 0 0,0 1 0,1-1 0,-1 0 0,0 1 0,0-1-1,0 0 1,1 1 0,-1-1 0,0 0 0,1 1 0,-1-1 0,0 1 0,1-1 0,-1 0 0,1 1-1,-1-1 1,2 0 0,-2 1-153,1 1-1,-1-1 0,1 0 0,-1 0 1,1 0-1,0 1 0,-1-1 1,1 0-1,-1 0 0,1 1 1,-1-1-1,1 0 0,-1 1 0,1-1 1,-1 1-1,0-1 0,1 1 1,-1-1-1,0 1 0,1-1 1,-1 1-1,0-1 0,1 1 0,-1-1 1,0 1-1,0-1 0,1 2 1,11 24-898,-9-19 1133,68 152-66,25 51-122,-88-194-223,-4-11-9,-1 1 0,0 0 0,0 0 0,0 0 0,-1 0 0,0 0 1,0 0-1,-1 1 0,1 7 0,-1-13-91,-1-1 0,0 1-1,0-1 1,0 1 0,-1-1 0,1 1 0,0-1 0,0 1-1,0-1 1,0 1 0,0-1 0,-1 1 0,1-1-1,0 0 1,0 1 0,-1-1 0,1 1 0,0-1 0,0 0-1,-1 1 1,1-1 0,-1 0 0,1 1 0,0-1-1,-1 0 1,1 1 0,-1-1 0,1 0 0,-1 0 0,1 0-1,0 1 1,-2-1 0,1 0-443,1 0 0,-1 0 0,0 0 0,0 0 0,0 0 0,0 0 0,0 0 0,0-1 0,1 1 0,-1 0 1,0 0-1,0-1 0,0 1 0,1-1 0,-1 1 0,0-1 0,-1 0 0</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5:23.317"/>
    </inkml:context>
    <inkml:brush xml:id="br0">
      <inkml:brushProperty name="width" value="0.05" units="cm"/>
      <inkml:brushProperty name="height" value="0.05" units="cm"/>
    </inkml:brush>
  </inkml:definitions>
  <inkml:trace contextRef="#ctx0" brushRef="#br0">74 30 6329,'0'-1'1033,"0"0"0,0-1-1,0 1 1,-1 0 0,1-1-1,0 1 1,-1 0 0,1 0-1,-1-1 1,0 0-1,0 1-678,1 0-1,-1 0 0,0 0 1,1 0-1,-1 0 0,0 1 1,0-1-1,0 0 0,0 0 1,-1 0-1,0 0-313,0 0 0,0 1 1,0-1-1,1 1 0,-1 0 0,0-1 0,0 1 1,0 0-1,0 0 0,0 0 0,0 0 0,0 0 1,1 1-1,-5 0 0,4 0-42,1 0 0,-1 0 0,1 0-1,-1 0 1,1 0 0,-1 0 0,1 0 0,0 0 0,-1 1 0,1-1-1,0 1 1,0-1 0,0 1 0,0-1 0,0 1 0,0 0-1,1-1 1,-1 1 0,0 0 0,1-1 0,-1 1 0,1 3-1,-1-1 23,1-1 0,-1 0 0,1 1 0,0-1 0,0 1 0,0-1 0,1 0 0,-1 1 0,1-1 0,0 0 0,1 6-1,0-6 28,0 1 0,0-1-1,1 0 1,-1 0-1,1 0 1,-1 0 0,1-1-1,0 1 1,0-1-1,0 1 1,0-1 0,0 0-1,1 0 1,-1-1-1,1 1 1,-1-1 0,1 1-1,5 0 1,6 1 85,0-1 0,0-1 1,22 0-1,-2 0-166,77 2-1421</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5:24.113"/>
    </inkml:context>
    <inkml:brush xml:id="br0">
      <inkml:brushProperty name="width" value="0.05" units="cm"/>
      <inkml:brushProperty name="height" value="0.05" units="cm"/>
    </inkml:brush>
  </inkml:definitions>
  <inkml:trace contextRef="#ctx0" brushRef="#br0">1468 9 8,'143'-8'15083,"-137"8"-13903,-7 1-386,-11 3-94,3-1-696,-14 4 227,-1-1 0,0-1 0,0-1 0,-36 1 0,59-5-228,-534 17 839,0-32 276,468 14-997,-80 10 1,122-5-1980,0 1-1,0 1 1,-30 12 0,39-13 790,8-2-4071</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5:24.926"/>
    </inkml:context>
    <inkml:brush xml:id="br0">
      <inkml:brushProperty name="width" value="0.05" units="cm"/>
      <inkml:brushProperty name="height" value="0.05" units="cm"/>
    </inkml:brush>
  </inkml:definitions>
  <inkml:trace contextRef="#ctx0" brushRef="#br0">26 68 10370,'-2'-1'12200,"2"1"-12109,0 0 0,0 0 0,0 1 0,0-1 0,0 16-518,0-6 480,0 0 1,0 0-1,1-1 0,0 1 0,0-1 1,1 1-1,1-1 0,0 1 0,0-1 0,0 0 1,7 11-1,-8-16-47,1 0-1,-2 0 1,1 1 0,0-1 0,-1 1-1,0-1 1,0 1 0,0-1 0,-1 1-1,1 0 1,-1-1 0,-1 10 0,1-13-9,-1-1-1,1 1 1,0 0 0,0-1 0,-1 1 0,1-1 0,0 1 0,-1-1 0,1 1 0,-1-1 0,1 0 0,-1 1 0,1-1-1,-1 1 1,1-1 0,-1 1 0,0-1 28,1 0-1,0 0 0,0 0 0,0 0 1,0 0-1,-1 0 0,1 0 1,0 0-1,0 0 0,0 0 1,0 0-1,-1 0 0,1 0 0,0 0 1,0 0-1,0 0 0,-1 0 1,1 0-1,0 0 0,0 0 0,0 0 1,0 0-1,-1 0 0,1 0 1,0 0-1,0-1 0,0 1 1,0 0-1,0 0 0,-1 0 0,1 0 1,0 0-1,0-1 0,0 1 1,0 0-1,0 0 0,0 0 1,0 0-1,0 0 0,0-1 0,0 1 1,-1 0-1,1 0 0,0 0 1,0-1-1,0 1 0,0 0 1,0 0-1,0 0 0,0 0 0,0-1 1,0 1-1,1 0 0,-1 0 1,0-1-1,-7-20 435,2 12-422,-6-25 54,-10-46-1,18 66-43,1 0 0,1-1-1,0 0 1,1 1 0,0-1-1,3-14 1,-3 28-42,0 0-1,0 0 1,0 0-1,0 1 1,0-1-1,1 0 1,-1 0-1,0 0 1,1 0 0,-1 1-1,0-1 1,1 0-1,-1 0 1,1 1-1,-1-1 1,1 0-1,0 1 1,-1-1-1,1 1 1,0-1-1,-1 1 1,1-1 0,1 0-1,-1 1-28,0 0 0,1 0 0,-1-1 0,0 1 0,0 0 0,1 1 0,-1-1 0,0 0 0,0 0 0,0 0 0,1 1 0,-1-1 0,0 0 0,2 2 1,4 2-88,0 0 1,0 1 0,12 10 0,-17-13 178,33 29-84,-14-12 13,24 16 1,-13-12 28,2-2 0,0-1 0,1-2 1,71 26-1,-104-43 1,0 0 1,1 0-1,0-1 0,-1 1 1,1-1-1,-1 0 1,1 0-1,0 0 1,-1 0-1,1 0 0,2-1 1,-4 1-3,0-1 1,0 1-1,0-1 1,0 1 0,-1-1-1,1 1 1,0-1-1,0 0 1,0 1-1,-1-1 1,1 0 0,0 1-1,-1-1 1,1 0-1,-1 0 1,1 0-1,-1 0 1,1 0-1,-1 0 1,1 1 0,-1-1-1,0 0 1,0 0-1,1 0 1,-1 0-1,0 0 1,0 0 0,0 0-1,0 0 1,0-2-1,-1-5-142,1-1-1,-1 0 0,-1 0 1,0 0-1,0 1 0,-1-1 0,1 1 1,-2 0-1,1-1 0,-1 1 1,-7-9-1,-5-3-4261,-2 3-3849</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17.282"/>
    </inkml:context>
    <inkml:brush xml:id="br0">
      <inkml:brushProperty name="width" value="0.05" units="cm"/>
      <inkml:brushProperty name="height" value="0.05" units="cm"/>
    </inkml:brush>
  </inkml:definitions>
  <inkml:trace contextRef="#ctx0" brushRef="#br0">635 16 8,'12'-2'753,"16"-9"9884,-28 11-10511,1-1 0,-1 1 0,1 0 0,-1 0-1,1 0 1,-1-1 0,1 1 0,-1 0 0,1 0-1,-1 0 1,1 0 0,-1 0 0,1 0-1,-1 0 1,1 0 0,-1 0 0,1 0 0,0 0-1,-1 0 1,1 1 0,-1-1 0,1 0 0,-1 0-1,0 0 1,1 1 0,-1-1 0,1 0 0,0 1-1,8 13 126,-9-12-235,1-1-1,0 1 1,0-1 0,0 1 0,0-1 0,0 1 0,0-1 0,0 0 0,0 1-1,2 0 1,-2-1 87,0-1-1,0 1 1,0-1-1,0 1 1,0-1-1,-1 0 1,1 1 0,0-1-1,0 0 1,0 0-1,0 0 1,0 0-1,2 0 1,-2 0 57,-1 0 0,1 0 0,-1 0 0,0-1 1,1 1-1,-1 0 0,0 0 0,1-1 0,-1 1 1,1 0-1,-1-1 0,0 1 0,0 0 0,1-1 0,-1 1 1,0 0-1,0-1 0,1 1 0,-1-1 0,0 1 1,0 0-1,0-1 0,0 1 0,0-1 0,1 1 0,-1-1 1,0 1-1,0-1 0,0 1 0,0 0 0,0-1 1,-1 0-1,-2 0 63,0 0 0,-1 1 0,1-1 0,0 1 0,-1-1 0,1 1 0,-5 1 0,8-1-218,-145-11 960,102 7-649,4 2 43,-52 4 0,71-1-280,-208 6 528,216-6-427,-1 0-1,-20 5 1,-13 2-3904,15-9-8273</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17.859"/>
    </inkml:context>
    <inkml:brush xml:id="br0">
      <inkml:brushProperty name="width" value="0.05" units="cm"/>
      <inkml:brushProperty name="height" value="0.05" units="cm"/>
    </inkml:brush>
  </inkml:definitions>
  <inkml:trace contextRef="#ctx0" brushRef="#br0">654 23 344,'-8'-1'2345,"-16"1"2777,24 0-4902,-1 0 1,0 0-1,0 0 0,1 0 1,-1 0-1,0 0 1,1 0-1,-1 0 0,0 1 1,0-1-1,1 0 1,-1 1-1,0-1 0,1 0 1,-1 1-1,1-1 0,-1 1 1,0-1-1,1 1 1,-1-1-1,1 1 0,-1-1 1,0 1-1,1 0-1,-1 0 0,0 0-1,0 0 1,1-1 0,-1 1-1,0 0 1,0-1 0,0 1 0,0-1-1,0 1 1,0-1 0,0 1 0,0-1-1,0 0 1,0 1 0,0-1-1,0 0 1,0 0 0,0 0 0,-2 0-1,-27 1 1850,26-1-1866,-197-9 2386,124 4-2339,-42-7 425,39 2-3653,27 7-6031,33 2-1955</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18.504"/>
    </inkml:context>
    <inkml:brush xml:id="br0">
      <inkml:brushProperty name="width" value="0.05" units="cm"/>
      <inkml:brushProperty name="height" value="0.05" units="cm"/>
    </inkml:brush>
  </inkml:definitions>
  <inkml:trace contextRef="#ctx0" brushRef="#br0">1 1 2529,'5'8'10172,"7"1"-6635,19 8-4377,-21-11 1910,40 18-348,0-2 0,93 27 1,-75-27-205,7 1 93,34 12 383,-90-27-780,-1 0-1,0 1 1,29 19 0,-46-27-213,1 0 0,-1 0 0,0 0-1,1 0 1,-1 0 0,0 0 0,0 0 0,0 1 0,0-1 0,0 0 0,0 1 0,0-1 0,0 1 0,0-1 0,-1 1 0,1 0 0,-1-1 0,1 1 0,0 2 0,-2-2 13,1 0 1,0-1-1,0 1 1,-1 0-1,1 0 0,-1-1 1,1 1-1,-1 0 1,0-1-1,0 1 0,0-1 1,0 1-1,0-1 0,0 1 1,-2 1-1,-3 3 94,0-1 0,-1 0 0,1 0 0,-1 0 0,0-1 0,-12 6 0,-61 23 220,-158 42-1,233-73-946,0 0-1,1 0 1,-1 0 0,-5 4-1,-6 3-6685,3-4-3590</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23.133"/>
    </inkml:context>
    <inkml:brush xml:id="br0">
      <inkml:brushProperty name="width" value="0.05" units="cm"/>
      <inkml:brushProperty name="height" value="0.05" units="cm"/>
    </inkml:brush>
  </inkml:definitions>
  <inkml:trace contextRef="#ctx0" brushRef="#br0">79 158 8,'-17'-18'7452,"11"10"-4661,-1 1 1,-12-10-1,19 17-2571,0-1 0,-1 1 0,1 0 0,0-1 0,0 1 0,0 0-1,0-1 1,0 1 0,0 0 0,0-1 0,0 1 0,0 0 0,0-1 0,0 1 0,0 0 0,0-1 0,0 1 0,0 0-1,0-1 1,0 1 0,0 0 0,0-1 0,0-9 750,-7-3-809,4 10-33,1 0-1,0-1 1,1 1 0,-1 0 0,1-1 0,-1 1-1,1-1 1,0 1 0,-1-8 0,-2-24 2007,17 54-1099,2 2-917,1 0 0,0-2-1,2 0 1,0-1 0,22 17-1,23 22 23,15 24-51,-2 4 1,77 114 0,-91-115 38,-56-77-86,0-1 0,1 1 0,7 6 0,4 3 264,-16-15-138,-2-6-612,-5-5-5185,-1 4 1237</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23.666"/>
    </inkml:context>
    <inkml:brush xml:id="br0">
      <inkml:brushProperty name="width" value="0.05" units="cm"/>
      <inkml:brushProperty name="height" value="0.05" units="cm"/>
    </inkml:brush>
  </inkml:definitions>
  <inkml:trace contextRef="#ctx0" brushRef="#br0">226 14 3209,'-4'-14'19863,"4"20"-16261,-1 3-3582,0 0 0,0 1 1,-1-1-1,0 0 0,0 0 0,-1-1 1,0 1-1,-6 11 0,-6 8 21,-21 29-1,17-28-6,12-19-26,-69 116 72,69-112-60,1-1-1,1 1 1,0 0 0,0 1-1,2-1 1,0 1-1,-2 16 1,3-1 28,2 1-1,4 44 1,-4-73-145,5 82-227,-7-42-3341,-5-1-7415,3-28-241</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24.201"/>
    </inkml:context>
    <inkml:brush xml:id="br0">
      <inkml:brushProperty name="width" value="0.05" units="cm"/>
      <inkml:brushProperty name="height" value="0.05" units="cm"/>
    </inkml:brush>
  </inkml:definitions>
  <inkml:trace contextRef="#ctx0" brushRef="#br0">1 99 7338,'-1'-2'13202,"2"9"-10361,0 1-2717,0 1 1,0-1-1,1 1 1,0-1-1,5 14 1,5 5 21,1-1 0,1 0 0,1-1 0,36 44 1,-45-59-136,-3-7 513,-4-11 494,-1 2-943,0 0 0,-1 0 1,1 1-1,-1-1 0,0 1 0,-6-8 0,1 1 15,-6-10 20,5 9 20,0-2 0,-13-28 1,15 24 24,0 0 0,-6-30 0,12 42-108,1 1 0,-1 0 0,1 0-1,0 0 1,2-9 0,-2 12-24,1 0-1,-1 1 0,1-1 1,0 0-1,0 0 1,0 1-1,1-1 1,-1 1-1,1-1 1,-1 1-1,1-1 1,2-2-1,-1 3-27,0-1 0,0 1 0,0 0 0,1 0 0,-1 0 0,0 0 0,1 1 0,-1-1 0,1 1 0,-1 0-1,1 0 1,0 0 0,0 1 0,-1-1 0,1 1 0,0 0 0,5 0 0,5 1-56,1 1 0,-1 1 0,16 5 0,-19-6 20,8 4-153,21 8 1,-34-12-376,1 1 0,0 1 0,-1-1 0,0 1 0,0 0 0,8 8 0,-13-12-42,0 1-1,-1 0 1,1 0 0,0 0-1,-1 0 1,1 0 0,-1 0-1,1 0 1,-1 0 0,0 0-1,1 1 1,-1-1 0,0 0-1,0 2 1</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26.920"/>
    </inkml:context>
    <inkml:brush xml:id="br0">
      <inkml:brushProperty name="width" value="0.05" units="cm"/>
      <inkml:brushProperty name="height" value="0.05" units="cm"/>
    </inkml:brush>
  </inkml:definitions>
  <inkml:trace contextRef="#ctx0" brushRef="#br0">312 72 1720,'-15'-22'9393,"-1"-4"-3437,15 24-5721,0 1 1,0-1-1,0 1 1,0-1-1,-1 1 1,1-1-1,0 1 1,-1 0-1,1 0 1,-1 0-1,0-1 1,1 2-1,-1-1 1,0 0-1,0 0 1,1 0-1,-1 1 1,0-1-1,0 1 1,0 0-1,-3-1 1,-5 0-91,0 1 1,-20 2-1,24-2-30,-112 17 238,74-9-187,40-8-71,-3 1-39,7-1-37,0 0 1,0 0 0,0 0-1,-1 0 1,1 0-1,0 0 1,0 0 0,0 0-1,0 0 1,0 0 0,0 0-1,0 1 1,0-1 0,0 0-1,0 0 1,0 0 0,0 0-1,-1 0 1,1 0 0,0 0-1,0 0 1,0 0 0,0 0-1,0 0 1,0 0 0,0 0-1,0 1 1,0-1 0,0 0-1,0 0 1,0 0 0,0 0-1,0 0 1,0 0 0,0 0-1,0 0 1,0 0 0,0 1-1,0-1 1,0 0 0,0 0-1,0 0 1,0 0-1,0 0 1,0 0 0,0 0-1,0 0 1,0 0 0,0 0-1,1 0 1,-1 0 0,0 1-1,0-1 1,0 0 0,0 0-1,0 0 1,0 0 0,0 0-1,0 0 1,0 0 0,0 0-1,0 3 35,0 0 0,0 0 0,0 0-1,-1 0 1,0 0 0,1 0-1,-4 6 1,0 7 27,2-2 17,1 1 1,0 0-1,1 0 1,1 0-1,0-1 0,6 25 1,-4-21-30,4 13 38,2-1 0,1 0 0,1 0 1,21 38-1,4 13 29,-17-34-103,-2 0 0,-2 2 0,16 95 0,-26-91-2,-3 59 1,-2-80-29,-2-28-8,2-4 7,0 0 0,0 0 0,0 0 1,-1 0-1,1 0 0,0 0 0,0 0 0,0 1 0,0-1 0,0 0 0,0 0 0,0 0 0,0 0 0,0 0 0,0 0 0,0 0 0,-1 0 0,1 0 1,0 0-1,0 1 0,0-1 0,0 0 0,0 0 0,0 0 0,0 0 0,0 0 0,0 0 0,0 0 0,0 1 0,0-1 0,0 0 0,0 0 0,0 0 0,0 0 1,0 0-1,0 0 0,0 0 0,0 0 0,0 1 0,0-1 0,1 0 0,-1 0 0,0 0 0,0 0 0,0 0 0,0 0 0,0 0 0,0 0 0,0 0 1,0 0-1,0 1 0,0-1 0,0 0 0,1 0 0,-1 0 0,0 0 0,0 0 0,0 0 0,0 0 0,0 0 0,0 0 0,0 0 0,0 0 0,1 0 0,-1 0 1,0 0-1,0 0 0,0 0 0,1 0 86,-1-1-20,0 1 1,0 0 0,1-1 0,-1 1-1,0-1 1,1 1 0,-1 0 0,0-1-1,1 1 1,-1 0 0,1 0-1,-1-1 1,0 1 0,1 0 0,-1 0-1,1-1 1,-1 1 0,1 0-1,-1 0 1,1 0 0,-1 0 0,1 0-1,0 0 1,18-3-286,-12 2 341,78-7-24,-2 0-1805,-69 5-1521,26-7-1,-28 4-2678</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27.410"/>
    </inkml:context>
    <inkml:brush xml:id="br0">
      <inkml:brushProperty name="width" value="0.05" units="cm"/>
      <inkml:brushProperty name="height" value="0.05" units="cm"/>
    </inkml:brush>
  </inkml:definitions>
  <inkml:trace contextRef="#ctx0" brushRef="#br0">33 57 7858,'-2'-4'1681,"0"0"-1,0 0 1,0 0 0,-6-6 0,5 6-789,0 0 0,1 0 0,0 0 0,-1 0 0,-1-6 2389,6 14-2514,3 12-814,21 75 257,-5-17-14,54 209 639,-54-214-717,-13-46-69,-2 0 1,7 34 0,-13-14-86,0-42-47,0-18-3750,-2-18-1824,-2 11-988,-1 4-3324</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27.805"/>
    </inkml:context>
    <inkml:brush xml:id="br0">
      <inkml:brushProperty name="width" value="0.05" units="cm"/>
      <inkml:brushProperty name="height" value="0.05" units="cm"/>
    </inkml:brush>
  </inkml:definitions>
  <inkml:trace contextRef="#ctx0" brushRef="#br0">248 17 5641,'18'-10'16129,"-25"12"-14673,2-1-636,-6-4-623,1 1 0,-1 0 0,0 0 0,0 2-1,0-1 1,0 1 0,0 1 0,0 0 0,0 0-1,0 1 1,0 0 0,0 1 0,1 1 0,-1 0-1,-10 5 1,15-6-169,0 1-1,0 0 1,0 0 0,0 1-1,1-1 1,-1 1 0,-4 6-1,8-9-16,0 0 1,1 0-1,-1 1 0,1-1 0,-1 0 0,1 1 0,0-1 1,0 1-1,0-1 0,0 1 0,0 0 0,0-1 0,1 1 1,-1 0-1,1 0 0,0-1 0,0 1 0,0 0 0,0 0 1,1-1-1,0 6 0,0-6 13,0 1 1,1-1-1,-1 1 0,1-1 1,0 0-1,-1 0 0,1 0 1,0 0-1,0 0 1,1 0-1,-1 0 0,0-1 1,0 1-1,1-1 0,-1 1 1,4 0-1,7 3 45,-1 0 0,16 3 0,-18-5-41,17 2 22,-1 0 0,43 2 0,21 3 4,67 17-275,-154-27-933,-11-6-2852,-15-3-1614,2 1-512,-4-3-4682</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28.481"/>
    </inkml:context>
    <inkml:brush xml:id="br0">
      <inkml:brushProperty name="width" value="0.05" units="cm"/>
      <inkml:brushProperty name="height" value="0.05" units="cm"/>
    </inkml:brush>
  </inkml:definitions>
  <inkml:trace contextRef="#ctx0" brushRef="#br0">0 77 6929,'19'-32'10138,"-16"30"-9887,-1-1 1,1 0-1,0 1 0,-1-1 1,1 1-1,1 0 0,-1 0 0,0 0 1,0 1-1,1-1 0,-1 1 0,5-2 1,10-2-137,0 1 0,0 1 0,1 1 0,-1 0 0,27 2 0,-7 2-61,60 11 1,-84-11-35,-3 0 41,0 0 1,-1 0-1,1 1 1,0 0-1,-1 1 1,17 8-1,-25-11-46,-16 11-119,7-2 177,1-4 12,1 1 1,0 1-1,1-1 1,-1 1 0,1-1-1,1 1 1,0 0-1,0 0 1,-3 12-1,4-9 75,1 1 1,0-1-1,0 1 0,1-1 0,3 18 1,8 24 301,38 104 1,-5-24-300,-15-43-115,-17-57-23,-2 1 0,10 50 0,-19-75-27,0 0 0,-1 0 0,0 1 1,0-1-1,-1 0 0,0 0 1,-4 15-1,4-20 1,-1 0 0,1 0 0,-1 0 0,0 0 0,0 0 0,0-1 0,0 1 0,-1-1 0,1 1 0,-1-1 0,0 0-1,0 0 1,0 0 0,0-1 0,-1 1 0,1-1 0,-1 1 0,-6 2 0,-12 3-699,-23 6 1,25-9-2730,0 2-3485,7-3-4169</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29.424"/>
    </inkml:context>
    <inkml:brush xml:id="br0">
      <inkml:brushProperty name="width" value="0.05" units="cm"/>
      <inkml:brushProperty name="height" value="0.05" units="cm"/>
    </inkml:brush>
  </inkml:definitions>
  <inkml:trace contextRef="#ctx0" brushRef="#br0">331 11 560,'8'1'1651,"40"3"6120,-44-4-6207,0 0-1,0 0 0,0-1 1,-1 1-1,7-3 2667,-16 3-824,-8 0-2601,-1-4-678,0 2-1,0-1 0,0 2 0,-1 0 1,1 1-1,-1 0 0,1 2 1,0-1-1,-24 7 0,22-3-451,0-1-1,0-1 0,-20 1 1,-7-6-3500,33 0 1259,0 0 1,-12-4-1,1-1-3135,1-1-3269</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29.813"/>
    </inkml:context>
    <inkml:brush xml:id="br0">
      <inkml:brushProperty name="width" value="0.05" units="cm"/>
      <inkml:brushProperty name="height" value="0.05" units="cm"/>
    </inkml:brush>
  </inkml:definitions>
  <inkml:trace contextRef="#ctx0" brushRef="#br0">407 44 6017,'-2'-1'7224,"-9"-5"-4048,-1 2-1567,1 0 0,-15-3 0,-50-5 696,35 6-1314,19 4-1049,0 1-1,0 0 1,0 1 0,0 2-1,0 0 1,-32 8 0,44-7-1231,-7 1-4330,3-2-5652</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33.719"/>
    </inkml:context>
    <inkml:brush xml:id="br0">
      <inkml:brushProperty name="width" value="0.05" units="cm"/>
      <inkml:brushProperty name="height" value="0.05" units="cm"/>
    </inkml:brush>
  </inkml:definitions>
  <inkml:trace contextRef="#ctx0" brushRef="#br0">904 18 8,'9'1'913,"1"-1"0,-1 0 1,0 0-1,0-1 0,1 0 0,14-4 0,-15 3 73,3-1-70,0 1 0,0 1 0,0-1 0,0 2 1,0 0-1,13 1 0,-12 0 282,-13-1-1050,0 0-1,1 0 0,-1 0 1,0 0-1,1 0 1,-1 0-1,0 0 1,1 0-1,-1 0 1,0 0-1,1 0 1,-1 0-1,0 0 1,1 0-1,-1 0 1,0-1-1,1 1 0,-1 0 1,0 0-1,0 0 1,1-1-1,-1 1 1,0 0-1,0 0 1,1-1-1,-1 1 1,0-1-96,-29 13-478,-20-6 845,-81 1 0,98-6-307,-179-7 698,124 1-393,-105 8-1,123 2-339,-72 8 198,140-13-261,0 0 0,0 0-1,0 0 1,0 0 0,0 1 0,0-1 0,0 0-1,0 1 1,0-1 0,0 0 0,0 1-1,0-1 1,0 1 0,1 0 0,-1-1 0,0 1-1,0 0 1,1-1 0,-1 1 0,0 0 0,1 0-1,-1-1 1,1 1 0,-1 0 0,1 0 0,-1 0-1,1 0 1,-1 1 0,1-2-6,0 0 0,0 1 0,0-1 0,0 0 1,0 0-1,0 0 0,0 0 0,0 0 0,-1 0 0,1 0 0,0 1 0,0-1 0,0 0 0,0 0 0,0 0 1,0 0-1,0 0 0,0 0 0,-1 0 0,1 0 0,0 0 0,0 0 0,0 1 0,0-1 0,0 0 1,-1 0-1,1 0 0,0 0 0,0 0 0,0 0 0,0 0 0,0 0 0,-1 0 0,1 0 0,0 0 1,0 0-1,0 0 0,0-1 0,0 1 0,0 0 0,-1 0 0,1 0 59,12 6 344,-1-1-342,0-1 0,0-1 1,1 0-1,20 2 0,0 1-13,43 8-3,59 15-21,-107-22-41,0 2 0,46 21 0,-67-28-6,-1 1 1,0 0-1,0 0 1,0 1-1,-1 0 1,1-1 0,-1 2-1,1-1 1,2 5-1,-5-7 7,-1 0-1,0 0 1,0 0-1,0 0 1,0 0-1,0 0 1,0 1-1,-1-1 1,1 0-1,-1 0 1,1 1-1,-1-1 1,0 0-1,0 1 1,0-1-1,0 0 1,-1 1-1,1-1 1,-1 0-1,1 1 1,-1-1-1,0 0 1,0 0-1,0 0 1,-2 4-1,-1 0 13,0 0 1,-1 0-1,1 0 0,-1-1 0,-1 0 1,1 0-1,-10 7 0,-47 26 68,29-18-51,-107 59 48,67-40-69,-13 18 1,64-40 2,-2-1-1,-41 21 0,35-22-1,14-7 3,-25 9 1,32-12 17,9-5-22,0 0 0,-1 0 1,1 0-1,0 0 0,0 0 0,0 0 1,-1 0-1,1 1 0,0-1 0,0 0 1,0 0-1,0 0 0,-1 0 0,1 1 0,0-1 1,0 0-1,0 0 0,0 0 0,0 1 1,0-1-1,0 0 0,-1 0 0,1 0 1,0 1-1,0-1 0,0 0 0,0 0 1,0 0-1,0 1 0,0-1 0,0 0 1,0 0-1,0 1 0,0-1 0,1 0 1,-1 0-1,0 0 0,0 1 0,0-1 1,0 0-1,0 0 0,0 0 0,0 1 1,1-1-1,9 9 290,-7-7-259,0 0 0,-1 0 0,1 0 0,-1 1 0,1-1 0,3 6 0,-3-6 35,0 0 1,1 0-1,0 0 1,-1-1-1,8 2 0,9 1 24,0-1 0,0-1 0,0-1 0,36-2 0,-30 0-67,565-26 215,-469 21-202,-88 5-91,-19 1-334,1-1 0,0 0-1,17-5 1,-34 4-1729,1 2 2037,0 0-1,0 0 1,0-1-1,0 1 1,0 0-1,0 0 1,1 0-1,-1 0 1,0 0 0,2-1-1712,-14-3-6441,-1 3-1948</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34.656"/>
    </inkml:context>
    <inkml:brush xml:id="br0">
      <inkml:brushProperty name="width" value="0.05" units="cm"/>
      <inkml:brushProperty name="height" value="0.05" units="cm"/>
    </inkml:brush>
  </inkml:definitions>
  <inkml:trace contextRef="#ctx0" brushRef="#br0">1 69 8,'5'-24'9838,"0"0"-1604,-5 23-7940,0 0 0,0 0 0,0 0-1,0 0 1,0 0 0,0 0 0,-1 0 0,1-1-1,0 1 1,-1 0 0,1 0 0,0 0 0,-1 0-1,1 0 1,-1 1 0,0-1 0,1 0 0,-2-1-1,3 43 1817,2-22-1979,0-1 1,2 1-1,7 20 0,-9-28-96,1 1-6,2 5 2,-2 0 1,6 31-1,-10-22 324,2-28-186,-1-1 1,1 1-1,-1 0 1,0-1-1,0 1 1,0 0-1,0-1 1,0-4-1,1 4-73,3-13-107,0-1 0,2 2 0,11-22 0,-14 32-10,-1 0-1,1 0 1,0 0 0,0 1-1,0-1 1,1 1 0,0 0 0,-1 1-1,1-1 1,1 1 0,-1 0-1,0 0 1,7-2 0,-7 3 6,-3 1-9,0 0 0,0 0-1,0 0 1,0 0 0,0 0 0,1 1 0,-1-1 0,0 1 0,1-1-1,-1 1 1,0 0 0,1 0 0,-1 0 0,0 0 0,1 1 0,-1-1 0,0 1-1,4 0 1,3 5 3,0 0 0,-1 1 0,0-1 0,0 1-1,-1 1 1,13 15 0,13 13-19,-16-21 58,0 0-1,0-2 0,29 17 1,-39-25 6,-21-6-6928,4-1 4100,-4-2-3484,-5 0-4637</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35.177"/>
    </inkml:context>
    <inkml:brush xml:id="br0">
      <inkml:brushProperty name="width" value="0.05" units="cm"/>
      <inkml:brushProperty name="height" value="0.05" units="cm"/>
    </inkml:brush>
  </inkml:definitions>
  <inkml:trace contextRef="#ctx0" brushRef="#br0">263 0 1048,'7'2'1900,"-2"-1"454,0 0-1,0 0 0,10 4 1791,-23-3-320,-71-7-54,0 1-3038,11 3 513,35 0-3090,0 0-9497</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35.412"/>
    </inkml:context>
    <inkml:brush xml:id="br0">
      <inkml:brushProperty name="width" value="0.05" units="cm"/>
      <inkml:brushProperty name="height" value="0.05" units="cm"/>
    </inkml:brush>
  </inkml:definitions>
  <inkml:trace contextRef="#ctx0" brushRef="#br0">221 51 4721,'-13'-8'6497,"-10"0"-4048,-2-1-681,-3 1-463,3 0-137,4 1-216,0 6-240,7-1-208,2 4-256,4 1-144,2 0-128,-1 3-64,1 6-48,3-3-176,0 3-624,1 0-1376,-1 1-2537</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41.124"/>
    </inkml:context>
    <inkml:brush xml:id="br0">
      <inkml:brushProperty name="width" value="0.05" units="cm"/>
      <inkml:brushProperty name="height" value="0.05" units="cm"/>
    </inkml:brush>
  </inkml:definitions>
  <inkml:trace contextRef="#ctx0" brushRef="#br0">2 27 576,'3'-7'6345,"-3"7"-6202,0 0 0,0-1 1,0 1-1,0 0 0,1 0 1,-1-1-1,0 1 0,0 0 1,0-1-1,0 1 1,1 0-1,-1 0 0,0-1 1,0 1-1,1 0 0,-1 0 1,0-1-1,1 1 0,-1 0 1,0 0-1,0 0 0,1 0 1,-1-1-1,0 1 0,1 0 1,-1 0-1,0 0 0,1 0 1,0 0-1,60-10 5136,-53 9-5119,0 0 1,0 0-1,0 0 1,0 1-1,0 0 1,1 1 0,-1 0-1,0 0 1,0 1-1,0 0 1,11 4 0,-1 2-116,0 1 0,-1 0 0,19 14 0,-27-17-40,-1 0-1,0 1 1,0 1 0,0 0 0,-1 0 0,-1 0 0,9 13-1,-13-18-2,1 1-1,-1 0 0,0 0 0,-1 0 1,1 0-1,-1 0 0,1 1 0,-1-1 1,0 0-1,-1 1 0,1-1 0,-1 0 0,0 1 1,0 5-1,-2 0 97,0 0 0,-6 20 0,4-18-60,4-9 12,-1 0 0,0-1 0,0 1 0,0-1 1,0 1-1,-1-1 0,1 1 0,-1-1 0,1 0 0,-1 0 0,0 0 0,0 0 0,0 0 0,0 0 1,0 0-1,0 0 0,0-1 0,-1 1 0,1-1 0,-1 0 0,1 0 0,-1 0 0,1 0 0,-1 0 1,0 0-1,1-1 0,-1 1 0,0-1 0,-4 0 0,-2 1 133,-1 0 0,0 0 0,0-2 0,1 1-1,-1-1 1,0 0 0,-10-4 0,-18-3 131,-46-4 0,81 11-219,0 1-1,0-1 0,0 1 1,1-1-1,-1 0 0,0 0 1,-4-2-1,6 2-31,0 0 0,0 1 0,0-1 0,1 0 0,-1 1 1,0-1-1,0 0 0,0 0 0,1 0 0,-1 0 0,1 0 0,-1 0 0,0 0 0,1 0 0,0 0 0,-1 0 0,1 0 1,0 0-1,-1 0 0,1 0 0,0 0 0,0-3 0,-7-56 684,8 35-670,-1 4-159,-3-42 0,3 63-46,-1-1-1,1 1 1,0-1-1,0 1 1,0 0-1,0-1 1,0 1-1,0-1 1,0 1-1,-1 0 1,1-1 0,0 1-1,0 0 1,-1-1-1,1 1 1,0 0-1,0-1 1,-1 1-1,1 0 1,0-1-1,-1 1 1,1 0 0,0 0-1,-1 0 1,1-1-1,-1 1 1,-7-1-5296,4 1 2033</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42.174"/>
    </inkml:context>
    <inkml:brush xml:id="br0">
      <inkml:brushProperty name="width" value="0.05" units="cm"/>
      <inkml:brushProperty name="height" value="0.05" units="cm"/>
    </inkml:brush>
  </inkml:definitions>
  <inkml:trace contextRef="#ctx0" brushRef="#br0">32 37 3713,'-16'-19'10993,"1"1"-3588,16 23-7113,-1 0 0,0 0 0,0 0 0,-1 8 1,0 2-180,2-1-20,1 1 0,0-1 0,1 0 1,0 0-1,1 0 0,1 0 0,0-1 0,1 0 0,0 0 0,1 0 0,12 16 1,-11-17-65,0 2 1,0-1-1,-1 1 1,6 20 0,-10-22 2,-4-8-88,-2-7-322,1 0-587,0 0-1,0 0 0,0 0 1,0 1-1,-5-4 0,-5-6-5352</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42.736"/>
    </inkml:context>
    <inkml:brush xml:id="br0">
      <inkml:brushProperty name="width" value="0.05" units="cm"/>
      <inkml:brushProperty name="height" value="0.05" units="cm"/>
    </inkml:brush>
  </inkml:definitions>
  <inkml:trace contextRef="#ctx0" brushRef="#br0">0 23 3753,'16'-6'8408,"-4"2"-6554,10-1-794,1 2 0,0 0 1,32 2-1,69 8-360,-39 0-293,-44-1-234,-44-5-130,0 0 0,1 0 0,-1 0-1,0 1 1,1-1 0,-4 4 0,-8 3 249,0-2-152,0-1 0,-1-1 0,-17 3 0,20-5-131,1 1 0,0 0 0,-1 0 0,1 1 0,1 0 0,-18 10 0,27-13-9,1-1 1,0 0-1,0 0 0,-1 0 1,1 1-1,0-1 0,0 0 1,-1 0-1,1 1 0,0-1 0,0 0 1,0 0-1,0 1 0,-1-1 1,1 0-1,0 1 0,0-1 1,0 0-1,0 0 0,0 1 0,0-1 1,0 0-1,0 1 0,0-1 1,0 0-1,0 1 0,0-1 1,0 0-1,0 1 0,0-1 0,0 0 1,0 1-1,0-1 0,1 1 1,9 11 96,17 6 83,112 45-35,-71-35-158,-34-15-2,-25-10-13,-1 0 0,1 0 0,-1 1 0,0 0 0,0 0 0,-1 1 0,1 0 0,-1 0 0,8 7 0,-15-11 26,1-1-1,-1 1 0,1-1 1,-1 1-1,0 0 0,1-1 1,-1 1-1,0 0 0,1 0 0,-1-1 1,0 1-1,0 0 0,0 0 1,0-1-1,0 1 0,0 0 0,0 0 1,0-1-1,0 1 0,0 0 1,0 0-1,0-1 0,0 1 0,-1 0 1,1 0-1,0-1 0,0 1 1,-1 0-1,1-1 0,-1 1 1,1 0-1,0-1 0,-1 1 0,1-1 1,-1 1-1,0-1 0,1 1 1,-1-1-1,1 1 0,-1-1 0,-1 1 1,-3 2 138,1 0 0,-1 0 0,0-1 1,-6 3-1,11-5-130,-21 6 333,0-1 0,1-1 0,-1 0 0,-35 1 0,5-1-83,29-2-484,-27 5 586,16 2-4821</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43.408"/>
    </inkml:context>
    <inkml:brush xml:id="br0">
      <inkml:brushProperty name="width" value="0.05" units="cm"/>
      <inkml:brushProperty name="height" value="0.05" units="cm"/>
    </inkml:brush>
  </inkml:definitions>
  <inkml:trace contextRef="#ctx0" brushRef="#br0">233 5 1056,'-2'-4'11288,"2"4"-11090,0 0-1,0 1 1,0-1-1,1 0 1,-1 0 0,0 1-1,0-1 1,0 0-1,0 0 1,0 1 0,1 0 790,0-1-791,-1 0 1,0 0-1,0 1 1,1-1 0,-1 0-1,0 0 1,1 0-1,10 4 1241,16-1-2069,-19-3 1218,29 9 635,-143-15 3352,71 2-4566,-1 2 0,-67 5 0,76 4-4157,16-4-4620</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43.878"/>
    </inkml:context>
    <inkml:brush xml:id="br0">
      <inkml:brushProperty name="width" value="0.05" units="cm"/>
      <inkml:brushProperty name="height" value="0.05" units="cm"/>
    </inkml:brush>
  </inkml:definitions>
  <inkml:trace contextRef="#ctx0" brushRef="#br0">17 41 8074,'0'-1'529,"0"-1"1,-1 1-1,1-1 1,0 1-1,-1-1 1,1 1-1,-1 0 1,0-1-1,1 1 1,-1 0-1,0-1 1,-1-1-1,1 2-63,0 0-1,0 0 1,0 0-1,1-1 0,-1 1 1,0 0-1,1 0 0,-1-1 1,1 1-1,0 0 0,-1-1 1,1-1-1,0 3-424,0 0 0,0 0 0,0-1-1,0 1 1,0 0 0,0 0 0,0 0-1,0 0 1,0 0 0,1-1 0,-1 1 0,0 0-1,0 0 1,0 0 0,0 0 0,0 0 0,0 0-1,0 0 1,1 0 0,-1 0 0,0-1 0,0 1-1,0 0 1,0 0 0,0 0 0,0 0-1,1 0 1,-1 0 0,0 0 0,0 0 0,0 0-1,0 0 1,0 0 0,1 0 0,-1 0 0,0 0-1,0 0 1,0 0 0,0 0 0,0 0 0,1 0-1,-1 1 1,0-1 0,0 0 0,0 0-1,0 0 1,0 0 0,0 0 0,1 0 0,-1 0-1,0 0 1,0 1 0,9 4-139,-7-4 189,8 7-89,1 0-1,-1 1 0,-1 0 1,0 1-1,0 0 0,-1 0 1,0 1-1,-1 0 0,11 21 1,-14-22 18,-1-1 0,-1 1 0,1 0 0,-1 0 0,-1 0 0,0 0 0,0 0 0,-1 0 0,-1 0 0,1 0 0,-2 0 0,-3 16 0,-3-2-298,-1-11-7030</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48.144"/>
    </inkml:context>
    <inkml:brush xml:id="br0">
      <inkml:brushProperty name="width" value="0.05" units="cm"/>
      <inkml:brushProperty name="height" value="0.05" units="cm"/>
    </inkml:brush>
  </inkml:definitions>
  <inkml:trace contextRef="#ctx0" brushRef="#br0">50 35 296,'-7'-4'8809,"4"4"-6059,1 0-2243,0-1 0,-1 1 0,1-1 0,0 0 0,0 0 1,0 0-1,-1 0 0,1 0 0,0-1 0,1 1 0,-1 0 1,0-1-1,0 0 0,1 1 0,-1-1 0,-1-3 0,-2-3 811,6 9-1007,3 2-545,1 16-78,6-2 529,1 0 0,17 18 1,-28-34-214,22 24 156,0-1 0,47 35 0,60 32 148,-117-82-290,83 54 118,-106-63-4779,-10-5-4224</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48.617"/>
    </inkml:context>
    <inkml:brush xml:id="br0">
      <inkml:brushProperty name="width" value="0.05" units="cm"/>
      <inkml:brushProperty name="height" value="0.05" units="cm"/>
    </inkml:brush>
  </inkml:definitions>
  <inkml:trace contextRef="#ctx0" brushRef="#br0">176 0 2304,'-1'6'21207,"-1"0"-19511,-2 9-5261,3-11 5477,-2 1-1821,1 0-1,1 0 0,-1 0 0,1 0 0,-2 10 1,-4 14 149,-1-2-126,-22 54 148,26-72-230,0-1-1,-1 0 1,0 0-1,0 0 1,-1-1-1,0 0 1,-8 8-1,1-4-48,4-3-350,0 0-1,-15 18 1,18-11-4322,6-5-3579</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49.180"/>
    </inkml:context>
    <inkml:brush xml:id="br0">
      <inkml:brushProperty name="width" value="0.05" units="cm"/>
      <inkml:brushProperty name="height" value="0.05" units="cm"/>
    </inkml:brush>
  </inkml:definitions>
  <inkml:trace contextRef="#ctx0" brushRef="#br0">19 28 5297,'0'3'8509,"3"15"-6218,1 5-1167,-3-10-690,1 0 0,1 0 1,0 0-1,0-1 0,1 1 0,1-1 1,7 14-1,-5-15-261,0 1 1,0-1-1,1-1 1,16 17-1,-24-27-128,0 0 1,0 1-1,0-1 0,0 0 0,1 0 1,-1 0-1,0 1 0,0-1 1,0 0-1,0 0 0,0 0 0,1 0 1,-1 0-1,0 1 0,0-1 1,0 0-1,0 0 0,1 0 0,-1 0 1,0 0-1,0 0 0,0 0 1,1 0-1,-1 0 0,0 0 0,0 0 1,1 0-1,-1 0 0,0 0 1,0 0-1,0 0 0,1 0 0,-1 0 1,0 0-1,0 0 0,0 0 1,1 0-1,-1 0 0,0 0 1,0 0-1,0 0 0,1-1 0,-1 1 1,-2-11 564,-9-18-571,2 13 12,-1 0-1,-22-29 1,20 29 63,0 0 0,-12-23 1,23 37-94,0 0-1,0 1 1,0-1 0,1 0 0,-1 0 0,0 1 0,1-1 0,-1 0 0,1 0 0,0 0 0,0 0-1,-1 0 1,1 0 0,1 1 0,-1-1 0,0 0 0,0 0 0,1 0 0,-1 0 0,1 0 0,-1 1-1,1-1 1,0 0 0,0 0 0,-1 1 0,1-1 0,2-1 0,-1 1-21,1 0 1,-1 0 0,1 0-1,-1 0 1,1 1-1,0-1 1,0 1 0,0 0-1,0 0 1,0 0-1,0 0 1,0 1 0,1-1-1,-1 1 1,5 0-1,24 0-185,0 2-1,0 2 0,-1 1 1,33 9-1,-50-11-235</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0.139"/>
    </inkml:context>
    <inkml:brush xml:id="br0">
      <inkml:brushProperty name="width" value="0.05" units="cm"/>
      <inkml:brushProperty name="height" value="0.05" units="cm"/>
    </inkml:brush>
  </inkml:definitions>
  <inkml:trace contextRef="#ctx0" brushRef="#br0">94 62 1528,'-8'-24'8205,"6"19"-6683,0 0 0,0 0 0,1 0 0,-1 0 0,0-7 0,0 17 84,-5 5-1595,0-1 0,-9 11-1,13-17 15,0 0 0,0-1-1,0 1 1,0-1 0,0 0 0,0 0-1,-1 0 1,1 0 0,-1 0-1,-7 1 1,18 40 639,24 40-166,-24-53-446,0 1 1,-3 1 0,0-1 0,-2 63 0,2 24 64,-2-101-66,1 1 0,1-1 0,0 0 0,11 27 0,-13-41 64,-1 1-1,1-1 1,0 0 0,1 0-1,2 5 1,-4-8-51,0 0 0,0 0 1,0-1-1,0 1 0,0 0 0,0 0 0,0-1 1,0 1-1,0 0 0,0-1 0,0 1 0,0-1 1,-1 1-1,1-1 0,1 0 0,8-4 65,14-1-96,1 2 0,-1 1 0,1 1 1,36 1-1,-57 1-48,110 6-504,-100-8-1632</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0.708"/>
    </inkml:context>
    <inkml:brush xml:id="br0">
      <inkml:brushProperty name="width" value="0.05" units="cm"/>
      <inkml:brushProperty name="height" value="0.05" units="cm"/>
    </inkml:brush>
  </inkml:definitions>
  <inkml:trace contextRef="#ctx0" brushRef="#br0">4 24 3345,'-2'-6'16060,"1"6"-15992,1 1 0,0-1-1,0 0 1,0 0 0,0 0 0,0 1-1,0-1 1,0 0 0,0 0-1,0 1 1,0-1 0,0 0 0,-1 0-1,1 0 1,1 1 0,-1-1 0,0 0-1,0 0 1,0 1 0,0-1 0,0 0-1,0 0 1,0 0 0,0 1 0,0-1-1,0 0 1,0 0 0,1 0 0,-1 1-1,0-1 1,0 0 0,0 0 0,13 31 347,-10-22-320,1-1-1,-1 0 1,1 0-1,8 10 1,-5-9 57,0 0-1,14 13 1,-18-19-98,1 0 0,-1-1 0,0 0 0,1 1 0,-1-1-1,1 0 1,0-1 0,0 1 0,0-1 0,7 2 0,-10-3-47,0 0-1,-1 0 1,1 0 0,0 0 0,0 0-1,-1 0 1,1 0 0,0 0-1,0 0 1,-1 0 0,1-1-1,0 1 1,-1 0 0,1-1 0,0 1-1,-1 0 1,1-1 0,0 1-1,-1-1 1,1 1 0,-1-1 0,1 1-1,-1-1 1,1 1 0,-1-1-1,1 0 1,-1 1 0,1-1-1,-1 0 1,0 1 0,0-1 0,1 0-1,-1 1 1,0-1 0,0-1-1,2-4 63,-2 1 0,1-1 0,0-11 0,-1 7-35,0-12-5,0 10 18,1 1 1,2-16-1,-3 25-41,0 0-1,1-1 0,0 1 1,-1 0-1,1 0 0,0 0 0,0 0 1,0 0-1,0 0 0,1 0 1,-1 0-1,0 0 0,1 0 0,-1 0 1,1 1-1,0-1 0,2-1 1,-3 3-13,0-1 1,0 1-1,0 0 1,0-1-1,0 1 1,1 0-1,-1 0 1,0 0 0,0 0-1,0 0 1,0 0-1,0 0 1,0 0-1,0 0 1,1 0 0,-1 1-1,1 0 1,21 9-122,-15-6 111,71 40-5,-50-27 16,57 25 1,-55-29 12,-16-6-13,28 8 0,-62-28-3671,-21-11-2648,17 10 211,1 1-1858</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1.319"/>
    </inkml:context>
    <inkml:brush xml:id="br0">
      <inkml:brushProperty name="width" value="0.05" units="cm"/>
      <inkml:brushProperty name="height" value="0.05" units="cm"/>
    </inkml:brush>
  </inkml:definitions>
  <inkml:trace contextRef="#ctx0" brushRef="#br0">0 48 4857,'3'-4'1432,"0"-1"0,1 1 0,-1 0 0,1 0 0,0 1 0,4-5 0,-5 6-1228,1 0 0,-1 0 1,0 1-1,1-1 0,-1 1 0,1 0 1,0 0-1,-1 0 0,1 0 1,0 0-1,-1 1 0,1 0 1,0 0-1,6 0 0,15 4-81,0 0 1,-1 2-1,0 1 0,0 1 0,32 14 1,-56-22-124,35 15 144,35 19-1,-70-34-141,1 1 0,-1-1 0,1 1 0,-1-1 0,1 0 0,-1 1 0,1 0 0,-1-1 0,1 1 0,-1-1 0,1 1 0,-1-1 0,0 1 0,1 0 0,-1-1 1,0 1-1,0 0 0,0-1 0,1 1 0,-1 0 0,0 0 0,0-1 0,0 1 0,0 0 0,0-1 0,0 2 0,-7 22 116,6-21-98,-1 1 0,1-1 0,0 1 0,1-1 0,-2 6 0,3 3 147,0 1-1,1 0 0,0-1 1,1 1-1,7 21 0,31 60 233,-15-39-249,39 70 19,-9-21-112,-55-101-61,1 1 0,-1-1 0,0 1 0,0-1 0,0 1 0,-1-1 0,1 1 0,-1 0 1,0-1-1,0 1 0,-1 7 0,1-10 8,0 1 0,-1 0 0,1-1 0,-1 1 0,0-1 0,1 1 0,-1 0 0,0-1 0,0 1 0,0-1 0,0 0 1,0 1-1,0-1 0,0 0 0,0 0 0,-1 1 0,1-1 0,-1 0 0,1 0 0,0-1 0,-1 1 0,1 0 0,-1 0 0,0-1 0,1 1 0,-3 0 1,-19 2-118,0 0 1,0-2-1,-1-1 1,-27-2 0,19 0-4219,1 2-3879,19 0 220</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2.631"/>
    </inkml:context>
    <inkml:brush xml:id="br0">
      <inkml:brushProperty name="width" value="0.05" units="cm"/>
      <inkml:brushProperty name="height" value="0.05" units="cm"/>
    </inkml:brush>
  </inkml:definitions>
  <inkml:trace contextRef="#ctx0" brushRef="#br0">23 193 1568,'7'-1'13702,"1"-1"-9473,11-3-3662,49 7 959,48-2-905,-113 0-596,31-4 265,-32 4-229,0-1-1,0 1 0,0 0 0,-1-1 0,1 0 1,0 1-1,-1-1 0,1 0 0,-1 0 0,1 0 1,-1 0-1,1 0 0,-1 0 0,1 0 1,1-3-1,-2 2-4,-1-1 1,1 1-1,-1-1 1,0 1-1,0 0 1,0-1-1,0 1 1,-1-1-1,1 1 1,0-1-1,-1 1 1,0 0-1,0-1 1,1 1-1,-4-4 1,1-1-44,-2 1 0,1 0 0,0 0 0,-1 0 0,0 0 0,-1 1 0,-7-6 0,-4-2 43,-23-12 0,4 3 103,34 20-150,-1 0-1,1 1 1,-1 0 0,0-1 0,1 1 0,-1 0 0,0 1 0,0-1 0,-3 0 0,4 2-22,0 0 0,0 1 0,0-1 0,0 1 0,0 0-1,0 0 1,0 0 0,1 0 0,-1 0 0,-1 2 0,0 0-6,-2 1 28,0-1 0,1 0 0,-2 0-1,1 0 1,0-1 0,-11 6 0,9-5 3,-1 0 0,-10 9 0,16-11 0,0 0 1,0 0-1,0 1 0,1-1 1,-1 0-1,1 1 1,0 0-1,-1-1 1,1 1-1,0 0 1,0 4-1,-5 10 39,5-13-33,0 0 1,0 1-1,1-1 1,-1 0-1,1 1 1,0-1-1,0 0 1,1 0-1,-1 1 1,1-1-1,2 6 1,1 13 136,-3-17-116,0 0-1,0 0 1,1-1 0,0 1 0,0-1-1,0 1 1,1-1 0,5 7-1,-1-1 44,0-1-1,1-1 0,9 10 1,-10-13-42,0 0 1,1 0 0,0-1 0,0 0 0,0-1-1,1 0 1,0 0 0,9 3 0,10 2 35,36 5 1,-34-8-72,1-1 1,1-2 0,38-1-1,-51-3-1968,31-6 0,-38 4-948,-4 0-2649</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3.384"/>
    </inkml:context>
    <inkml:brush xml:id="br0">
      <inkml:brushProperty name="width" value="0.05" units="cm"/>
      <inkml:brushProperty name="height" value="0.05" units="cm"/>
    </inkml:brush>
  </inkml:definitions>
  <inkml:trace contextRef="#ctx0" brushRef="#br0">330 37 6385,'-8'-12'6492,"5"8"-5338,0 1 0,0 0 1,-1 0-1,1 0 0,-1 1 0,-5-4 0,9 6-1071,-1 0-1,0-1 0,1 1 0,-1 0 1,1 0-1,-1 0 0,0 0 0,1 0 1,-1 0-1,0 0 0,1 0 0,-1 0 1,1 0-1,-1 1 0,0-1 0,1 0 0,-1 0 1,1 1-1,-1-1 0,1 0 0,-1 0 1,1 1-1,-1-1 0,1 1 0,-1-1 1,1 0-1,-1 1 0,1-1 0,0 1 0,-1-1 1,1 1-1,-1 0 0,-12 25 66,6-13 90,4-7-186,-1-1-1,0 0 1,-1 0 0,1 0-1,-1-1 1,0 1 0,0-1 0,0 0-1,-1-1 1,1 1 0,-1-1-1,-10 4 1,3-2-542,-1-1 0,-1-1 0,1 0 0,-24 2 0,-18-2-8633,25-4-1976</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6.248"/>
    </inkml:context>
    <inkml:brush xml:id="br0">
      <inkml:brushProperty name="width" value="0.05" units="cm"/>
      <inkml:brushProperty name="height" value="0.05" units="cm"/>
    </inkml:brush>
  </inkml:definitions>
  <inkml:trace contextRef="#ctx0" brushRef="#br0">28 62 8,'0'-3'1239,"0"1"-1,0-1 1,0 1 0,-1-1-1,1 1 1,-1 0 0,1-1-1,-1 1 1,0 0-1,-1-3 1,-5-6 1369,2 3-1037,-4-5 1379,10 17-2764,1 0-1,0 0 1,0-1 0,0 1 0,1 0 0,-1-1-1,1 1 1,4 3 0,-2-1-15,21 27-145,-3 1 1,0 0-1,19 44 0,58 133 25,-82-180-47,-12-21-2,-1 0-1,1 1 1,-2-1-1,6 16 1,-10-25-14,0 0 0,0-1 0,0 1 1,1 0-1,-1 0 0,0 0 0,0-1 0,0 1 0,0 0 1,-1 0-1,1 0 0,0-1 0,0 1 0,0 0 0,-1 0 1,1 0-1,0-1 0,-1 1 0,1 0 0,-1-1 0,1 1 1,-1 0-1,1-1 0,-2 2 0,1-1-1,-1 0 0,0 0 0,1 0 1,-1 0-1,0 0 0,0 0 0,1-1 0,-1 1 0,0-1 0,-3 1 0,0 0 5,-1-1 0,0 0-1,0 0 1,1 0 0,-1-1-1,-10-1 1,3-2 20,6 3 19,1-1 0,-1 0 1,0 0-1,0 0 1,1-1-1,0 0 0,-1-1 1,1 1-1,0-1 1,1 0-1,-1 0 0,-6-7 1,11 9 3,-1 1-1,1-1 1,0 0 0,0 1 0,0-1-1,0 0 1,0 0 0,0 0 0,0 0-1,0 0 1,1 0 0,-1 0 0,1 0-1,0 0 1,-1 0 0,1 0 0,0 0-1,0-1 1,1-1 0,-1 1-18,1 1 1,0-1 0,0 0-1,0 0 1,1 1 0,-1-1-1,1 1 1,-1-1 0,1 1-1,0 0 1,0 0 0,2-3-1,7-3-68,-1 0-1,1 0 1,1 1-1,20-10 1,-16 10-215,-9 4-332,1-1 0,11-7 0,-17 10-29,0-1 0,0 1 1,-1-1-1,1 1 0,0-1 0,-1 0 1,0 1-1,3-4 0,-2-5-5069,-4-2-4263</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6.482"/>
    </inkml:context>
    <inkml:brush xml:id="br0">
      <inkml:brushProperty name="width" value="0.05" units="cm"/>
      <inkml:brushProperty name="height" value="0.05" units="cm"/>
    </inkml:brush>
  </inkml:definitions>
  <inkml:trace contextRef="#ctx0" brushRef="#br0">31 58 10242,'1'-17'9100,"-2"12"-8371,0 1 0,0-1 0,-1 0 0,1 1 0,-1 0-1,0-1 1,-3-4 0,1 19-1888,-3 4-2091,2-1-4008</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7.136"/>
    </inkml:context>
    <inkml:brush xml:id="br0">
      <inkml:brushProperty name="width" value="0.05" units="cm"/>
      <inkml:brushProperty name="height" value="0.05" units="cm"/>
    </inkml:brush>
  </inkml:definitions>
  <inkml:trace contextRef="#ctx0" brushRef="#br0">0 46 8,'6'-8'7404,"-6"7"-6992,0 1 0,1-1 0,-1 0 0,1 0 0,-1 1 0,1-1 0,-1 0 0,1 1 0,0-1 0,-1 1 0,1-1 0,0 0 0,1 0 0,10-7 3716,-10 6-3837,-1 1-1,1-1 0,0 1 0,0-1 0,1 1 0,-1 0 0,4-2 1,5 1-144,0 0-1,0 1 1,0 0 0,0 0 0,0 1 0,0 1 0,0 0 0,0 0 0,0 1 0,0 1 0,0 0 0,-1 0 0,1 1 0,13 7 0,-21-9-155,0 0 1,0 0-1,0 0 0,-1 0 0,1 0 1,-1 1-1,1 0 0,-1-1 0,0 1 1,0 0-1,0 0 0,0 0 0,0 0 1,-1 1-1,1-1 0,-1 0 1,0 1-1,0-1 0,0 1 0,-1-1 1,1 1-1,-1-1 0,0 1 0,0 0 1,0-1-1,0 1 0,-1-1 0,1 1 1,-1-1-1,0 1 0,0-1 1,0 0-1,-1 1 0,1-1 0,-1 0 1,0 0-1,0 0 0,0 0 0,-3 3 1,-11 15 1,-27 29 53,40-48-29,1 0 1,0 1-1,0-1 0,0 1 1,0 0-1,1 0 1,-1 0-1,1 0 0,0 0 1,-1 0-1,0 5 0,2-7 23,0 0 1,0 0-1,0 0 0,0 0 0,0 0 0,0 0 0,0 1 0,0-1 0,0 0 0,1 0 0,-1 0 0,0 0 0,1 0 0,-1 0 0,1 0 1,-1 0-1,1 0 0,0 0 0,-1-1 0,1 1 0,0 0 0,-1 0 0,1 0 0,0-1 0,0 1 0,0 0 0,0-1 0,0 1 0,0-1 1,0 1-1,0-1 0,0 1 0,0-1 0,0 0 0,2 1 0,17 5 304,-10-3-263,0 0 0,1-1 0,-1 0 0,1 0 0,20 0 0,-23-2-640,4-1 723,-1 0-1,11-2 1,-1-4-3860,-20 6 2721,1 0 0,-1 0-1,0 0 1,0 0 0,0 0-1,1 0 1,-1 0 0,0 0 0,0 0-1,1-3 1</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7.463"/>
    </inkml:context>
    <inkml:brush xml:id="br0">
      <inkml:brushProperty name="width" value="0.05" units="cm"/>
      <inkml:brushProperty name="height" value="0.05" units="cm"/>
    </inkml:brush>
  </inkml:definitions>
  <inkml:trace contextRef="#ctx0" brushRef="#br0">2 26 8514,'0'-13'7965,"-1"0"-2445,4 30-4362,3-2-1089,-1 1 1,2-1-1,0 0 0,1-1 0,1 0 1,20 26-1,-21-31-1560,0 0 1,1-1-1,11 9 1</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7.665"/>
    </inkml:context>
    <inkml:brush xml:id="br0">
      <inkml:brushProperty name="width" value="0.05" units="cm"/>
      <inkml:brushProperty name="height" value="0.05" units="cm"/>
    </inkml:brush>
  </inkml:definitions>
  <inkml:trace contextRef="#ctx0" brushRef="#br0">0 1 9242,'3'15'10170,"7"11"-9327,-3-9-264,3 5-390,0 0 1,2-1-1,1 0 1,17 22-1,-25-36-185,5 6-1308,18 20 0,-1-14-5534,-17-12 658,-2-2 29</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7.964"/>
    </inkml:context>
    <inkml:brush xml:id="br0">
      <inkml:brushProperty name="width" value="0.05" units="cm"/>
      <inkml:brushProperty name="height" value="0.05" units="cm"/>
    </inkml:brush>
  </inkml:definitions>
  <inkml:trace contextRef="#ctx0" brushRef="#br0">611 12 10058,'-129'-6'11013,"-17"0"-8619,122 7-2309,0 1 1,0 1-1,0 1 0,-26 8 1,-50 14-1795,65-20-2750,1-3-4717,14-3 636</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8.420"/>
    </inkml:context>
    <inkml:brush xml:id="br0">
      <inkml:brushProperty name="width" value="0.05" units="cm"/>
      <inkml:brushProperty name="height" value="0.05" units="cm"/>
    </inkml:brush>
  </inkml:definitions>
  <inkml:trace contextRef="#ctx0" brushRef="#br0">12 33 6825,'-4'-9'5709,"3"8"-5327,0 0 1,1 0-1,-1 1 1,0-1-1,1-1 1,-1 1-1,1 0 0,-1 0 1,1 0-1,0 0 1,-1 0-1,1 0 1,0 0-1,0-1 1,0 1-1,0 0 1,0 0-1,0 0 1,0-2-1,1 3-318,-1 0 1,1-1-1,-1 1 1,1 0-1,-1 0 0,1 0 1,0 0-1,-1 1 0,1-1 1,-1 0-1,1 0 1,-1 0-1,1 0 0,0 1 1,-1-1-1,1 0 0,-1 0 1,1 1-1,-1-1 1,1 0-1,-1 1 0,0-1 1,1 1-1,15 13-266,-13-12 294,12 12-68,-1 1 0,0 1 0,-2 0 0,22 34 1,32 80 7,7 24 58,-65-137-67,1 0 0,17 23 0,-21-29-499,-26-35-15103,15 13 9712</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8.717"/>
    </inkml:context>
    <inkml:brush xml:id="br0">
      <inkml:brushProperty name="width" value="0.05" units="cm"/>
      <inkml:brushProperty name="height" value="0.05" units="cm"/>
    </inkml:brush>
  </inkml:definitions>
  <inkml:trace contextRef="#ctx0" brushRef="#br0">186 18 6217,'0'-1'7178,"-2"-4"-3792,-12 0-403,11 4-2830,1 0 0,0 0 1,-1 0-1,1 1 0,-1-1 0,1 0 0,-1 1 0,1 0 0,-6 0 0,-8 2 624,1 0 0,-29 9 0,40-10-720,0 0 0,0 1-1,0 0 1,0 0 0,0 0 0,0 0-1,0 1 1,1 0 0,0-1 0,-1 1-1,1 0 1,0 1 0,0-1 0,-4 7-1,6-8-34,0 1-1,0-1 0,0 0 1,0 0-1,1 0 1,-1 0-1,1 0 0,0 1 1,0-1-1,0 0 1,0 0-1,0 1 0,0-1 1,0 0-1,1 0 0,-1 0 1,1 1-1,-1-1 1,1 0-1,0 0 0,0 0 1,0 0-1,0 0 1,0 0-1,1 0 0,-1-1 1,1 1-1,-1 0 1,1-1-1,-1 1 0,3 1 1,4 3 41,0 0-1,0 0 1,1-1 0,0 0 0,14 6 0,-4-3 2,-1-2 0,1 0 0,0-2 0,22 4 0,79 2-2203,-60-7-3842,-56-2 4877,2-1-1959</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6:59.496"/>
    </inkml:context>
    <inkml:brush xml:id="br0">
      <inkml:brushProperty name="width" value="0.05" units="cm"/>
      <inkml:brushProperty name="height" value="0.05" units="cm"/>
    </inkml:brush>
  </inkml:definitions>
  <inkml:trace contextRef="#ctx0" brushRef="#br0">23 78 7402,'-11'-11'6160,"10"10"-5676,0 0 0,0 1 0,0-1 0,0 0 0,0 0 0,0 0 0,0 0 0,1 0 0,-1 1 0,0-1 0,0-2 1100,7 13 727,32 39-1770,-9-17-308,-18-19-99,21 18-1,-26-25-85,1-1 0,0 0 0,0 0 0,1-1 0,-1 1 0,1-2 0,9 4 1,-10-4-54,-4-2 72,1 1-1,-1-1 1,1 0 0,0 0-1,0 0 1,0-1 0,7 1-1,-10-1-43,0 0 0,-1 0 0,1 0 0,0-1 0,0 1 0,0 0 0,-1-1 0,1 1 0,0 0 0,0-1 0,-1 1 0,1-1 0,0 1 0,-1-1 0,1 0 0,1 0 0,-2-1 2,1 0 1,0 1 0,0-1 0,0 0 0,-1 1 0,1-1 0,-1 0 0,1 0 0,-1 1 0,0-4 0,1-13-21,-1 0 0,-1 0-1,-5-24 1,0-17 2,5 54-24,2 0-1,-1 1 1,0-1-1,1 0 1,0 0-1,1-4 1,-2 8 12,0 0 1,1 0 0,-1 0-1,0 0 1,0 0 0,1 1-1,-1-1 1,1 0 0,-1 0-1,1 1 1,-1-1-1,1 0 1,-1 1 0,1-1-1,-1 0 1,1 1 0,0-1-1,-1 1 1,1-1 0,0 1-1,0-1 1,-1 1-1,1 0 1,0-1 0,0 1-1,0 0 1,-1-1 0,1 1-1,0 0 1,0 0 0,0 0-1,0 0 1,0 0 0,-1 0-1,1 0 1,0 0-1,0 0 1,0 1 0,0-1-1,1 1 1,15 6-68,0 1 0,-1 2 1,24 15-1,41 40 64,-55-43-16,12 12-64,-34-30-270,0 0 0,0 0 0,-1 1 0,1-1 0,-1 1 0,4 9 0,-4-2-2935,-3-12 3014,0 0-1,0 1 1,0-1 0,0 0 0,0 1 0,0-1-1,-1 0 1,-18 5-16409</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00.546"/>
    </inkml:context>
    <inkml:brush xml:id="br0">
      <inkml:brushProperty name="width" value="0.05" units="cm"/>
      <inkml:brushProperty name="height" value="0.05" units="cm"/>
    </inkml:brush>
  </inkml:definitions>
  <inkml:trace contextRef="#ctx0" brushRef="#br0">254 38 32,'5'0'1178,"-1"-1"-1,0-1 1,1 1-1,-1-1 1,0 0 0,0 0-1,0 0 1,0 0-1,0 0 1,0-1-1,3-3 1,7-4 2958,-13 10-4044,-1-1-1,0 1 1,1 0-1,-1 0 1,1 0-1,-1-1 1,0 1-1,1 0 1,-1 0-1,1 0 1,-1 0-1,0 0 1,1 0-1,-1 0 1,1 0-1,-1 0 1,0 0-1,1 0 1,-1 0-1,1 0 1,-1 0-1,0 1 1,1-1-1,-1 0 1,0 0-1,1 0 1,-1 0-1,0 1 1,1-1-1,2 4-94,-1 1-1,0-1 1,0 0-1,0 1 1,0 0-1,-1-1 1,0 1-1,1 7 0,-2-9 34,1-1-1,-1 1 0,0 0 0,0-1 0,0 1 0,-1-1 0,1 1 0,-1-1 1,1 1-1,-1-1 0,0 1 0,0-1 0,0 0 0,0 1 0,0-1 1,-1 0-1,1 0 0,-3 3 0,-15 15 696,1 1-1,-20 32 1,28-35-466,0-1 0,-11 33 0,0-2 15,-54 149 621,60-153-783,-32 65 115,26-63-93,4-14 4,-3 7 24,19-37-290,1 1 0,-1-1-1,0 0 1,1 0 0,0 1 0,-1-1 0,1 0-1,0 1 1,0-1 0,0 0 0,1 1 0,-1-1-1,0 0 1,1 0 0,-1 1 0,1-1 0,0 0-1,2 4 1,11 11-5634,4-2-4416</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01.490"/>
    </inkml:context>
    <inkml:brush xml:id="br0">
      <inkml:brushProperty name="width" value="0.05" units="cm"/>
      <inkml:brushProperty name="height" value="0.05" units="cm"/>
    </inkml:brush>
  </inkml:definitions>
  <inkml:trace contextRef="#ctx0" brushRef="#br0">95 50 2120,'-2'-1'860,"1"0"-1,0 0 1,-1 0-1,1 0 1,0 0-1,-1-1 1,1 1-1,0 0 0,0-1 1,-1-1-1,-7-8 3434,6 9-3336,-11-9 1942,13 11-2775,1-1 1,0 1 0,-1 0-1,1-1 1,-1 1-1,1 0 1,0 0 0,-1 0-1,1-1 1,-1 1 0,1 0-1,-1 0 1,1 0 0,-1 0-1,1 0 1,-1 0 0,1 0-1,-1 0 1,1 0 0,-1 0-1,1 0 1,0 0 0,-1 0-1,1 0 1,-1 0 0,1 1-1,-1-1 1,-1 4 74,1 0 0,0-1 0,0 1 0,0 0 0,0 0 0,1 0 0,0 0 0,0 6 0,1 13-40,1-1 0,7 27 0,0 9 69,10 47 41,-17-76-232,1-1 99,9 48 0,-8-64 397,-2-12 442,-3-8-576,-3-7-412,-1 1 1,0-1-1,-1 1 0,-9-16 1,-12-31 43,24 52-27,-3-7 5,0-1 0,1 0 0,1 0 0,0-1 0,1 1 0,0-23 0,3 32-8,0-1 1,1 1-1,0-1 1,0 1-1,1 0 1,0 0-1,1 0 1,5-12-1,-8 19-4,0 0 1,1 0-1,-1 0 0,1 0 1,-1 0-1,1 1 0,-1-1 0,1 0 1,0 0-1,-1 0 0,1 1 1,0-1-1,-1 1 0,1-1 1,0 0-1,0 1 0,0-1 0,0 1 1,-1 0-1,1-1 0,0 1 1,0 0-1,0-1 0,0 1 1,0 0-1,0 0 0,0 0 1,0 0-1,0 0 0,0 0 0,0 0 1,0 0-1,0 0 0,0 0 1,0 1-1,1-1 0,2 2-19,0 1 1,0-1-1,0 1 0,0-1 0,-1 1 1,6 5-1,54 47 27,4-2-1,1-4 1,148 81 0,-173-111 19,-40-17-19,0-1 1,0 0-1,1-1 0,-1 1 1,0 0-1,0-1 0,0 0 1,1 0-1,-1 0 0,0 0 0,0 0 1,5-2-1,-7 2-3,0-1 0,1 1 0,-1-1-1,0 0 1,0 1 0,1-1 0,-1 0 0,0 0 0,0 0-1,0 0 1,0 0 0,0 0 0,0 0 0,0 0 0,-1-1-1,1 1 1,0 0 0,-1-1 0,1 1 0,-1 0 0,1-1-1,-1 1 1,1 0 0,-1-1 0,0 1 0,0-1 0,0 1-1,0-1 1,0 1 0,0 0 0,0-1 0,0 1 0,-1-3 0,-1-4-7,0 0 0,0 1 0,-1-1 0,-6-11 1,-7-11 15,-34-47-1,35 56-92,0 0 0,2-1 0,0-1 1,-11-30-1,20 44-408,-1-8-620,8 5-4884</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08.006"/>
    </inkml:context>
    <inkml:brush xml:id="br0">
      <inkml:brushProperty name="width" value="0.05" units="cm"/>
      <inkml:brushProperty name="height" value="0.05" units="cm"/>
    </inkml:brush>
  </inkml:definitions>
  <inkml:trace contextRef="#ctx0" brushRef="#br0">98 130 8,'0'-3'1238,"0"0"1,-1 0-1,1 0 0,-1 0 1,0 0-1,0 0 1,0 0-1,-1-4 0,-4-5 7508,7 18-3918,0 0-2887,-1-5-1805,0 12 3,0 67 151,4 0 0,17 95 0,-14-135-238,10 45 102,-2 11 38,-14-84-163,0-1-1,0 0 1,-3 22-1,1-8 182,1-25-119,-1-1-15,0-1 0,1 1 0,-1-1 0,0 1 0,1-1 1,-1 0-1,1 1 0,-1-1 0,1 1 0,0-1 0,0 0 0,-1 0 0,2-1 0,-2 1-21,-1-15-59,-2-1-1,0 1 0,-13-31 1,6 17 1,-22-55-17,-5-17-4,30 76 26,0 1 0,2-1 0,1 0 0,1-1 0,2 1 1,1-38-1,1 58 3,0 4-1,-1 0 0,2-1-1,-1 1 1,0 0 0,1 0-1,-1-1 1,1 1 0,0 0-1,0 0 1,0 0 0,1 0-1,1-5 1,-2 8-12,-1 0 0,1 0 0,-1-1-1,1 1 1,-1 0 0,1 0 0,0 0 0,-1 0 0,1-1-1,-1 1 1,1 0 0,-1 0 0,1 0 0,-1 0 0,1 0-1,0 0 1,-1 1 0,1-1 0,-1 0 0,1 0 0,-1 0 0,1 0-1,-1 1 1,1-1 0,-1 0 0,1 0 0,-1 1 0,1-1-1,0 1 1,12 10-128,55 59 119,-13-13 9,77 63-1,21-1-25,-110-86 59,81 49 0,-124-81-18,1-1 0,0 1-1,-1-1 1,1 0-1,-1 1 1,1-1 0,0 0-1,-1 1 1,1-1 0,0 0-1,-1 0 1,1 1-1,0-1 1,0 0 0,-1 0-1,1 0 1,0 0 0,-1 0-1,1 0 1,0 0-1,0 0 1,-1-1 0,1 1-1,0 0 1,-1 0 0,1 0-1,0-1 1,-1 1-1,1 0 1,0-1 0,0 0-1,0-1 7,0 0-1,0 0 1,0 0 0,0 0-1,-1 0 1,1 0 0,-1 0-1,1-1 1,-1 1-1,0-4 1,0-5-6,-1 1 1,-1-1-1,0 1 1,0-1-1,-1 1 1,-7-16-1,2 4 6,-8-18-30,-18-77 0,21 46-198,3-1 0,-1-119 1,9 213-16363,-2-10 5794</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09.087"/>
    </inkml:context>
    <inkml:brush xml:id="br0">
      <inkml:brushProperty name="width" value="0.05" units="cm"/>
      <inkml:brushProperty name="height" value="0.05" units="cm"/>
    </inkml:brush>
  </inkml:definitions>
  <inkml:trace contextRef="#ctx0" brushRef="#br0">8 3 8,'-8'-3'20276,"28"13"-18250,29 21-1757,-31-22-225,31 15 45,-5-5-10,167 65 116,-23-12-121,-182-70-139,-6 0 85,-13-2 192,-19-2 298,13 1-240,1 0 0,-1 1 0,1 1-1,-1 1 1,-20 5 0,29-4-206,0 0 0,0 1 0,1 1 0,-1 0 0,1 0 0,0 0 0,0 1 0,-14 13 0,8-7-28,-24 14 0,9-11-403,-15 10-1293,31-15-3072,1 1-3709</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09.506"/>
    </inkml:context>
    <inkml:brush xml:id="br0">
      <inkml:brushProperty name="width" value="0.05" units="cm"/>
      <inkml:brushProperty name="height" value="0.05" units="cm"/>
    </inkml:brush>
  </inkml:definitions>
  <inkml:trace contextRef="#ctx0" brushRef="#br0">388 0 7306,'-24'2'9815,"-1"2"-4533,6 0-4853,0 2 1,1 0-1,0 0 0,-26 15 0,32-14-450,0 0-1,0-1 1,-1-1-1,0 0 1,0-1-1,-1 0 1,-15 3-1,0-4-1495,0 1-2425,2-2-4579,10-2-1868</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10.098"/>
    </inkml:context>
    <inkml:brush xml:id="br0">
      <inkml:brushProperty name="width" value="0.05" units="cm"/>
      <inkml:brushProperty name="height" value="0.05" units="cm"/>
    </inkml:brush>
  </inkml:definitions>
  <inkml:trace contextRef="#ctx0" brushRef="#br0">16 12 8770,'-4'-4'4367,"-3"-3"191,6 7-4492,1 0-1,0 0 1,0 0 0,0 0-1,0 0 1,0 0 0,0 0-1,-1 0 1,1 0 0,0 0-1,0 0 1,0 0 0,0 0-1,0 0 1,0 0 0,-1 0-1,1 0 1,0 0 0,0 0-1,0 0 1,0 1 0,0-1-1,0 0 1,0 0 0,-1 0-1,1 0 1,0 0 0,0 0-1,0 0 1,0 0 0,0 1-1,0-1 1,0 0 0,0 0-1,0 0 1,0 0 0,0 0-1,0 0 1,0 1 0,0-1-1,0 0 1,0 0 0,0 0-1,0 0 1,0 0 0,0 0-1,0 1 1,0-1 0,0 0-1,0 0 1,0 0 0,0 0-1,0 0 1,0 0 0,0 0-1,0 1 1,0 9 377,0 7 48,0-1 0,1 1 0,6 29 0,1-14-207,-4-11-131,8 22 0,29 88 227,-34-110-334,-5-18-135,-1 0 0,0 0 0,0 1 0,0-1 0,0 0 0,0 1 0,0 2 0</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10.914"/>
    </inkml:context>
    <inkml:brush xml:id="br0">
      <inkml:brushProperty name="width" value="0.05" units="cm"/>
      <inkml:brushProperty name="height" value="0.05" units="cm"/>
    </inkml:brush>
  </inkml:definitions>
  <inkml:trace contextRef="#ctx0" brushRef="#br0">10 39 3681,'0'0'187,"-1"-1"0,0 0 0,0 1 0,1-1 0,-1 0 0,0 0 0,1 0 0,-1 0 0,1 1 0,-1-1 0,1 0 0,-1 0 0,1 0 0,0 0 0,-1 0 0,1 0 0,0 0 0,0 0 0,0 0 0,0-2 0,0 3 131,0-1 0,1 0 0,-1 0 0,0 1 0,1-1 0,-1 0 0,1 1 0,-1-1 0,1 1 0,-1-1 0,1 0 0,-1 1 0,1-1 0,0 1 0,-1 0 0,1-1 0,0 1 0,0-1 0,1 1 0,25-6 6484,-11 5-5069,3 2-1739,0 1 0,0 1-1,0 1 1,26 9-1,4 0 2,80 15 8,-103-24-1,-1-2 0,0 0 0,33-2 0,-37-2 34,-16 1-39,0 0 0,1 0 1,-1 1-1,0 0 0,0 0 1,1 0-1,-1 1 0,0-1 1,0 1-1,0 1 0,0-1 1,9 5-1,-6-2-17,0 1-1,0 0 1,-1 0 0,0 1-1,0 0 1,-1 1-1,10 11 1,-13-14 10,0 0 0,0 1 0,0-1 0,-1 1 0,0-1-1,0 1 1,0 0 0,0 0 0,-1 0 0,0 0 0,0 0 0,0 1 0,-1-1 0,1 9-1,-2-12 6,1 0 0,-1 1-1,1-1 1,-1 0-1,0 0 1,0 0 0,0 1-1,0-1 1,0 0-1,0 0 1,-1 0 0,1-1-1,-1 1 1,1 0-1,-1 0 1,0-1 0,0 1-1,0-1 1,0 0-1,-3 3 1,-3 0 19,-1 0-1,1-1 1,-1 0-1,-9 2 1,2-1 32,-1-1 0,0-1-1,-29 1 1,-53-7 187,10 1 87,89 3-316,0 0 0,0 0-1,0-1 1,0 1 0,0 0-1,0 0 1,0 0 0,0 0 0,-1 0-1,1 0 1,0 0 0,0 0-1,0 0 1,0 0 0,0 0-1,0 0 1,0 0 0,0 0 0,-1 0-1,1 1 1,0-1 0,0 0-1,0 0 1,0 0 0,0 0-1,0 0 1,0 0 0,0 0 0,0 0-1,0 0 1,-1 0 0,1 0-1,0 0 1,0 0 0,0 0-1,0 1 1,0-1 0,0 0 0,0 0-1,0 0 1,0 0 0,0 0-1,0 0 1,0 0 0,0 0-1,0 0 1,0 1 0,0-1 0,4 5 186,9 4 67,-12-9-251,20 12 56,1-2-1,0 0 1,1-1-1,31 7 1,-36-11-65,73 16-108,-30-8-24,-35-7 72,56 16-128,-72-19 164,0 1 0,-1 0 0,1 1 0,-1 0 0,16 12 0,-24-16 13,0 0 1,0-1 0,0 1 0,0 0 0,0 0 0,0 1 0,0-1-1,-1 0 1,1 0 0,0 0 0,-1 0 0,1 1 0,-1-1-1,0 0 1,1 0 0,-1 1 0,0-1 0,0 0 0,1 3 0,-2-1 0,1 0 0,0-1 1,-1 1-1,0 0 1,0-1-1,1 1 1,-1-1-1,-1 1 1,-1 3-1,-1 0 10,0-1-1,0 1 0,-1 0 1,0-1-1,0 0 1,-11 8-1,3-5 28,0 0 0,0-1 1,-1-1-1,0 0 0,-1-1 0,1 0 0,-1-2 0,0 1 1,-18 1-1,-3-2-51,-1-2 0,-61-4 1,15-7-1444,28 1-5788,32 4-3237</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11.554"/>
    </inkml:context>
    <inkml:brush xml:id="br0">
      <inkml:brushProperty name="width" value="0.05" units="cm"/>
      <inkml:brushProperty name="height" value="0.05" units="cm"/>
    </inkml:brush>
  </inkml:definitions>
  <inkml:trace contextRef="#ctx0" brushRef="#br0">0 0 8,'7'11'1199,"-1"-1"-1,0 1 1,-1 1-1,0-1 1,4 13-1,-5-11-676,1 0-1,0-1 1,1 0 0,8 14-1,14 9 32,-19-25-492,-1 0 0,13 20 1,-20-29-200,0 0 0,-1 1 0,1-1 0,-1 0 0,1 0 0,-1 1 0,0-1 0,1 0 0,-1 1 0,0-1 0,0 0 0,0 1 0,0-1 0,0 2 0,0-2-119,-1-1 0,1 1-1,0 0 1,-1-1 0,1 1-1,0-1 1,-1 1 0,1 0 0,0-1-1,-1 1 1,1-1 0,-1 1-1,1-1 1,-1 1 0,1-1-1,-1 0 1,0 1 0,1-1-1,-1 1 1,0-1 0,1 0-1,-1 0 1,0 1 0,1-1 0,-1 0-1,0 0 1,0 0 0,-5 0-1005</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11.775"/>
    </inkml:context>
    <inkml:brush xml:id="br0">
      <inkml:brushProperty name="width" value="0.05" units="cm"/>
      <inkml:brushProperty name="height" value="0.05" units="cm"/>
    </inkml:brush>
  </inkml:definitions>
  <inkml:trace contextRef="#ctx0" brushRef="#br0">0 0 8,'3'0'398,"-1"0"0,1 1-1,-1-1 1,0 0 0,1 1 0,-1 0-1,0 0 1,1-1 0,-1 1 0,0 0 0,0 1-1,1-1 1,-1 0 0,0 1 0,-1-1-1,1 1 1,0 0 0,0-1 0,-1 1 0,1 0-1,1 3 1,-2-3-275,0-1-1,0 1 1,0 0-1,-1 0 1,1 0 0,0 0-1,-1 0 1,0 0-1,1 0 1,-1 2-1,1 12 438,-1-12-878,0 0 1,0-1-1,0 1 1,0 0-1,-2 7 1</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25.342"/>
    </inkml:context>
    <inkml:brush xml:id="br0">
      <inkml:brushProperty name="width" value="0.05" units="cm"/>
      <inkml:brushProperty name="height" value="0.05" units="cm"/>
    </inkml:brush>
  </inkml:definitions>
  <inkml:trace contextRef="#ctx0" brushRef="#br0">1 8 4457,'3'0'8525,"10"-4"-3298,-12 3-5029,7-1 2061,-8 2-2191,0-1 1,0 1 0,0 0-1,1 0 1,-1 0-1,0 0 1,0 0 0,0 0-1,0 0 1,1 0-1,-1 0 1,0 0 0,0 0-1,0 0 1,0 0-1,0 0 1,1 0-1,-1 0 1,0 0 0,0 0-1,0 1 1,0-1-1,0 0 1,1 0 0,-1 0-1,0 0 1,0 0-1,0 0 1,0 0-1,0 0 1,0 0 0,0 1-1,0-1 1,1 0-1,-1 0 1,0 0 0,0 0-1,0 0 1,0 1-1,0-1 1,0 0 0,0 1 635,4 13 2566,-3-12-3153,2 6-25,0 0 0,0 0 0,1 0 0,1-1 0,8 14 0,11 19 72,-12-16-99,53 128 98,-56-131-136,-7-16-26,0-1-1,0 0 1,-1 1 0,1-1-1,-1 1 1,0 0 0,1 7-1,-2-8 2,0-1 1,-1 0-1,1 1 1,-1-1-1,1 0 0,-1 1 1,0-1-1,-3 4 0,-8-60 908,1 7-941,5 25 26,2 0 0,-5-39-1,9 59 8,-1-11 9,1-1 0,0 1 0,1 0 0,0 0 0,3-13 0,-3 22-11,0 0 0,0 0 0,0 0 0,0 1 0,0-1 1,1 0-1,-1 1 0,1-1 0,0 1 0,0 0 0,0 0 0,0-1 0,0 1 0,0 0 1,0 1-1,1-1 0,-1 0 0,1 1 0,-1-1 0,1 1 0,0 0 0,-1 0 0,1 0 1,0 0-1,0 0 0,0 1 0,3-1 0,5 0-2,-1 1 1,1 0-1,0 1 1,-1 0-1,1 1 1,-1 0-1,1 1 1,-1 0-1,0 0 0,11 6 1,-5-1-8,1 1 1,-1 0-1,-1 1 1,29 24-1,-36-27-41,0 0-1,0 1 1,-1 0-1,0 1 1,-1-1 0,0 2-1,0-1 1,7 17 0,-13-25-60,1-1 1,-1 1 0,0-1 0,0 1 0,1-1 0,-1 1 0,0-1 0,0 1-1,0-1 1,0 1 0,0-1 0,0 1 0,0 0 0,0-1 0,0 1 0,0-1 0,0 1-1,0-1 1,-1 1 0,1-1 0,0 1 0,0-1 0,0 1 0,-1-1 0,1 1-1,0-1 1,-1 1 0,1-1 0,0 0 0,-1 1 0,1-1 0,-1 1 0,1-1-1,0 0 1,-1 1 0,1-1 0,-1 0 0,1 0 0,-1 1 0,1-1 0,-1 0 0,-1 0-1,-1 1-1546,-1 0 0,1-1-1,-1 0 1,0 0 0,-4 0 0,7 0 821,-17-3-10796</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26.122"/>
    </inkml:context>
    <inkml:brush xml:id="br0">
      <inkml:brushProperty name="width" value="0.05" units="cm"/>
      <inkml:brushProperty name="height" value="0.05" units="cm"/>
    </inkml:brush>
  </inkml:definitions>
  <inkml:trace contextRef="#ctx0" brushRef="#br0">273 1 8,'10'5'10553,"4"0"-5663,-6-3-3451,0 1-973,-1 1 0,0 0 0,0 0 0,0 0 0,-1 1-1,1 0 1,5 7 0,38 42 108,-42-44-423,-1-1-116,0 0 0,0 1 1,0 0-1,-1 0 0,-1 0 0,6 16 0,-10-24-1,0 1-1,0 0 0,0 0 0,0 0 0,-1 0 0,1 0 1,-1-1-1,0 1 0,0 0 0,0 0 0,0 0 0,-1 0 1,1 0-1,-1 0 0,1 0 0,-1 0 0,0 0 1,0-1-1,-1 1 0,1 0 0,0-1 0,-1 1 0,0-1 1,1 1-1,-1-1 0,0 0 0,0 0 0,-1 0 0,1 0 1,-3 2-1,-3 1 144,1-1 1,-1-1-1,0 1 1,0-1-1,0 0 1,-1-1-1,1 0 0,0 0 1,-1-1-1,-11 0 1,-10 0 263,-45-6 0,46 2-193,1-1 1,-32-10-1,46 10-90,0 0 0,0-2 0,0 0 0,1 0 0,-23-16 0,34 21-131,0 0-1,1 0 0,-1-1 0,1 1 1,-1 0-1,1-1 0,0 1 0,0-1 0,0 0 1,-1 1-1,1-1 0,1 0 0,-1 0 0,0 1 1,0-1-1,1 0 0,-1 0 0,1 0 1,-1-2-1,1 1-8,0 0 0,1 0 0,-1 1 0,0-1 0,1 0 0,0 1 0,0-1 0,0 0 0,0 1 0,0-1 0,0 1 0,3-3 0,1-3-5,1 1 0,-1 1 0,2-1 0,-1 1 0,1 0 0,0 0 0,11-6 0,-1 2-77,0 1-1,0 1 1,28-9 0,57-11-2407,-74 21 714,-6 1-1060,-10-3-5663</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26.620"/>
    </inkml:context>
    <inkml:brush xml:id="br0">
      <inkml:brushProperty name="width" value="0.05" units="cm"/>
      <inkml:brushProperty name="height" value="0.05" units="cm"/>
    </inkml:brush>
  </inkml:definitions>
  <inkml:trace contextRef="#ctx0" brushRef="#br0">39 298 3865,'2'1'1055,"0"1"0,0-1 0,0 1 1,0 0-1,-1 0 0,1 0 0,-1 0 0,1 0 1,-1 0-1,2 3 0,-3-4-686,1 1 0,-1-1 0,0 1 0,0-1 0,0 1-1,0-1 1,0 1 0,0-1 0,0 0 0,0 1 0,-1-1 0,1 1 0,0-1 0,-1 0 0,1 1 0,-1-1-1,0 0 1,1 1 0,-2 1 0,1-3-274,1 1 0,-1 0 0,1 0 0,-1 0 0,1 0 0,0-1 0,-1 1 0,1 0 0,0 0 0,0 0-1,0 0 1,-1 0 0,1 0 0,0 0 0,0-1 0,1 1 0,-1 0 0,0 0 0,0 0 0,0 0 0,1 1 0,11 13 828,-9-13-905,-3-1-8,0-1-1,0 0 1,0 0 0,0 0-1,0 0 1,0 1 0,0-1-1,0 0 1,1 0 0,-1 0-1,0 0 1,0 0-1,0 1 1,0-1 0,0 0-1,1 0 1,-1 0 0,0 0-1,0 0 1,0 0 0,0 0-1,1 0 1,-1 0-1,0 0 1,0 0 0,0 0-1,1 0 1,-1 0 0,0 0-1,0 0 1,0 0-1,1 0 1,-1 0 0,0 0-1,0 0 1,0 0 0,0 0-1,1 0 1,-1 0 0,0 0-1,0-1 1,0 1-1,2-9 269,-4-12-216,-17-30-85,-17-48 40,32 83-1,0 1 0,1-1 0,1 0 0,-1-23 0,3 33-4,0-1-1,1 0 0,0 1 0,0-1 1,0 0-1,5-11 0,-5 16-10,0-1 0,0 0 0,1 1 1,-1-1-1,1 1 0,0-1 0,0 1 0,0 0 0,0 0 0,0 0 0,0 0 0,0 0 1,1 0-1,-1 0 0,1 1 0,-1-1 0,5-1 0,0 1-19,0 0 0,1 0 0,-1 1 0,0 0 0,1 0 0,-1 0 0,8 1 0,-10 0-231,-1 1 0,0-1 0,1 1 0,-1 0 1,0 0-1,0 0 0,1 1 0,-1 0 1,0-1-1,0 1 0,-1 1 0,1-1 0,4 4 1,-8-6-2,1 0 0,-1 1 1,0-1-1,1 0 0,-1 1 1,0-1-1,1 0 0,-1 1 1,0-1-1,0 1 0,1-1 1,-1 0-1,0 1 0,0-1 1,0 1-1,0-1 0,0 1 1,0-1-1,0 1 0,1-1 1,-1 1-1,0-1 0,-1 0 1,1 1-1,0-1 0,0 1 1,0-1-1,0 1 0,0-1 1,0 1-1,0-1 0,-1 1 1</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27.495"/>
    </inkml:context>
    <inkml:brush xml:id="br0">
      <inkml:brushProperty name="width" value="0.05" units="cm"/>
      <inkml:brushProperty name="height" value="0.05" units="cm"/>
    </inkml:brush>
  </inkml:definitions>
  <inkml:trace contextRef="#ctx0" brushRef="#br0">1 11 8442,'-1'5'14145,"2"3"-12603,4 2-1318,1 0-1,0-1 1,0 0 0,1 0-1,1 0 1,-1-1 0,1 0-1,11 8 1,-4-5-183,1-1 1,0 0 0,0-1-1,20 8 1,36 10 30,-63-24-60,-1-1 0,1-1 0,-1 1 1,1-1-1,-1-1 0,17 0 0,-24 0-11,0 0-1,0 0 1,1 0-1,-1-1 1,0 1 0,0 0-1,1-1 1,-1 1-1,0 0 1,0-1 0,0 0-1,0 1 1,0-1-1,0 0 1,0 1 0,0-1-1,0 0 1,0 0-1,0 0 1,0 0-1,-1 0 1,1 0 0,0 0-1,-1 0 1,1 0-1,-1 0 1,1 0 0,-1-1-1,1 1 1,-1 0-1,0 0 1,0 0 0,1-1-1,-1 1 1,0 0-1,0 0 1,0-1 0,0 1-1,-1 0 1,1 0-1,0-1 1,0 1 0,-1 0-1,1 0 1,-1 0-1,0-2 1,-32-73-44,21 53 67,4 10 32,-10-27 0,16 30 185,7 10-124,10 13-91,-9-7-36,5 3-9,0 1 1,12 14 0,-16-16-2,0 0 0,1-1 0,0 0 0,0 0 0,0-1 0,13 8 0,-10-9-39,-2 0-8,0-1 0,12 5 0,-18-8 47,0-1 0,0 1 0,0 0 0,-1-1 0,1 0 0,0 0 0,0 0 0,0 0 0,0 0 0,0 0 0,0-1 0,3-1 0,-4 2 7,0-1 1,0 0-1,-1 1 1,1-1-1,0 0 1,-1 0-1,1 0 1,-1-1-1,1 1 0,-1 0 1,0 0-1,0-1 1,1 1-1,-1-1 1,0 1-1,0-1 1,0 0-1,-1 1 0,1-1 1,0 0-1,-1 1 1,1-1-1,-1 0 1,1-2-1,0-4-20,0 0 0,-1 0 0,0 0 0,-2-11 0,0-6 45,2 25-12,0-1 0,0 1 0,0 0 0,0 0 0,0-1 0,0 1 0,0 0 0,0 0 1,0-1-1,0 1 0,0 0 0,1 0 0,-1 0 0,0-1 0,0 1 0,0 0 0,0 0 0,0 0 0,1-1 0,-1 1 0,0 0 0,0 0 0,0 0 0,0 0 0,1 0 0,-1-1 0,0 1 0,0 0 0,1 0 0,-1 0 0,0 0 0,0 0 0,1 0 0,-1 0 0,12 1-10,11 9-9,48 33-89,10 5-104,-44-28-498,-16-4-4248</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28.558"/>
    </inkml:context>
    <inkml:brush xml:id="br0">
      <inkml:brushProperty name="width" value="0.05" units="cm"/>
      <inkml:brushProperty name="height" value="0.05" units="cm"/>
    </inkml:brush>
  </inkml:definitions>
  <inkml:trace contextRef="#ctx0" brushRef="#br0">143 703 2473,'0'-3'1147,"0"0"1,-1 0 0,1 0 0,-1 0-1,0 0 1,-1-3 0,-11-18 2470,-18-17-235,30 41-3297,-7-10 719,-1 1-1,-1 1 1,0 0-1,0 0 0,-18-10 1,28 18-776,0 0 0,-1-1 0,1 1 0,0 0 0,-1 0 0,1 0 0,0-1 0,-1 1 0,1 0 0,-1 0 0,1 0 0,0 0 0,-1 0 1,1 0-1,-1 0 0,1 0 0,0 0 0,-1 0 0,1 0 0,-1 0 0,1 0 0,0 0 0,-1 0 0,1 0 0,0 1 0,-1-1 0,1 0 0,-1 0 0,1 0 0,-1 1 0,1 0 16,-1 0-1,1-1 0,-1 1 0,1 0 0,-1 0 1,1 0-1,-1 0 0,1 0 0,0 0 0,-1 0 1,1 2-1,0 27 504,3-6-412,2 0 1,1 0-1,0-1 1,2 1-1,1-1 1,1-1-1,0 0 1,17 25-1,-9-24-68,-16-21-51,-1-1 0,1 1 0,-1-1 0,1 1 0,0-1 1,0 0-1,-1 1 0,1-1 0,0 0 0,3 1 0,-4-2-9,0 0-1,1 0 0,-1 0 1,0 0-1,0 0 0,0-1 1,0 1-1,0 0 0,0-1 1,0 1-1,0-1 0,0 1 1,0-1-1,0 1 1,0-1-1,0 0 0,-1 1 1,1-1-1,0 0 0,0 0 1,-1 0-1,1 1 0,0-1 1,-1 0-1,1 0 0,-1 0 1,1 0-1,-1 0 1,0 0-1,1 0 0,-1 0 1,1-2-1,0-2-17,0-1 0,1 0 0,-2 1 0,1-12 1,-2-5-82,-7-39 0,4 39 8,-1-39 1,5 61 80,0 0 1,-1 0 0,1-1-1,0 1 1,0 0 0,0 0-1,0 0 1,0 0 0,0 0-1,0-1 1,0 1 0,0 0-1,0 0 1,0 0 0,0 0-1,0 0 1,0 0 0,1-1-1,-1 1 1,0 0 0,0 0-1,0 0 1,0 0 0,0 0-1,0 0 1,0-1 0,0 1-1,0 0 1,0 0 0,0 0-1,1 0 1,-1 0 0,0 0-1,0 0 1,0 0 0,0 0-1,0 0 1,0 0 0,1 0-1,-1-1 1,0 1 0,0 0-1,0 0 1,0 0 0,0 0-1,1 0 1,6 6-147,11 15-160,-15-16 268,12 13 37,0-1 0,1-1 0,0 0 0,1-1 0,1-1 0,1-1 1,0 0-1,0-2 0,41 19 0,-54-28 7,0 0 1,1 0-1,-1-1 0,0 0 1,0 0-1,1 0 1,-1-1-1,0 0 1,1 0-1,-1-1 1,1 0-1,-1 0 0,7-2 1,-9 2-5,0-1 1,0 0 0,0 1-1,0-1 1,0-1-1,0 1 1,0-1-1,-1 1 1,1-1-1,-1 0 1,0 0 0,0-1-1,0 1 1,0-1-1,-1 1 1,1-1-1,-1 0 1,0 0 0,2-6-1,1-6-3,0 0 1,-2 0-1,0-1 0,-1 1 0,0-1 1,-1-17-1,-3-8-30,-8-50 1,1 38-60,-2 1 0,-2 1 0,-3 0 0,-42-93 0,44 112 98,-17-30 4,28 57 3,-1 0-1,-1 0 0,1 1 0,-1-1 1,0 1-1,0 0 0,-9-7 1,14 12-14,-1 0 1,1-1 0,-1 1 0,0 0 0,1-1 0,-1 1 0,0 0-1,1 0 1,-1 0 0,0 0 0,1-1 0,-1 1 0,0 0-1,0 0 1,1 0 0,-1 1 0,0-1 0,1 0 0,-1 0-1,0 0 1,1 0 0,-1 1 0,0-1 0,1 0 0,-1 1-1,1-1 1,-1 0 0,0 1 0,1-1 0,-1 1 0,1-1 0,-1 1-1,1-1 1,-1 1 0,1-1 0,0 1 0,-1-1 0,1 1-1,-1 1 1,0 1 0,-1-1-1,1 1 1,-1 0-1,1 0 1,0 1-1,0-1 0,0 4 1,-1 9 11,2 0 0,0 0 0,1 0 0,5 29 0,20 64 83,-11-55-39,51 161 117,-50-172-103,43 82 0,-49-108-44,0 0 0,2 0-1,0-1 1,1-1 0,0 0 0,2-1-1,17 15 1,-24-23-7,1 0 0,0-1 0,0 0 0,0 0 0,0-1 0,1 0-1,-1-1 1,1 0 0,0 0 0,0-1 0,17 1 0,-19-3-32,0 0 1,1 0-1,-1-1 1,0 0-1,0 0 1,1-1-1,-1-1 1,0 1-1,-1-1 1,1 0-1,0-1 1,-1 0-1,0 0 1,11-8-1,-11 7-16,-1 0 0,0 0 1,0 0-1,-1-1 0,1 0 0,-1 0 0,0 0 0,-1-1 1,0 0-1,0 1 0,0-2 0,-1 1 0,0 0 0,0-1 1,2-9-1,-2-2 23,0 6 91,-1 0 0,1-19 0,-2 44-35,0 0 0,1 0 0,0 0 0,1 0 0,1 0 0,0-1 0,0 1 0,1-1 0,1 0 0,9 15 0,-6-13-48,0 0 0,1 0 0,0-1 0,1 0 1,1-1-1,-1-1 0,25 18 0,-34-27-42,0 0 0,0 0-1,0 0 1,0 0 0,0-1 0,0 1 0,0 0-1,2 0 1,-3-1 5,-1 0 1,0 0-1,0 0 0,0 0 1,1 0-1,-1 0 0,0 0 1,0 0-1,0 0 0,1-1 1,-1 1-1,0 0 1,0 0-1,1 0 0,-1 0 1,0 0-1,0 0 0,0 0 1,0 0-1,1-1 0,-1 1 1,0 0-1,0 0 0,0 0 1,0 0-1,0 0 0,1-1 1,-1 1-1,0 0 0,0 0 1,-3-12-1956,-6-5-2708,-1-1-1,-14-17 1,5 9-3544</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28.716"/>
    </inkml:context>
    <inkml:brush xml:id="br0">
      <inkml:brushProperty name="width" value="0.05" units="cm"/>
      <inkml:brushProperty name="height" value="0.05" units="cm"/>
    </inkml:brush>
  </inkml:definitions>
  <inkml:trace contextRef="#ctx0" brushRef="#br0">4 54 5841,'-2'-7'4225,"2"-4"-1008,-1 1-785,1 2-551,1 2-497,-1 3-392,3-2-344,-1 3-272,3 1-167,-2 1-177,-1 0-192,-2 1-97,0 4-63,0 2-128,-2 2-328,0 2-968,-6 4-2305</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29.404"/>
    </inkml:context>
    <inkml:brush xml:id="br0">
      <inkml:brushProperty name="width" value="0.05" units="cm"/>
      <inkml:brushProperty name="height" value="0.05" units="cm"/>
    </inkml:brush>
  </inkml:definitions>
  <inkml:trace contextRef="#ctx0" brushRef="#br0">0 55 2240,'11'-6'2389,"0"-1"0,1 1 0,0 1-1,17-6 1,-12 6-791,1 1 0,29-3 0,-18 4-873,0 3 0,1 0 0,47 8 0,-60-5-538,-1 0 0,0 2 0,0 0 0,0 1 0,0 0 0,18 12 0,-5-1 30,-1 2 0,29 24 0,-54-40-211,1 0-1,0 1 1,-1-1-1,0 1 0,0 0 1,0 0-1,0 0 0,-1 0 1,1 0-1,-1 1 1,0-1-1,0 1 0,-1 0 1,1-1-1,-1 1 1,0 0-1,0 0 0,-1 0 1,1 5-1,-2-3-3,0-1-1,0 1 1,0-1-1,0 0 1,-1 0-1,0 1 1,-1-1-1,1 0 1,-1 0-1,0-1 1,-1 1 0,1-1-1,-1 0 1,-4 6-1,-16 14 50,13-14-24,1 0 0,-9 13 0,19-23-19,-1-1 0,1 1 0,-1 0 0,1-1-1,0 1 1,-1 0 0,1 0 0,0-1 0,0 1 0,0 0-1,-1-1 1,1 1 0,0 0 0,0 0 0,0-1 0,0 1-1,0 0 1,0 0 0,0 0 0,1-1 0,-1 1 0,0 0 0,0-1-1,1 2 1,0-1 20,-1 0 0,1 1-1,0-1 1,0 0-1,0 0 1,1 0 0,-1 0-1,0-1 1,0 1 0,0 0-1,3 1 1,3 1 76,0-1 0,0 1-1,13 1 1,-19-4-112,22 4-37,1 0-1,-1-2 1,0-1 0,1-1-1,-1-1 1,0-1 0,26-6-1,-14-3-1091,-20 1-2008,-14 9 2560,0 0 0,-1 1 0,1-1 0,0 0 0,-1 0 0,1 0 0,-1 1 0,1-1 0,-1 0 0,0 0 0,1 0 0,-1 0 0,0 0 0,1-1 0</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29.671"/>
    </inkml:context>
    <inkml:brush xml:id="br0">
      <inkml:brushProperty name="width" value="0.05" units="cm"/>
      <inkml:brushProperty name="height" value="0.05" units="cm"/>
    </inkml:brush>
  </inkml:definitions>
  <inkml:trace contextRef="#ctx0" brushRef="#br0">0 18 4137,'57'4'10787,"27"9"-7679,28 3-3284,69-11 459,-143-7-955,-1-2-1,69-15 1,-72 8-2489,-12-1-2836,-10 4-959</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0.172"/>
    </inkml:context>
    <inkml:brush xml:id="br0">
      <inkml:brushProperty name="width" value="0.05" units="cm"/>
      <inkml:brushProperty name="height" value="0.05" units="cm"/>
    </inkml:brush>
  </inkml:definitions>
  <inkml:trace contextRef="#ctx0" brushRef="#br0">245 57 4889,'-40'-18'5307,"20"8"-2464,-33-10 0,46 18-2381,-1 0 0,1 0 0,0 1 1,-1 0-1,1 1 0,0 0 0,-1 0 0,-12 2 1,17-2-363,1 1 1,-1 0-1,1-1 1,-1 1-1,1 0 1,0 0-1,-1 0 1,1 0-1,0 1 1,0-1-1,0 1 1,0-1-1,0 1 1,0 0-1,0 0 0,0 0 1,-1 2-1,1-1-1,0 1-1,1-1 0,0 0 1,-1 0-1,1 1 0,0-1 1,1 1-1,-1-1 0,1 1 1,-1-1-1,1 6 0,1 0 17,0 0-1,0 0 1,1 0-1,0-1 0,1 1 1,0 0-1,0-1 1,1 1-1,4 7 0,-1-4-45,1-1-1,0-1 0,1 1 0,0-2 0,0 1 0,14 10 0,-15-14-47,-1-1 0,1 0 1,0 0-1,0-1 0,0 0 0,1 0 0,-1-1 0,1 0 1,0 0-1,9 1 0,-15-4-12,0 0 0,-1 0 0,1 0 0,-1 0 0,1 0 0,-1 0 0,1-1 0,-1 1 0,1-1 0,-1 0 0,1 1 0,-1-1 0,1-1 0,-1 1 0,0 0 0,3-2 0,-2 0-1,0 0 0,0 1 0,0-1-1,-1 0 1,1-1 0,-1 1 0,0 0 0,0-1-1,3-6 1,-2 2-7,-1 1 0,0-1 0,0 1 0,-1-1 0,0 0 0,0 1 1,0-1-1,-1 0 0,-1 0 0,-1-11 0,-9-18 6,8 30-3,1 0-1,0 0 1,0 0 0,0-1-1,0-11 1,2 18 5,0 2-22,0 1 0,1-1 0,-1 0 0,1 0 0,0 0 0,-1 0 0,1 0-1,0 0 1,0 0 0,0 1 0,0-1 4,26 30-105,0-2 0,2-1-1,40 29 1,-5-3-2175,-54-44 851,-4-3-1164</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0.860"/>
    </inkml:context>
    <inkml:brush xml:id="br0">
      <inkml:brushProperty name="width" value="0.05" units="cm"/>
      <inkml:brushProperty name="height" value="0.05" units="cm"/>
    </inkml:brush>
  </inkml:definitions>
  <inkml:trace contextRef="#ctx0" brushRef="#br0">28 97 3537,'-10'-28'6712,"5"14"-3782,-6-22 0,11 36-2864,0-1 1,-1 1-1,1-1 1,0 1-1,0-1 1,0 1-1,0-1 1,0 1-1,0-1 1,0 0-1,0 1 1,0-1-1,0 1 1,0-1-1,0 1 1,0-1-1,0 1 1,0-1-1,0 1 1,1-1-1,-1 1 1,0-1-1,0 1 1,1-1-1,-1 1 1,0-1-1,1 1 1,-1 0-1,0-1 1,1 1 0,-1-1-1,1 1 1,-1 0-1,0 0 1,1-1-1,-1 1 1,1 0-1,-1 0 1,1-1-1,-1 1 1,1 0-1,-1 0 1,1 0-1,0 0 1,-1 0-1,1 0 1,-1 0-1,1 0 1,-1 0-1,1 0 1,0 0-1,2 1 37,0-1-1,0 1 1,-1 0 0,1-1-1,0 2 1,-1-1 0,1 0-1,4 3 1,3 4 15,0 0 0,-1 1 0,0 0 0,-1 0-1,0 1 1,-1 0 0,12 19 0,35 83 374,-53-110-485,115 294 406,-49-99-413,-64-190-23,6 29-78,-8-35 83,-1 1 1,0-1-1,0 0 1,0 1 0,0-1-1,0 1 1,0-1-1,0 0 1,0 1-1,-1-1 1,1 1-1,0-1 1,-1 0 0,1 0-1,-1 1 1,0-1-1,1 0 1,-1 0-1,0 0 1,0 1-1,-1 0 1,1-1 6,0 0 1,-1-1-1,1 1 1,0-1-1,0 0 0,-1 1 1,1-1-1,0 0 1,0 0-1,-1 0 0,1 0 1,0 0-1,0 0 1,-1 0-1,1 0 1,0 0-1,-1-1 0,1 1 1,-2-1-1,-27-13-47,22 10 27,-24-11-50,1-1 0,0-1 1,2-2-1,-45-37 1,73 55 90,0 0 1,0 0 0,0 0-1,0 0 1,0 0 0,0 0-1,0 0 1,0-1 0,0 1-1,1 0 1,-1 0-1,1-1 1,-1 1 0,1 0-1,-1-1 1,1 1 0,0-1-1,0 1 1,0 0-1,-1-1 1,2-2 0,-1 3-2,1-1 1,-1 1 0,1 0-1,0 0 1,-1 0 0,1-1-1,0 1 1,0 0 0,0 0-1,0 0 1,0 0-1,0 0 1,0 1 0,0-1-1,0 0 1,1 0 0,-1 1-1,0-1 1,0 1 0,1-1-1,-1 1 1,0-1 0,2 1-1,7-2-7,0 0 0,-1 1-1,1 0 1,0 1 0,12 1-1,51 7 10,-28-2-18,145-1 148,-128-5 71,-61 0-187,1-1 1,0 1-1,-1 0 1,1 0-1,0 0 0,-1 1 1,1-1-1,0 0 1,-1 1-1,1-1 0,-1 1 1,3 0-1,-3 1-12,-1-1-1,1 0 1,0 1-1,0-1 1,-1 1-1,1-1 0,-1 1 1,1 0-1,-1-1 1,0 1-1,0-1 1,0 4-1,2 2 24,-1 1 0,1-1 0,0 0 0,1 0 0,0 0 0,0 0 0,7 11 0,-2-7-258,0 1 1,0-2 0,13 13 0</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1.048"/>
    </inkml:context>
    <inkml:brush xml:id="br0">
      <inkml:brushProperty name="width" value="0.05" units="cm"/>
      <inkml:brushProperty name="height" value="0.05" units="cm"/>
    </inkml:brush>
  </inkml:definitions>
  <inkml:trace contextRef="#ctx0" brushRef="#br0">15 59 7009,'-7'-22'7081,"6"18"-6245,-1 0 0,1 0 0,0 0 0,0 0 0,0-8-1,1 12-807,0 0-1,0 0 0,0 0 0,0-1 0,0 1 0,0 0 1,0 0-1,0 0 0,0-1 0,0 1 0,0 0 0,0 0 1,0 0-1,0 0 0,1-1 0,-1 1 0,0 0 0,0 0 1,0 0-1,0 0 0,0 0 0,1-1 0,-1 1 0,0 0 1,0 0-1,0 0 0,0 0 0,1 0 0,-1 0 0,0 0 1,0 0-1,0 0 0,1 0 0,-1 0 0,0 0 0,0 0 1,0 0-1,1 0 0,-1 0 0,0 0 0,0 0 0,0 0 1,0 0-1,1 0 0,-1 0 0,0 0 0,0 0 0,0 0 1,1 0-1,-1 0 0,0 0 0,0 1 0,0-1 0,0 0 1,0 0-1,1 0 0,-1 0 0,0 0 0,0 1 0,0-1 0,0 0 1,0 0-1,10 10-233,-6-3 19,-1 0-1,-1 0 1,1 1-1,-1-1 1,0 1-1,1 13 1,-1 14-2861,-1-1-4885,-1-19-377</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1.757"/>
    </inkml:context>
    <inkml:brush xml:id="br0">
      <inkml:brushProperty name="width" value="0.05" units="cm"/>
      <inkml:brushProperty name="height" value="0.05" units="cm"/>
    </inkml:brush>
  </inkml:definitions>
  <inkml:trace contextRef="#ctx0" brushRef="#br0">186 6 1496,'84'18'13830,"-84"-12"-10461,-2 11-2550,1-7-314,0 46 929,2-42-1277,-1 0 1,-1 0-1,0 0 0,-1 0 0,-6 25 1,8-37-143,-1 0-1,0 0 1,0 0 0,0 0 0,0 0 0,0 0 0,0-1-1,-1 1 1,1 0 0,0-1 0,-1 1 0,1-1 0,-1 0-1,0 1 1,1-1 0,-1 0 0,-2 1 0,0-1 29,1 1 0,0-1 1,-1 0-1,1-1 0,-1 1 1,1-1-1,-1 0 0,1 1 1,-6-2-1,-2 0 77,1-1 0,0 0-1,0-1 1,1 0 0,-20-9 0,18 7-42,0-1 1,1 0-1,0 0 1,-14-12-1,20 13-33,-1 1 1,1-1-1,-1 0 0,1 0 1,1 0-1,-1 0 0,1-1 1,0 0-1,0 1 0,-2-8 1,5 10-37,-1 1 1,1-1 0,0 0-1,0 1 1,0-1 0,0 0-1,0 1 1,1-1 0,-1 1 0,1-1-1,-1 1 1,1-1 0,0 1-1,0-1 1,0 1 0,1 0-1,-1-1 1,2-1 0,1-2-22,1 0 0,-1 1 1,1 0-1,0 0 0,10-8 0,-11 10-10,1 0-1,0 0 1,0 0-1,0 0 1,1 1-1,-1 0 1,1 0-1,-1 1 1,1-1-1,-1 1 1,1 0-1,0 1 1,0-1-1,-1 1 1,1 0-1,0 1 1,0-1-1,-1 1 1,9 2-1,5 4-33,0 0 0,0 1-1,-1 1 1,21 13 0,23 11 18,-30-15 25,-17-10 39,21 9-1,-32-15-17,1 0 0,-1-1 1,0 0-1,0 0 0,1 0 1,-1-1-1,0 1 0,1-1 1,-1 0-1,6-1 0,-9 1-6,0-1-1,0 1 0,1 0 1,-1-1-1,0 1 1,0-1-1,0 1 0,0-1 1,0 0-1,0 0 1,-1 1-1,1-1 0,0 0 1,0 0-1,0 0 1,-1 0-1,1 0 1,0 0-1,-1 0 0,1 0 1,-1 0-1,1 0 1,-1 0-1,0 0 0,1 0 1,-1-1-1,0 0 1,1-5-33,0-1 1,-1 1 0,0-11 0,0 1-24,0 11 20,1 0 1,-1 0 0,1 0-1,1 0 1,-1 0 0,1 1-1,4-11 1,-5 15 19,0 0-1,0 0 1,-1-1-1,1 1 1,0 0 0,0 0-1,0 0 1,0 0-1,0 0 1,1 1 0,-1-1-1,0 0 1,0 0-1,1 1 1,1-2 0,-1 2-2,0 0 0,-1-1 1,1 1-1,0 0 0,0 0 0,0 0 1,0 1-1,-1-1 0,1 0 1,0 1-1,0-1 0,0 1 0,-1 0 1,1-1-1,2 2 0,19 11-15,-1 2-1,23 17 0,-30-20 54,2 0 1,0-1-1,0-1 1,0 0-1,22 8 0,-3-4 17,-27-10-43,2 0 1,-1 0-1,0 0 1,1-2 0,-1 1-1,18 1 1,-27-4-80,0 0-1,-1 0 1,1 0-1,0 0 1,-1 0 0,1 0-1,0 0 1,-1 0 0,1-1-1,0 1 1,-1 0-1,1 0 1,-1 0 0,1-1-1,0 1 1,-1 0-1,1-1 1,-1 1 0,1-1-1,-1 1 1,1-1 0,-1 1-1,1-1 1,-1 1-1,0-1 1,1 1 0,-1-1-1,0 1 1,1-1-1,-1-1 1,1 1-590,-1 0 0,0-1 1,0 1-1,0 0 0,0-1 0,-1 1 0,1 0 1,0-1-1,0 1 0,-1 0 0,1 0 0,-1-1 1,1 1-1,-1 0 0,-1-2 0,-7-9-9554</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4.998"/>
    </inkml:context>
    <inkml:brush xml:id="br0">
      <inkml:brushProperty name="width" value="0.05" units="cm"/>
      <inkml:brushProperty name="height" value="0.05" units="cm"/>
    </inkml:brush>
  </inkml:definitions>
  <inkml:trace contextRef="#ctx0" brushRef="#br0">4 97 8,'-2'-39'16925,"1"19"-10501,1 0-3738,0 20-2579,0-1-1,0 0 1,0 0 0,0 0 0,0 1-1,0-1 1,1 0 0,-1 0 0,0 1-1,0-1 1,1 0 0,-1 0 0,1 1-1,-1-1 1,1 0 0,-1 1-1,1-1 1,-1 1 0,1-1 0,-1 0-1,1 1 1,0 0 0,-1-1 0,1 1-1,0-1 1,2 10 216,5 15-228,-2 1-1,0 0 1,5 49 0,6 31 229,37 85 193,-39-142-384,46 118 256,-9-55-285,-51-110-240,0 1 0,-1 0 1,1 0-1,-1 0 1,1 0-1,-1 0 0,0 0 1,0 4-1,-4 3-4141</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5.466"/>
    </inkml:context>
    <inkml:brush xml:id="br0">
      <inkml:brushProperty name="width" value="0.05" units="cm"/>
      <inkml:brushProperty name="height" value="0.05" units="cm"/>
    </inkml:brush>
  </inkml:definitions>
  <inkml:trace contextRef="#ctx0" brushRef="#br0">1 138 1800,'0'-4'1851,"0"1"0,0 0-1,1-1 1,0 1 0,0-1 0,1-4-1,0 3-854,0 1 0,1 0 0,-1 0 0,4-5 0,0 2-532,0 0 0,1 0 1,-1 1-1,13-8 1,-10 8-390,0 1 0,1 0 0,0 0-1,0 1 1,0 0 0,1 1 0,-1 0 0,1 1 0,0 0 0,-1 1 0,1 0 0,0 1 0,0 0 0,12 2 0,12 2-78,0 1-1,-1 3 1,36 11 0,-24-5-17,0 3 0,61 30 0,-101-44-9,0 1 1,0 0-1,-1 0 1,1 0 0,-1 1-1,0-1 1,0 1 0,0 1-1,4 6 1,-8-10 16,1 0 0,-1 0 0,0 0 0,0 1 0,0-1 0,0 0 0,0 1 0,-1-1 0,1 0 1,-1 1-1,0-1 0,1 1 0,-1-1 0,0 1 0,0-1 0,-1 1 0,1-1 0,-1 1 0,1-1 0,-1 0 0,1 1 1,-1-1-1,0 0 0,0 1 0,-1-1 0,1 0 0,0 0 0,-1 0 0,-1 2 0,-3 2 15,1 0 0,-1-1-1,-1 0 1,1 0 0,-1 0 0,0-1 0,0 0-1,-10 4 1,-64 22 97,69-26-88,-189 46-532,119-32-2726,53-11-1800,3 1-5624</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6.096"/>
    </inkml:context>
    <inkml:brush xml:id="br0">
      <inkml:brushProperty name="width" value="0.05" units="cm"/>
      <inkml:brushProperty name="height" value="0.05" units="cm"/>
    </inkml:brush>
  </inkml:definitions>
  <inkml:trace contextRef="#ctx0" brushRef="#br0">34 133 1664,'-1'6'17826,"7"9"-14002,10 16-4324,6 4 872,18 26 96,-31-45-306,-9-16-155,0 0 0,0 0 0,0 0 1,0 0-1,0 0 0,0 0 0,0 0 1,0 0-1,0 0 0,0 0 0,-1 0 1,1 0-1,0 0 0,0 0 0,0 0 1,0 0-1,0 0 0,0 0 1,0 0-1,0 0 0,0 0 0,0 0 1,0 0-1,0 0 0,0 0 0,0 0 1,0 0-1,0 0 0,0 0 0,0 0 1,0 0-1,0 0 0,0 0 0,0 0 1,0 0-1,-1 0 0,1 0 0,0 0 1,0 0-1,0 0 0,0 0 0,0 0 1,0 0-1,0 0 0,0 0 0,0 0 1,0 0-1,0 0 0,0 0 0,0 0 1,0 1-1,0-1 0,0 0 1,0 0-1,0 0 0,0 0 0,0 0 1,0 0-1,0 0 0,0 0 0,0 0 1,0 0-1,0 0 0,0 0 0,0 0 1,0 0-1,-8-7 1122,-5-5-736,2 1-211,-1-1 0,1 0 0,1 0 0,-18-28 0,23 28-94,-1 1 0,1 0 0,-4-14 1,8 19-52,-1 0 0,1 0 0,1 0 0,-1 0 0,1 0 0,0 0 0,0 0 0,2-11 1,-1 14-33,0 1 1,0-1 0,0 0 0,1 0 0,-1 0 0,1 1 0,0-1-1,-1 0 1,1 1 0,0 0 0,1-1 0,-1 1 0,0 0 0,1 0 0,-1 0-1,1 1 1,-1-1 0,1 1 0,0-1 0,4-1 0,2 0-32,1 0 1,0 0-1,-1 0 1,1 2 0,11-2-1,-3 2-125,0 0 0,0 1 0,29 4-1,-38-2-1088,0 0 0,13 5 0,-17-5-1210</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7.371"/>
    </inkml:context>
    <inkml:brush xml:id="br0">
      <inkml:brushProperty name="width" value="0.05" units="cm"/>
      <inkml:brushProperty name="height" value="0.05" units="cm"/>
    </inkml:brush>
  </inkml:definitions>
  <inkml:trace contextRef="#ctx0" brushRef="#br0">127 37 4577,'-3'-13'9866,"-7"1"-4573,9 11-5163,-1 0 1,0 0-1,1-1 0,-1 1 0,0 1 1,1-1-1,-1 0 0,0 0 1,0 1-1,0-1 0,1 1 0,-1-1 1,0 1-1,0 0 0,0 0 0,0 0 1,0 0-1,0 0 0,0 0 1,0 0-1,-2 1 0,-3 2-71,0 1 1,1 0-1,-10 6 0,-12 8 68,21-13 106,9 1 67,3 9-73,-2-1-43,-1 0 0,6 14 0,4 19 46,52 254 489,-41-200-567,5 58-20,-23-130-94,-2-1 0,-1 1 0,-2 29 1,0-40-27,0-17 6,0 0 0,0-1 0,0 1-1,0 0 1,0 0 0,0-1 0,0 1 0,0 0-1,0 0 1,0-1 0,0 1 0,1 0 0,-1 0 0,0-1-1,1 1 1,-1 0 0,0-1 0,1 1 0,-1-1-1,1 1 1,-1 0 0,1-1 0,-1 1 0,1-1-1,0 1 1,-1-1 0,1 1 0,0-1 0,1 1 82,1-1 1,-1 0 0,0 1-1,0-1 1,0 0-1,0-1 1,1 1 0,1-1-1,13 0-178,-15 0 116,1 1-1,-1 0 0,1-1 0,-1 0 1,1 0-1,2-1 0,-1 0-32,0 1-1,-1-1 0,1 1 1,0 0-1,6 0 0,12 0-277,1 2-1,-1 0 1,41 8-1,-35-3-4366,-1 0-4332</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7.905"/>
    </inkml:context>
    <inkml:brush xml:id="br0">
      <inkml:brushProperty name="width" value="0.05" units="cm"/>
      <inkml:brushProperty name="height" value="0.05" units="cm"/>
    </inkml:brush>
  </inkml:definitions>
  <inkml:trace contextRef="#ctx0" brushRef="#br0">1 38 6593,'0'-1'716,"2"-22"8093,-2 23-8675,0-1-1,0 1 1,0-1 0,0 1 0,0-1 0,0 1 0,0-1-1,0 1 1,0-1 0,0 1 0,0-1 0,1 1 0,-1-1-1,0 1 1,0-1 0,1 1 0,-1 0 0,0-1 0,1 1 0,-1-1-1,0 1 1,1 0 0,-1-1 0,1 1 0,-1 0 0,0 0-1,1-1 1,-1 1 0,1 0 0,-1 0 0,1-1 0,-1 1-1,1 0 1,-1 0 0,1 0 0,-1 0 0,1 0 0,-1 0-1,2 0 1,0 1-107,0 0-1,0 1 1,-1-1-1,1 0 1,0 1-1,0-1 1,-1 1-1,1 0 1,-1 0-1,1 0 1,-1-1-1,0 1 1,2 4-1,12 28-14,1 17 195,-2 1 0,11 89 0,4 15 23,-18-111-183,-3-6 86,18 44-1,-26-82-126,0 0 0,0 0 0,1 0 0,-1 0 0,0 0 0,1 0 0,-1 0 0,1 0 1,-1-1-1,1 1 0,0 0 0,-1 0 0,1-1 0,0 1 0,-1 0 0,1-1 0,0 1 0,0-1 0,1 2 0,0 0 318,5 6-3399</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8.326"/>
    </inkml:context>
    <inkml:brush xml:id="br0">
      <inkml:brushProperty name="width" value="0.05" units="cm"/>
      <inkml:brushProperty name="height" value="0.05" units="cm"/>
    </inkml:brush>
  </inkml:definitions>
  <inkml:trace contextRef="#ctx0" brushRef="#br0">113 1 6313,'-6'1'16053,"-17"6"-14028,18-5-1974,0 0 0,1 0 0,0 0 1,-1 1-1,1-1 0,0 1 1,0 0-1,0 0 0,1 1 0,-1-1 1,1 1-1,0 0 0,0 0 1,0 0-1,0 0 0,1 0 0,-1 1 1,1-1-1,0 1 0,1 0 1,-3 8-1,2-5-40,-4 22 36,6-28-41,0-1-1,0 0 1,0 1 0,0-1 0,0 1-1,0-1 1,1 1 0,-1-1 0,0 1-1,1-1 1,-1 0 0,1 1-1,0-1 1,-1 0 0,1 1 0,0-1-1,1 2 1,1-2 46,0 1 0,-1-1 0,1 0 0,0 0 0,0 0 0,-1-1 0,1 1 0,0-1 0,0 1 0,0-1 0,0 0 0,0 0 0,0-1 0,3 1 0,11-1-5,162 23 143,-33-2-716,-135-20 1188,-5-2-4953</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8.919"/>
    </inkml:context>
    <inkml:brush xml:id="br0">
      <inkml:brushProperty name="width" value="0.05" units="cm"/>
      <inkml:brushProperty name="height" value="0.05" units="cm"/>
    </inkml:brush>
  </inkml:definitions>
  <inkml:trace contextRef="#ctx0" brushRef="#br0">0 79 4825,'23'-30'9189,"-19"25"-8087,1 0 1,0 1-1,8-6 1,-7 7-977,-1 0-1,1 0 1,0 0 0,0 0 0,0 1 0,0 0-1,1 1 1,-1-1 0,0 1 0,1 1 0,-1-1 0,1 1-1,-1 0 1,13 2 0,2 1-73,0 1-1,-1 1 1,1 1-1,22 10 1,-31-10-73,1 0-1,-1 0 1,0 1 0,-1 1 0,0 0 0,0 0 0,14 15-1,-22-19 6,0 0 0,0-1 0,-1 1 0,0 0 0,1 0 0,-1 1 0,-1-1 0,1 0-1,-1 1 1,1-1 0,-1 1 0,-1-1 0,1 1 0,-1-1 0,1 8 0,-2 3-1,-1-1 0,0 0 0,-7 25 0,-7 16 35,-7 28 166,21-71-108,0 0 0,0 0 1,2 0-1,-1 1 0,3 12 0,5 19 129,2-1 0,2 0 1,18 44-1,-12-36-132,9 20-24,10 33 1,-31-87-44,-3-10-7,0 0-1,-1 0 1,1 8-1,-1-6 3,0 1-1,-1-1 1,0 1-1,-1-1 1,0 0-1,-2 11 1,2-17-11,0 0 0,0 0 0,0 0 1,-1 0-1,1 0 0,-1 0 0,0-1 0,0 1 0,0 0 0,0-1 1,0 0-1,-1 1 0,1-1 0,-1 0 0,1 0 0,-1 0 1,0 0-1,1-1 0,-1 1 0,0-1 0,-4 1 0,-30 9-2287,12-7-3179,4-2-4988</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9.480"/>
    </inkml:context>
    <inkml:brush xml:id="br0">
      <inkml:brushProperty name="width" value="0.05" units="cm"/>
      <inkml:brushProperty name="height" value="0.05" units="cm"/>
    </inkml:brush>
  </inkml:definitions>
  <inkml:trace contextRef="#ctx0" brushRef="#br0">328 36 4873,'-22'-3'12906,"-10"-5"-7743,22 5-4768,-1 0 0,-13-1-1,18 3-234,-26-3 348,-63 2 1,78 3-1045,-25 1-1815,29-3-2367,0-3-3683,3-2-888</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39.854"/>
    </inkml:context>
    <inkml:brush xml:id="br0">
      <inkml:brushProperty name="width" value="0.05" units="cm"/>
      <inkml:brushProperty name="height" value="0.05" units="cm"/>
    </inkml:brush>
  </inkml:definitions>
  <inkml:trace contextRef="#ctx0" brushRef="#br0">291 4 9450,'-6'-4'8099,"1"5"-3706,-5 9-2289,2 0-2084,5-8 7,0 0-1,0 0 0,0 0 1,0 0-1,0-1 0,0 1 1,0-1-1,0 0 0,-1 0 0,1 0 1,-1 0-1,1-1 0,0 1 1,-6-1-1,-7 0-53,-30-3-1,32 1-154,-25-1-1012,6 1-1416,0-2-3932,6-2-4471</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43.122"/>
    </inkml:context>
    <inkml:brush xml:id="br0">
      <inkml:brushProperty name="width" value="0.05" units="cm"/>
      <inkml:brushProperty name="height" value="0.05" units="cm"/>
    </inkml:brush>
  </inkml:definitions>
  <inkml:trace contextRef="#ctx0" brushRef="#br0">15 87 8,'11'-16'11329,"-10"15"-10462,-1 0 1,0 0-1,0 0 0,1 0 1,-1-2-1,-5-5 1404,3 4-1521,-1 0 0,0 0 1,1 0-1,0 0 0,0 0 0,0 0 0,-1-8 0,0-3 528,6 22-1263,0-1 1,0 0-1,0 0 0,1-1 1,7 10-1,60 84 453,-34-46-315,0-3-17,3-1 0,60 57-1,107 94 123,-161-147-212,-46-53-33,0 0 0,0 0 0,0 0 0,0 0 1,0 1-1,0-1 0,0 0 0,0 0 0,0 0 0,0 0 0,0 0 0,0 0 0,0 0 0,1 0 0,-1 1 0,0-1 0,0 0 0,0 0 0,0 0 0,0 0 1,0 0-1,0 0 0,0 0 0,0 0 0,0 0 0,1 0 0,-1 0 0,0 0 0,0 0 0,0 0 0,0 0 0,0 0 0,0 0 0,0 0 0,1 0 1,-1 0-1,0 0 0,0 0 0,0 0 0,0 0 0,0 0 0,0 0 0,0 0 0,0 0 0,1 0 0,-1 0 0,0 0 0,0 0 0,0 0 0,0-8-418,-4-10-2257,-13-4-2437,3 8-1420,11 11 4204</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43.704"/>
    </inkml:context>
    <inkml:brush xml:id="br0">
      <inkml:brushProperty name="width" value="0.05" units="cm"/>
      <inkml:brushProperty name="height" value="0.05" units="cm"/>
    </inkml:brush>
  </inkml:definitions>
  <inkml:trace contextRef="#ctx0" brushRef="#br0">185 111 4225,'1'-5'1950,"0"1"1,0-1-1,0 1 1,-1-1-1,1-5 1,-2-3 1176,-3-23 1,0 7 1935,8 46-5018,-3-16-45,0 1-1,-1 0 0,1-1 1,-1 1-1,1 0 1,-1 0-1,0-1 1,0 1-1,0 0 1,0 0-1,0 2 1,-8 48 48,7-44-32,-1 1 1,-1-1-1,0 0 1,0 1-1,0-1 1,-1 0-1,-7 11 1,-11 25 68,9-11 13,3 0 1,0 1-1,3 0 1,-7 52-1,0 19 61,1-13-59,10-70-58,-6 23 0,-1 1 50,8-39-119,1-1 1,-1 0-1,0 0 1,-3 6 0,3-9-837,1 0 1,-1 0 0,0 0 0,1 0 0,-5 3 0</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44.331"/>
    </inkml:context>
    <inkml:brush xml:id="br0">
      <inkml:brushProperty name="width" value="0.05" units="cm"/>
      <inkml:brushProperty name="height" value="0.05" units="cm"/>
    </inkml:brush>
  </inkml:definitions>
  <inkml:trace contextRef="#ctx0" brushRef="#br0">63 135 8938,'-1'5'11123,"1"-5"-10909,0 1 0,-1 0 0,1-1-1,0 1 1,0 0 0,0 0 0,-1-1-1,1 1 1,0 0 0,0 0-1,0 0 1,0-1 0,1 1 0,-1 0-1,0 0 1,0-1 0,0 1 0,1 1-1,2 6-44,0 0-1,0 1 1,1-1-1,0 0 0,0-1 1,1 1-1,9 11 0,6 4 2,-12-13-123,-7-6-33,-1-6-10,-26-8 638,18 6-581,0-1 1,0 0-1,1 0 1,-1-1 0,1 1-1,1-2 1,-1 1-1,1-1 1,0 0-1,-9-14 1,12 16-39,0 0 0,1 1-1,0-1 1,0 0 0,1 0 0,-1 0 0,1 0-1,0 0 1,0 0 0,1 0 0,-1-1 0,1 1-1,0 0 1,1 0 0,-1 0 0,1 0 0,0-1-1,0 1 1,1 0 0,2-7 0,-2 8-21,0 1-1,0-1 1,0 0 0,0 1-1,1-1 1,0 1 0,-1 0-1,1 0 1,0 0 0,0 0-1,1 1 1,-1-1 0,0 1-1,7-4 1,-4 4-21,1-1 0,0 1 0,0 0 0,0 0 0,1 1 0,-1 0 0,12 0 0,2 1-6,-1 2 1,35 5-1,-20-2-60,-33-4-201,15 1 595,-11 0-1362,-34 8-21884</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45.495"/>
    </inkml:context>
    <inkml:brush xml:id="br0">
      <inkml:brushProperty name="width" value="0.05" units="cm"/>
      <inkml:brushProperty name="height" value="0.05" units="cm"/>
    </inkml:brush>
  </inkml:definitions>
  <inkml:trace contextRef="#ctx0" brushRef="#br0">177 103 7314,'-2'-39'10204,"2"29"-9022,-2 0 1,1 0-1,-6-16 0,4 19-599,0 6-164,3 2-424,0 0 1,-1 0 0,1-1-1,0 1 1,-1 0-1,1 0 1,-1-1-1,1 1 1,-1 0-1,1-1 1,-1 1-1,1 0 1,-1-1-1,0 1 1,1-1-1,-1 1 1,0 0-1,-17 10-85,10-7 68,-5 4 50,1-2 1,-1 0-1,0 0 1,0-1-1,-1-1 1,-17 4 0,30-8-15,0 1 0,0-1 0,0 0 0,0 1 0,0 0 0,1-1 0,-1 1 0,0-1 0,0 1 0,1 0 0,-1 0 0,1-1 1,-1 1-1,1 0 0,-1 0 0,1 0 0,-1 0 0,1 0 0,0-1 0,-1 1 0,1 0 0,0 0 0,0 0 0,-1 0 0,1 0 1,0 0-1,0 0 0,0 0 0,1 2 0,-1 6 112,1 0 1,4 13-1,-2-5-90,11 56 188,-3-20-94,0 6-19,8 53 48,-11-71 28,1-1 0,20 53-1,-14-53-65,-8-23-92,0 0 1,-2 0 0,0 1 0,2 21 0,-4-16-40,0 2 41,-1-1 0,-1 30-1,-3 0 311,20-55 921,15-1-1224,36 3 0,-47 1-618,1-1 1,-1-2-1,0 0 0,41-8 0,-38 0-3696,-24 8 3565,0 1-1,0-1 0,-1 0 1,1 1-1,5-7-4980,-5 5 4981</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45.993"/>
    </inkml:context>
    <inkml:brush xml:id="br0">
      <inkml:brushProperty name="width" value="0.05" units="cm"/>
      <inkml:brushProperty name="height" value="0.05" units="cm"/>
    </inkml:brush>
  </inkml:definitions>
  <inkml:trace contextRef="#ctx0" brushRef="#br0">13 81 6089,'0'-24'8455,"-1"18"-7431,1-1-1,-1 1 1,0 0 0,0 0-1,-1 0 1,0 0-1,-2-6 1,3 11-616,6 18 172,45 119 284,35 86-256,-31-95-342,-46-108-222,6 25 0,-12-38-36,0 1-1,-1 0 1,0 0 0,0 1-1,-1-1 1,0 0 0,-1 8-1,1-14-1,0-1 0,0 1 0,0 0 0,0-1-1,0 1 1,-1-1 0,1 1 0,0 0 0,0-1 0,0 1 0,-1-1 0,1 1-1,0-1 1,-1 1 0,1-1 0,-1 1 0,1-1 0,-1 1 0,1-1-124,-1 0 1,1 0-1,0 1 1,-1-1-1,1 0 1,0 0-1,-1 0 1,1 0 0,0 0-1,-1 0 1,1 0-1,0 0 1,-1 0-1,1 0 1,0-1-1,-1 1 1,1 0 0,0 0-1,-1 0 1,1 0-1,0 0 1,0-1-1,-1 1 1,-1-1-1094,1-1 0,0 1 0,-1 0 0,1-1 0,0 1 0,0-1 0,0 0 0,0 1-1,0-1 1,-1-3 0</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46.450"/>
    </inkml:context>
    <inkml:brush xml:id="br0">
      <inkml:brushProperty name="width" value="0.05" units="cm"/>
      <inkml:brushProperty name="height" value="0.05" units="cm"/>
    </inkml:brush>
  </inkml:definitions>
  <inkml:trace contextRef="#ctx0" brushRef="#br0">216 71 6209,'-10'-20'9143,"-6"4"-3457,12 13-5097,-1-1 1,0 1-1,0 0 1,0 1-1,-1-1 1,-5-1 0,1 1-423,0 0 1,-1 1 0,0 0 0,1 1-1,-1 0 1,-19 1 0,28 0-155,0 0 0,-1 0-1,1 1 1,-1-1 0,1 1 0,0-1-1,-1 1 1,1 0 0,0 0 0,0 0-1,0 0 1,0 0 0,0 1 0,0-1-1,0 1 1,0-1 0,0 1 0,1 0 0,-1-1-1,0 1 1,1 0 0,0 0 0,-1 0-1,1 0 1,0 0 0,0 1 0,0-1-1,1 0 1,-1 1 0,0-1 0,1 0 0,-1 1-1,1-1 1,0 0 0,0 1 0,0 4-1,1-1 7,-1 0-1,1 1 0,0-1 0,0 0 1,1 1-1,0-1 0,0 0 0,1 0 1,-1 0-1,1-1 0,0 1 0,7 8 0,-8-11 11,0-2-18,-1 1-1,0 0 1,0-1 0,1 0 0,-1 1-1,0-1 1,1 0 0,0 1-1,-1-1 1,1 0 0,0 0 0,-1 0-1,1 0 1,3 0 0,13-22 354,-15 19-365,0-1 0,1 1 0,-1 0 1,1 0-1,-1 0 0,1 0 0,0 1 0,0 0 0,-1-1 0,1 1 0,0 1 0,0-1 0,0 0 0,6 1 0,9 0-24,34 3 0,-36-1 33,51 5-299,87 21-1,-124-19-258,-20-5-3036</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47.235"/>
    </inkml:context>
    <inkml:brush xml:id="br0">
      <inkml:brushProperty name="width" value="0.05" units="cm"/>
      <inkml:brushProperty name="height" value="0.05" units="cm"/>
    </inkml:brush>
  </inkml:definitions>
  <inkml:trace contextRef="#ctx0" brushRef="#br0">3 171 1808,'-1'-26'8054,"0"20"-7110,0 1 0,1-1 0,0 1 0,0-1 0,1 0 0,1-6 0,-2 10-877,1 0-1,0 0 1,-1 1-1,1-1 0,0 0 1,0 1-1,1-1 1,-1 1-1,0-1 1,0 1-1,1-1 1,-1 1-1,1 0 1,-1 0-1,1 0 0,-1 0 1,1 0-1,0 0 1,0 0-1,-1 0 1,1 1-1,3-2 1,4 1-59,0-1 0,0 1 1,0 1-1,0 0 1,0 0-1,0 1 1,12 2-1,26 0 83,-27-2-36,-7-1 57,-1 0 1,0 0-1,0-1 0,1-1 0,16-3 0,-28 4-34,1 1 0,-1-1 0,0 1 0,1-1-1,-1 0 1,0 1 0,0-1 0,0 0-1,1 0 1,-1 0 0,0 0 0,0 0 0,0 0-1,0 0 1,0 0 0,-1-1 0,1 1 0,0 0-1,-1 0 1,2-3 0,-1 0 142,0-1-1,-1 1 1,1 0-1,-1 0 1,0-7-1,0 2 22,0 9-188,2 15-820,7 42 762,21 63 0,-16-68-30,-2-11 75,25 60-1,27 35 93,-48-103-115,0-4 11,27 37 0,-26-41-14,27 52 0,-43-75-20,0 1 0,0-1 0,-1 0 0,1 0 0,-1 0 1,1 0-1,-1 0 0,0 1 0,0-1 0,0 0 0,0 0 0,0 0 0,-1 1 0,1-1 0,-1 0 1,0 3-1,-1-1 21,0 0 1,0-1-1,0 1 1,0 0 0,-1-1-1,1 0 1,-1 1-1,-3 2 1,-2 1-45,0-1 0,0 1 0,-1-1 0,0-1 0,0 0 0,-12 5 0,10-5-569,-18 6-2855,-1-2-4088,7-5-2326</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47.864"/>
    </inkml:context>
    <inkml:brush xml:id="br0">
      <inkml:brushProperty name="width" value="0.05" units="cm"/>
      <inkml:brushProperty name="height" value="0.05" units="cm"/>
    </inkml:brush>
  </inkml:definitions>
  <inkml:trace contextRef="#ctx0" brushRef="#br0">235 98 8,'-2'-13'9128,"-2"1"-4006,4 11-4828,-1-1 1,0 0-1,0 1 1,1-1-1,-1 0 1,1 0-1,0 0 1,0 1 0,-1-1-1,1 0 1,0 0-1,0 0 1,1 1-1,-1-1 1,0 0-1,1 0 1,-1 1-1,1-1 1,0-3-1,0 3-229,1 0-1,-1 0 0,0 0 1,1 0-1,-1 1 0,1-1 1,-1 0-1,1 1 0,0-1 1,0 1-1,-1-1 0,1 1 1,0 0-1,1 0 0,-1 0 1,2-1-1,3-3 28,-7 3 151,-3 3 349,-6 4-581,0 1 0,0 0 0,0 1 0,1 0 0,-13 13 0,7-8 61,0 0 0,-1-2 0,-1 1 0,-22 10 0,18-10-244,-15 6-2663,10-9-5311,5-2-2632</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50.298"/>
    </inkml:context>
    <inkml:brush xml:id="br0">
      <inkml:brushProperty name="width" value="0.05" units="cm"/>
      <inkml:brushProperty name="height" value="0.05" units="cm"/>
    </inkml:brush>
  </inkml:definitions>
  <inkml:trace contextRef="#ctx0" brushRef="#br0">28 186 8,'15'-19'-20,"-13"16"597,-1 0 0,1 0 0,-1 0 0,0 0 0,0 0 0,0 0 0,-1 0 1,1-5-1,-1 3 99,0 1 1,0-1-1,-1 0 0,1 1 1,-1 0-1,0-1 1,-1 1-1,1-1 1,-1 1-1,0 0 0,-3-5 1,0-1 227,2 5-251,0 0 0,0-1 0,0 1 0,0-1 0,1 0 0,0 0 0,1 0 0,-1 0-1,0-9 1,1 18 735,-1 8-739,-1 0 1,0 16-1,6 45 286,22 133 1,-4-118-373,-8-41-295,34 102 592,-7-22-264,-37-114-555,0 1-1,0 19 1,1 6 82,-1-14-59,0 38 0,-3-25-3567,-1-6-4611,1-13-3507</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51.282"/>
    </inkml:context>
    <inkml:brush xml:id="br0">
      <inkml:brushProperty name="width" value="0.05" units="cm"/>
      <inkml:brushProperty name="height" value="0.05" units="cm"/>
    </inkml:brush>
  </inkml:definitions>
  <inkml:trace contextRef="#ctx0" brushRef="#br0">55 59 8,'-18'-19'8103,"13"13"-5941,0 0-1,0 1 1,0-1-1,-8-5 1,13 11-2077,-1 0 0,1 0 0,0 0 1,0 0-1,0 0 0,0 0 0,0 0 1,0 0-1,-1 0 0,1 0 0,0 0 0,0-1 1,0 1-1,0 0 0,0 0 0,0 0 1,0 0-1,0 0 0,0 0 0,0 0 0,0-1 1,-1 1-1,1 0 0,0 0 0,0 0 1,0 0-1,0 0 0,0 0 0,0-1 0,0 1 1,0 0-1,0 0 0,0 0 0,0 0 1,0 0-1,0-1 0,1 1 0,-1 0 0,0 0 1,0 0-1,0 0 0,0 0 0,0 0 1,0-1-1,0 1 0,0 0 0,0 0 0,0 0 1,1 0-1,-1 0-64,0 0 0,0 0-1,1 0 1,-1 0 0,0 0 0,0 0 0,0 0-1,1 0 1,-1 0 0,0 1 0,0-1 0,0 0 0,0 0-1,1 0 1,-1 0 0,0 0 0,0 1 0,0-1-1,0 0 1,0 0 0,0 0 0,1 0 0,-1 1-1,0-1 1,0 0 0,0 0 0,0 0 0,0 1 0,0-1-1,0 0 1,0 0 0,0 0 0,0 1 0,0-1-1,0 0 1,0 0 0,0 1 0,0-1 0,0 0 0,0 0-1,0 0 1,0 1 0,0-1 0,0 16 46,0-11 39,1 1 0,-1-1-1,-1 1 1,1 0 0,-3 10-1,1-10-11,1 1-1,1-1 1,-1 1-1,1-1 1,1 1-1,-1-1 1,3 11-1,0 13 150,1 4-30,1 1 0,2-1 0,15 44-1,-12-47-103,15 61 147,28 89 329,-5-24-88,-33-115-401,-14-30-4590</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53.943"/>
    </inkml:context>
    <inkml:brush xml:id="br0">
      <inkml:brushProperty name="width" value="0.05" units="cm"/>
      <inkml:brushProperty name="height" value="0.05" units="cm"/>
    </inkml:brush>
  </inkml:definitions>
  <inkml:trace contextRef="#ctx0" brushRef="#br0">27 79 240,'-20'-9'9435,"20"9"-9182,-1 0 1,1 0-1,0 0 0,-1-1 0,1 1 1,0 0-1,-1 0 0,1-1 1,-1 1-1,1 0 0,0 0 0,0-1 1,-1 1-1,1 0 0,0-1 1,0 1-1,-1 0 0,1-1 0,0 1 1,0-1-1,0 1 0,0 0 0,-1-1 1,1 1-1,0-1 0,0 1 1,0 0-1,0-1 0,0 1 0,0-1 1,0 1-1,0-1 0,0 1 1,0 0-1,0-1 0,1 1 0,-1-1 1,0 1-1,0 0 0,0-1 1,0 1-1,1-1 0,-1 1 0,0 0 1,0-1-1,1 1 0,5-6-48,0 1 0,0 0 0,0 1 0,1-1-1,-1 1 1,1 1 0,0-1 0,0 1 0,1 0 0,-1 1 0,1 0-1,-1 0 1,1 0 0,12 0 0,-2 1-159,-1 0-1,1 2 1,-1 0-1,1 0 1,34 9-1,-50-9-46,0-1 0,1 1 0,-1 0 0,0-1 0,0 1 0,0 0 0,0 0 0,0 1 0,0-1 0,0 0 0,0 1 0,0-1 0,-1 1 0,1-1 0,0 1 0,2 4 0,-3-3-1,1 0 0,-1 1-1,0-1 1,-1 1 0,1 0 0,0-1-1,-1 1 1,0-1 0,0 7-1,-1 0 0,0-1-1,0 1 1,-1-1-1,-1 1 0,-3 9 1,3-10 11,0 1 1,1-1-1,0 1 1,0 0-1,1 10 1,1-16-6,-1 1 0,1-1 1,-1 1-1,1-1 0,-1 1 1,-1-1-1,1 1 0,-1-1 0,1 0 1,-1 0-1,-1 0 0,1 0 1,0 0-1,-1 0 0,0 0 1,0-1-1,0 0 0,0 1 1,-1-1-1,1 0 0,-1-1 0,1 1 1,-1-1-1,0 1 0,0-1 1,-7 2-1,0 4 251,13-6 742,6-3 508,31-5-1289,62-1 0,23-3-557,-110 8-310,12-3-643,-8 1-6963</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7:58.980"/>
    </inkml:context>
    <inkml:brush xml:id="br0">
      <inkml:brushProperty name="width" value="0.05" units="cm"/>
      <inkml:brushProperty name="height" value="0.05" units="cm"/>
    </inkml:brush>
  </inkml:definitions>
  <inkml:trace contextRef="#ctx0" brushRef="#br0">3852 59 8,'14'-5'48,"-3"0"53,1 1 1,-1 0-1,1 1 0,1 0 1,-1 0-1,18 0 0,10 1 4665,-36 1-3865,-1-1 1,1 1-1,0-1 1,-1 1-1,8-1 1,1 0 334,-1 0 1456,-12 2-2662,1 0 1,0 0-1,0 0 1,0 1 0,0-1-1,0 0 1,0 0-1,0 0 1,0 0-1,0 0 1,0 0-1,0 0 1,0 0 0,0 0-1,0 0 1,0 0-1,0 0 1,0 0-1,0 0 1,0 0-1,0 0 1,0 1 0,0-1-1,0 0 1,0 0-1,0 0 1,0 0-1,0 0 1,0 0-1,0 0 1,0 0 0,0 0-1,0 0 1,0 0-1,0 0 1,0 1-1,0-1 1,0 0-1,0 0 1,0 0 0,0 0-1,0 0 1,0 0-1,0 0 1,0 0-1,0 0 1,0 0-1,0 0 1,0 0-1,0 0 1,0 0 0,0 0-1,1 0 1,-1 0-1,0 0 1,0 0-1,0 0 1,0 0-1,0 0 1,0 0 0,-2 1 94,1-1 1,-1 1 0,1-1 0,-1 0-1,0 0 1,0 0 0,1 0-1,-1 0 1,-2-1 0,-2 1 112,-12-1 603,-32-6 1,-10-1-150,-19 7 336,-148 16 0,101 6-737,29-2-143,-11 1 40,35-11-86,36-3-44,-1-2-1,-47-1 1,57-6 3,-34-6 0,-5-2 9,26 9-26,-77 6 1,14 1-1,-40-9 7,-94 3-30,222 3-15,0 1 0,-19 5 0,18-4-18,-25 3-1,-194 3 251,90-7-51,-53 19-109,83-10 77,-56 7-41,117-14-44,-151 11 117,168-16 99,-41-3 1,46 2-190,0 1-1,-44 6 1,40-2-57,-48-2 0,-30-5 196,102 3-213,-1 0 0,1 1 0,0 0 0,-19 6 0,16-4 25,0-1 1,-24 2 0,-2-2 37,-47 8 1,6 0 16,64-9-761,4 0 1018,-26 5 0,23-1-3609,1 3-3922</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08.065"/>
    </inkml:context>
    <inkml:brush xml:id="br0">
      <inkml:brushProperty name="width" value="0.05" units="cm"/>
      <inkml:brushProperty name="height" value="0.05" units="cm"/>
    </inkml:brush>
  </inkml:definitions>
  <inkml:trace contextRef="#ctx0" brushRef="#br0">781 25 8,'0'-1'399,"1"0"0,-1 0-1,0 1 1,1-1 0,0 0 0,-1 0-1,1 0 1,-1 1 0,1-1 0,0 0-1,-1 1 1,1-1 0,0 1 0,0-1-1,0 1 1,-1-1 0,1 1 0,0-1 0,0 1-1,0 0 1,0-1 0,2 1 0,28-8 3571,-22 6-2069,-1 2-990,-6 0-348,-4 0-508,2 0-63,-4 7-148,4-6 189,0 0 0,-1 0 0,1 0 0,-1 0 0,1 0 0,-1 0 0,1 0 0,-1 0 0,0 0 0,0 0 0,1 0 0,-1 0 0,0 0 0,0 0 0,0-1 0,0 1 0,0 0 0,0-1 0,0 1 0,0 0 0,0-1 0,0 0 0,-1 1 0,1-1 0,0 0 0,0 1 0,-2-1 0,-38 6 917,39-6-919,-43 3 475,10-1-318,-61 10 0,69-7-92,-1-2 1,-40 0-1,13-1 103,-110 12 514,109-13-309,25 7-313,19-4 140,11-1 505,7-2 47,3-1-783,0 2 1,0-1 0,0 1-1,-1 0 1,1 1 0,11 5-1,12 3 7,6 0 1,81 26-75,-93-27 20,0 1 0,33 19-1,-49-25 3,0 1-1,-1 1 0,16 13 0,-23-18 25,-1 0-1,1 0 1,0-1 0,-1 1-1,1 0 1,-1 0 0,0 1-1,1-1 1,-1 0 0,0 0-1,0 1 1,-1-1-1,1 0 1,0 1 0,-1-1-1,1 1 1,-1-1 0,0 1-1,0-1 1,0 1-1,0-1 1,0 1 0,-2 3-1,1-3 19,0-1-1,0 0 1,0 0 0,0 0-1,0 0 1,0-1-1,-1 1 1,1 0 0,-1 0-1,0-1 1,1 1-1,-1-1 1,-2 2-1,-29 15 61,15-9-26,-20 10-18,-44 16 0,-24 12-31,65-27-5,15-7 19,-36 22 1,37-18-22,-21 15-9,23-16 9,15-10 22,-1 0 0,-8 9-1,-2 0 4,18-14-5,-1 0 1,1-1-1,-1 1 0,1 1 0,-1-1 0,1 0 0,0 0 1,0 0-1,-1 1 0,1-1 0,0 1 0,0-1 0,0 1 1,1-1-1,-1 1 0,0 0 0,0-1 0,1 1 0,-1 0 1,1-1-1,0 1 0,-1 0 0,1 3 0,0-5 2,0 1 0,0-1 0,0 0 0,0 1-1,-1-1 1,1 1 0,0-1 0,0 0 0,0 1 0,-1-1-1,1 0 1,0 1 0,0-1 0,-1 0 0,1 1 0,0-1-1,-1 0 1,1 0 0,-1 1 0,1-1 1,0 0 1,-1 0-1,1 0 0,0 0 1,0 1-1,-1-1 1,1 0-1,0 0 0,0 0 1,0 0-1,-1 0 1,1 1-1,0-1 0,0 0 1,0 0-1,0 0 1,0 1-1,-1-1 0,1 0 1,0 0-1,0 1 1,0-1-1,0 0 0,0 0 1,0 1-1,0-1 0,0 0 1,0 0-1,0 1 1,0-1-1,0 0 0,0 0 1,0 1-1,0-1 1,0 0-1,0 0 0,0 1 1,0-1-1,0 0 1,1 0-1,-1 1 0,0-1 1,0 0-1,0 0 1,0 0-1,0 1 0,1-1 1,-1 0-1,0 0 0,1 0 1,23 1 739,-13-2-532,328-8 15,14-5-1805,-334 14 186,-11 1-758,0-1-3501</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21.669"/>
    </inkml:context>
    <inkml:brush xml:id="br0">
      <inkml:brushProperty name="width" value="0.05" units="cm"/>
      <inkml:brushProperty name="height" value="0.05" units="cm"/>
    </inkml:brush>
  </inkml:definitions>
  <inkml:trace contextRef="#ctx0" brushRef="#br0">0 170 8,'10'-24'25834,"-10"24"-25681,-1-18-22,-5 6 322,8 14-447,-1-1-1,1 1 1,-1 0-1,0 0 1,1-1-1,-1 1 1,0 0-1,0 0 1,0 0-1,0 4 1,8 13 16,19 22 51,20 26 107,-33-48-118,-2 0 0,22 39-1,-28-44-42,-6-9-14,1-1 0,0 0 0,0 0 0,0 0 1,1-1-1,2 5 0,-2-3 43,-3-4-37,0-1 1,0 0-1,1 1 0,-1-1 1,0 0-1,0 0 0,0 1 1,0-1-1,0 0 0,0 0 1,1 1-1,-1-1 0,0 0 1,0 0-1,1 1 0,-1-1 1,0 0-1,0 0 0,1 0 1,-1 1-1,0-1 0,0 0 1,1 0-1,-1 0 1,0 0-1,1 0 0,-1 0 1,0 0-1,1 1 0,3-1 50,0 0 0,0 1 0,0 0 0,0 0 0,0 0 1,0 0-1,0 1 0,6 3 0,-9-5-49,-1 0 0,1 0 1,-1-1-1,1 1 0,-1 0 0,1 0 1,-1 0-1,1 0 0,-1-1 1,1 1-1,-1 0 0,0-1 1,1 1-1,-1 0 0,0-1 0,1 1 1,-1 0-1,0-1 0,1 1 1,-1-1-1,1 0 0,7-11 375,-4 1-386,0-1 0,0 1 0,-1-1 0,-1 0 0,0 0-1,0 0 1,-1 0 0,-1 0 0,0 0 0,-1 0 0,-3-16 0,-1 5-4,3 19 0,1 0-1,0 0 1,0 1-1,0-8 1,1 11-31,18 18-466,-7-9 494,22 16 0,-24-18 10,1 0 1,-1 0-1,12 13 1,12 12-51,-24-24 49,1 1 0,9 13-1,-2-7-1,-14-14-1,-1 1-1,0 0 1,1 0-1,-1 0 1,0 0-1,3 5 1,8 5-23,-5-6 62,-7-14 58,0-1 0,-1 1 0,0-17 0,-3 4-99,-1 1 1,0-1-1,-2 1 1,0 0-1,-1 0 1,-18-34-1,4 1-8,14 32 27,-14-53-11,20 71 10,0 0-1,1 0 1,0 0-1,0 0 0,0 0 1,0 0-1,0 0 0,1 0 1,1-5-1,-2 8-103,0-1 0,0 0 0,1 0 0,-1 0 0,1 1 0,-1-1 0,1 0 0,-1 1 0,1-1 0,-1 0 0,1 1 0,-1-1 0,1 0 0,0 1 0,1-1 0,-2 0-169,1 1 0,0 0 1,0 0-1,-1 0 0,1-1 0,0 1 1,0 0-1,0 0 0,-1 0 0,1 0 1,0 0-1,0 1 0,0-1 0,-1 0 1,1 0-1,0 0 0,0 1 1,-1-1-1,2 1 0</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22.858"/>
    </inkml:context>
    <inkml:brush xml:id="br0">
      <inkml:brushProperty name="width" value="0.05" units="cm"/>
      <inkml:brushProperty name="height" value="0.05" units="cm"/>
    </inkml:brush>
  </inkml:definitions>
  <inkml:trace contextRef="#ctx0" brushRef="#br0">246 83 5009,'-16'-8'7526,"7"3"-5574,-8-7 705,-19-9 0,19 12-1647,-1 1 0,-34-11 1,49 19-994,1-1 0,0 1 0,-1 0 0,1 0 0,-1 0 1,1 0-1,0 1 0,-1-1 0,1 1 0,-1-1 0,1 1 0,-3 1 1,0 0-27,0 1-1,0-1 1,0 1 0,-5 4 0,8-6 11,1 1 1,-1 0-1,1 0 0,-1-1 1,1 1-1,0 0 0,0 0 1,0 0-1,0 0 0,0 0 1,0 1-1,1-1 0,-1 0 1,1 0-1,-1 0 0,1 1 1,0-1-1,0 0 0,0 1 1,0-1-1,1 0 0,-1 0 1,0 1-1,2 1 0,1 10 113,1 0 0,11 24-1,-9-23-80,19 47 70,29 82-1,-25-59 9,12 36-131,-36-107 18,-1 0-1,-1 0 1,0 0 0,1 25-1,-4-38 23,0 1-1,0-1 1,0 0-1,0 0 0,1 0 1,-1 0-1,0 0 0,0 0 1,1 1-1,-1-1 1,0 0-1,1 0 0,-1 0 1,1 0-1,0 0 1,-1 0-1,1 0 0,0-1 1,0 1-1,-1 0 1,1 0-1,0 0 0,0-1 1,0 1-1,0 0 0,0-1 1,1 1-1,2 0 42,0-1 0,0 1-1,0-1 1,0 0 0,-1 0 0,1 0-1,0-1 1,0 0 0,0 1 0,5-3 0,21-3-50,173-10-78,-197 16-422,12-1 69,-11-2-2053</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23.529"/>
    </inkml:context>
    <inkml:brush xml:id="br0">
      <inkml:brushProperty name="width" value="0.05" units="cm"/>
      <inkml:brushProperty name="height" value="0.05" units="cm"/>
    </inkml:brush>
  </inkml:definitions>
  <inkml:trace contextRef="#ctx0" brushRef="#br0">9 68 6017,'-7'-15'11161,"5"12"-8287,4 8-772,1-1-2082,0 0 0,0 1-1,1-1 1,0-1 0,0 1 0,6 4 0,-5-3 16,3 3 47,1-1 0,0 1 0,1-2 1,0 1-1,0-1 0,0-1 0,1 1 1,-1-2-1,13 4 0,-22-8-48,0 0 1,-1 0-1,1 0 1,-1 0-1,1 0 1,-1 0-1,1-1 1,-1 1-1,1 0 0,-1 0 1,1-1-1,-1 1 1,1 0-1,-1-1 1,1 1-1,-1 0 1,1-1-1,-1 1 1,0-1-1,1 1 0,-1-1 1,0 1-1,1-1 1,-1 1-1,0-1 1,0 1-1,0-1 1,1 1-1,-1-1 1,0 0-1,4-20 68,-4 12-103,0-2 11,0-1 1,0 1-1,1-1 1,1 1-1,3-14 1,-4 23-19,0 0 0,-1 0 1,1 0-1,0 0 0,0 1 0,0-1 1,0 0-1,0 1 0,0-1 0,1 0 1,-1 1-1,0 0 0,1-1 0,-1 1 1,1 0-1,0 0 0,-1 0 0,1 0 1,2-1-1,-1 1-20,0 0 0,0 1 0,0-1 0,-1 1 0,1 0 0,0 0 0,0 0 0,0 0 0,0 1 0,0-1 1,-1 1-1,1 0 0,5 1 0,20 10-42,34 19 1,-13-6 26,-35-18 6,-1 0 1,1 1-1,-1 0 1,-1 1-1,0 1 0,18 16 1,-30-25-35,0-1 0,1 1 1,-1-1-1,1 1 0,-1-1 1,1 1-1,-1-1 0,0 1 0,1-1 1,-1 1-1,0 0 0,0-1 1,0 1-1,1 0 0,-1-1 1,0 1-1,0 0 0,0-1 1,0 1-1,0 1 0,0-2-90,-1 1 0,1-1 0,0 0 1,0 1-1,-1-1 0,1 0 0,0 1 0,-1-1 0,1 1 0,-1-1 0,1 0 0,0 0 0,-1 1 1,1-1-1,-1 0 0,1 0 0,-1 0 0,1 1 0,-1-1 0,0 0 0,-2 1-1216,-1-1 0,0 0 0,1 1-1,-1-1 1,0-1 0,-3 1 0,-12-3-7653</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24.425"/>
    </inkml:context>
    <inkml:brush xml:id="br0">
      <inkml:brushProperty name="width" value="0.05" units="cm"/>
      <inkml:brushProperty name="height" value="0.05" units="cm"/>
    </inkml:brush>
  </inkml:definitions>
  <inkml:trace contextRef="#ctx0" brushRef="#br0">1 79 296,'7'-8'3416,"-5"6"-3094,-1 0-1,1 0 1,0 0-1,0 1 1,0-1-1,0 1 1,0-1-1,0 1 1,0 0-1,0-1 1,0 1 0,1 0-1,-1 0 1,5 0-1,27-5 2411,53-1 0,-87 7-2646,0 0 0,1 0 1,-1 0-1,0 0 0,1 0 0,-1 0 0,0 0 1,1-1-1,-1 1 0,0 0 0,1 0 0,-1 0 1,0 0-1,1 0 0,-1-1 0,0 1 0,0 0 1,1 0-1,-1 0 0,0-1 0,0 1 0,1 0 1,-1 0-1,0-1 0,0 1 0,0 0 0,1-1 1,-1 1-1,0-1 0,1-11 1479,-1 12-1465,0-1 0,0 0 1,0 0-1,0 0 0,0 1 0,0-1 0,0 0 0,0 0 0,0 0 0,0 1 0,0-1 0,1 0 0,-1 0 0,0 1 0,1-1 0,-1 0 0,0 0 0,1 1 0,-1-1 0,1 0 0,-1 1 0,2-2 0,5 6-113,0 1-1,-1-1 1,1 1 0,-1 1-1,0-1 1,0 1 0,9 11-1,32 52 86,-27-37-68,37 71 94,-52-94-101,0 0 1,-1 0-1,0 1 1,-1-1-1,0 1 1,0 0-1,-1-1 0,0 1 1,0 14-1,-1-16 13,1 0-1,0 0 1,4 9-1,0 1 8,-2-8-16,0-1-1,0 0 1,11 16 0,-10-20-9,0 0 0,0 0 0,0 0 0,0-1 0,1 0 0,-1 0 0,1 0 0,10 4 0,-16-8-6,0 0 1,0 0-1,1 0 1,-1 0-1,0 0 0,0 0 1,0 0-1,1 0 1,-1 1-1,0-1 1,0 0-1,0 0 1,1 0-1,-1 0 1,0 1-1,0-1 0,0 0 1,0 0-1,0 1 1,1-1-1,-1 0 1,0 0-1,0 0 1,0 1-1,0-1 1,0 0-1,0 0 0,0 1 1,0-1-1,0 0 1,0 0-1,0 1 1,0-1-1,0 0 1,0 0-1,0 1 1,0-1-1,-10 10-132,-21 8 291,24-15-148,-5 3-267,-1-1 1,1-1-1,-1 0 1,-23 4-1,-16 5-9063,29-6 63</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12.740"/>
    </inkml:context>
    <inkml:brush xml:id="br0">
      <inkml:brushProperty name="width" value="0.05" units="cm"/>
      <inkml:brushProperty name="height" value="0.05" units="cm"/>
    </inkml:brush>
  </inkml:definitions>
  <inkml:trace contextRef="#ctx0" brushRef="#br0">1 7 8,'7'-3'4216,"-6"3"-4087,-1-1 0,1 1 0,-1 0 0,0-1 0,1 1 0,-1 0 0,1 0 0,-1-1 0,1 1 0,-1 0 0,1 0 0,-1 0 0,1 0 0,-1 0 0,1 0 0,-1 0 0,1 0 0,-1 0 0,1 0 0,-1 0 0,1 0 0,-1 0 0,1 0 0,-1 0 0,2 1 0,-2-1-120,0 0 0,0 0 0,1 0 0,-1 0 0,0 0 0,0 0 0,1 0 0,-1 1 0,0-1 0,0 0 0,1 0 0,-1 0 0,0 0 0,0 1 0,1-1 0,-1 0 0,0 0 0,0 0 0,0 1 0,1-1 0,-1 0 0,0 0 0,0 1 0,0-1 0,0 0 0,0 0 0,0 1 0,0-1 0,1 0 0,-1 0 0,0 1 0,0-1 0,0 0 0,0 1 0,0-1 0,0 0 0,0 0 1,0 1-1,-1-1 0,1 0 0,0 1 0,0-1 0,0 0 0,0 0 0,0 1 0,0-1 0,0 0 0,-1 0 0,1 1 0,0-1 0,0 0 0,0 0 0,-1 0 0,1 1 0,0-1 0,0 0 0,-1 0 0,-1 4 305,-2 0 125,4-4-334,0 0 1,0 1-1,0-1 0,-1 0 1,1 0-1,0 0 1,0 1-1,0-1 0,0 0 1,0 0-1,-1 0 0,1 1 1,0-1-1,0 0 0,0 0 1,0 1-1,0-1 0,0 0 1,0 0-1,0 1 0,0-1 1,0 0-1,0 0 0,0 1 1,0-1-1,0 0 1,0 0-1,0 1 0,0-1 1,0 0-1,4 24 1978,1-7-1645,-3-14-432,-1 1 0,0-1-1,-1 0 1,1 0 0,0 0 0,-1 5 0,3 35 343,-3-42-271,0 0-1,0 0 0,1-1 0,-1 1 1,0 0-1,0 0 0,0-1 1,1 1-1,-1 0 0,0 0 1,1-1-1,-1 1 0,1 0 1,-1-1-1,0 1 0,1 0 1,0-1-1,-1 1 0,1-1 0,-1 1 1,1-1-1,0 1 0,-1-1 1,1 1-1,0-1 0,-1 0 1,1 1-1,0-1 0,0 0 1,-1 0-1,1 0 0,0 1 0,0-1 1,0 0-1,-1 0 0,2 0 1,4 0 272,1 0 1,-1-1-1,11-1 1,-9 0-545,-7 2 213,0 0 0,0 0-1,0 0 1,-1 0 0,1 0 0,0 0-1,0 0 1,0 0 0,-1-1-1,1 1 1,0 0 0,0-1 0,-1 1-1,1-1 1,0 1 0,-1-1 0,1 1-1,0-1 1,-1 1 0,1-1 0,-1 1-1,1-1 1,-1 0 0,1 1 0,-1-1-1,0 0 1,1 0 0,-1 1-1,0-1 1,1 0 0,-1 0 0,0 0-1,0 1 1,0-3 0,0-1 3,-1 0-1,0 0 1,0 0-1,0 0 1,0 0 0,-3-4-1,3 5 24,0 1 1,0 0-1,0-1 0,0 1 0,0-1 1,1 1-1,-1-1 0,1 1 0,-1-1 1,1 0-1,0 1 0,0-1 0,0 1 1,1-5-1,1 5-30,1 0 0,-1 0 0,1 0 0,-1 1 1,1 0-1,0-1 0,0 1 0,0 0 0,-1 0 0,4 0 0,-1 0-14,-1 1 0,0 0 0,0 0 0,0 1 0,0-1 0,0 1 0,0 0-1,0 0 1,0 0 0,0 0 0,0 1 0,-1 0 0,1 0 0,6 4 0,1 3-3,0 0 0,0 0 0,8 12 0,14 11 74,-15-20-6,-14-10-50,-1 1 0,1-1-1,-1 1 1,0-1 0,0 1-1,4 4 1,-5-4 543</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13.271"/>
    </inkml:context>
    <inkml:brush xml:id="br0">
      <inkml:brushProperty name="width" value="0.05" units="cm"/>
      <inkml:brushProperty name="height" value="0.05" units="cm"/>
    </inkml:brush>
  </inkml:definitions>
  <inkml:trace contextRef="#ctx0" brushRef="#br0">203 9 1824,'-1'-1'7147,"-3"1"-4040,-9-2-1889,-7 0-697,-41 2 1,1 0-4247,31-2-2288,15 0 1420</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13.644"/>
    </inkml:context>
    <inkml:brush xml:id="br0">
      <inkml:brushProperty name="width" value="0.05" units="cm"/>
      <inkml:brushProperty name="height" value="0.05" units="cm"/>
    </inkml:brush>
  </inkml:definitions>
  <inkml:trace contextRef="#ctx0" brushRef="#br0">178 5 3465,'-11'-2'6167,"-1"0"-3571,12 2-2521,0 0 0,0 0 0,0 0 0,-1 0 0,1 0 0,0 0 0,0 0 0,0 0 0,-1 0-1,1 0 1,0 0 0,0 0 0,0 0 0,0 1 0,-1-1 0,1 0 0,0 0 0,0 0 0,0 0 0,0 0-1,-1 0 1,1 1 0,0-1 0,0 0 0,0 0 0,0 0 0,0 0 0,0 1 0,0-1 0,0 0-1,-1 0 1,1 0 0,0 1 0,0-1 0,0 0 0,0 0 0,0 0 0,0 1 0,0-1 0,0 1-54,0-1 1,0 1-1,0 0 1,-1-1-1,1 1 1,0 0 0,-1-1-1,1 1 1,0-1-1,-1 1 1,1 0-1,-1-1 1,1 1-1,-1-1 1,1 0 0,-1 1-1,1-1 1,-1 1-1,1-1 1,-1 0-1,0 1 1,1-1 0,-1 0-1,1 1 1,-1-1-1,0 0 1,1 0-1,-1 0 1,0 0-1,0 0 1,-1 0 0,-24 1 224,26-2-250,-9 1-90,-40-4-1955,17 2-4277,16 0-1354</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14.316"/>
    </inkml:context>
    <inkml:brush xml:id="br0">
      <inkml:brushProperty name="width" value="0.05" units="cm"/>
      <inkml:brushProperty name="height" value="0.05" units="cm"/>
    </inkml:brush>
  </inkml:definitions>
  <inkml:trace contextRef="#ctx0" brushRef="#br0">164 189 664,'-13'-17'9132,"-4"2"-4696,-22-6-493,39 21-3923,0 0 1,0-1 0,-1 1 0,1 0-1,0 0 1,0 0 0,-1 0 0,1 0 0,0 0-1,-1 0 1,1 0 0,0 0 0,0 0-1,-1 1 1,1-1 0,0 0 0,0 0 0,-1 0-1,1 0 1,0 0 0,0 0 0,0 1-1,-1-1 1,1 0 0,0 0 0,0 0 0,0 0-1,-1 1 1,1-1 0,0 0 0,0 0 0,0 0-1,0 1 1,0-1 0,-1 1 0,-4 14 139,4-9-142,0 0 0,0 0 1,1 11-1,0-13 11,1 0-1,0 0 0,0 0 1,0-1-1,0 1 1,1 0-1,-1-1 1,5 7-1,-6-9-18,1 1 19,0 0 1,-1-1 0,1 1 0,0-1-1,0 1 1,0-1 0,0 0 0,1 1 0,-1-1-1,0 0 1,0 0 0,1 0 0,-1 0-1,1 0 1,-1 0 0,1 0 0,-1 0-1,1-1 1,0 1 0,-1-1 0,3 1-1,5 3 28,0-2 0,0 1 0,0-1 0,0-1 0,1 0 0,-1 0 0,1 0 0,-1-2 0,1 1 0,-1-1 0,0 0 0,1-1 0,-1 0 0,0 0 0,0-1 0,11-5-1,-19 7-49,1 0-1,0 0 1,-1 0-1,1 0 1,-1-1-1,1 1 0,-1 0 1,1-1-1,-1 1 1,0-1-1,0 0 0,0 1 1,0-1-1,0 0 1,0 1-1,0-1 0,0 0 1,-1 0-1,1 0 1,-1 0-1,1 0 0,-1 0 1,0 0-1,0 0 1,0 0-1,0 0 1,0 1-1,0-1 0,-1 0 1,1 0-1,-1 0 1,0-2-1,-1-3-31,0 1 0,-1-1 0,0 1 0,0 0 0,-1 0 0,1 0 0,-9-10 0,2 5-30,-1 1 0,1 0-1,-2 1 1,1 0-1,-1 1 1,-1 0 0,-16-7-1,-35-12-2046,0 9-4349,40 12 1618,3 4-2386</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15.453"/>
    </inkml:context>
    <inkml:brush xml:id="br0">
      <inkml:brushProperty name="width" value="0.05" units="cm"/>
      <inkml:brushProperty name="height" value="0.05" units="cm"/>
    </inkml:brush>
  </inkml:definitions>
  <inkml:trace contextRef="#ctx0" brushRef="#br0">2 0 8,'-1'7'15738,"0"5"-13599,3-9-1866,-1 0 0,1 0 0,-1 0 1,1 0-1,0 0 0,5 4 0,-6-6-191,14 23 441,-13-19-443,1-1 1,-1 1-1,1-1 0,6 7 0,11 15 167,-7-7-194,-11-11 1112</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16.047"/>
    </inkml:context>
    <inkml:brush xml:id="br0">
      <inkml:brushProperty name="width" value="0.05" units="cm"/>
      <inkml:brushProperty name="height" value="0.05" units="cm"/>
    </inkml:brush>
  </inkml:definitions>
  <inkml:trace contextRef="#ctx0" brushRef="#br0">1 24 640,'14'-7'5152,"14"2"-2142,-19 4-2238,28-3 667,45 2 1,20-1-230,-102 2-1198,1 1 1,-1 0-1,1 0 1,-1 0-1,1 0 0,-1-1 1,0 1-1,1 0 1,-1 0-1,1 0 1,-1 0-1,1 0 0,-1 0 1,1 0-1,-1 1 1,1-1-1,-1 0 0,1 0 1,-1 0-1,0 0 1,1 1-1,-1-1 1,1 0-1,0 1 0,-10 5 523,-20 7 456,23-11-901,-91 24 679,75-21-641,21-5-127,-1 0 0,1 1 0,0-1 0,0 0-1,0 1 1,0-1 0,-1 1 0,1 0 0,0-1 0,0 1-1,0 0 1,0 0 0,0-1 0,1 1 0,-2 1 0,3 0 51,0-1 0,1 0 1,-1 1-1,1-1 0,-1 0 1,1 0-1,-1 0 1,1 0-1,0 0 0,1 0 1,21 10 132,1-2 0,38 9-1,3 2-362,39 19-362,-104-39 527,-1 0 0,0 0 0,1 0 1,-1 0-1,1 0 0,-1 0 0,1 1 1,-1-1-1,0 0 0,1 0 0,-1 1 1,1-1-1,-1 0 0,0 0 0,1 1 0,-1-1 1,0 0-1,1 1 0,-1-1 0,0 1 1,0-1-1,1 0 0,-1 1 0,0-1 1,0 1-1,0-1 0,0 1 0,1-1 1,-1 0-1,0 2 0,0-2 20,-1 1-1,1 0 0,-1 0 1,1 0-1,0-1 0,-1 1 1,1 0-1,-1 0 0,0-1 1,1 1-1,-1-1 1,0 1-1,1 0 0,-2 0 1,-30 16 577,32-17-578,-13 6 51,-1-2 0,0 0 1,0 0-1,0-1 0,-22 1 0,-10-1-6565,28-2-3265</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16.473"/>
    </inkml:context>
    <inkml:brush xml:id="br0">
      <inkml:brushProperty name="width" value="0.05" units="cm"/>
      <inkml:brushProperty name="height" value="0.05" units="cm"/>
    </inkml:brush>
  </inkml:definitions>
  <inkml:trace contextRef="#ctx0" brushRef="#br0">219 40 9706,'-19'-11'4844,"9"6"-3314,-1 0 1,1 0-1,-22-6 0,29 10-1496,-1 0-1,0 1 1,0-1 0,0 1-1,0 0 1,0 0 0,0 1-1,0-1 1,0 1 0,0 0-1,0 0 1,0 0 0,1 0 0,-1 1-1,-4 2 1,-18 15-1103,11-8-2305,-2-1-4220,5-5-1571</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16.895"/>
    </inkml:context>
    <inkml:brush xml:id="br0">
      <inkml:brushProperty name="width" value="0.05" units="cm"/>
      <inkml:brushProperty name="height" value="0.05" units="cm"/>
    </inkml:brush>
  </inkml:definitions>
  <inkml:trace contextRef="#ctx0" brushRef="#br0">5 8 11402,'-4'-7'7279,"11"8"-5045,13 9-2474,-4 1 183,1 0-1,-2 1 1,0 1 0,0 1-1,22 27 1,-35-38-14,-1-1-1,1 1 1,0 0-1,-1 0 1,0 0 0,0 0-1,2 5 1,-4 7-2262,1-14 1887,0 0-1,-1-1 0,1 1 1,0 0-1,-1 0 0,1 0 1,-1-1-1,0 1 0,1 0 1,-1-1-1,0 1 1,1 0-1,-1-1 0,-1 2 1</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28.212"/>
    </inkml:context>
    <inkml:brush xml:id="br0">
      <inkml:brushProperty name="width" value="0.05" units="cm"/>
      <inkml:brushProperty name="height" value="0.05" units="cm"/>
    </inkml:brush>
  </inkml:definitions>
  <inkml:trace contextRef="#ctx0" brushRef="#br0">34 111 8,'0'-3'714,"0"0"-1,-1 0 1,0 0-1,1 0 1,-1 0 0,-1 0-1,1 0 1,0 1-1,0-1 1,-3-3 0,2 3 22,0 0 1,1 0 0,-1 0 0,1-1 0,0 1 0,0 0-1,-1-6 1,-2-9 1581,2 14-1819,1 1-1,0-1 1,1 0-1,-1 1 1,1-5-1,0 8-302,3 2 1781,5 25 1057,3 15-2140,-7-28-650,0 0-1,3 26 0,5 24 164,-4-21 167,24 86 0,-20-93-410,-2 2 0,-2-1 0,5 49 0,-7 21-106,-6-104-30,0 0 0,0 0 0,0 1 0,0-1 0,1 0 0,0 0 1,0 0-1,-1 0 0,2 0 0,0 2 0,4 1-1102</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29.384"/>
    </inkml:context>
    <inkml:brush xml:id="br0">
      <inkml:brushProperty name="width" value="0.05" units="cm"/>
      <inkml:brushProperty name="height" value="0.05" units="cm"/>
    </inkml:brush>
  </inkml:definitions>
  <inkml:trace contextRef="#ctx0" brushRef="#br0">12 71 8,'-3'-36'16085,"0"13"-12287,-2 11 241,6 15-4044,0-1-1,0 0 0,0 1 1,0-1-1,-1 0 0,1 1 1,-1-1-1,1 1 0,-1-1 0,0 0 1,0 5-1,0 4 38,21 93 341,-3-17-73,41 196 725,-40-187-701,-18-91-294,0 0 0,-1 0 1,1 1-1,-2 8 0,1-3 26,0-10-203</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30.771"/>
    </inkml:context>
    <inkml:brush xml:id="br0">
      <inkml:brushProperty name="width" value="0.05" units="cm"/>
      <inkml:brushProperty name="height" value="0.05" units="cm"/>
    </inkml:brush>
  </inkml:definitions>
  <inkml:trace contextRef="#ctx0" brushRef="#br0">4 109 2673,'-3'3'18472,"3"-6"-18197,1 1 1,-1 0 0,1 0-1,0 0 1,0 0 0,0-1-1,0 1 1,0 0 0,0 1 0,2-4-1,20-23-37,-11 13-61,-9 11-162,0 1 0,0-1 0,0 1 0,1-1-1,0 1 1,-1 0 0,1 1 0,0-1 0,0 1 0,1 0 0,-1 0 0,8-3 0,-10 5-23,0-1 0,0 1 0,0-1 1,1 1-1,-1 0 0,0 0 0,0 0 0,0 0 1,0 0-1,0 1 0,1-1 0,-1 1 0,0-1 1,0 1-1,0 0 0,0 0 0,0 0 0,0 0 1,-1 0-1,1 0 0,0 0 0,0 1 0,-1-1 1,1 1-1,-1-1 0,1 1 0,-1 0 0,0-1 1,2 4-1,2 3 0,0-1 0,-1 1 0,0 0 0,0 1 0,4 15 0,-7-18 0,1 1 0,-1-1 0,-1 1 0,1 11 0,-2-14 4,1-1 0,-1 0 0,1 0 1,-1 0-1,0 0 0,0 0 0,-1 0 0,1-1 1,0 1-1,-1 0 0,0 0 0,-2 2 1,-41 54 17,36-50-16,7-7 2,0-1 0,0 1 1,1 0-1,-1-1 0,1 1 0,0 0 1,-1 0-1,1 0 0,-1 3 0,-3 4-28,4-8 25,0-1 1,1 1-1,-1 0 0,0 0 1,1 0-1,-1 0 0,1 0 1,0 0-1,-1 0 0,1 0 1,0 0-1,0 1 1,-1-1-1,1 1 0,1-1 69,0-1-1,0 1 0,1-1 1,-1 0-1,0 1 0,0-1 1,0 0-1,1 1 0,-1-1 1,0 0-1,0 0 0,0 0 1,1 0-1,-1 0 1,0 0-1,0-1 0,2 0 1,29-3-23,7-1-47,0 1 0,72 2 0,-70 4-3618,0 1-3714</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39.538"/>
    </inkml:context>
    <inkml:brush xml:id="br0">
      <inkml:brushProperty name="width" value="0.05" units="cm"/>
      <inkml:brushProperty name="height" value="0.05" units="cm"/>
    </inkml:brush>
  </inkml:definitions>
  <inkml:trace contextRef="#ctx0" brushRef="#br0">4 21 8,'-3'-5'24623,"15"25"-23075,9 27-1500,-15-30-23,2 5-20,-5-12 20,1 0-1,6 11 1,11 17 183,-19-34-196,0 0 1,1 0-1,-2 0 1,1 0-1,2 7 1,6 14 92,-5-15-53,-4-8-46,0-1 0,0 1 0,0-1 1,0 1-1,-1 0 0,1-1 0,-1 1 0,1 0 1,-1 0-1,1 3 0,-1-5 82,-6-22 1458,4 5-1525,0-1 0,2 1 1,1-18-1,0 28-20,-1 1 1,2-1-1,-1 1 0,0-1 1,1 1-1,1 0 0,-1 0 1,1 0-1,0 0 0,0 1 1,6-8-1,-1 1 7,0 2-1,17-17 0,-23 25-13,0 0 1,0 1-1,0-1 1,1 0-1,-1 1 1,0-1 0,1 1-1,-1 0 1,1 0-1,-1 0 1,1 0-1,0 1 1,-1-1 0,6 0-1,-6 1-16,1 1 0,0-1 0,-1 1 0,1-1 0,-1 1 0,1 0 0,-1 0 0,1 0 1,-1 0-1,1 1 0,-1-1 0,0 1 0,0-1 0,0 1 0,2 2 0,5 5 19,-1 0 1,7 11-1,-3-5 2,105 137 10,-116-150-9,0-1-1,0 1 0,0-1 1,-1 1-1,1-1 0,0 1 1,-1 0-1,0-1 0,1 1 1,-1 0-1,0 1 0,0-2 1,-1-5 138,0 0 0,0-1-1,0 1 1,0 0-1,0-8 1,1 12-135,-10-60 26,6 39-11,-3-32 0,6 42-19,1-1-5,1-24 0,-1 32 5,1 1-1,-1-1 1,1 1-1,0-1 1,0 0-1,1 1 1,-1 0-1,1-1 1,0 1-1,4-6 1,-5 8-8,0 1 1,0-1-1,0 0 1,0 1-1,1-1 1,-1 0-1,0 1 1,0 0 0,1-1-1,-1 1 1,0 0-1,1 0 1,-1-1-1,0 1 1,1 0-1,-1 0 1,0 1 0,1-1-1,-1 0 1,0 0-1,2 1 1,29 9-92,13 14 65,-1 1 0,54 42 1,-78-53 18,-8-6-4,-3-2-23,1 0 0,-1 1 0,0 1 0,-1 0 0,9 9-1,-17-17 13,0 0 0,0 1 0,1-1-1,-1 0 1,0 0 0,0 0 0,0 0 0,0 0-1,0 1 1,0-1 0,0 0 0,1 0-1,-1 0 1,0 1 0,0-1 0,0 0-1,0 0 1,0 0 0,0 1 0,0-1 0,0 0-1,0 0 1,0 0 0,0 1 0,0-1-1,0 0 1,0 0 0,0 0 0,0 1-1,-1-1 1,1 0 0,0 0 0,0 0 0,0 0-1,0 1 1,0-1 0,0 0 0,0 0-1,-1 0 1,1 0 0,0 0 0,0 1-1,0-1 1,0 0 0,0 0 0,-1 0 0,1 0-1,0 0 1,0 0 0,0 0 0,-1 0-1,1 0 1,0 0 0,0 0 0,0 0-1,-1 0 1,1 0 0,0 0 0,0 0 0,0 0-1,-1 0 1,1 0 0,0 0 0,0 0-1,-14-1-1299,13 1 1210,-37-8-5685,13 1-1461,5 1-3513</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0.128"/>
    </inkml:context>
    <inkml:brush xml:id="br0">
      <inkml:brushProperty name="width" value="0.05" units="cm"/>
      <inkml:brushProperty name="height" value="0.05" units="cm"/>
    </inkml:brush>
  </inkml:definitions>
  <inkml:trace contextRef="#ctx0" brushRef="#br0">115 66 1464,'5'-1'1531,"0"-1"-1,0 0 0,-1-1 0,1 1 0,-1-1 0,5-3 1,15-9 1706,-4 5-1822,-14 7-1098,0 0 0,1 0 0,-1 0 0,1 1 0,-1 0 0,1 0 0,0 1 1,7-1-1,-7 2-219,0 0 1,0 0-1,0 1 1,0 0 0,-1 1-1,1 0 1,0 0 0,-1 0-1,1 1 1,-1-1 0,1 2-1,-1-1 1,0 1 0,-1 0-1,1 0 1,7 7-1,-8-6-45,-1-1 0,0 1 0,1 0 0,-2 0 0,1 0 0,-1 1 0,1-1 0,-2 1 0,1 0 0,0 0 0,-1 0 0,0 0 0,-1 0 0,0 1 0,1-1 0,-2 0 0,1 1 0,-1 7 0,0-11 4,-1 0 1,1 0-1,-1 0 1,1 0 0,-1 0-1,0 0 1,0-1-1,-1 1 1,1 0-1,0-1 1,-1 1 0,0-1-1,1 1 1,-1-1-1,0 0 1,-3 3-1,2-2 37,-1 0-1,0 0 1,-1-1-1,1 0 0,0 1 1,-1-1-1,1-1 1,-1 1-1,-5 1 0,-4-1 115,-2 1 0,1-2 0,0 0 0,0-1-1,-19-2 1,3-1 121,-54-12 0,71 11-221,1 0-1,0 0 1,0-1-1,1-1 1,-1 0-1,-17-12 1,29 16-80,-1 1-1,0 0 0,0-1 1,0 1-1,1-1 1,-1 0-1,1 1 1,0-1-1,-1 0 1,1 0-1,0 0 0,0 0 1,0 0-1,0 0 1,0 0-1,1-1 1,-1 1-1,0-3 1,1 2-14,0 0 1,1 0-1,-1 1 1,0-1 0,1 0-1,0 1 1,0-1-1,0 0 1,0 1 0,0-1-1,0 1 1,0 0-1,3-4 1,1 0-44,0 0 1,1 0-1,0 0 0,0 1 0,0 0 1,1 0-1,-1 0 0,1 1 1,10-5-1,49-16-638,-57 22 80,-1 1-1,1 0 1,-1 1 0,1 0-1,0 0 1,9 1 0,0 4-4108,-8 1-1227</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1.142"/>
    </inkml:context>
    <inkml:brush xml:id="br0">
      <inkml:brushProperty name="width" value="0.05" units="cm"/>
      <inkml:brushProperty name="height" value="0.05" units="cm"/>
    </inkml:brush>
  </inkml:definitions>
  <inkml:trace contextRef="#ctx0" brushRef="#br0">209 607 6841,'-9'-11'3470,"0"0"-1,-18-15 1,16 17-2441,0 0 1,0 1 0,-1 0-1,-24-11 1,34 19-984,1-1 1,0 1-1,0 0 0,-1 0 1,1-1-1,0 1 0,-1 0 0,1 0 1,0 0-1,-1 1 0,1-1 1,0 0-1,-1 0 0,1 1 0,0-1 1,0 1-1,-1-1 0,1 1 1,0-1-1,0 1 0,0 0 0,0-1 1,0 1-1,0 0 0,0 0 1,0 0-1,0 0 0,0 0 0,0 0 1,-1 2-1,-3 4-30,0 1 1,0 0-1,-4 12 0,4-11 118,2-1-64,0 0-1,1 1 1,0-1 0,0 1 0,0-1-1,1 1 1,1 0 0,0-1 0,1 17-1,0-21-15,-1 0-1,2 0 1,-1 0-1,0 0 1,1 0-1,0-1 1,-1 1-1,2 0 1,-1-1-1,0 1 1,1-1-1,-1 0 1,1 0-1,0 0 1,0 0-1,0 0 1,1-1-1,-1 0 1,1 1-1,-1-1 1,5 2-1,5 2 9,0 0 0,0-1 0,1-1-1,26 6 1,-27-7-59,-1-2 1,1 1-1,0-1 0,0-1 1,0-1-1,0 0 1,19-3-1,-28 3-21,-1 0 0,1 0-1,0 0 1,0 0 0,-1-1 0,1 0 0,-1 0 0,1 0-1,-1 0 1,0 0 0,1-1 0,-1 1 0,0-1 0,-1 0-1,1 0 1,-1 0 0,1 0 0,-1 0 0,0 0-1,0-1 1,0 1 0,0-1 0,-1 0 0,0 1 0,1-1-1,-1 0 1,-1 0 0,2-4 0,-1-10-124,-1 1 1,0-1-1,-1 1 1,-6-31-1,-21-69-273,17 78 294,-81-235-285,63 196 403,27 74 12,-1-4 36,0 0 1,0-1-1,1 1 1,0-1-1,-1-15 1,4 35-112,1 0-1,1 0 1,0 0 0,7 16 0,-2-6 53,100 302 298,-106-315-288,9 25 51,0-1 1,2-1-1,1 0 1,19 30-1,-27-52-33,0-1 0,1 1 0,0-1 0,1-1 0,-1 1 0,1-1 0,11 7 1,-12-10-23,1 0 0,-1 0 1,1 0-1,0-1 1,-1 0-1,2-1 0,-1 0 1,0 0-1,0-1 1,12 1-1,-13-2-316,1 0 0,-1-1 0,0 1 1,0-1-1,0-1 0,0 1 0,0-1 0,0-1 0,-1 1 0,1-1 1,-1 0-1,9-6 0,-6 3-1130,-1 0 0,1-1 0,-1-1 1,-1 1-1,1-1 0,-1-1 0,9-13 1,-10 13 253,1-1 546,-1 1 0,7-15 1,-12 21 1174,0 0 1,0 0-1,0-1 1,0 1-1,0 0 1,-1-1-1,1-3 0,-1-5 4582,1 25-2005,0 13-1250,0-19-1689,0-1 1,1 1-1,0 0 0,0 0 1,0-1-1,1 1 0,0-1 1,0 0-1,0 0 0,1 0 1,0 0-1,6 6 0,34 36-477,-41-45-999</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1.345"/>
    </inkml:context>
    <inkml:brush xml:id="br0">
      <inkml:brushProperty name="width" value="0.05" units="cm"/>
      <inkml:brushProperty name="height" value="0.05" units="cm"/>
    </inkml:brush>
  </inkml:definitions>
  <inkml:trace contextRef="#ctx0" brushRef="#br0">1 58 8394,'7'-24'7670,"-6"21"-7169,0 0 0,1 0 0,-1 1 0,1-1 0,0 1 0,2-4 0,-3 5-452,0 0 0,0 0 0,0 0 0,0 0 0,1 0 0,-1 1 0,0-1 0,1 0-1,-1 1 1,1-1 0,-1 1 0,1-1 0,-1 1 0,1-1 0,-1 1 0,1 0 0,-1 0-1,1 0 1,0 0 0,-1 0 0,1 0 0,-1 0 0,1 1 0,-1-1 0,1 0 0,-1 1 0,1-1-1,-1 1 1,0 0 0,3 1 0,-1 0-70,0 0 0,0 0 1,0 1-1,-1-1 0,1 1 0,-1 0 0,1 0 0,-1 0 0,0 0 0,3 5 1,15 37-1766,-12-18-1859,-1 0-4953,-3-12 1777</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1.817"/>
    </inkml:context>
    <inkml:brush xml:id="br0">
      <inkml:brushProperty name="width" value="0.05" units="cm"/>
      <inkml:brushProperty name="height" value="0.05" units="cm"/>
    </inkml:brush>
  </inkml:definitions>
  <inkml:trace contextRef="#ctx0" brushRef="#br0">102 165 5345,'-27'-46'5560,"-40"-59"1335,63 95-6174,2 7-80,1 8-778,0 14 151,1 0 0,1-1 0,1 1 0,1 0 0,5 22 0,-7-36-14,78 336 685,-74-321-461,1-1 0,0 0 0,2 0 0,0-1 0,1 0 0,1 0 0,17 22 0,-4-1-39,0 0 0,-3 2-1,-1 0 1,19 65 0,-36-98-184,1 0 1,-2 1-1,1 0 1,-1-1-1,0 1 0,-1 0 1,-1 12-1,1-18-97,-1 0-1,1 0 1,-1 0 0,0 0-1,0 0 1,0 0 0,0-1 0,0 1-1,-1 0 1,1-1 0,-3 4 0,3-5-111,-1 0 1,1 1 0,-1-1 0,1 0 0,-1 0 0,0 0 0,1 0 0,-1 0-1,0 0 1,0 0 0,0-1 0,0 1 0,1-1 0,-1 1 0,0-1-1,0 0 1,0 1 0,-3-1 0,2 0-969,0-1-1,0 1 1,1-1 0,-1 1 0,0-1-1,-4-1 1,-6-4-8039</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2.019"/>
    </inkml:context>
    <inkml:brush xml:id="br0">
      <inkml:brushProperty name="width" value="0.05" units="cm"/>
      <inkml:brushProperty name="height" value="0.05" units="cm"/>
    </inkml:brush>
  </inkml:definitions>
  <inkml:trace contextRef="#ctx0" brushRef="#br0">373 14 5137,'2'-5'7213,"-2"4"-6994,-6-3 2793,-9 1-720,5 3-1856,1 0 0,0 0-1,0 1 1,0 0 0,0 0-1,0 1 1,-11 4 0,-61 27-344,44-17 58,-39 18-2096,27-10-6904,23-12-1867</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2.502"/>
    </inkml:context>
    <inkml:brush xml:id="br0">
      <inkml:brushProperty name="width" value="0.05" units="cm"/>
      <inkml:brushProperty name="height" value="0.05" units="cm"/>
    </inkml:brush>
  </inkml:definitions>
  <inkml:trace contextRef="#ctx0" brushRef="#br0">10 18 5601,'-9'-17'14384,"17"25"-12234,21 25-1814,52 48 1,-43-43-1084,-15-11-6477</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2.673"/>
    </inkml:context>
    <inkml:brush xml:id="br0">
      <inkml:brushProperty name="width" value="0.05" units="cm"/>
      <inkml:brushProperty name="height" value="0.05" units="cm"/>
    </inkml:brush>
  </inkml:definitions>
  <inkml:trace contextRef="#ctx0" brushRef="#br0">0 5 3745,'3'-3'6777,"1"1"-5312,-3 2-777,1 2-560,-1 1-256,3 3-48,-1 2 96,2 4-16,-4 4-168,1-2-505,1 4-1351,0-2-953,1 3-3016</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3.079"/>
    </inkml:context>
    <inkml:brush xml:id="br0">
      <inkml:brushProperty name="width" value="0.05" units="cm"/>
      <inkml:brushProperty name="height" value="0.05" units="cm"/>
    </inkml:brush>
  </inkml:definitions>
  <inkml:trace contextRef="#ctx0" brushRef="#br0">20 271 8,'14'0'2273,"1"-1"1,-1 0-1,1-1 1,-1-1-1,16-4 1,-24 5-1975,-1 1 0,0-2 0,0 1 1,0 0-1,0-1 0,0 0 0,-1 0 0,1 0 0,-1-1 1,0 0-1,0 1 0,0-1 0,0-1 0,-1 1 0,1-1 1,3-6-1,-5 6-242,1-1 0,-1 1 0,0 0 0,0-1 0,-1 1 0,0-1 0,0 0 0,0 0 0,-1 1 0,1-1 0,-1 0 0,-1 0 0,1 1 0,-1-1 1,0 0-1,0 1 0,-1-1 0,0 0 0,0 1 0,0 0 0,0-1 0,-1 1 0,0 0 0,0 1 0,-1-1 0,1 0 0,-8-7 0,7 9-42,0-1 0,1 1 0,-1 0 0,-1 0 0,1 0 0,0 0 0,-1 1 0,1 0 0,-1 0 0,0 0 0,0 0 0,-10-1 0,12 3-12,0-1 1,0 1-1,0 1 1,-1-1 0,1 0-1,0 1 1,0-1-1,0 1 1,0 0 0,0 0-1,0 0 1,0 1-1,0-1 1,0 1 0,0-1-1,0 1 1,1 0-1,-1 0 1,1 0 0,0 0-1,-4 4 1,1 0 34,1 0 1,0 1 0,0-1 0,0 1 0,1-1-1,-1 1 1,2 0 0,-1 0 0,1 1-1,0-1 1,1 0 0,-1 1 0,1-1-1,1 12 1,0-13 30,0 0 0,1 0 0,0 0-1,0 0 1,1 0 0,-1 0 0,1 0 0,0 0-1,1-1 1,0 1 0,0-1 0,0 0-1,0 1 1,1-2 0,0 1 0,0 0 0,0-1-1,6 6 1,7 3 117,1-1-1,0 0 0,1-1 1,0-1-1,37 13 1,-41-17-477,1-2 1,0 0-1,1 0 0,-1-2 1,0 0-1,1-1 0,0 0 1,18-3-1,-21 0-2389,-5-2-2268</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3.879"/>
    </inkml:context>
    <inkml:brush xml:id="br0">
      <inkml:brushProperty name="width" value="0.05" units="cm"/>
      <inkml:brushProperty name="height" value="0.05" units="cm"/>
    </inkml:brush>
  </inkml:definitions>
  <inkml:trace contextRef="#ctx0" brushRef="#br0">246 696 4473,'0'-4'1494,"0"1"-1,0-1 1,-1 1-1,0-1 1,-1-4 0,-10-18 2551,4 13-2654,-16-20 1,15 22-945,0 1-1,-1 0 1,-1 0-1,-11-8 1,17 14-312,-1 0 1,1 0-1,-1 1 0,-1 0 1,1 0-1,0 1 1,-1-1-1,1 1 0,-1 1 1,-9-2-1,14 3-129,0 0 0,0 0 1,0 0-1,0 1 0,0-1 0,0 1 0,0 0 0,1-1 1,-1 1-1,0 0 0,0 0 0,0 0 0,1 0 0,-1 0 1,1 0-1,-1 1 0,1-1 0,-1 1 0,1-1 1,0 1-1,-1-1 0,1 1 0,0 0 0,0-1 0,0 1 1,1 0-1,-1 0 0,0 2 0,-3 5 12,1 1 0,0 0 0,1 0 0,-1 11 1,3-12 12,0 0 0,0 0 0,1 0 1,0-1-1,1 1 0,-1 0 1,2-1-1,-1 1 0,1-1 0,1 0 1,0 0-1,0 0 0,0 0 1,9 11-1,-8-12 6,1 0 1,0 0-1,0 0 0,0-1 1,0 0-1,1 0 0,0-1 1,1 0-1,-1 0 0,1-1 1,0 0-1,0 0 0,0 0 1,14 3-1,-17-6-26,-1-1 0,1 1 1,-1-1-1,1 0 0,-1 0 0,1-1 0,-1 1 1,1-1-1,-1 0 0,1 0 0,-1 0 0,0-1 1,0 0-1,8-4 0,-9 4-17,0 0 0,0 0 0,0 0 0,0 0 0,-1-1 0,1 0 1,-1 1-1,0-1 0,0 0 0,0 0 0,0 0 0,0 0 0,-1-1 0,1 1 0,-1 0 0,0-1 0,0 1 0,0-1 0,0-4 0,0-5-78,-1 0 0,0 0 0,-1 0 0,-3-18 0,-16-53-415,8 37 135,-32-111-1345,15 64 667,-51-132 241,61 171 1117,16 88-698,5-8 441,1 0-1,1-1 1,13 42-1,34 69 320,-4-36-185,66 100 0,-72-140-361,-21-33-1941,-1 2-4792,-11-15-3543</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5.634"/>
    </inkml:context>
    <inkml:brush xml:id="br0">
      <inkml:brushProperty name="width" value="0.05" units="cm"/>
      <inkml:brushProperty name="height" value="0.05" units="cm"/>
    </inkml:brush>
  </inkml:definitions>
  <inkml:trace contextRef="#ctx0" brushRef="#br0">27 22 5529,'-1'-2'1134,"-1"0"0,1 0 0,-1 0-1,0 0 1,0 0 0,0 1 0,0-1 0,-1 1-1,1 0 1,0-1 0,-4 0 0,7 4-869,0-1 0,0 1-1,0-1 1,-1 1 0,1 0 0,-1 0 0,0-1 0,1 5 0,0-1-35,7 23 75,1-1 0,20 43 1,6-2-111,47 99 109,-68-127-292,-14-37-25,1 0 1,0 0 0,-1 0 0,0 0-1,0 0 1,0-1 0,0 1 0,0 0 0,0 0-1,-1 0 1,-1 5 0,2-8 11,-1 0-1,1 1 1,0-1 0,-1 0 0,1 1-1,-1-1 1,1 0 0,-1 1-1,1-1 1,-1 0 0,1 0 0,-1 0-1,0 0 1,1 1 0,-1-1 0,1 0-1,-1 0 1,1 0 0,-1 0-1,1 0 1,-1 0 0,0 0 0,1-1-1,-1 1 1,1 0 0,-1 0 0,1 0-1,-1-1 1,1 1 0,-1 0 0,1 0-1,-1-1 1,0 0 0,-17-11-288,1-7-1481,1-2 0,-14-23 0,12 13-3309,1-1-1,-17-47 0,24 52 2940</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5.886"/>
    </inkml:context>
    <inkml:brush xml:id="br0">
      <inkml:brushProperty name="width" value="0.05" units="cm"/>
      <inkml:brushProperty name="height" value="0.05" units="cm"/>
    </inkml:brush>
  </inkml:definitions>
  <inkml:trace contextRef="#ctx0" brushRef="#br0">114 57 8,'39'-19'5551,"-28"13"-4089,0 0 0,0 1 0,0 1-1,1 0 1,13-3 0,-17 5-766,19-2 1664,-26 4-2257,0 0-1,0 0 0,0 0 0,0 1 0,1-1 1,-1 0-1,0 0 0,0 1 0,0-1 1,0 0-1,0 1 0,0-1 0,0 1 0,0 0 1,0-1-1,0 1 0,0 0 0,0 0 1,1 0-1,0 1-51,-1 0-1,1 1 1,0-1 0,-1 0 0,0 0 0,1 1-1,-1-1 1,0 1 0,0-1 0,0 1 0,-1-1 0,1 1-1,-1 0 1,1-1 0,-1 1 0,0 0 0,0-1-1,0 1 1,-1 4 0,-2 11 140,1-8-92,0 0-1,0-1 0,-1 1 1,-6 12-1,1-2 5,7-16-69,0 0 0,-1 0 0,0 0 1,0 0-1,-3 4 0,4-6-22,0-1-1,0 0 1,-1 0 0,1 0 0,0 0-1,0 0 1,-1 0 0,1 0-1,-1 0 1,1-1 0,-1 1 0,1 0-1,-1-1 1,1 1 0,-1-1-1,0 0 1,1 0 0,-3 1 0,-19-2-379,1 0 1,0-1 0,0-1-1,-24-7 1,-9 0-4038,22 2-3807,20 4 1005</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6.724"/>
    </inkml:context>
    <inkml:brush xml:id="br0">
      <inkml:brushProperty name="width" value="0.05" units="cm"/>
      <inkml:brushProperty name="height" value="0.05" units="cm"/>
    </inkml:brush>
  </inkml:definitions>
  <inkml:trace contextRef="#ctx0" brushRef="#br0">46 338 1648,'30'-28'11490,"-15"14"-9088,18-10 1,-26 19-2083,8-6 669,20-16 0,-31 23-831,0 0 0,0 0 0,-1 0 0,1-1 0,-1 0-1,0 1 1,0-1 0,4-10 0,-6 12-124,0 0 0,0 0-1,-1 0 1,1 0 0,-1 0 0,1 0-1,-1 0 1,0 0 0,0 0 0,-1 0 0,1 0-1,0 0 1,-1 0 0,0 0 0,0 0-1,-2-5 1,1 3-10,-1 2 0,1-1-1,-1 0 1,0 0-1,0 1 1,0 0 0,-1-1-1,1 1 1,-1 0-1,-5-3 1,2 2-9,1 1 0,0-1 0,-1 1 0,0 1 0,0-1-1,0 1 1,0 0 0,0 1 0,0 0 0,0 0 0,-1 0 0,1 1 0,0 0 0,-9 2 0,13-2-8,0 1 0,0 0 0,0 0 0,0 0 0,0 1 0,0-1 0,0 1 0,1-1 0,-1 1 0,1 0 0,-1 0 0,1 0 0,0 0 0,-1 1 0,1-1 0,0 1 0,1-1 0,-4 6 0,3-4 16,0 0 0,1 0-1,-1 0 1,1 1-1,0-1 1,1 0-1,-1 0 1,1 0-1,-1 1 1,1-1-1,1 0 1,-1 1-1,2 6 1,-2-6 5,1 0 0,0 0 0,1-1 0,-1 1 0,1 0 1,0 0-1,0-1 0,1 1 0,-1-1 0,1 0 0,0 0 0,6 7 0,-3-5 24,2 1-1,-1-1 0,1-1 1,0 0-1,0 0 0,1 0 0,-1-1 1,1 0-1,0-1 0,0 0 1,0 0-1,14 1 0,221 27-167,-159-17 53,-84-14 69,-1 0-1,1 1 0,0-1 0,0 0 0,0 0 1,-1 0-1,1 0 0,0 0 0,0 0 0,0 0 0,-1 0 1,1 0-1,0 0 0,0-1 0,0 1 0,-1 0 0,1 0 1,0-1-1,0 1 0,-1-1 0,1 1 0,0-1 0,-1 1 1,1-1-1,-1 1 0,1-1 0,0 1 0,-1-1 1,1 0-1,-1 1 0,0-1 0,1 0 0,-1 1 0,1-1 1,-1 0-1,0 0 0,0 1 0,1-1 0,-1-1 0,0 0-6,1-1-1,-1 1 0,0 0 1,0 0-1,0 0 0,-1-1 1,1 1-1,0 0 0,-1 0 1,1 0-1,-1 0 0,-1-3 1,-13-31 6,10 28-1,0 0 0,1 0 0,0-1 0,1 1-1,0-1 1,0 0 0,0 0 0,1-1 0,1 1 0,0 0 0,0 0-1,1-1 1,0 1 0,0-1 0,1 1 0,0 0 0,5-16 0,-5 22-10,0 0 1,1 0 0,0 1 0,-1-1-1,1 0 1,0 1 0,0-1 0,1 1-1,-1-1 1,1 1 0,-1 0 0,1 0-1,-1 0 1,1 0 0,0 1 0,0-1-1,0 1 1,4-2 0,8-2-484,-1 1 0,27-4-1,-19 4-736,-12 2-114,8-3-1758,-8 6-4304</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7.025"/>
    </inkml:context>
    <inkml:brush xml:id="br0">
      <inkml:brushProperty name="width" value="0.05" units="cm"/>
      <inkml:brushProperty name="height" value="0.05" units="cm"/>
    </inkml:brush>
  </inkml:definitions>
  <inkml:trace contextRef="#ctx0" brushRef="#br0">1 1 7130,'5'3'15602,"-4"4"-15640,0-1 116,0 0 0,1 0 0,0 0 0,0 0-1,0-1 1,5 9 0,21 30 229,-7-14-238,29 29-1,-16-23-3097,-28-31 1295,-2-4-1270</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7.231"/>
    </inkml:context>
    <inkml:brush xml:id="br0">
      <inkml:brushProperty name="width" value="0.05" units="cm"/>
      <inkml:brushProperty name="height" value="0.05" units="cm"/>
    </inkml:brush>
  </inkml:definitions>
  <inkml:trace contextRef="#ctx0" brushRef="#br0">0 90 5577,'2'-22'6973,"3"-15"-1474,-5 35-5262,1 0 1,0 0-1,-1 0 1,1 0-1,0 0 1,0 0-1,1 0 1,-1 0-1,0 0 1,1 0-1,-1 1 1,1-1-1,2-2 1,-4 4-243,1 0 0,-1 0 0,0 0 0,0 0 0,0-1 0,0 1 1,1 0-1,-1 0 0,0 0 0,0 0 0,0 0 0,1 0 0,-1 0 0,0 0 0,0 0 0,0 0 1,1 0-1,-1 0 0,0 0 0,0 0 0,0 0 0,1 0 0,-1 0 0,0 0 0,0 0 0,0 0 1,1 0-1,-1 0 0,0 0 0,0 1 0,0-1 0,1 0 0,-1 0 0,0 0 0,0 0 0,5 9-186,-2 12-165,1 27-2442,-4 1-6639,-2-28 1030</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7.745"/>
    </inkml:context>
    <inkml:brush xml:id="br0">
      <inkml:brushProperty name="width" value="0.05" units="cm"/>
      <inkml:brushProperty name="height" value="0.05" units="cm"/>
    </inkml:brush>
  </inkml:definitions>
  <inkml:trace contextRef="#ctx0" brushRef="#br0">181 68 4113,'2'-1'811,"1"0"0,-1 0 0,0-1 0,0 1 0,0-1 0,0 1 1,0-1-1,0 0 0,3-3 0,-4 4-509,0-1 0,0 1 0,0-1 0,0 0 1,0 0-1,0 1 0,0-1 0,0 0 0,-1 0 0,1 0 0,-1 0 0,0 0 1,1 0-1,-1 0 0,0 0 0,0 0 0,0 0 0,0 0 0,-1-2 1,-1 0 247,1 5-504,1 8-289,7 23 386,-1-10-109,-1 0 1,-1 0-1,-1 1 1,-1-1-1,-1 27 0,-1-47-13,0 0-1,0 0 1,-1 0-1,1 0 1,-1 0-1,1-1 1,-1 1-1,1 0 1,-1 0-1,0-1 1,0 1-1,0 0 1,0-1-1,0 1 1,0-1-1,0 1 1,-1-1-1,1 0 1,-1 1-1,1-1 1,-1 0-1,1 0 1,-1 0-1,1 0 1,-1 0-1,-3 1 1,1-2 109,1 1 0,-1 0 0,1-1 0,-1 0 0,0 0 0,1 0 0,-1 0 0,1 0 0,-1-1 0,0 0 0,1 0 0,-1 0 0,-4-2 0,-7-4 92,0 0 0,1-1 1,0-1-1,0 0 0,1-1 0,0-1 0,0 0 0,-18-22 0,29 31-193,1-1 0,-1 1-1,1 0 1,0-1 0,0 1 0,0-1-1,0 1 1,0-1 0,1 0 0,-1 1-1,1-1 1,0 0 0,-1 1-1,1-1 1,0 0 0,1 1 0,-1-1-1,0 0 1,1 1 0,0-1-1,-1 0 1,1 1 0,0-1 0,0 1-1,3-5 1,-1 2-39,1-1 0,-1 1 0,1 0 0,0 0 0,0 1 0,0-1 0,1 1 0,-1 0 0,1 0 0,6-3-1,-6 4-60,0 1 0,0 0 0,0 0 0,1 0 0,-1 1 0,1 0 0,-1 0 0,9 0 0,47 2-1577,-48-1 1005,23 5-2245,-33-5 1344,0 1 0,0 0-1,0 0 1,0 0 0,5 3 0</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8.571"/>
    </inkml:context>
    <inkml:brush xml:id="br0">
      <inkml:brushProperty name="width" value="0.05" units="cm"/>
      <inkml:brushProperty name="height" value="0.05" units="cm"/>
    </inkml:brush>
  </inkml:definitions>
  <inkml:trace contextRef="#ctx0" brushRef="#br0">136 665 8122,'-9'-23'6436,"6"16"-5393,0-1 0,0 1 0,-1-1 0,-6-9 0,8 16-956,1-1 1,0 1-1,0-1 0,0 1 0,-1 0 1,1 0-1,-1-1 0,1 1 1,-1 0-1,1 0 0,-1 1 1,1-1-1,-1 0 0,0 1 1,0-1-1,1 0 0,-1 1 1,0 0-1,0-1 0,0 1 1,1 0-1,-1 0 0,0 0 1,0 0-1,-2 1 0,2 0-62,0 0 1,-1 0-1,1 0 0,0 0 0,0 1 0,0-1 0,0 1 0,0 0 0,0-1 1,0 1-1,1 0 0,-1 0 0,0 0 0,-1 3 0,-1 1 11,1 0 0,-1 0 1,1 1-1,-2 6 0,3-8-2,0 1 0,1 0-1,-1 0 1,1-1 0,1 1 0,-1 0 0,1 0 0,0 0 0,0 0-1,1 0 1,0 0 0,0 0 0,0 0 0,1-1 0,0 1 0,0 0-1,0-1 1,1 0 0,0 1 0,0-1 0,0 0 0,7 8 0,-3-5-19,1 0 1,0-1-1,0 1 1,1-2-1,0 1 1,0-1-1,1-1 1,13 7-1,-19-11-21,0 1 0,0-1 0,0 0 0,0 0 0,0 0 0,1 0 0,-1-1 0,0 0 0,0 0 0,1 0 0,-1 0 0,0 0 0,0-1 0,1 0 0,-1 0 0,0 0 0,0-1 0,0 1 0,0-1 0,-1 0 0,1 0 0,0 0 0,-1-1 0,6-4 0,-6 4-23,0 0 0,0-1 0,0 1 0,-1-1 0,1 0 0,-1 0 0,0 0 0,0 0 0,0 0 0,-1 0 0,0 0 0,0 0 1,0-1-1,0 1 0,0-1 0,-1-4 0,0-9-91,0 0 1,-5-29 0,4 43 111,-53-245-458,29 173 355,-3 1 0,-42-80 0,37 85 158,26 52-6,5 14-10,1 0-1,-1 0 1,1 0-1,-5-6 1,5 17-315,1 0 1,0 0 0,1 8-1,11 33 324,3-1-1,2 0 1,23 45-1,-2-4 37,73 144 210,-52-114-785,-53-107-41,5 14-1887,-5-9-5340</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49.110"/>
    </inkml:context>
    <inkml:brush xml:id="br0">
      <inkml:brushProperty name="width" value="0.05" units="cm"/>
      <inkml:brushProperty name="height" value="0.05" units="cm"/>
    </inkml:brush>
  </inkml:definitions>
  <inkml:trace contextRef="#ctx0" brushRef="#br0">137 111 7322,'-15'-26'8462,"12"21"-7788,-1-1 0,0 1 0,0 0 1,-1 0-1,0 0 0,0 0 0,0 1 0,-10-7 0,14 11-667,1-1 0,-1 1 0,0 0 0,0 0 0,1 0-1,-1 0 1,0 0 0,1 0 0,-1-1 0,0 2 0,0-1 0,1 0-1,-1 0 1,0 0 0,0 0 0,1 0 0,-1 1 0,0-1-1,1 0 1,-1 0 0,0 1 0,1-1 0,-1 1 0,1-1 0,-1 0-1,0 1 1,1-1 0,-1 1 0,1 0 0,-1-1 0,1 1-1,0-1 1,-1 2 0,-13 25 64,10-17-67,-1 0 22,0-1 0,1 1 0,0 0 0,1 1-1,0-1 1,0 1 0,1-1 0,1 1-1,0-1 1,0 1 0,2 18 0,0-26 8,-1 0-1,1-1 1,0 1 0,-1 0 0,1 0 0,0-1-1,1 1 1,-1-1 0,0 1 0,1-1 0,0 0-1,-1 1 1,1-1 0,0 0 0,0 0 0,3 2-1,-1-1 18,0-1 0,0 1-1,0-1 1,0 0 0,1 0-1,-1 0 1,1-1 0,-1 0-1,6 1 1,-2 0 18,0-1 0,1-1 0,-1 1 0,1-1-1,-1-1 1,1 0 0,-1 0 0,0-1 0,0 1 0,12-6 0,-16 6-47,-1-1 0,1 0 0,0 0 1,-1-1-1,1 1 0,-1-1 0,1 1 0,-1-1 1,0 0-1,-1-1 0,1 1 0,0 0 0,-1-1 1,0 0-1,4-7 0,-4 6-29,0-1 0,-1 1 0,1-1 0,-1 0 0,0 1 0,-1-1 0,0 0 0,1 0 0,-2 0 0,-1-10 0,1 8-88,-1 0-1,0 0 0,0 0 1,-1 1-1,0-1 0,-1 0 1,1 1-1,-1 0 0,-1 0 0,1 0 1,-1 1-1,-1-1 0,1 1 1,-1 0-1,0 1 0,-10-8 1,10 9-549,-1 1 0,1 0 0,-1 0 0,0 1 0,0-1 0,0 2 0,-14-3 1,10 3-2412,-1 0 0,-13 2 1,-1 1-5583</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50.005"/>
    </inkml:context>
    <inkml:brush xml:id="br0">
      <inkml:brushProperty name="width" value="0.05" units="cm"/>
      <inkml:brushProperty name="height" value="0.05" units="cm"/>
    </inkml:brush>
  </inkml:definitions>
  <inkml:trace contextRef="#ctx0" brushRef="#br0">252 119 6129,'-17'-24'6976,"13"17"-6059,-1 0 0,-1 0 0,1 1 0,-8-7 0,5 6-173,0-1 0,-1 2 0,-1-1-1,1 1 1,-17-7 0,23 11-706,0 1 1,0 0-1,0 0 1,0 0-1,0 1 1,0-1 0,0 1-1,-1 0 1,1 0-1,0 0 1,0 0 0,0 0-1,-1 1 1,1-1-1,0 1 1,0 0-1,0 0 1,0 0 0,0 0-1,0 1 1,1-1-1,-1 1 1,0-1-1,-3 4 1,1-1-17,1 1 0,-1-1 0,1 1 0,0 0-1,0 1 1,1-1 0,-1 0 0,1 1 0,0 0 0,1 0 0,-1 0 0,1 0 0,0 0 0,1 1-1,-2 6 1,3-9 24,0 1 0,-1-1 0,2 0-1,-1 1 1,0-1 0,1 0 0,0 1-1,0-1 1,0 0 0,0 0 0,1 0-1,-1 0 1,1 0 0,0 0 0,1 0-1,-1-1 1,0 1 0,1-1 0,0 1-1,0-1 1,0 0 0,0 0-1,5 3 1,-7-6 4,0 1-1,0 0 0,0-1 0,0 1 1,0 0-1,1-1 0,-1 0 1,0 1-1,0-1 0,0 0 1,1 1-1,-1-1 0,0 0 0,0 0 1,1 0-1,-1 0 0,0 0 1,0-1-1,1 1 0,-1 0 1,0 0-1,2-2 0,0 1 0,0 0 0,-1-1 0,1 0 0,-1 0 0,1 0 1,-1 0-1,0 0 0,0 0 0,2-3 0,3-4-20,-1-1 0,0 1 0,0-1 0,4-13 0,0-1-69,11-44 0,-21 66 18,1 1-1,-1-1 1,1 0 0,-1 1 0,1-1-1,-1 0 1,1 1 0,0-1 0,0 0-1,0 1 1,1-3 0,-1 4 1,-1 0-1,0 0 1,0 0 0,0 0 0,0 0 0,1 0 0,-1 0 0,0 0 0,0 0 0,0 0-1,1-1 1,-1 1 0,0 0 0,0 0 0,0 0 0,1 0 0,-1 0 0,0 0 0,0 0 0,1 1-1,-1-1 1,0 0 0,0 0 0,0 0 0,0 0 0,1 0 0,-1 0 0,0 0 0,1 1-1,5 8-473,112 273-50,-58-132 483,-53-133 40,68 184-1259,-74-195 1183,8 29-334,-9-32 375,1-1 1,-1 1-1,0-1 0,0 0 0,0 1 1,0-1-1,-1 1 0,1-1 0,-1 0 0,1 1 1,-2 2-1,2-4 51,0-1-1,-1 0 1,1 0-1,0 1 1,0-1 0,0 0-1,0 0 1,-1 1-1,1-1 1,0 0 0,0 0-1,-1 0 1,1 0 0,0 1-1,0-1 1,-1 0-1,1 0 1,0 0 0,0 0-1,-1 0 1,1 0-1,0 0 1,-1 0 0,1 0-1,0 0 1,0 0-1,-1 0 1,1 0 0,0 0-1,0 0 1,-1 0 0,1 0-1,0 0 1,-1 0-1,1 0 1,0 0 0,0-1-1,-1 1 1,-11-8 193,7 4-109,-21-14 118,0 0 1,-39-40-1,49 43-137,2-1 0,0 0 0,1-2 0,1 1 0,-11-21 0,18 28-57,1 0 0,0 0 0,0-1 1,1 1-1,1-1 0,-1 0 0,0-12 0,3 18-493,0 0 0,0 0 0,1 0 0,-1 0 0,1-1 0,0 1 0,3-7 0,-3 9-567,0 0 1,1 0-1,-1 0 1,1 0-1,0 0 1,0 0-1,0 1 1,0-1-1,1 1 1,-1 0-1,1-1 1,3-2-1,7-2-3972</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50.429"/>
    </inkml:context>
    <inkml:brush xml:id="br0">
      <inkml:brushProperty name="width" value="0.05" units="cm"/>
      <inkml:brushProperty name="height" value="0.05" units="cm"/>
    </inkml:brush>
  </inkml:definitions>
  <inkml:trace contextRef="#ctx0" brushRef="#br0">116 361 1200,'3'16'9459,"-6"2"-6247,2-13-2712,-1-1-1,0 1 0,0 0 0,-4 6 1,5-10-426,1-1 0,0 0 0,0 1 0,0-1 0,0 0 0,-1 0 0,1 1 1,0-1-1,0 0 0,-1 0 0,1 0 0,0 1 0,0-1 0,-1 0 1,1 0-1,0 0 0,-1 0 0,1 0 0,0 1 0,-1-1 0,1 0 1,0 0-1,-1 0 0,1 0 0,0 0 0,-1 0 0,1 0 0,0 0 1,-1 0-1,1 0 0,0 0 0,-1 0 0,1-1 0,0 1 0,-1 0 1,1 0-1,0 0 0,0 0 0,-1 0 0,1-1 0,0 1 0,0 0 1,-1 0-1,1-1 0,0 1 0,0 0 0,-1 0 0,1-1 0,0 1 1,0 0-1,0 0 0,0-1 0,-1 1 0,1-1 0,-11-23 979,7 15-1009,-8-15 61,2 0 0,1-1 0,0 0 0,2-1-1,-5-34 1,8 38-82,1 2 85,0 1 0,0-35 1,3 49-88,0 1 0,0-1 0,1 0 0,0 1 1,0-1-1,0 0 0,0 1 0,1-1 1,0 1-1,0 0 0,0-1 0,0 1 1,1 0-1,-1 0 0,1 1 0,6-7 1,-7 8-71,0 1 1,0 0 0,0 0 0,0-1-1,0 1 1,1 1 0,-1-1 0,0 0-1,1 1 1,-1-1 0,0 1 0,1-1-1,-1 1 1,0 0 0,1 0 0,-1 0-1,1 1 1,-1-1 0,0 0 0,1 1-1,-1 0 1,0-1 0,0 1 0,1 0 0,2 2-1,0-1-420,-1 1-1,0-1 0,0 1 1,0 0-1,0 0 0,-1 0 0,1 0 1,-1 1-1,0-1 0,0 1 1,0 0-1,3 5 0,3 13-7577,-7-8 583</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50.991"/>
    </inkml:context>
    <inkml:brush xml:id="br0">
      <inkml:brushProperty name="width" value="0.05" units="cm"/>
      <inkml:brushProperty name="height" value="0.05" units="cm"/>
    </inkml:brush>
  </inkml:definitions>
  <inkml:trace contextRef="#ctx0" brushRef="#br0">153 81 6073,'-2'-4'1034,"1"1"-1,-2-1 1,1 1-1,0-1 0,-4-3 1,-29-27 2829,26 26-2558,8 6-1184,-1 1-1,1 0 0,-1-1 1,1 1-1,-1 0 0,0 0 1,1 0-1,-1 0 0,0 1 1,0-1-1,-2 0 0,3 0-128,-1 2 0,1-1 0,0 0 0,0 0 0,0 0 0,0 0 0,0 1 0,-1-1 0,1 1 0,0-1 0,0 1 1,0-1-1,0 1 0,0-1 0,0 1 0,0 0 0,1 0 0,-1-1 0,0 1 0,0 0 0,-1 2 0,-2 2 10,0 1 0,0 0 1,1 0-1,-1 1 1,1-1-1,-4 14 1,-8 44 449,13-56-340,2 1 0,-1 0 1,1 0-1,0 0 0,1 0 0,0 0 0,1-1 0,0 1 0,0 0 0,0-1 1,5 9-1,-5-14-37,-1 0 1,1-1-1,0 1 1,1 0-1,-1-1 1,0 1-1,1-1 0,-1 0 1,1 0-1,0 0 1,0 0-1,0 0 1,0-1-1,0 1 1,0-1-1,0 0 1,6 1-1,-1 1 73,1-1-1,0-1 1,0 1 0,0-2 0,13 1-1,-18-1-111,0-1 1,0 1-1,0-1 0,0 0 0,0 0 0,0 0 1,0 0-1,0-1 0,0 1 0,-1-1 1,1 0-1,0 0 0,-1 0 0,0-1 0,0 1 1,0-1-1,4-4 0,-4 3-54,-1 0 0,1 0-1,-1 0 1,1 0 0,-2-1 0,1 1 0,0-1-1,-1 1 1,0-1 0,0 0 0,0 0 0,0 1-1,-1-1 1,0-5 0,-1-4-49,0 0 0,0 1 0,-2-1 1,0 1-1,0-1 0,-1 1 0,-8-17 0,5 19-299,7 11 321,0 1 0,-1-1 0,1 0 0,0 0 0,0 0-1,-1 0 1,1 1 0,0-1 0,0 0 0,0 0-1,-1 0 1,1 1 0,0-1 0,0 0 0,0 0-1,0 0 1,0 1 0,0-1 0,-1 0 0,1 1-1,0-1 1,0 0 0,0 0 0,0 1 0,0-1-1,0 0 1,0 0 0,0 1 0,0-1 0,0 0-1,0 1 1,0-1 0,0 0 0,1 0 0,-1 1-1,0-1 1,0 0 0,0 16-197,-1-8 214,1 1 0,1-1 0,1 14 1,11 25-1539,-3-17-2971,-4-12-1047,-3-6-2899</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8:51.963"/>
    </inkml:context>
    <inkml:brush xml:id="br0">
      <inkml:brushProperty name="width" value="0.05" units="cm"/>
      <inkml:brushProperty name="height" value="0.05" units="cm"/>
    </inkml:brush>
  </inkml:definitions>
  <inkml:trace contextRef="#ctx0" brushRef="#br0">0 11 8386,'3'-7'6820,"-2"7"-6607,-1-1 0,0 1 1,1 0-1,9 5 1918,7 11-2681,0 8 546,-1 0 1,24 52-1,1 3 454,-38-74-339,-1-1 0,1-1 0,0 1 0,0 0 0,0-1 0,1 1 0,-1-1 0,8 6 0,-9-8-5,0 0 0,0-1 0,0 1 0,-1 0 0,1 0 0,0-1 0,0 1 0,0-1 0,0 0 0,0 0 0,1 1 0,-1-1 0,0 0 0,0-1 0,0 1 0,0 0-1,0-1 1,0 1 0,0-1 0,0 1 0,0-1 0,2-1 0,-2 0-48,1 1-1,-1 0 1,0-1 0,0 1-1,0-1 1,0 0-1,3-4 1,2-1 81,-4 4-98,0 0-1,0-1 0,0 1 0,0-1 1,3-5-1,2-19 215,-6 24-243,-1 0 0,1-1 0,-1 1 0,0-1 0,0 1 0,0-1 0,-1-8 0,1 8-10,-1-1 1,1 1 0,0-1-1,0 1 1,3-7 0,-2 7 156,4-6-767,-6 11 564,0 0 1,1 0-1,-1 0 0,0 0 1,1 0-1,-1 0 0,0 0 1,1 0-1,-1 0 0,0 0 1,1 0-1,-1 1 0,0-1 1,1 0-1,-1 0 0,0 0 1,0 0-1,1 0 0,-1 1 1,0-1-1,1 0 0,-1 0 1,0 1-1,0-1 0,0 0 1,1 0-1,-1 1 0,0-1 1,0 0-1,0 1 0,1-1 1,-1 0-1,0 1 0,0-1 1,0 1-1,14 18-34,0 0 0,1-1 0,1 0 1,33 27-1,-43-40 184,-1-1 1,1 0-1,0-1 1,0 1-1,1-1 1,-1 0-1,0-1 1,14 4 0,-19-6-61,0 0 0,0 0 0,0 0 0,0 0 0,0 0 0,0 0 0,1 0 0,-1 0 0,0-1 0,0 1 0,0-1 0,0 1 0,0 0 0,0-1 0,0 0 0,0 1 0,0-1 0,0 0 0,0 1 0,-1-1 0,1 0 0,0 0 0,0 0 0,-1 0 0,1 1 0,0-1 0,0-2 0,2-3-17,-1 1 0,0-1 0,0 0 0,1-6 0,0 0-43,3-10-52,4-34 0,-7 36 49,0 0 1,10-28-1,-13 47 87,1-1-113,-1 0 0,1 1 0,-1-1 1,1 1-1,0-1 0,-1 1 0,1-1 1,0 1-1,0 0 0,0-1 0,2-1 1,-3 3-19,1 0 1,0 0 0,0 0 0,0 0-1,0-1 1,0 1 0,0 1-1,0-1 1,0 0 0,0 0 0,0 0-1,0 0 1,0 1 0,0-1 0,-1 0-1,1 1 1,0-1 0,0 1-1,0-1 1,0 1 0,-1-1 0,2 2-1,148 101-306,-119-80 254,-29-22 3,35 28-1169,-22-11-1843,-5 2-4217,-8-11-1003</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9:02.270"/>
    </inkml:context>
    <inkml:brush xml:id="br0">
      <inkml:brushProperty name="width" value="0.05" units="cm"/>
      <inkml:brushProperty name="height" value="0.05" units="cm"/>
    </inkml:brush>
  </inkml:definitions>
  <inkml:trace contextRef="#ctx0" brushRef="#br0">44 59 8,'1'-1'0,"-1"0"0,-1 1 0,1-2 0,0 0 0,0 1 100,0 0 0,0 0-1,-1 0 1,1 0 0,0 0 0,0 0 0,0 0-1,0 0 1,-1 0 0,1 1 0,0-1 0,-1 0-1,1 0 1,-1 0 0,1 0 0,-1 1 0,1-1-1,-1 0 1,0 1 0,1-1 0,-2-1 0,-2-1 141,0-7 1124,4 9-1358,0 1 1,-1-1-1,1 0 0,0 1 0,0-1 0,0 0 0,-1 1 0,1-1 0,0 0 1,-1 1-1,1-1 0,0 0 0,-1 1 0,1-1 0,-1 1 0,1-1 0,-1 1 1,1-1-1,-2 0 0,-8-4-805,10 5 736,-1 0 1,1 0-1,0-1 0,0 1 0,0 0 1,0 0-1,-1 0 0,1 0 1,0 0-1,0 0 0,-1 0 1,1 0-1,0 0 0,0 0 0,0 0 1,-1 0-1,1 0 0,0 0 1,0 0-1,-1 0 0,1 0 0,0 0 1,0 0-1,0 0 0,-1 0 1,1 0-1,0 0 0,0 0 1,0 0-1,-1 1 0,1-1 0,0 0 1,0 0-1,0 0 0,0 0 1,-1 1-1,1-1 0,0 0 0,0 0 1,0 0-1,0 0 0,0 1 1,0-1-1,-1 0 0,1 0 1,0 0-1,0 1 0,0-1 0,0 0 1,0 1-1,3 3 62,-3-2 0</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19:04.033"/>
    </inkml:context>
    <inkml:brush xml:id="br0">
      <inkml:brushProperty name="width" value="0.05" units="cm"/>
      <inkml:brushProperty name="height" value="0.05" units="cm"/>
    </inkml:brush>
  </inkml:definitions>
  <inkml:trace contextRef="#ctx0" brushRef="#br0">12 1 8,'0'0'29,"-1"0"1,1 0-1,0 0 0,0 0 1,0 0-1,0 0 0,-1 0 1,1 0-1,0 0 0,0 0 1,0 0-1,0 0 0,0 0 1,-1 0-1,1 0 0,0 0 1,0 0-1,0 0 0,0 0 1,0 0-1,-1 0 0,1 1 1,0-1-1,0 0 0,0 0 1,0 0-1,0 0 1,0 0-1,-1 0 0,1 0 1,0 1-1,0-1 0,0 0 1,0 0-1,0 0 0,0 0 1,0 0-1,0 1 0,0-1 1,0 0-1,0 0 0,0 0 1,0 0-1,0 2 1309,-1 8 3720,-1-9-5130,-2 9 7695,11 35-6678,3-18-218,2-4-432,-3-12-35,-8-10-395,1 16 297,0-10 263,-1-9 394,-2 1-368,-1-4 857,2 5-1294,0 0-1,0 0 0,0 0 0,0 0 0,0 0 0,0 0 1,0 0-1,0 0 0,0 0 0,0 0 0,0 0 0,0 0 0,-1 0 1,1 0-1,0 0 0,0 0 0,0 0 0,0 0 0,0 0 1,0 0-1,0 0 0,0 0 0,0 0 0,0 0 0,0 0 0,0 0 1,0 0-1,0 0 0,0 0 0,0 0 0,0 0 0,0 0 1,0 0-1,0 0 0,0 0 0,-1 0 0,1 0 0,0 0 0,0 0 1,0 0-1,0 0 0,0 0 0,0 0 0,0 0 0,0 0 1,0 0-5,0 0 1,0 0-1,0 0 1,0 0-1,0 0 1,0 0-1,0 0 1,0 0-1,1 0 1,-1 0-1,0 0 1,0 0-1,0 0 1,0 0 0,0 0-1,0 0 1,0 0-1,0 0 1,0 0-1,0 0 1,0 0-1,0 0 1,0 0-1,0 0 1,0 0-1,0 0 1,0 0-1,1 0 1,-1 0-1,0 0 1,0 0 0,0 0-1,0 0 1,0 0-1,0 0 1,0 0-1,0 1 1,0-1-1,0 0 1,0 0-1,0 0 1,0 0-1,0 0 1,0 0-1,0 0 1,0 0 0,0 0-1,0 0 1,0 0-1,0 0 1,0 0-1,0 0 1,0 0-1,0 0 1,0 1-1,0-1 1,0 0-1,0 0 1,0 0-1,0 0 1,0 0 0,0 0-1,0 0 1,0 0-1,0 0 1,0 0-1,0 0 1,1-2-1925</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4:51.657"/>
    </inkml:context>
    <inkml:brush xml:id="br0">
      <inkml:brushProperty name="width" value="0.05" units="cm"/>
      <inkml:brushProperty name="height" value="0.05" units="cm"/>
    </inkml:brush>
  </inkml:definitions>
  <inkml:trace contextRef="#ctx0" brushRef="#br0">9 26 24575,'-1'-1'0,"0"1"0,0-1 0,1 0 0,-1 1 0,0-1 0,1 0 0,-1 0 0,1 0 0,-1 0 0,1 0 0,0 1 0,-1-1 0,1 0 0,-1-2 0,1 3 0,0-1 0,0 1 0,0-1 0,1 1 0,-1 0 0,0-1 0,0 1 0,0-1 0,0 1 0,0 0 0,1-1 0,-1 1 0,0 0 0,0-1 0,0 1 0,1 0 0,-1-1 0,0 1 0,1 0 0,-1 0 0,0-1 0,1 1 0,-1 0 0,1 0 0,1-1 0,-1 0 0,1 1 0,0-1 0,0 1 0,0 0 0,0-1 0,-1 1 0,1 0 0,0 0 0,0 0 0,0 1 0,0-1 0,3 1 0,6 4 0,0 0 0,-1 0 0,1 1 0,-1 0 0,-1 1 0,1 0 0,10 11 0,4 5 0,23 30 0,-17-19 0,49 55 0,68 74 0,-96-111 0,58 45 0,-86-79 0,-5-3 0,35 23 0,-52-38 8,-1 1-1,1-1 1,-1 1 0,1-1-1,0 0 1,-1 0 0,1 1-1,0-1 1,-1 0-1,1 0 1,0 0 0,0 0-1,-1 0 1,2 0-1,-2 0-47,1 0 0,-1 0 1,0-1-1,0 1 0,0 0 0,0 0 0,0-1 0,0 1 0,0 0 0,0-1 0,0 1 0,0 0 0,0 0 0,-1-1 0,1 1 0,0 0 0,0 0 0,0-1 0,0 1 0,0 0 0,0 0 0,-1-1 0,1 1 0,0 0 0,0 0 0,0-1 0,-1 1 0,1 0 0,0 0 0,0 0 0,0 0 0,-1 0 0,1-1 0,0 1 0,-1 0 0,1 0 0</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4:52.361"/>
    </inkml:context>
    <inkml:brush xml:id="br0">
      <inkml:brushProperty name="width" value="0.05" units="cm"/>
      <inkml:brushProperty name="height" value="0.05" units="cm"/>
    </inkml:brush>
  </inkml:definitions>
  <inkml:trace contextRef="#ctx0" brushRef="#br0">353 102 24575,'0'-21'0,"1"11"0,-1 0 0,0 0 0,-1 0 0,0 0 0,-4-16 0,5 26 0,0 0 0,0 0 0,0-1 0,0 1 0,0 0 0,0 0 0,0-1 0,0 1 0,-1 0 0,1 0 0,0 0 0,0-1 0,0 1 0,0 0 0,0 0 0,-1 0 0,1 0 0,0-1 0,0 1 0,0 0 0,0 0 0,-1 0 0,1 0 0,0 0 0,0 0 0,-1 0 0,1-1 0,0 1 0,0 0 0,0 0 0,-1 0 0,1 0 0,0 0 0,-8 5 0,-2 12 0,7-12 0,-88 187 0,82-168 0,-10 21 0,-20 78 0,30-79 0,6-27 0,0-1 0,-1 0 0,0 0 0,-2 0 0,0 0 0,-9 17 0,9-24 18,-1-1-1,0 0 1,0 0-1,-16 13 1,16-16-179,0 1-1,1 0 1,0 0-1,0 0 1,1 1-1,0 0 1,0 0-1,-6 12 1,6-7-6665</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4:54.360"/>
    </inkml:context>
    <inkml:brush xml:id="br0">
      <inkml:brushProperty name="width" value="0.05" units="cm"/>
      <inkml:brushProperty name="height" value="0.05" units="cm"/>
    </inkml:brush>
  </inkml:definitions>
  <inkml:trace contextRef="#ctx0" brushRef="#br0">151 0 24575,'-1'3'0,"0"-1"0,0 1 0,-1-1 0,1 0 0,0 1 0,-1-1 0,1 0 0,-1 0 0,0 0 0,-3 3 0,-2 2 0,-8 13 0,0 0 0,1 1 0,1 0 0,1 1 0,1 1 0,1 0 0,1 0 0,-8 36 0,13-40 0,2 1 0,0 0 0,1 0 0,1 0 0,1 0 0,1-1 0,1 1 0,10 38 0,-1-20 0,2 0 0,2-1 0,28 49 0,-30-61 0,-5-7 0,1-1 0,13 19 0,-20-32 0,1 0 0,-1 0 0,1 0 0,-1 0 0,1-1 0,0 0 0,0 0 0,1 0 0,-1 0 0,1-1 0,-1 0 0,1 0 0,6 2 0,2-2-1365,-4-4-5461</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4:54.845"/>
    </inkml:context>
    <inkml:brush xml:id="br0">
      <inkml:brushProperty name="width" value="0.05" units="cm"/>
      <inkml:brushProperty name="height" value="0.05" units="cm"/>
    </inkml:brush>
  </inkml:definitions>
  <inkml:trace contextRef="#ctx0" brushRef="#br0">7 78 24575,'-2'7'0,"1"0"0,0 1 0,0-1 0,0 1 0,1-1 0,0 0 0,0 1 0,1-1 0,0 1 0,0-1 0,1 0 0,0 1 0,0-1 0,4 7 0,-2-6 0,-1 0 0,2 1 0,-1-2 0,1 1 0,0-1 0,1 1 0,0-1 0,0-1 0,1 1 0,-1-1 0,10 6 0,-15-11 0,0 0 0,1 0 0,-1-1 0,0 1 0,0-1 0,0 1 0,1-1 0,-1 1 0,0-1 0,0 0 0,3 1 0,-3-1 0,-1 0 0,0 0 0,1 0 0,-1 0 0,0-1 0,1 1 0,-1 0 0,0 0 0,1 0 0,-1 0 0,0 0 0,1-1 0,-1 1 0,0 0 0,0 0 0,1 0 0,-1-1 0,0 1 0,0 0 0,1-1 0,-1 1 0,0 0 0,0 0 0,0-1 0,1 1 0,-1 0 0,0-1 0,0-1 0,0 0 0,0 0 0,0 0 0,0 1 0,0-1 0,0 0 0,0 0 0,-1 0 0,1 1 0,-1-1 0,1 0 0,-1 0 0,0 1 0,0-1 0,-1-2 0,-24-35 0,-20-36 0,42 67 0,-1-1 0,2 0 0,-1 0 0,1-1 0,1 1 0,-3-17 0,5 24 0,-1 0 0,1 0 0,0 0 0,0-1 0,0 1 0,0 0 0,1 0 0,-1 0 0,0 0 0,1 0 0,0-1 0,-1 1 0,1 0 0,0 0 0,0 1 0,0-1 0,0 0 0,1 0 0,-1 0 0,0 1 0,1-1 0,-1 1 0,1-1 0,0 1 0,-1-1 0,1 1 0,0 0 0,0 0 0,0 0 0,0 0 0,0 0 0,0 0 0,0 1 0,4-2 0,6 0 0,0 1 0,0 0 0,1 0 0,-1 1 0,13 2 0,-5-1 0,-18-1-72,1 0 1,-1 0-1,1 0 0,0 1 0,-1-1 0,1 1 0,-1-1 0,1 1 1,-1 0-1,0 0 0,1 0 0,-1 0 0,0 0 0,1 1 0,-1-1 1,0 1-1,0-1 0,2 3 0,3 6-6754</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4:55.171"/>
    </inkml:context>
    <inkml:brush xml:id="br0">
      <inkml:brushProperty name="width" value="0.05" units="cm"/>
      <inkml:brushProperty name="height" value="0.05" units="cm"/>
    </inkml:brush>
  </inkml:definitions>
  <inkml:trace contextRef="#ctx0" brushRef="#br0">85 0 24575,'-2'21'0,"-4"8"0,-1 2 0,1-1 0,2-4 0,1-4 0,1-2 0,2-3 0,-3-2 0,-3-3 0,-3-3 0,-2-4 0,-2-5 0,1-3-8191</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4:55.797"/>
    </inkml:context>
    <inkml:brush xml:id="br0">
      <inkml:brushProperty name="width" value="0.05" units="cm"/>
      <inkml:brushProperty name="height" value="0.05" units="cm"/>
    </inkml:brush>
  </inkml:definitions>
  <inkml:trace contextRef="#ctx0" brushRef="#br0">1 76 24575,'18'30'0,"2"-1"0,1 0 0,43 45 0,-54-65 0,0-1 0,1 0 0,0 0 0,0-1 0,19 10 0,-21-14 0,-1 0 0,1 0 0,0 0 0,0-1 0,0 0 0,0-1 0,0 0 0,0-1 0,10 0 0,-17 0 0,0 0 0,0 0 0,0 0 0,0 0 0,0-1 0,0 1 0,0-1 0,0 1 0,0-1 0,0 0 0,0 1 0,-1-1 0,1 0 0,0 0 0,0-1 0,-1 1 0,1 0 0,-1 0 0,1-1 0,-1 1 0,0-1 0,0 0 0,1 1 0,-1-1 0,0 0 0,0 1 0,1-5 0,0-1 0,-1 0 0,0 0 0,-1 0 0,1-1 0,-1 1 0,-2-10 0,2-20 0,0 37 0,1-1 0,-1 1 0,1 0 0,-1 0 0,0 0 0,1 0 0,-1 0 0,0 0 0,1 0 0,-1 1 0,0-1 0,1 0 0,-1 0 0,0 0 0,1 0 0,-1 0 0,0 0 0,0 1 0,1-1 0,-1 0 0,0 0 0,1 1 0,-1-1 0,0 0 0,0 0 0,1 1 0,-1-1 0,0 0 0,0 0 0,1 1 0,14 14 0,-10-10 0,3 2 0,1-1 0,0 0 0,0 0 0,1-1 0,-1 0 0,1 0 0,0-1 0,1-1 0,-1 1 0,18 2 0,-16-4 0,-1-1 0,1 0 0,0 0 0,-1-1 0,1-1 0,-1 0 0,1-1 0,-1 0 0,21-6 0,-26 6 0,-1-1 0,0 1 0,0-1 0,1 0 0,-2-1 0,1 1 0,0-1 0,-1 0 0,0 0 0,1 0 0,-2-1 0,1 1 0,0-1 0,3-7 0,-5 9 0,-1-1 0,1 1 0,-1 0 0,0 0 0,0 0 0,0-1 0,-1 1 0,1-1 0,-1 1 0,0 0 0,0-1 0,0 1 0,0-1 0,-1 1 0,1 0 0,-1-1 0,0 1 0,0 0 0,0-1 0,0 1 0,0 0 0,-1 0 0,0 0 0,0 0 0,1 0 0,-4-3 0,-5-4 0,0 1 0,-1-1 0,0 2 0,0-1 0,-1 2 0,0-1 0,0 2 0,-1-1 0,0 2 0,0 0 0,0 0 0,0 1 0,-1 1 0,0 0 0,0 1 0,-19 0 0,9 3-1365,5 2-5461</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4:56.337"/>
    </inkml:context>
    <inkml:brush xml:id="br0">
      <inkml:brushProperty name="width" value="0.05" units="cm"/>
      <inkml:brushProperty name="height" value="0.05" units="cm"/>
    </inkml:brush>
  </inkml:definitions>
  <inkml:trace contextRef="#ctx0" brushRef="#br0">1 0 24575,'30'8'0,"0"1"0,0 1 0,-1 2 0,0 0 0,-1 2 0,-1 2 0,29 20 0,-39-24 0,-1 0 0,-1 2 0,0 0 0,-1 0 0,-1 1 0,0 1 0,-1 0 0,-1 1 0,0 1 0,-2-1 0,0 1 0,8 21 0,-13-25 0,0 0 0,-1 0 0,0 0 0,-1 0 0,-1 0 0,0 1 0,-1-1 0,-1 1 0,0-1 0,-1 0 0,0 0 0,-1 0 0,-8 24 0,8-33 6,1 0 0,-1 0 1,0 0-1,0-1 0,-1 1 0,1-1 0,-1 0 0,0 0 0,-1 0 0,1 0 0,-9 5 0,-2 0-181,-1-1-1,-24 9 1,16-7-737,9-3-5914</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4:56.904"/>
    </inkml:context>
    <inkml:brush xml:id="br0">
      <inkml:brushProperty name="width" value="0.05" units="cm"/>
      <inkml:brushProperty name="height" value="0.05" units="cm"/>
    </inkml:brush>
  </inkml:definitions>
  <inkml:trace contextRef="#ctx0" brushRef="#br0">0 27 24575,'8'-22'0,"-8"21"0,0 1 0,1 0 0,-1 0 0,0-1 0,0 1 0,0 0 0,1 0 0,-1-1 0,0 1 0,0 0 0,0 0 0,1-1 0,-1 1 0,0 0 0,1 0 0,-1 0 0,0 0 0,1 0 0,-1-1 0,0 1 0,0 0 0,1 0 0,0 0 0,-1 0 0,1 1 0,-1-1 0,1 0 0,-1 0 0,1 1 0,-1-1 0,1 1 0,-1-1 0,1 0 0,-1 1 0,0-1 0,1 1 0,-1-1 0,0 1 0,1-1 0,-1 1 0,0-1 0,1 1 0,-1 0 0,7 17 0,0 1 0,-1 0 0,-2 1 0,5 33 0,-2-14 0,73 463 0,-65-354 0,-12-115-682,-1 36-1,-2-56-6143</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4:57.745"/>
    </inkml:context>
    <inkml:brush xml:id="br0">
      <inkml:brushProperty name="width" value="0.05" units="cm"/>
      <inkml:brushProperty name="height" value="0.05" units="cm"/>
    </inkml:brush>
  </inkml:definitions>
  <inkml:trace contextRef="#ctx0" brushRef="#br0">1 49 24575,'0'-48'0,"-1"115"0,3 97 0,0-120 0,15 74 0,26 48 0,7 41 0,-49-202-114,0 0 1,-1 1-1,1-1 0,-1 0 0,-1 0 1,1 0-1,-1 0 0,0 1 0,0-1 1,0 0-1,-3 5 0,-2 2-6712</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4:58.604"/>
    </inkml:context>
    <inkml:brush xml:id="br0">
      <inkml:brushProperty name="width" value="0.05" units="cm"/>
      <inkml:brushProperty name="height" value="0.05" units="cm"/>
    </inkml:brush>
  </inkml:definitions>
  <inkml:trace contextRef="#ctx0" brushRef="#br0">1 63 24575,'0'-2'0,"0"-1"0,0 1 0,0 0 0,0 0 0,0-1 0,1 1 0,-1 0 0,1-1 0,0 1 0,0 0 0,0 0 0,0 0 0,0 0 0,0 0 0,0 0 0,1 0 0,-1 0 0,1 0 0,-1 1 0,1-1 0,0 1 0,-1-1 0,1 1 0,0-1 0,0 1 0,0 0 0,0 0 0,0 0 0,0 0 0,5-1 0,4 0 0,-1 1 0,1 0 0,0 0 0,0 1 0,15 1 0,-5 0 0,-6 0 0,-1 0 0,27 6 0,-37-7 0,0 1 0,1 1 0,-1-1 0,0 1 0,0-1 0,0 1 0,0 1 0,0-1 0,0 0 0,-1 1 0,1 0 0,-1 0 0,5 5 0,-6-5 0,0 0 0,-1 0 0,1 1 0,-1-1 0,0 1 0,0-1 0,0 1 0,0 0 0,0-1 0,-1 1 0,0 0 0,0-1 0,0 1 0,0 0 0,0-1 0,-1 1 0,-1 6 0,-1 0 0,0 0 0,-1-1 0,0 1 0,0-1 0,-7 10 0,1-3 0,4-8 0,1 0 0,-1 1 0,2 0 0,0-1 0,-4 11 0,7-17 0,1-1 0,-1 1 0,1 0 0,0-1 0,0 1 0,-1-1 0,1 1 0,0 0 0,0-1 0,1 1 0,-1 0 0,0-1 0,0 1 0,1 0 0,-1-1 0,1 1 0,0-1 0,-1 1 0,1-1 0,0 1 0,0-1 0,0 0 0,0 1 0,0-1 0,0 0 0,0 0 0,0 0 0,1 0 0,-1 0 0,0 0 0,1 0 0,-1 0 0,1 0 0,-1 0 0,1-1 0,1 1 0,9 3 0,-1 0 0,1-1 0,0-1 0,0 0 0,0 0 0,0-2 0,0 1 0,20-3 0,5-3 0,52-13 0,-63 9-1365,-17 6-5461</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87"/>
    </inkml:context>
    <inkml:brush xml:id="br0">
      <inkml:brushProperty name="width" value="0.05" units="cm"/>
      <inkml:brushProperty name="height" value="0.05" units="cm"/>
    </inkml:brush>
  </inkml:definitions>
  <inkml:trace contextRef="#ctx0" brushRef="#br0">1 8 4457,'3'0'8525,"10"-4"-3298,-12 3-5029,7-1 2061,-8 2-2191,0-1 1,0 1 0,0 0-1,1 0 1,-1 0-1,0 0 1,0 0 0,0 0-1,0 0 1,1 0-1,-1 0 1,0 0 0,0 0-1,0 0 1,0 0-1,0 0 1,1 0-1,-1 0 1,0 0 0,0 0-1,0 1 1,0-1-1,0 0 1,1 0 0,-1 0-1,0 0 1,0 0-1,0 0 1,0 0-1,0 0 1,0 0 0,0 1-1,0-1 1,1 0-1,-1 0 1,0 0 0,0 0-1,0 0 1,0 1-1,0-1 1,0 0 0,0 1 635,4 13 2566,-3-12-3153,2 6-25,0 0 0,0 0 0,1 0 0,1-1 0,8 14 0,11 19 72,-12-16-99,53 128 98,-56-131-136,-7-16-26,0-1-1,0 0 1,-1 1 0,1-1-1,-1 1 1,0 0 0,1 7-1,-2-8 2,0-1 1,-1 0-1,1 1 1,-1-1-1,1 0 0,-1 1 1,0-1-1,-3 4 0,-8-60 908,1 7-941,5 25 26,2 0 0,-5-39-1,9 59 8,-1-11 9,1-1 0,0 1 0,1 0 0,0 0 0,3-13 0,-3 22-11,0 0 0,0 0 0,0 0 0,0 1 0,0-1 1,1 0-1,-1 1 0,1-1 0,0 1 0,0 0 0,0 0 0,0-1 0,0 1 0,0 0 1,0 1-1,1-1 0,-1 0 0,1 1 0,-1-1 0,1 1 0,0 0 0,-1 0 0,1 0 1,0 0-1,0 0 0,0 1 0,3-1 0,5 0-2,-1 1 1,1 0-1,0 1 1,-1 0-1,1 1 1,-1 0-1,1 1 1,-1 0-1,0 0 0,11 6 1,-5-1-8,1 1 1,-1 0-1,-1 1 1,29 24-1,-36-27-41,0 0-1,0 1 1,-1 0-1,0 1 1,-1-1 0,0 2-1,0-1 1,7 17 0,-13-25-60,1-1 1,-1 1 0,0-1 0,0 1 0,1-1 0,-1 1 0,0-1 0,0 1-1,0-1 1,0 1 0,0-1 0,0 1 0,0 0 0,0-1 0,0 1 0,0-1 0,0 1-1,0-1 1,-1 1 0,1-1 0,0 1 0,0-1 0,0 1 0,-1-1 0,1 1-1,0-1 1,-1 1 0,1-1 0,0 0 0,-1 1 0,1-1 0,-1 1 0,1-1-1,0 0 1,-1 1 0,1-1 0,-1 0 0,1 0 0,-1 1 0,1-1 0,-1 0 0,-1 0-1,-1 1-1546,-1 0 0,1-1-1,-1 0 1,0 0 0,-4 0 0,7 0 821,-17-3-10796</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89"/>
    </inkml:context>
    <inkml:brush xml:id="br0">
      <inkml:brushProperty name="width" value="0.05" units="cm"/>
      <inkml:brushProperty name="height" value="0.05" units="cm"/>
    </inkml:brush>
  </inkml:definitions>
  <inkml:trace contextRef="#ctx0" brushRef="#br0">273 1 8,'10'5'10553,"4"0"-5663,-6-3-3451,0 1-973,-1 1 0,0 0 0,0 0 0,0 0 0,-1 1-1,1 0 1,5 7 0,38 42 108,-42-44-423,-1-1-116,0 0 0,0 1 1,0 0-1,-1 0 0,-1 0 0,6 16 0,-10-24-1,0 1-1,0 0 0,0 0 0,0 0 0,-1 0 0,1 0 1,-1-1-1,0 1 0,0 0 0,0 0 0,0 0 0,-1 0 1,1 0-1,-1 0 0,1 0 0,-1 0 0,0 0 1,0-1-1,-1 1 0,1 0 0,0-1 0,-1 1 0,0-1 1,1 1-1,-1-1 0,0 0 0,0 0 0,-1 0 0,1 0 1,-3 2-1,-3 1 144,1-1 1,-1-1-1,0 1 1,0-1-1,0 0 1,-1-1-1,1 0 0,0 0 1,-1-1-1,-11 0 1,-10 0 263,-45-6 0,46 2-193,1-1 1,-32-10-1,46 10-90,0 0 0,0-2 0,0 0 0,1 0 0,-23-16 0,34 21-131,0 0-1,1 0 0,-1-1 0,1 1 1,-1 0-1,1-1 0,0 1 0,0-1 0,0 0 1,-1 1-1,1-1 0,1 0 0,-1 0 0,0 1 1,0-1-1,1 0 0,-1 0 0,1 0 1,-1-2-1,1 1-8,0 0 0,1 0 0,-1 1 0,0-1 0,1 0 0,0 1 0,0-1 0,0 0 0,0 1 0,0-1 0,0 1 0,3-3 0,1-3-5,1 1 0,-1 1 0,2-1 0,-1 1 0,1 0 0,0 0 0,11-6 0,-1 2-77,0 1-1,0 1 1,28-9 0,57-11-2407,-74 21 714,-6 1-1060,-10-3-5663</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90"/>
    </inkml:context>
    <inkml:brush xml:id="br0">
      <inkml:brushProperty name="width" value="0.05" units="cm"/>
      <inkml:brushProperty name="height" value="0.05" units="cm"/>
    </inkml:brush>
  </inkml:definitions>
  <inkml:trace contextRef="#ctx0" brushRef="#br0">39 298 3865,'2'1'1055,"0"1"0,0-1 0,0 1 1,0 0-1,-1 0 0,1 0 0,-1 0 0,1 0 1,-1 0-1,2 3 0,-3-4-686,1 1 0,-1-1 0,0 1 0,0-1 0,0 1-1,0-1 1,0 1 0,0-1 0,0 0 0,0 1 0,-1-1 0,1 1 0,0-1 0,-1 0 0,1 1 0,-1-1-1,0 0 1,1 1 0,-2 1 0,1-3-274,1 1 0,-1 0 0,1 0 0,-1 0 0,1 0 0,0-1 0,-1 1 0,1 0 0,0 0 0,0 0-1,0 0 1,-1 0 0,1 0 0,0 0 0,0-1 0,1 1 0,-1 0 0,0 0 0,0 0 0,0 0 0,1 1 0,11 13 828,-9-13-905,-3-1-8,0-1-1,0 0 1,0 0 0,0 0-1,0 0 1,0 1 0,0-1-1,0 0 1,1 0 0,-1 0-1,0 0 1,0 0-1,0 1 1,0-1 0,0 0-1,1 0 1,-1 0 0,0 0-1,0 0 1,0 0 0,0 0-1,1 0 1,-1 0-1,0 0 1,0 0 0,0 0-1,1 0 1,-1 0 0,0 0-1,0 0 1,0 0-1,1 0 1,-1 0 0,0 0-1,0 0 1,0 0 0,0 0-1,1 0 1,-1 0 0,0 0-1,0-1 1,0 1-1,2-9 269,-4-12-216,-17-30-85,-17-48 40,32 83-1,0 1 0,1-1 0,1 0 0,-1-23 0,3 33-4,0-1-1,1 0 0,0 1 0,0-1 1,0 0-1,5-11 0,-5 16-10,0-1 0,0 0 0,1 1 1,-1-1-1,1 1 0,0-1 0,0 1 0,0 0 0,0 0 0,0 0 0,0 0 0,0 0 1,1 0-1,-1 0 0,1 1 0,-1-1 0,5-1 0,0 1-19,0 0 0,1 0 0,-1 1 0,0 0 0,1 0 0,-1 0 0,8 1 0,-10 0-231,-1 1 0,0-1 0,1 1 0,-1 0 1,0 0-1,0 0 0,1 1 0,-1 0 1,0-1-1,0 1 0,-1 1 0,1-1 0,4 4 1,-8-6-2,1 0 0,-1 1 1,0-1-1,1 0 0,-1 1 1,0-1-1,1 0 0,-1 1 1,0-1-1,0 1 0,1-1 1,-1 0-1,0 1 0,0-1 1,0 1-1,0-1 0,0 1 1,0-1-1,0 1 0,1-1 1,-1 1-1,0-1 0,-1 0 1,1 1-1,0-1 0,0 1 1,0-1-1,0 1 0,0-1 1,0 1-1,0-1 0,-1 1 1</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91"/>
    </inkml:context>
    <inkml:brush xml:id="br0">
      <inkml:brushProperty name="width" value="0.05" units="cm"/>
      <inkml:brushProperty name="height" value="0.05" units="cm"/>
    </inkml:brush>
  </inkml:definitions>
  <inkml:trace contextRef="#ctx0" brushRef="#br0">1 11 8442,'-1'5'14145,"2"3"-12603,4 2-1318,1 0-1,0-1 1,0 0 0,1 0-1,1 0 1,-1-1 0,1 0-1,11 8 1,-4-5-183,1-1 1,0 0 0,0-1-1,20 8 1,36 10 30,-63-24-60,-1-1 0,1-1 0,-1 1 1,1-1-1,-1-1 0,17 0 0,-24 0-11,0 0-1,0 0 1,1 0-1,-1-1 1,0 1 0,0 0-1,1-1 1,-1 1-1,0 0 1,0-1 0,0 0-1,0 1 1,0-1-1,0 0 1,0 1 0,0-1-1,0 0 1,0 0-1,0 0 1,0 0-1,-1 0 1,1 0 0,0 0-1,-1 0 1,1 0-1,-1 0 1,1 0 0,-1-1-1,1 1 1,-1 0-1,0 0 1,0 0 0,1-1-1,-1 1 1,0 0-1,0 0 1,0-1 0,0 1-1,-1 0 1,1 0-1,0-1 1,0 1 0,-1 0-1,1 0 1,-1 0-1,0-2 1,-32-73-44,21 53 67,4 10 32,-10-27 0,16 30 185,7 10-124,10 13-91,-9-7-36,5 3-9,0 1 1,12 14 0,-16-16-2,0 0 0,1-1 0,0 0 0,0 0 0,0-1 0,13 8 0,-10-9-39,-2 0-8,0-1 0,12 5 0,-18-8 47,0-1 0,0 1 0,0 0 0,-1-1 0,1 0 0,0 0 0,0 0 0,0 0 0,0 0 0,0 0 0,0-1 0,3-1 0,-4 2 7,0-1 1,0 0-1,-1 1 1,1-1-1,0 0 1,-1 0-1,1 0 1,-1-1-1,1 1 0,-1 0 1,0 0-1,0-1 1,1 1-1,-1-1 1,0 1-1,0-1 1,0 0-1,-1 1 0,1-1 1,0 0-1,-1 1 1,1-1-1,-1 0 1,1-2-1,0-4-20,0 0 0,-1 0 0,0 0 0,-2-11 0,0-6 45,2 25-12,0-1 0,0 1 0,0 0 0,0 0 0,0-1 0,0 1 0,0 0 0,0 0 1,0-1-1,0 1 0,0 0 0,1 0 0,-1 0 0,0-1 0,0 1 0,0 0 0,0 0 0,0 0 0,1-1 0,-1 1 0,0 0 0,0 0 0,0 0 0,0 0 0,1 0 0,-1-1 0,0 1 0,0 0 0,1 0 0,-1 0 0,0 0 0,0 0 0,1 0 0,-1 0 0,12 1-10,11 9-9,48 33-89,10 5-104,-44-28-498,-16-4-4248</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92"/>
    </inkml:context>
    <inkml:brush xml:id="br0">
      <inkml:brushProperty name="width" value="0.05" units="cm"/>
      <inkml:brushProperty name="height" value="0.05" units="cm"/>
    </inkml:brush>
  </inkml:definitions>
  <inkml:trace contextRef="#ctx0" brushRef="#br0">143 703 2473,'0'-3'1147,"0"0"1,-1 0 0,1 0 0,-1 0-1,0 0 1,-1-3 0,-11-18 2470,-18-17-235,30 41-3297,-7-10 719,-1 1-1,-1 1 1,0 0-1,0 0 0,-18-10 1,28 18-776,0 0 0,-1-1 0,1 1 0,0 0 0,-1 0 0,1 0 0,0-1 0,-1 1 0,1 0 0,-1 0 0,1 0 0,0 0 0,-1 0 1,1 0-1,-1 0 0,1 0 0,0 0 0,-1 0 0,1 0 0,-1 0 0,1 0 0,0 0 0,-1 0 0,1 0 0,0 1 0,-1-1 0,1 0 0,-1 0 0,1 0 0,-1 1 0,1 0 16,-1 0-1,1-1 0,-1 1 0,1 0 0,-1 0 1,1 0-1,-1 0 0,1 0 0,0 0 0,-1 0 1,1 2-1,0 27 504,3-6-412,2 0 1,1 0-1,0-1 1,2 1-1,1-1 1,1-1-1,0 0 1,17 25-1,-9-24-68,-16-21-51,-1-1 0,1 1 0,-1-1 0,1 1 0,0-1 1,0 0-1,-1 1 0,1-1 0,0 0 0,3 1 0,-4-2-9,0 0-1,1 0 0,-1 0 1,0 0-1,0 0 0,0-1 1,0 1-1,0 0 0,0-1 1,0 1-1,0-1 0,0 1 1,0-1-1,0 1 1,0-1-1,0 0 0,-1 1 1,1-1-1,0 0 0,0 0 1,-1 0-1,1 1 0,0-1 1,-1 0-1,1 0 0,-1 0 1,1 0-1,-1 0 1,0 0-1,1 0 0,-1 0 1,1-2-1,0-2-17,0-1 0,1 0 0,-2 1 0,1-12 1,-2-5-82,-7-39 0,4 39 8,-1-39 1,5 61 80,0 0 1,-1 0 0,1-1-1,0 1 1,0 0 0,0 0-1,0 0 1,0 0 0,0 0-1,0-1 1,0 1 0,0 0-1,0 0 1,0 0 0,0 0-1,0 0 1,0 0 0,1-1-1,-1 1 1,0 0 0,0 0-1,0 0 1,0 0 0,0 0-1,0 0 1,0-1 0,0 1-1,0 0 1,0 0 0,0 0-1,1 0 1,-1 0 0,0 0-1,0 0 1,0 0 0,0 0-1,0 0 1,0 0 0,1 0-1,-1-1 1,0 1 0,0 0-1,0 0 1,0 0 0,0 0-1,1 0 1,6 6-147,11 15-160,-15-16 268,12 13 37,0-1 0,1-1 0,0 0 0,1-1 0,1-1 0,1-1 1,0 0-1,0-2 0,41 19 0,-54-28 7,0 0 1,1 0-1,-1-1 0,0 0 1,0 0-1,1 0 1,-1-1-1,0 0 1,1 0-1,-1-1 1,1 0-1,-1 0 0,7-2 1,-9 2-5,0-1 1,0 0 0,0 1-1,0-1 1,0-1-1,0 1 1,0-1-1,-1 1 1,1-1-1,-1 0 1,0 0 0,0-1-1,0 1 1,0-1-1,-1 1 1,1-1-1,-1 0 1,0 0 0,2-6-1,1-6-3,0 0 1,-2 0-1,0-1 0,-1 1 0,0-1 1,-1-17-1,-3-8-30,-8-50 1,1 38-60,-2 1 0,-2 1 0,-3 0 0,-42-93 0,44 112 98,-17-30 4,28 57 3,-1 0-1,-1 0 0,1 1 0,-1-1 1,0 1-1,0 0 0,-9-7 1,14 12-14,-1 0 1,1-1 0,-1 1 0,0 0 0,1-1 0,-1 1 0,0 0-1,1 0 1,-1 0 0,0 0 0,1-1 0,-1 1 0,0 0-1,0 0 1,1 0 0,-1 1 0,0-1 0,1 0 0,-1 0-1,0 0 1,1 0 0,-1 1 0,0-1 0,1 0 0,-1 1-1,1-1 1,-1 0 0,0 1 0,1-1 0,-1 1 0,1-1 0,-1 1-1,1-1 1,-1 1 0,1-1 0,0 1 0,-1-1 0,1 1-1,-1 1 1,0 1 0,-1-1-1,1 1 1,-1 0-1,1 0 1,0 1-1,0-1 0,0 4 1,-1 9 11,2 0 0,0 0 0,1 0 0,5 29 0,20 64 83,-11-55-39,51 161 117,-50-172-103,43 82 0,-49-108-44,0 0 0,2 0-1,0-1 1,1-1 0,0 0 0,2-1-1,17 15 1,-24-23-7,1 0 0,0-1 0,0 0 0,0 0 0,0-1 0,1 0-1,-1-1 1,1 0 0,0 0 0,0-1 0,17 1 0,-19-3-32,0 0 1,1 0-1,-1-1 1,0 0-1,0 0 1,1-1-1,-1-1 1,0 1-1,-1-1 1,1 0-1,0-1 1,-1 0-1,0 0 1,11-8-1,-11 7-16,-1 0 0,0 0 1,0 0-1,-1-1 0,1 0 0,-1 0 0,0 0 0,-1-1 1,0 0-1,0 1 0,0-2 0,-1 1 0,0 0 0,0-1 1,2-9-1,-2-2 23,0 6 91,-1 0 0,1-19 0,-2 44-35,0 0 0,1 0 0,0 0 0,1 0 0,1 0 0,0-1 0,0 1 0,1-1 0,1 0 0,9 15 0,-6-13-48,0 0 0,1 0 0,0-1 0,1 0 1,1-1-1,-1-1 0,25 18 0,-34-27-42,0 0 0,0 0-1,0 0 1,0 0 0,0-1 0,0 1 0,0 0-1,2 0 1,-3-1 5,-1 0 1,0 0-1,0 0 0,0 0 1,1 0-1,-1 0 0,0 0 1,0 0-1,0 0 0,1-1 1,-1 1-1,0 0 1,0 0-1,1 0 0,-1 0 1,0 0-1,0 0 0,0 0 1,0 0-1,1-1 0,-1 1 1,0 0-1,0 0 0,0 0 1,0 0-1,0 0 0,1-1 1,-1 1-1,0 0 0,0 0 1,-3-12-1956,-6-5-2708,-1-1-1,-14-17 1,5 9-3544</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93"/>
    </inkml:context>
    <inkml:brush xml:id="br0">
      <inkml:brushProperty name="width" value="0.05" units="cm"/>
      <inkml:brushProperty name="height" value="0.05" units="cm"/>
    </inkml:brush>
  </inkml:definitions>
  <inkml:trace contextRef="#ctx0" brushRef="#br0">4 54 5841,'-2'-7'4225,"2"-4"-1008,-1 1-785,1 2-551,1 2-497,-1 3-392,3-2-344,-1 3-272,3 1-167,-2 1-177,-1 0-192,-2 1-97,0 4-63,0 2-128,-2 2-328,0 2-968,-6 4-2305</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94"/>
    </inkml:context>
    <inkml:brush xml:id="br0">
      <inkml:brushProperty name="width" value="0.05" units="cm"/>
      <inkml:brushProperty name="height" value="0.05" units="cm"/>
    </inkml:brush>
  </inkml:definitions>
  <inkml:trace contextRef="#ctx0" brushRef="#br0">0 55 2240,'11'-6'2389,"0"-1"0,1 1 0,0 1-1,17-6 1,-12 6-791,1 1 0,29-3 0,-18 4-873,0 3 0,1 0 0,47 8 0,-60-5-538,-1 0 0,0 2 0,0 0 0,0 1 0,0 0 0,18 12 0,-5-1 30,-1 2 0,29 24 0,-54-40-211,1 0-1,0 1 1,-1-1-1,0 1 0,0 0 1,0 0-1,0 0 0,-1 0 1,1 0-1,-1 1 1,0-1-1,0 1 0,-1 0 1,1-1-1,-1 1 1,0 0-1,0 0 0,-1 0 1,1 5-1,-2-3-3,0-1-1,0 1 1,0-1-1,0 0 1,-1 0-1,0 1 1,-1-1-1,1 0 1,-1 0-1,0-1 1,-1 1 0,1-1-1,-1 0 1,-4 6-1,-16 14 50,13-14-24,1 0 0,-9 13 0,19-23-19,-1-1 0,1 1 0,-1 0 0,1-1-1,0 1 1,-1 0 0,1 0 0,0-1 0,0 1 0,0 0-1,-1-1 1,1 1 0,0 0 0,0 0 0,0-1 0,0 1-1,0 0 1,0 0 0,0 0 0,1-1 0,-1 1 0,0 0 0,0-1-1,1 2 1,0-1 20,-1 0 0,1 1-1,0-1 1,0 0-1,0 0 1,1 0 0,-1 0-1,0-1 1,0 1 0,0 0-1,3 1 1,3 1 76,0-1 0,0 1-1,13 1 1,-19-4-112,22 4-37,1 0-1,-1-2 1,0-1 0,1-1-1,-1-1 1,0-1 0,26-6-1,-14-3-1091,-20 1-2008,-14 9 2560,0 0 0,-1 1 0,1-1 0,0 0 0,-1 0 0,1 0 0,-1 1 0,1-1 0,-1 0 0,0 0 0,1 0 0,-1 0 0,0 0 0,1-1 0</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95"/>
    </inkml:context>
    <inkml:brush xml:id="br0">
      <inkml:brushProperty name="width" value="0.05" units="cm"/>
      <inkml:brushProperty name="height" value="0.05" units="cm"/>
    </inkml:brush>
  </inkml:definitions>
  <inkml:trace contextRef="#ctx0" brushRef="#br0">0 18 4137,'57'4'10787,"27"9"-7679,28 3-3284,69-11 459,-143-7-955,-1-2-1,69-15 1,-72 8-2489,-12-1-2836,-10 4-959</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96"/>
    </inkml:context>
    <inkml:brush xml:id="br0">
      <inkml:brushProperty name="width" value="0.05" units="cm"/>
      <inkml:brushProperty name="height" value="0.05" units="cm"/>
    </inkml:brush>
  </inkml:definitions>
  <inkml:trace contextRef="#ctx0" brushRef="#br0">245 57 4889,'-40'-18'5307,"20"8"-2464,-33-10 0,46 18-2381,-1 0 0,1 0 0,0 1 1,-1 0-1,1 1 0,0 0 0,-1 0 0,-12 2 1,17-2-363,1 1 1,-1 0-1,1-1 1,-1 1-1,1 0 1,0 0-1,-1 0 1,1 0-1,0 1 1,0-1-1,0 1 1,0-1-1,0 1 1,0 0-1,0 0 0,0 0 1,-1 2-1,1-1-1,0 1-1,1-1 0,0 0 1,-1 0-1,1 1 0,0-1 1,1 1-1,-1-1 0,1 1 1,-1-1-1,1 6 0,1 0 17,0 0-1,0 0 1,1 0-1,0-1 0,1 1 1,0 0-1,0-1 1,1 1-1,4 7 0,-1-4-45,1-1-1,0-1 0,1 1 0,0-2 0,0 1 0,14 10 0,-15-14-47,-1-1 0,1 0 1,0 0-1,0-1 0,0 0 0,1 0 0,-1-1 0,1 0 1,0 0-1,9 1 0,-15-4-12,0 0 0,-1 0 0,1 0 0,-1 0 0,1 0 0,-1 0 0,1-1 0,-1 1 0,1-1 0,-1 0 0,1 1 0,-1-1 0,1-1 0,-1 1 0,0 0 0,3-2 0,-2 0-1,0 0 0,0 1 0,0-1-1,-1 0 1,1-1 0,-1 1 0,0 0 0,0-1-1,3-6 1,-2 2-7,-1 1 0,0-1 0,0 1 0,-1-1 0,0 0 0,0 1 1,0-1-1,-1 0 0,-1 0 0,-1-11 0,-9-18 6,8 30-3,1 0-1,0 0 1,0 0 0,0-1-1,0-11 1,2 18 5,0 2-22,0 1 0,1-1 0,-1 0 0,1 0 0,0 0 0,-1 0 0,1 0-1,0 0 1,0 0 0,0 1 0,0-1 4,26 30-105,0-2 0,2-1-1,40 29 1,-5-3-2175,-54-44 851,-4-3-1164</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97"/>
    </inkml:context>
    <inkml:brush xml:id="br0">
      <inkml:brushProperty name="width" value="0.05" units="cm"/>
      <inkml:brushProperty name="height" value="0.05" units="cm"/>
    </inkml:brush>
  </inkml:definitions>
  <inkml:trace contextRef="#ctx0" brushRef="#br0">28 97 3537,'-10'-28'6712,"5"14"-3782,-6-22 0,11 36-2864,0-1 1,-1 1-1,1-1 1,0 1-1,0-1 1,0 1-1,0-1 1,0 1-1,0-1 1,0 0-1,0 1 1,0-1-1,0 1 1,0-1-1,0 1 1,0-1-1,0 1 1,0-1-1,0 1 1,1-1-1,-1 1 1,0-1-1,0 1 1,1-1-1,-1 1 1,0-1-1,1 1 1,-1 0-1,0-1 1,1 1 0,-1-1-1,1 1 1,-1 0-1,0 0 1,1-1-1,-1 1 1,1 0-1,-1 0 1,1-1-1,-1 1 1,1 0-1,-1 0 1,1 0-1,0 0 1,-1 0-1,1 0 1,-1 0-1,1 0 1,-1 0-1,1 0 1,0 0-1,2 1 37,0-1-1,0 1 1,-1 0 0,1-1-1,0 2 1,-1-1 0,1 0-1,4 3 1,3 4 15,0 0 0,-1 1 0,0 0 0,-1 0-1,0 1 1,-1 0 0,12 19 0,35 83 374,-53-110-485,115 294 406,-49-99-413,-64-190-23,6 29-78,-8-35 83,-1 1 1,0-1-1,0 0 1,0 1 0,0-1-1,0 1 1,0-1-1,0 0 1,0 1-1,-1-1 1,1 1-1,0-1 1,-1 0 0,1 0-1,-1 1 1,0-1-1,1 0 1,-1 0-1,0 0 1,0 1-1,-1 0 1,1-1 6,0 0 1,-1-1-1,1 1 1,0-1-1,0 0 0,-1 1 1,1-1-1,0 0 1,0 0-1,-1 0 0,1 0 1,0 0-1,0 0 1,-1 0-1,1 0 1,0 0-1,-1-1 0,1 1 1,-2-1-1,-27-13-47,22 10 27,-24-11-50,1-1 0,0-1 1,2-2-1,-45-37 1,73 55 90,0 0 1,0 0 0,0 0-1,0 0 1,0 0 0,0 0-1,0 0 1,0-1 0,0 1-1,1 0 1,-1 0-1,1-1 1,-1 1 0,1 0-1,-1-1 1,1 1 0,0-1-1,0 1 1,0 0-1,-1-1 1,2-2 0,-1 3-2,1-1 1,-1 1 0,1 0-1,0 0 1,-1 0 0,1-1-1,0 1 1,0 0 0,0 0-1,0 0 1,0 0-1,0 0 1,0 1 0,0-1-1,0 0 1,1 0 0,-1 1-1,0-1 1,0 1 0,1-1-1,-1 1 1,0-1 0,2 1-1,7-2-7,0 0 0,-1 1-1,1 0 1,0 1 0,12 1-1,51 7 10,-28-2-18,145-1 148,-128-5 71,-61 0-187,1-1 1,0 1-1,-1 0 1,1 0-1,0 0 0,-1 1 1,1-1-1,0 0 1,-1 1-1,1-1 0,-1 1 1,3 0-1,-3 1-12,-1-1-1,1 0 1,0 1-1,0-1 1,-1 1-1,1-1 0,-1 1 1,1 0-1,-1-1 1,0 1-1,0-1 1,0 4-1,2 2 24,-1 1 0,1-1 0,0 0 0,1 0 0,0 0 0,0 0 0,7 11 0,-2-7-258,0 1 1,0-2 0,13 13 0</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98"/>
    </inkml:context>
    <inkml:brush xml:id="br0">
      <inkml:brushProperty name="width" value="0.05" units="cm"/>
      <inkml:brushProperty name="height" value="0.05" units="cm"/>
    </inkml:brush>
  </inkml:definitions>
  <inkml:trace contextRef="#ctx0" brushRef="#br0">15 59 7009,'-7'-22'7081,"6"18"-6245,-1 0 0,1 0 0,0 0 0,0 0 0,0-8-1,1 12-807,0 0-1,0 0 0,0 0 0,0-1 0,0 1 0,0 0 1,0 0-1,0 0 0,0-1 0,0 1 0,0 0 0,0 0 1,0 0-1,0 0 0,1-1 0,-1 1 0,0 0 0,0 0 1,0 0-1,0 0 0,0 0 0,1-1 0,-1 1 0,0 0 1,0 0-1,0 0 0,0 0 0,1 0 0,-1 0 0,0 0 1,0 0-1,0 0 0,1 0 0,-1 0 0,0 0 0,0 0 1,0 0-1,1 0 0,-1 0 0,0 0 0,0 0 0,0 0 1,0 0-1,1 0 0,-1 0 0,0 0 0,0 0 0,0 0 1,1 0-1,-1 0 0,0 0 0,0 1 0,0-1 0,0 0 1,0 0-1,1 0 0,-1 0 0,0 0 0,0 1 0,0-1 0,0 0 1,0 0-1,10 10-233,-6-3 19,-1 0-1,-1 0 1,1 1-1,-1-1 1,0 1-1,1 13 1,-1 14-2861,-1-1-4885,-1-19-377</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099"/>
    </inkml:context>
    <inkml:brush xml:id="br0">
      <inkml:brushProperty name="width" value="0.05" units="cm"/>
      <inkml:brushProperty name="height" value="0.05" units="cm"/>
    </inkml:brush>
  </inkml:definitions>
  <inkml:trace contextRef="#ctx0" brushRef="#br0">186 6 1496,'84'18'13830,"-84"-12"-10461,-2 11-2550,1-7-314,0 46 929,2-42-1277,-1 0 1,-1 0-1,0 0 0,-1 0 0,-6 25 1,8-37-143,-1 0-1,0 0 1,0 0 0,0 0 0,0 0 0,0 0 0,0-1-1,-1 1 1,1 0 0,0-1 0,-1 1 0,1-1 0,-1 0-1,0 1 1,1-1 0,-1 0 0,-2 1 0,0-1 29,1 1 0,0-1 1,-1 0-1,1-1 0,-1 1 1,1-1-1,-1 0 0,1 1 1,-6-2-1,-2 0 77,1-1 0,0 0-1,0-1 1,1 0 0,-20-9 0,18 7-42,0-1 1,1 0-1,0 0 1,-14-12-1,20 13-33,-1 1 1,1-1-1,-1 0 0,1 0 1,1 0-1,-1 0 0,1-1 1,0 0-1,0 1 0,-2-8 1,5 10-37,-1 1 1,1-1 0,0 0-1,0 1 1,0-1 0,0 0-1,0 1 1,1-1 0,-1 1 0,1-1-1,-1 1 1,1-1 0,0 1-1,0-1 1,0 1 0,1 0-1,-1-1 1,2-1 0,1-2-22,1 0 0,-1 1 1,1 0-1,0 0 0,10-8 0,-11 10-10,1 0-1,0 0 1,0 0-1,0 0 1,1 1-1,-1 0 1,1 0-1,-1 1 1,1-1-1,-1 1 1,1 0-1,0 1 1,0-1-1,-1 1 1,1 0-1,0 1 1,0-1-1,-1 1 1,9 2-1,5 4-33,0 0 0,0 1-1,-1 1 1,21 13 0,23 11 18,-30-15 25,-17-10 39,21 9-1,-32-15-17,1 0 0,-1-1 1,0 0-1,0 0 0,1 0 1,-1-1-1,0 1 0,1-1 1,-1 0-1,6-1 0,-9 1-6,0-1-1,0 1 0,1 0 1,-1-1-1,0 1 1,0-1-1,0 1 0,0-1 1,0 0-1,0 0 1,-1 1-1,1-1 0,0 0 1,0 0-1,0 0 1,-1 0-1,1 0 1,0 0-1,-1 0 0,1 0 1,-1 0-1,1 0 1,-1 0-1,0 0 0,1 0 1,-1-1-1,0 0 1,1-5-33,0-1 1,-1 1 0,0-11 0,0 1-24,0 11 20,1 0 1,-1 0 0,1 0-1,1 0 1,-1 0 0,1 1-1,4-11 1,-5 15 19,0 0-1,0 0 1,-1-1-1,1 1 1,0 0 0,0 0-1,0 0 1,0 0-1,0 0 1,1 1 0,-1-1-1,0 0 1,0 0-1,1 1 1,1-2 0,-1 2-2,0 0 0,-1-1 1,1 1-1,0 0 0,0 0 0,0 0 1,0 1-1,-1-1 0,1 0 1,0 1-1,0-1 0,0 1 0,-1 0 1,1-1-1,2 2 0,19 11-15,-1 2-1,23 17 0,-30-20 54,2 0 1,0-1-1,0-1 1,0 0-1,22 8 0,-3-4 17,-27-10-43,2 0 1,-1 0-1,0 0 1,1-2 0,-1 1-1,18 1 1,-27-4-80,0 0-1,-1 0 1,1 0-1,0 0 1,-1 0 0,1 0-1,0 0 1,-1 0 0,1-1-1,0 1 1,-1 0-1,1 0 1,-1 0 0,1-1-1,0 1 1,-1 0-1,1-1 1,-1 1 0,1-1-1,-1 1 1,1-1 0,-1 1-1,1-1 1,-1 1-1,0-1 1,1 1 0,-1-1-1,0 1 1,1-1-1,-1-1 1,1 1-590,-1 0 0,0-1 1,0 1-1,0 0 0,0-1 0,-1 1 0,1 0 1,0-1-1,0 1 0,-1 0 0,1 0 0,-1-1 1,1 1-1,-1 0 0,-1-2 0,-7-9-9554</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00"/>
    </inkml:context>
    <inkml:brush xml:id="br0">
      <inkml:brushProperty name="width" value="0.05" units="cm"/>
      <inkml:brushProperty name="height" value="0.05" units="cm"/>
    </inkml:brush>
  </inkml:definitions>
  <inkml:trace contextRef="#ctx0" brushRef="#br0">4 97 8,'-2'-39'16925,"1"19"-10501,1 0-3738,0 20-2579,0-1-1,0 0 1,0 0 0,0 0 0,0 1-1,0-1 1,1 0 0,-1 0 0,0 1-1,0-1 1,1 0 0,-1 0 0,1 1-1,-1-1 1,1 0 0,-1 1-1,1-1 1,-1 1 0,1-1 0,-1 0-1,1 1 1,0 0 0,-1-1 0,1 1-1,0-1 1,2 10 216,5 15-228,-2 1-1,0 0 1,5 49 0,6 31 229,37 85 193,-39-142-384,46 118 256,-9-55-285,-51-110-240,0 1 0,-1 0 1,1 0-1,-1 0 1,1 0-1,-1 0 0,0 0 1,0 4-1,-4 3-4141</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01"/>
    </inkml:context>
    <inkml:brush xml:id="br0">
      <inkml:brushProperty name="width" value="0.05" units="cm"/>
      <inkml:brushProperty name="height" value="0.05" units="cm"/>
    </inkml:brush>
  </inkml:definitions>
  <inkml:trace contextRef="#ctx0" brushRef="#br0">1 138 1800,'0'-4'1851,"0"1"0,0 0-1,1-1 1,0 1 0,0-1 0,1-4-1,0 3-854,0 1 0,1 0 0,-1 0 0,4-5 0,0 2-532,0 0 0,1 0 1,-1 1-1,13-8 1,-10 8-390,0 1 0,1 0 0,0 0-1,0 1 1,0 0 0,1 1 0,-1 0 0,1 1 0,0 0 0,-1 1 0,1 0 0,0 1 0,0 0 0,12 2 0,12 2-78,0 1-1,-1 3 1,36 11 0,-24-5-17,0 3 0,61 30 0,-101-44-9,0 1 1,0 0-1,-1 0 1,1 0 0,-1 1-1,0-1 1,0 1 0,0 1-1,4 6 1,-8-10 16,1 0 0,-1 0 0,0 0 0,0 1 0,0-1 0,0 0 0,0 1 0,-1-1 0,1 0 1,-1 1-1,0-1 0,1 1 0,-1-1 0,0 1 0,0-1 0,-1 1 0,1-1 0,-1 1 0,1-1 0,-1 0 0,1 1 1,-1-1-1,0 0 0,0 1 0,-1-1 0,1 0 0,0 0 0,-1 0 0,-1 2 0,-3 2 15,1 0 0,-1-1-1,-1 0 1,1 0 0,-1 0 0,0-1 0,0 0-1,-10 4 1,-64 22 97,69-26-88,-189 46-532,119-32-2726,53-11-1800,3 1-5624</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02"/>
    </inkml:context>
    <inkml:brush xml:id="br0">
      <inkml:brushProperty name="width" value="0.05" units="cm"/>
      <inkml:brushProperty name="height" value="0.05" units="cm"/>
    </inkml:brush>
  </inkml:definitions>
  <inkml:trace contextRef="#ctx0" brushRef="#br0">34 133 1664,'-1'6'17826,"7"9"-14002,10 16-4324,6 4 872,18 26 96,-31-45-306,-9-16-155,0 0 0,0 0 0,0 0 1,0 0-1,0 0 0,0 0 0,0 0 1,0 0-1,0 0 0,0 0 0,-1 0 1,1 0-1,0 0 0,0 0 0,0 0 1,0 0-1,0 0 0,0 0 1,0 0-1,0 0 0,0 0 0,0 0 1,0 0-1,0 0 0,0 0 0,0 0 1,0 0-1,0 0 0,0 0 0,0 0 1,0 0-1,0 0 0,0 0 0,0 0 1,0 0-1,-1 0 0,1 0 0,0 0 1,0 0-1,0 0 0,0 0 0,0 0 1,0 0-1,0 0 0,0 0 0,0 0 1,0 0-1,0 0 0,0 0 0,0 0 1,0 1-1,0-1 0,0 0 1,0 0-1,0 0 0,0 0 0,0 0 1,0 0-1,0 0 0,0 0 0,0 0 1,0 0-1,0 0 0,0 0 0,0 0 1,0 0-1,-8-7 1122,-5-5-736,2 1-211,-1-1 0,1 0 0,1 0 0,-18-28 0,23 28-94,-1 1 0,1 0 0,-4-14 1,8 19-52,-1 0 0,1 0 0,1 0 0,-1 0 0,1 0 0,0 0 0,0 0 0,2-11 1,-1 14-33,0 1 1,0-1 0,0 0 0,1 0 0,-1 0 0,1 1 0,0-1-1,-1 0 1,1 1 0,0 0 0,1-1 0,-1 1 0,0 0 0,1 0 0,-1 0-1,1 1 1,-1-1 0,1 1 0,0-1 0,4-1 0,2 0-32,1 0 1,0 0-1,-1 0 1,1 2 0,11-2-1,-3 2-125,0 0 0,0 1 0,29 4-1,-38-2-1088,0 0 0,13 5 0,-17-5-1210</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03"/>
    </inkml:context>
    <inkml:brush xml:id="br0">
      <inkml:brushProperty name="width" value="0.05" units="cm"/>
      <inkml:brushProperty name="height" value="0.05" units="cm"/>
    </inkml:brush>
  </inkml:definitions>
  <inkml:trace contextRef="#ctx0" brushRef="#br0">127 37 4577,'-3'-13'9866,"-7"1"-4573,9 11-5163,-1 0 1,0 0-1,1-1 0,-1 1 0,0 1 1,1-1-1,-1 0 0,0 0 1,0 1-1,0-1 0,1 1 0,-1-1 1,0 1-1,0 0 0,0 0 0,0 0 1,0 0-1,0 0 0,0 0 1,0 0-1,-2 1 0,-3 2-71,0 1 1,1 0-1,-10 6 0,-12 8 68,21-13 106,9 1 67,3 9-73,-2-1-43,-1 0 0,6 14 0,4 19 46,52 254 489,-41-200-567,5 58-20,-23-130-94,-2-1 0,-1 1 0,-2 29 1,0-40-27,0-17 6,0 0 0,0-1 0,0 1-1,0 0 1,0 0 0,0-1 0,0 1 0,0 0-1,0 0 1,0-1 0,0 1 0,1 0 0,-1 0 0,0-1-1,1 1 1,-1 0 0,0-1 0,1 1 0,-1-1-1,1 1 1,-1 0 0,1-1 0,-1 1 0,1-1-1,0 1 1,-1-1 0,1 1 0,0-1 0,1 1 82,1-1 1,-1 0 0,0 1-1,0-1 1,0 0-1,0-1 1,1 1 0,1-1-1,13 0-178,-15 0 116,1 1-1,-1 0 0,1-1 0,-1 0 1,1 0-1,2-1 0,-1 0-32,0 1-1,-1-1 0,1 1 1,0 0-1,6 0 0,12 0-277,1 2-1,-1 0 1,41 8-1,-35-3-4366,-1 0-4332</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04"/>
    </inkml:context>
    <inkml:brush xml:id="br0">
      <inkml:brushProperty name="width" value="0.05" units="cm"/>
      <inkml:brushProperty name="height" value="0.05" units="cm"/>
    </inkml:brush>
  </inkml:definitions>
  <inkml:trace contextRef="#ctx0" brushRef="#br0">1 38 6593,'0'-1'716,"2"-22"8093,-2 23-8675,0-1-1,0 1 1,0-1 0,0 1 0,0-1 0,0 1 0,0-1-1,0 1 1,0-1 0,0 1 0,0-1 0,1 1 0,-1-1-1,0 1 1,0-1 0,1 1 0,-1 0 0,0-1 0,1 1 0,-1-1-1,0 1 1,1 0 0,-1-1 0,1 1 0,-1 0 0,0 0-1,1-1 1,-1 1 0,1 0 0,-1 0 0,1-1 0,-1 1-1,1 0 1,-1 0 0,1 0 0,-1 0 0,1 0 0,-1 0-1,2 0 1,0 1-107,0 0-1,0 1 1,-1-1-1,1 0 1,0 1-1,0-1 1,-1 1-1,1 0 1,-1 0-1,1 0 1,-1-1-1,0 1 1,2 4-1,12 28-14,1 17 195,-2 1 0,11 89 0,4 15 23,-18-111-183,-3-6 86,18 44-1,-26-82-126,0 0 0,0 0 0,1 0 0,-1 0 0,0 0 0,1 0 0,-1 0 0,1 0 1,-1-1-1,1 1 0,0 0 0,-1 0 0,1-1 0,0 1 0,-1 0 0,1-1 0,0 1 0,0-1 0,1 2 0,0 0 318,5 6-3399</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05"/>
    </inkml:context>
    <inkml:brush xml:id="br0">
      <inkml:brushProperty name="width" value="0.05" units="cm"/>
      <inkml:brushProperty name="height" value="0.05" units="cm"/>
    </inkml:brush>
  </inkml:definitions>
  <inkml:trace contextRef="#ctx0" brushRef="#br0">113 1 6313,'-6'1'16053,"-17"6"-14028,18-5-1974,0 0 0,1 0 0,0 0 1,-1 1-1,1-1 0,0 1 1,0 0-1,0 0 0,1 1 0,-1-1 1,1 1-1,0 0 0,0 0 1,0 0-1,0 0 0,1 0 0,-1 1 1,1-1-1,0 1 0,1 0 1,-3 8-1,2-5-40,-4 22 36,6-28-41,0-1-1,0 0 1,0 1 0,0-1 0,0 1-1,0-1 1,1 1 0,-1-1 0,0 1-1,1-1 1,-1 0 0,1 1-1,0-1 1,-1 0 0,1 1 0,0-1-1,1 2 1,1-2 46,0 1 0,-1-1 0,1 0 0,0 0 0,0 0 0,-1-1 0,1 1 0,0-1 0,0 1 0,0-1 0,0 0 0,0 0 0,0-1 0,3 1 0,11-1-5,162 23 143,-33-2-716,-135-20 1188,-5-2-4953</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06"/>
    </inkml:context>
    <inkml:brush xml:id="br0">
      <inkml:brushProperty name="width" value="0.05" units="cm"/>
      <inkml:brushProperty name="height" value="0.05" units="cm"/>
    </inkml:brush>
  </inkml:definitions>
  <inkml:trace contextRef="#ctx0" brushRef="#br0">0 79 4825,'23'-30'9189,"-19"25"-8087,1 0 1,0 1-1,8-6 1,-7 7-977,-1 0-1,1 0 1,0 0 0,0 0 0,0 1 0,0 0-1,1 1 1,-1-1 0,0 1 0,1 1 0,-1-1 0,1 1-1,-1 0 1,13 2 0,2 1-73,0 1-1,-1 1 1,1 1-1,22 10 1,-31-10-73,1 0-1,-1 0 1,0 1 0,-1 1 0,0 0 0,0 0 0,14 15-1,-22-19 6,0 0 0,0-1 0,-1 1 0,0 0 0,1 0 0,-1 1 0,-1-1 0,1 0-1,-1 1 1,1-1 0,-1 1 0,-1-1 0,1 1 0,-1-1 0,1 8 0,-2 3-1,-1-1 0,0 0 0,-7 25 0,-7 16 35,-7 28 166,21-71-108,0 0 0,0 0 1,2 0-1,-1 1 0,3 12 0,5 19 129,2-1 0,2 0 1,18 44-1,-12-36-132,9 20-24,10 33 1,-31-87-44,-3-10-7,0 0-1,-1 0 1,1 8-1,-1-6 3,0 1-1,-1-1 1,0 1-1,-1-1 1,0 0-1,-2 11 1,2-17-11,0 0 0,0 0 0,0 0 1,-1 0-1,1 0 0,-1 0 0,0-1 0,0 1 0,0 0 0,0-1 1,0 0-1,-1 1 0,1-1 0,-1 0 0,1 0 0,-1 0 1,0 0-1,1-1 0,-1 1 0,0-1 0,-4 1 0,-30 9-2287,12-7-3179,4-2-4988</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07"/>
    </inkml:context>
    <inkml:brush xml:id="br0">
      <inkml:brushProperty name="width" value="0.05" units="cm"/>
      <inkml:brushProperty name="height" value="0.05" units="cm"/>
    </inkml:brush>
  </inkml:definitions>
  <inkml:trace contextRef="#ctx0" brushRef="#br0">328 36 4873,'-22'-3'12906,"-10"-5"-7743,22 5-4768,-1 0 0,-13-1-1,18 3-234,-26-3 348,-63 2 1,78 3-1045,-25 1-1815,29-3-2367,0-3-3683,3-2-888</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08"/>
    </inkml:context>
    <inkml:brush xml:id="br0">
      <inkml:brushProperty name="width" value="0.05" units="cm"/>
      <inkml:brushProperty name="height" value="0.05" units="cm"/>
    </inkml:brush>
  </inkml:definitions>
  <inkml:trace contextRef="#ctx0" brushRef="#br0">291 4 9450,'-6'-4'8099,"1"5"-3706,-5 9-2289,2 0-2084,5-8 7,0 0-1,0 0 0,0 0 1,0 0-1,0-1 0,0 1 1,0-1-1,0 0 0,-1 0 0,1 0 1,-1 0-1,1-1 0,0 1 1,-6-1-1,-7 0-53,-30-3-1,32 1-154,-25-1-1012,6 1-1416,0-2-3932,6-2-4471</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09"/>
    </inkml:context>
    <inkml:brush xml:id="br0">
      <inkml:brushProperty name="width" value="0.05" units="cm"/>
      <inkml:brushProperty name="height" value="0.05" units="cm"/>
    </inkml:brush>
  </inkml:definitions>
  <inkml:trace contextRef="#ctx0" brushRef="#br0">15 87 8,'11'-16'11329,"-10"15"-10462,-1 0 1,0 0-1,0 0 0,1 0 1,-1-2-1,-5-5 1404,3 4-1521,-1 0 0,0 0 1,1 0-1,0 0 0,0 0 0,0 0 0,-1-8 0,0-3 528,6 22-1263,0-1 1,0 0-1,0 0 0,1-1 1,7 10-1,60 84 453,-34-46-315,0-3-17,3-1 0,60 57-1,107 94 123,-161-147-212,-46-53-33,0 0 0,0 0 0,0 0 0,0 0 1,0 1-1,0-1 0,0 0 0,0 0 0,0 0 0,0 0 0,0 0 0,0 0 0,0 0 0,1 0 0,-1 1 0,0-1 0,0 0 0,0 0 0,0 0 0,0 0 1,0 0-1,0 0 0,0 0 0,0 0 0,0 0 0,1 0 0,-1 0 0,0 0 0,0 0 0,0 0 0,0 0 0,0 0 0,0 0 0,0 0 0,1 0 1,-1 0-1,0 0 0,0 0 0,0 0 0,0 0 0,0 0 0,0 0 0,0 0 0,0 0 0,1 0 0,-1 0 0,0 0 0,0 0 0,0 0 0,0-8-418,-4-10-2257,-13-4-2437,3 8-1420,11 11 4204</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10"/>
    </inkml:context>
    <inkml:brush xml:id="br0">
      <inkml:brushProperty name="width" value="0.05" units="cm"/>
      <inkml:brushProperty name="height" value="0.05" units="cm"/>
    </inkml:brush>
  </inkml:definitions>
  <inkml:trace contextRef="#ctx0" brushRef="#br0">185 111 4225,'1'-5'1950,"0"1"1,0-1-1,0 1 1,-1-1-1,1-5 1,-2-3 1176,-3-23 1,0 7 1935,8 46-5018,-3-16-45,0 1-1,-1 0 0,1-1 1,-1 1-1,1 0 1,-1 0-1,0-1 1,0 1-1,0 0 1,0 0-1,0 2 1,-8 48 48,7-44-32,-1 1 1,-1-1-1,0 0 1,0 1-1,0-1 1,-1 0-1,-7 11 1,-11 25 68,9-11 13,3 0 1,0 1-1,3 0 1,-7 52-1,0 19 61,1-13-59,10-70-58,-6 23 0,-1 1 50,8-39-119,1-1 1,-1 0-1,0 0 1,-3 6 0,3-9-837,1 0 1,-1 0 0,0 0 0,1 0 0,-5 3 0</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11"/>
    </inkml:context>
    <inkml:brush xml:id="br0">
      <inkml:brushProperty name="width" value="0.05" units="cm"/>
      <inkml:brushProperty name="height" value="0.05" units="cm"/>
    </inkml:brush>
  </inkml:definitions>
  <inkml:trace contextRef="#ctx0" brushRef="#br0">63 135 8938,'-1'5'11123,"1"-5"-10909,0 1 0,-1 0 0,1-1-1,0 1 1,0 0 0,0 0 0,-1-1-1,1 1 1,0 0 0,0 0-1,0 0 1,0-1 0,1 1 0,-1 0-1,0 0 1,0-1 0,0 1 0,1 1-1,2 6-44,0 0-1,0 1 1,1-1-1,0 0 0,0-1 1,1 1-1,9 11 0,6 4 2,-12-13-123,-7-6-33,-1-6-10,-26-8 638,18 6-581,0-1 1,0 0-1,1 0 1,-1-1 0,1 1-1,1-2 1,-1 1-1,1-1 1,0 0-1,-9-14 1,12 16-39,0 0 0,1 1-1,0-1 1,0 0 0,1 0 0,-1 0 0,1 0-1,0 0 1,0 0 0,1 0 0,-1-1 0,1 1-1,0 0 1,1 0 0,-1 0 0,1 0 0,0-1-1,0 1 1,1 0 0,2-7 0,-2 8-21,0 1-1,0-1 1,0 0 0,0 1-1,1-1 1,0 1 0,-1 0-1,1 0 1,0 0 0,0 0-1,1 1 1,-1-1 0,0 1-1,7-4 1,-4 4-21,1-1 0,0 1 0,0 0 0,0 0 0,1 1 0,-1 0 0,12 0 0,2 1-6,-1 2 1,35 5-1,-20-2-60,-33-4-201,15 1 595,-11 0-1362,-34 8-21884</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12"/>
    </inkml:context>
    <inkml:brush xml:id="br0">
      <inkml:brushProperty name="width" value="0.05" units="cm"/>
      <inkml:brushProperty name="height" value="0.05" units="cm"/>
    </inkml:brush>
  </inkml:definitions>
  <inkml:trace contextRef="#ctx0" brushRef="#br0">177 103 7314,'-2'-39'10204,"2"29"-9022,-2 0 1,1 0-1,-6-16 0,4 19-599,0 6-164,3 2-424,0 0 1,-1 0 0,1-1-1,0 1 1,-1 0-1,1 0 1,-1-1-1,1 1 1,-1 0-1,1-1 1,-1 1-1,1 0 1,-1-1-1,0 1 1,1-1-1,-1 1 1,0 0-1,-17 10-85,10-7 68,-5 4 50,1-2 1,-1 0-1,0 0 1,0-1-1,-1-1 1,-17 4 0,30-8-15,0 1 0,0-1 0,0 0 0,0 1 0,0 0 0,1-1 0,-1 1 0,0-1 0,0 1 0,1 0 0,-1 0 0,1-1 1,-1 1-1,1 0 0,-1 0 0,1 0 0,-1 0 0,1 0 0,0-1 0,-1 1 0,1 0 0,0 0 0,0 0 0,-1 0 0,1 0 1,0 0-1,0 0 0,0 0 0,1 2 0,-1 6 112,1 0 1,4 13-1,-2-5-90,11 56 188,-3-20-94,0 6-19,8 53 48,-11-71 28,1-1 0,20 53-1,-14-53-65,-8-23-92,0 0 1,-2 0 0,0 1 0,2 21 0,-4-16-40,0 2 41,-1-1 0,-1 30-1,-3 0 311,20-55 921,15-1-1224,36 3 0,-47 1-618,1-1 1,-1-2-1,0 0 0,41-8 0,-38 0-3696,-24 8 3565,0 1-1,0-1 0,-1 0 1,1 1-1,5-7-4980,-5 5 4981</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13"/>
    </inkml:context>
    <inkml:brush xml:id="br0">
      <inkml:brushProperty name="width" value="0.05" units="cm"/>
      <inkml:brushProperty name="height" value="0.05" units="cm"/>
    </inkml:brush>
  </inkml:definitions>
  <inkml:trace contextRef="#ctx0" brushRef="#br0">13 81 6089,'0'-24'8455,"-1"18"-7431,1-1-1,-1 1 1,0 0 0,0 0-1,-1 0 1,0 0-1,-2-6 1,3 11-616,6 18 172,45 119 284,35 86-256,-31-95-342,-46-108-222,6 25 0,-12-38-36,0 1-1,-1 0 1,0 0 0,0 1-1,-1-1 1,0 0 0,-1 8-1,1-14-1,0-1 0,0 1 0,0 0 0,0-1-1,0 1 1,-1-1 0,1 1 0,0 0 0,0-1 0,0 1 0,-1-1 0,1 1-1,0-1 1,-1 1 0,1-1 0,-1 1 0,1-1 0,-1 1 0,1-1-124,-1 0 1,1 0-1,0 1 1,-1-1-1,1 0 1,0 0-1,-1 0 1,1 0 0,0 0-1,-1 0 1,1 0-1,0 0 1,-1 0-1,1 0 1,0-1-1,-1 1 1,1 0 0,0 0-1,-1 0 1,1 0-1,0 0 1,0-1-1,-1 1 1,-1-1-1094,1-1 0,0 1 0,-1 0 0,1-1 0,0 1 0,0-1 0,0 0 0,0 1-1,0-1 1,-1-3 0</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14"/>
    </inkml:context>
    <inkml:brush xml:id="br0">
      <inkml:brushProperty name="width" value="0.05" units="cm"/>
      <inkml:brushProperty name="height" value="0.05" units="cm"/>
    </inkml:brush>
  </inkml:definitions>
  <inkml:trace contextRef="#ctx0" brushRef="#br0">216 71 6209,'-10'-20'9143,"-6"4"-3457,12 13-5097,-1-1 1,0 1-1,0 0 1,0 1-1,-1-1 1,-5-1 0,1 1-423,0 0 1,-1 1 0,0 0 0,1 1-1,-1 0 1,-19 1 0,28 0-155,0 0 0,-1 0-1,1 1 1,-1-1 0,1 1 0,0-1-1,-1 1 1,1 0 0,0 0 0,0 0-1,0 0 1,0 0 0,0 1 0,0-1-1,0 1 1,0-1 0,0 1 0,1 0 0,-1-1-1,0 1 1,1 0 0,0 0 0,-1 0-1,1 0 1,0 0 0,0 1 0,0-1-1,1 0 1,-1 1 0,0-1 0,1 0 0,-1 1-1,1-1 1,0 0 0,0 1 0,0 4-1,1-1 7,-1 0-1,1 1 0,0-1 0,0 0 1,1 1-1,0-1 0,0 0 0,1 0 1,-1 0-1,1-1 0,0 1 0,7 8 0,-8-11 11,0-2-18,-1 1-1,0 0 1,0-1 0,1 0 0,-1 1-1,0-1 1,1 0 0,0 1-1,-1-1 1,1 0 0,0 0 0,-1 0-1,1 0 1,3 0 0,13-22 354,-15 19-365,0-1 0,1 1 0,-1 0 1,1 0-1,-1 0 0,1 0 0,0 1 0,0 0 0,-1-1 0,1 1 0,0 1 0,0-1 0,0 0 0,6 1 0,9 0-24,34 3 0,-36-1 33,51 5-299,87 21-1,-124-19-258,-20-5-3036</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15"/>
    </inkml:context>
    <inkml:brush xml:id="br0">
      <inkml:brushProperty name="width" value="0.05" units="cm"/>
      <inkml:brushProperty name="height" value="0.05" units="cm"/>
    </inkml:brush>
  </inkml:definitions>
  <inkml:trace contextRef="#ctx0" brushRef="#br0">3 171 1808,'-1'-26'8054,"0"20"-7110,0 1 0,1-1 0,0 1 0,0-1 0,1 0 0,1-6 0,-2 10-877,1 0-1,0 0 1,-1 1-1,1-1 0,0 0 1,0 1-1,1-1 1,-1 1-1,0-1 1,0 1-1,1-1 1,-1 1-1,1 0 1,-1 0-1,1 0 0,-1 0 1,1 0-1,0 0 1,0 0-1,-1 0 1,1 1-1,3-2 1,4 1-59,0-1 0,0 1 1,0 1-1,0 0 1,0 0-1,0 1 1,12 2-1,26 0 83,-27-2-36,-7-1 57,-1 0 1,0 0-1,0-1 0,1-1 0,16-3 0,-28 4-34,1 1 0,-1-1 0,0 1 0,1-1-1,-1 0 1,0 1 0,0-1 0,0 0-1,1 0 1,-1 0 0,0 0 0,0 0 0,0 0-1,0 0 1,0 0 0,-1-1 0,1 1 0,0 0-1,-1 0 1,2-3 0,-1 0 142,0-1-1,-1 1 1,1 0-1,-1 0 1,0-7-1,0 2 22,0 9-188,2 15-820,7 42 762,21 63 0,-16-68-30,-2-11 75,25 60-1,27 35 93,-48-103-115,0-4 11,27 37 0,-26-41-14,27 52 0,-43-75-20,0 1 0,0-1 0,-1 0 0,1 0 0,-1 0 1,1 0-1,-1 0 0,0 1 0,0-1 0,0 0 0,0 0 0,0 0 0,-1 1 0,1-1 0,-1 0 1,0 3-1,-1-1 21,0 0 1,0-1-1,0 1 1,0 0 0,-1-1-1,1 0 1,-1 1-1,-3 2 1,-2 1-45,0-1 0,0 1 0,-1-1 0,0-1 0,0 0 0,-12 5 0,10-5-569,-18 6-2855,-1-2-4088,7-5-2326</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16"/>
    </inkml:context>
    <inkml:brush xml:id="br0">
      <inkml:brushProperty name="width" value="0.05" units="cm"/>
      <inkml:brushProperty name="height" value="0.05" units="cm"/>
    </inkml:brush>
  </inkml:definitions>
  <inkml:trace contextRef="#ctx0" brushRef="#br0">235 98 8,'-2'-13'9128,"-2"1"-4006,4 11-4828,-1-1 1,0 0-1,0 1 1,1-1-1,-1 0 1,1 0-1,0 0 1,0 1 0,-1-1-1,1 0 1,0 0-1,0 0 1,1 1-1,-1-1 1,0 0-1,1 0 1,-1 1-1,1-1 1,0-3-1,0 3-229,1 0-1,-1 0 0,0 0 1,1 0-1,-1 1 0,1-1 1,-1 0-1,1 1 0,0-1 1,0 1-1,-1-1 0,1 1 1,0 0-1,1 0 0,-1 0 1,2-1-1,3-3 28,-7 3 151,-3 3 349,-6 4-581,0 1 0,0 0 0,0 1 0,1 0 0,-13 13 0,7-8 61,0 0 0,-1-2 0,-1 1 0,-22 10 0,18-10-244,-15 6-2663,10-9-5311,5-2-2632</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17"/>
    </inkml:context>
    <inkml:brush xml:id="br0">
      <inkml:brushProperty name="width" value="0.05" units="cm"/>
      <inkml:brushProperty name="height" value="0.05" units="cm"/>
    </inkml:brush>
  </inkml:definitions>
  <inkml:trace contextRef="#ctx0" brushRef="#br0">28 186 8,'15'-19'-20,"-13"16"597,-1 0 0,1 0 0,-1 0 0,0 0 0,0 0 0,0 0 0,-1 0 1,1-5-1,-1 3 99,0 1 1,0-1-1,-1 0 0,1 1 1,-1 0-1,0-1 1,-1 1-1,1-1 1,-1 1-1,0 0 0,-3-5 1,0-1 227,2 5-251,0 0 0,0-1 0,0 1 0,0-1 0,1 0 0,0 0 0,1 0 0,-1 0-1,0-9 1,1 18 735,-1 8-739,-1 0 1,0 16-1,6 45 286,22 133 1,-4-118-373,-8-41-295,34 102 592,-7-22-264,-37-114-555,0 1-1,0 19 1,1 6 82,-1-14-59,0 38 0,-3-25-3567,-1-6-4611,1-13-3507</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18"/>
    </inkml:context>
    <inkml:brush xml:id="br0">
      <inkml:brushProperty name="width" value="0.05" units="cm"/>
      <inkml:brushProperty name="height" value="0.05" units="cm"/>
    </inkml:brush>
  </inkml:definitions>
  <inkml:trace contextRef="#ctx0" brushRef="#br0">55 59 8,'-18'-19'8103,"13"13"-5941,0 0-1,0 1 1,0-1-1,-8-5 1,13 11-2077,-1 0 0,1 0 0,0 0 1,0 0-1,0 0 0,0 0 0,0 0 1,0 0-1,-1 0 0,1 0 0,0 0 0,0-1 1,0 1-1,0 0 0,0 0 0,0 0 1,0 0-1,0 0 0,0 0 0,0 0 0,0-1 1,-1 1-1,1 0 0,0 0 0,0 0 1,0 0-1,0 0 0,0 0 0,0-1 0,0 1 1,0 0-1,0 0 0,0 0 0,0 0 1,0 0-1,0-1 0,1 1 0,-1 0 0,0 0 1,0 0-1,0 0 0,0 0 0,0 0 1,0-1-1,0 1 0,0 0 0,0 0 0,0 0 1,1 0-1,-1 0-64,0 0 0,0 0-1,1 0 1,-1 0 0,0 0 0,0 0 0,0 0-1,1 0 1,-1 0 0,0 1 0,0-1 0,0 0 0,0 0-1,1 0 1,-1 0 0,0 0 0,0 1 0,0-1-1,0 0 1,0 0 0,0 0 0,1 0 0,-1 1-1,0-1 1,0 0 0,0 0 0,0 0 0,0 1 0,0-1-1,0 0 1,0 0 0,0 0 0,0 1 0,0-1-1,0 0 1,0 0 0,0 1 0,0-1 0,0 0 0,0 0-1,0 0 1,0 1 0,0-1 0,0 16 46,0-11 39,1 1 0,-1-1-1,-1 1 1,1 0 0,-3 10-1,1-10-11,1 1-1,1-1 1,-1 1-1,1-1 1,1 1-1,-1-1 1,3 11-1,0 13 150,1 4-30,1 1 0,2-1 0,15 44-1,-12-47-103,15 61 147,28 89 329,-5-24-88,-33-115-401,-14-30-4590</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19"/>
    </inkml:context>
    <inkml:brush xml:id="br0">
      <inkml:brushProperty name="width" value="0.05" units="cm"/>
      <inkml:brushProperty name="height" value="0.05" units="cm"/>
    </inkml:brush>
  </inkml:definitions>
  <inkml:trace contextRef="#ctx0" brushRef="#br0">27 79 240,'-20'-9'9435,"20"9"-9182,-1 0 1,1 0-1,0 0 0,-1-1 0,1 1 1,0 0-1,-1 0 0,1-1 1,-1 1-1,1 0 0,0 0 0,0-1 1,-1 1-1,1 0 0,0-1 1,0 1-1,-1 0 0,1-1 0,0 1 1,0-1-1,0 1 0,0 0 0,-1-1 1,1 1-1,0-1 0,0 1 1,0 0-1,0-1 0,0 1 0,0-1 1,0 1-1,0-1 0,0 1 1,0 0-1,0-1 0,1 1 0,-1-1 1,0 1-1,0 0 0,0-1 1,0 1-1,1-1 0,-1 1 0,0 0 1,0-1-1,1 1 0,5-6-48,0 1 0,0 0 0,0 1 0,1-1-1,-1 1 1,1 1 0,0-1 0,0 1 0,1 0 0,-1 1 0,1 0-1,-1 0 1,1 0 0,12 0 0,-2 1-159,-1 0-1,1 2 1,-1 0-1,1 0 1,34 9-1,-50-9-46,0-1 0,1 1 0,-1 0 0,0-1 0,0 1 0,0 0 0,0 0 0,0 1 0,0-1 0,0 0 0,0 1 0,0-1 0,-1 1 0,1-1 0,0 1 0,2 4 0,-3-3-1,1 0 0,-1 1-1,0-1 1,-1 1 0,1 0 0,0-1-1,-1 1 1,0-1 0,0 7-1,-1 0 0,0-1-1,0 1 1,-1-1-1,-1 1 0,-3 9 1,3-10 11,0 1 1,1-1-1,0 1 1,0 0-1,1 10 1,1-16-6,-1 1 0,1-1 1,-1 1-1,1-1 0,-1 1 1,-1-1-1,1 1 0,-1-1 0,1 0 1,-1 0-1,-1 0 0,1 0 1,0 0-1,-1 0 0,0 0 1,0-1-1,0 0 0,0 1 1,-1-1-1,1 0 0,-1-1 0,1 1 1,-1-1-1,0 1 0,0-1 1,-7 2-1,0 4 251,13-6 742,6-3 508,31-5-1289,62-1 0,23-3-557,-110 8-310,12-3-643,-8 1-6963</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20"/>
    </inkml:context>
    <inkml:brush xml:id="br0">
      <inkml:brushProperty name="width" value="0.05" units="cm"/>
      <inkml:brushProperty name="height" value="0.05" units="cm"/>
    </inkml:brush>
  </inkml:definitions>
  <inkml:trace contextRef="#ctx0" brushRef="#br0">3852 59 8,'14'-5'48,"-3"0"53,1 1 1,-1 0-1,1 1 0,1 0 1,-1 0-1,18 0 0,10 1 4665,-36 1-3865,-1-1 1,1 1-1,0-1 1,-1 1-1,8-1 1,1 0 334,-1 0 1456,-12 2-2662,1 0 1,0 0-1,0 0 1,0 1 0,0-1-1,0 0 1,0 0-1,0 0 1,0 0-1,0 0 1,0 0-1,0 0 1,0 0 0,0 0-1,0 0 1,0 0-1,0 0 1,0 0-1,0 0 1,0 0-1,0 0 1,0 1 0,0-1-1,0 0 1,0 0-1,0 0 1,0 0-1,0 0 1,0 0-1,0 0 1,0 0 0,0 0-1,0 0 1,0 0-1,0 0 1,0 1-1,0-1 1,0 0-1,0 0 1,0 0 0,0 0-1,0 0 1,0 0-1,0 0 1,0 0-1,0 0 1,0 0-1,0 0 1,0 0-1,0 0 1,0 0 0,0 0-1,1 0 1,-1 0-1,0 0 1,0 0-1,0 0 1,0 0-1,0 0 1,0 0 0,-2 1 94,1-1 1,-1 1 0,1-1 0,-1 0-1,0 0 1,0 0 0,1 0-1,-1 0 1,-2-1 0,-2 1 112,-12-1 603,-32-6 1,-10-1-150,-19 7 336,-148 16 0,101 6-737,29-2-143,-11 1 40,35-11-86,36-3-44,-1-2-1,-47-1 1,57-6 3,-34-6 0,-5-2 9,26 9-26,-77 6 1,14 1-1,-40-9 7,-94 3-30,222 3-15,0 1 0,-19 5 0,18-4-18,-25 3-1,-194 3 251,90-7-51,-53 19-109,83-10 77,-56 7-41,117-14-44,-151 11 117,168-16 99,-41-3 1,46 2-190,0 1-1,-44 6 1,40-2-57,-48-2 0,-30-5 196,102 3-213,-1 0 0,1 1 0,0 0 0,-19 6 0,16-4 25,0-1 1,-24 2 0,-2-2 37,-47 8 1,6 0 16,64-9-761,4 0 1018,-26 5 0,23-1-3609,1 3-3922</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21"/>
    </inkml:context>
    <inkml:brush xml:id="br0">
      <inkml:brushProperty name="width" value="0.05" units="cm"/>
      <inkml:brushProperty name="height" value="0.05" units="cm"/>
    </inkml:brush>
  </inkml:definitions>
  <inkml:trace contextRef="#ctx0" brushRef="#br0">781 25 8,'0'-1'399,"1"0"0,-1 0-1,0 1 1,1-1 0,0 0 0,-1 0-1,1 0 1,-1 1 0,1-1 0,0 0-1,-1 1 1,1-1 0,0 1 0,0-1-1,0 1 1,-1-1 0,1 1 0,0-1 0,0 1-1,0 0 1,0-1 0,2 1 0,28-8 3571,-22 6-2069,-1 2-990,-6 0-348,-4 0-508,2 0-63,-4 7-148,4-6 189,0 0 0,-1 0 0,1 0 0,-1 0 0,1 0 0,-1 0 0,1 0 0,-1 0 0,0 0 0,0 0 0,1 0 0,-1 0 0,0 0 0,0 0 0,0-1 0,0 1 0,0 0 0,0-1 0,0 1 0,0 0 0,0-1 0,0 0 0,-1 1 0,1-1 0,0 0 0,0 1 0,-2-1 0,-38 6 917,39-6-919,-43 3 475,10-1-318,-61 10 0,69-7-92,-1-2 1,-40 0-1,13-1 103,-110 12 514,109-13-309,25 7-313,19-4 140,11-1 505,7-2 47,3-1-783,0 2 1,0-1 0,0 1-1,-1 0 1,1 1 0,11 5-1,12 3 7,6 0 1,81 26-75,-93-27 20,0 1 0,33 19-1,-49-25 3,0 1-1,-1 1 0,16 13 0,-23-18 25,-1 0-1,1 0 1,0-1 0,-1 1-1,1 0 1,-1 0 0,0 1-1,1-1 1,-1 0 0,0 0-1,0 1 1,-1-1-1,1 0 1,0 1 0,-1-1-1,1 1 1,-1-1 0,0 1-1,0-1 1,0 1-1,0-1 1,0 1 0,-2 3-1,1-3 19,0-1-1,0 0 1,0 0 0,0 0-1,0 0 1,0-1-1,-1 1 1,1 0 0,-1 0-1,0-1 1,1 1-1,-1-1 1,-2 2-1,-29 15 61,15-9-26,-20 10-18,-44 16 0,-24 12-31,65-27-5,15-7 19,-36 22 1,37-18-22,-21 15-9,23-16 9,15-10 22,-1 0 0,-8 9-1,-2 0 4,18-14-5,-1 0 1,1-1-1,-1 1 0,1 1 0,-1-1 0,1 0 0,0 0 1,0 0-1,-1 1 0,1-1 0,0 1 0,0-1 0,0 1 1,1-1-1,-1 1 0,0 0 0,0-1 0,1 1 0,-1 0 1,1-1-1,0 1 0,-1 0 0,1 3 0,0-5 2,0 1 0,0-1 0,0 0 0,0 1-1,-1-1 1,1 1 0,0-1 0,0 0 0,0 1 0,-1-1-1,1 0 1,0 1 0,0-1 0,-1 0 0,1 1 0,0-1-1,-1 0 1,1 0 0,-1 1 0,1-1 1,0 0 1,-1 0-1,1 0 0,0 0 1,0 1-1,-1-1 1,1 0-1,0 0 0,0 0 1,0 0-1,-1 0 1,1 1-1,0-1 0,0 0 1,0 0-1,0 0 1,0 1-1,-1-1 0,1 0 1,0 0-1,0 1 1,0-1-1,0 0 0,0 0 1,0 1-1,0-1 0,0 0 1,0 0-1,0 1 1,0-1-1,0 0 0,0 0 1,0 1-1,0-1 1,0 0-1,0 0 0,0 1 1,0-1-1,0 0 1,1 0-1,-1 1 0,0-1 1,0 0-1,0 0 1,0 0-1,0 1 0,1-1 1,-1 0-1,0 0 0,1 0 1,23 1 739,-13-2-532,328-8 15,14-5-1805,-334 14 186,-11 1-758,0-1-3501</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22"/>
    </inkml:context>
    <inkml:brush xml:id="br0">
      <inkml:brushProperty name="width" value="0.05" units="cm"/>
      <inkml:brushProperty name="height" value="0.05" units="cm"/>
    </inkml:brush>
  </inkml:definitions>
  <inkml:trace contextRef="#ctx0" brushRef="#br0">0 170 8,'10'-24'25834,"-10"24"-25681,-1-18-22,-5 6 322,8 14-447,-1-1-1,1 1 1,-1 0-1,0 0 1,1-1-1,-1 1 1,0 0-1,0 0 1,0 0-1,0 4 1,8 13 16,19 22 51,20 26 107,-33-48-118,-2 0 0,22 39-1,-28-44-42,-6-9-14,1-1 0,0 0 0,0 0 0,0 0 1,1-1-1,2 5 0,-2-3 43,-3-4-37,0-1 1,0 0-1,1 1 0,-1-1 1,0 0-1,0 0 0,0 1 1,0-1-1,0 0 0,0 0 1,1 1-1,-1-1 0,0 0 1,0 0-1,1 1 0,-1-1 1,0 0-1,0 0 0,1 0 1,-1 1-1,0-1 0,0 0 1,1 0-1,-1 0 1,0 0-1,1 0 0,-1 0 1,0 0-1,1 1 0,3-1 50,0 0 0,0 1 0,0 0 0,0 0 0,0 0 1,0 0-1,0 1 0,6 3 0,-9-5-49,-1 0 0,1 0 1,-1-1-1,1 1 0,-1 0 0,1 0 1,-1 0-1,1 0 0,-1-1 1,1 1-1,-1 0 0,0-1 1,1 1-1,-1 0 0,0-1 0,1 1 1,-1 0-1,0-1 0,1 1 1,-1-1-1,1 0 0,7-11 375,-4 1-386,0-1 0,0 1 0,-1-1 0,-1 0 0,0 0-1,0 0 1,-1 0 0,-1 0 0,0 0 0,-1 0 0,-3-16 0,-1 5-4,3 19 0,1 0-1,0 0 1,0 1-1,0-8 1,1 11-31,18 18-466,-7-9 494,22 16 0,-24-18 10,1 0 1,-1 0-1,12 13 1,12 12-51,-24-24 49,1 1 0,9 13-1,-2-7-1,-14-14-1,-1 1-1,0 0 1,1 0-1,-1 0 1,0 0-1,3 5 1,8 5-23,-5-6 62,-7-14 58,0-1 0,-1 1 0,0-17 0,-3 4-99,-1 1 1,0-1-1,-2 1 1,0 0-1,-1 0 1,-18-34-1,4 1-8,14 32 27,-14-53-11,20 71 10,0 0-1,1 0 1,0 0-1,0 0 0,0 0 1,0 0-1,0 0 0,1 0 1,1-5-1,-2 8-103,0-1 0,0 0 0,1 0 0,-1 0 0,1 1 0,-1-1 0,1 0 0,-1 1 0,1-1 0,-1 0 0,1 1 0,-1-1 0,1 0 0,0 1 0,1-1 0,-2 0-169,1 1 0,0 0 1,0 0-1,-1 0 0,1-1 0,0 1 1,0 0-1,0 0 0,-1 0 0,1 0 1,0 0-1,0 1 0,0-1 0,-1 0 1,1 0-1,0 0 0,0 1 1,-1-1-1,2 1 0</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23"/>
    </inkml:context>
    <inkml:brush xml:id="br0">
      <inkml:brushProperty name="width" value="0.05" units="cm"/>
      <inkml:brushProperty name="height" value="0.05" units="cm"/>
    </inkml:brush>
  </inkml:definitions>
  <inkml:trace contextRef="#ctx0" brushRef="#br0">246 83 5009,'-16'-8'7526,"7"3"-5574,-8-7 705,-19-9 0,19 12-1647,-1 1 0,-34-11 1,49 19-994,1-1 0,0 1 0,-1 0 0,1 0 0,-1 0 1,1 0-1,0 1 0,-1-1 0,1 1 0,-1-1 0,1 1 0,-3 1 1,0 0-27,0 1-1,0-1 1,0 1 0,-5 4 0,8-6 11,1 1 1,-1 0-1,1 0 0,-1-1 1,1 1-1,0 0 0,0 0 1,0 0-1,0 0 0,0 0 1,0 1-1,1-1 0,-1 0 1,1 0-1,-1 0 0,1 1 1,0-1-1,0 0 0,0 1 1,0-1-1,1 0 0,-1 0 1,0 1-1,2 1 0,1 10 113,1 0 0,11 24-1,-9-23-80,19 47 70,29 82-1,-25-59 9,12 36-131,-36-107 18,-1 0-1,-1 0 1,0 0 0,1 25-1,-4-38 23,0 1-1,0-1 1,0 0-1,0 0 0,1 0 1,-1 0-1,0 0 0,0 0 1,1 1-1,-1-1 1,0 0-1,1 0 0,-1 0 1,1 0-1,0 0 1,-1 0-1,1 0 0,0-1 1,0 1-1,-1 0 1,1 0-1,0 0 0,0-1 1,0 1-1,0 0 0,0-1 1,1 1-1,2 0 42,0-1 0,0 1-1,0-1 1,0 0 0,-1 0 0,1 0-1,0-1 1,0 0 0,0 1 0,5-3 0,21-3-50,173-10-78,-197 16-422,12-1 69,-11-2-2053</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24"/>
    </inkml:context>
    <inkml:brush xml:id="br0">
      <inkml:brushProperty name="width" value="0.05" units="cm"/>
      <inkml:brushProperty name="height" value="0.05" units="cm"/>
    </inkml:brush>
  </inkml:definitions>
  <inkml:trace contextRef="#ctx0" brushRef="#br0">9 68 6017,'-7'-15'11161,"5"12"-8287,4 8-772,1-1-2082,0 0 0,0 1-1,1-1 1,0-1 0,0 1 0,6 4 0,-5-3 16,3 3 47,1-1 0,0 1 0,1-2 1,0 1-1,0-1 0,0-1 0,1 1 1,-1-2-1,13 4 0,-22-8-48,0 0 1,-1 0-1,1 0 1,-1 0-1,1 0 1,-1 0-1,1-1 1,-1 1-1,1 0 0,-1 0 1,1-1-1,-1 1 1,1 0-1,-1-1 1,1 1-1,-1 0 1,1-1-1,-1 1 1,0-1-1,1 1 0,-1-1 1,0 1-1,1-1 1,-1 1-1,0-1 1,0 1-1,0-1 1,1 1-1,-1-1 1,0 0-1,4-20 68,-4 12-103,0-2 11,0-1 1,0 1-1,1-1 1,1 1-1,3-14 1,-4 23-19,0 0 0,-1 0 1,1 0-1,0 0 0,0 1 0,0-1 1,0 0-1,0 1 0,0-1 0,1 0 1,-1 1-1,0 0 0,1-1 0,-1 1 1,1 0-1,0 0 0,-1 0 0,1 0 1,2-1-1,-1 1-20,0 0 0,0 1 0,0-1 0,-1 1 0,1 0 0,0 0 0,0 0 0,0 0 0,0 1 0,0-1 1,-1 1-1,1 0 0,5 1 0,20 10-42,34 19 1,-13-6 26,-35-18 6,-1 0 1,1 1-1,-1 0 1,-1 1-1,0 1 0,18 16 1,-30-25-35,0-1 0,1 1 1,-1-1-1,1 1 0,-1-1 1,1 1-1,-1-1 0,0 1 0,1-1 1,-1 1-1,0 0 0,0-1 1,0 1-1,1 0 0,-1-1 1,0 1-1,0 0 0,0-1 1,0 1-1,0 1 0,0-2-90,-1 1 0,1-1 0,0 0 1,0 1-1,-1-1 0,1 0 0,0 1 0,-1-1 0,1 1 0,-1-1 0,1 0 0,0 0 0,-1 1 1,1-1-1,-1 0 0,1 0 0,-1 0 0,1 1 0,-1-1 0,0 0 0,-2 1-1216,-1-1 0,0 0 0,1 1-1,-1-1 1,0-1 0,-3 1 0,-12-3-7653</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25"/>
    </inkml:context>
    <inkml:brush xml:id="br0">
      <inkml:brushProperty name="width" value="0.05" units="cm"/>
      <inkml:brushProperty name="height" value="0.05" units="cm"/>
    </inkml:brush>
  </inkml:definitions>
  <inkml:trace contextRef="#ctx0" brushRef="#br0">1 79 296,'7'-8'3416,"-5"6"-3094,-1 0-1,1 0 1,0 0-1,0 1 1,0-1-1,0 1 1,0-1-1,0 1 1,0 0-1,0-1 1,0 1 0,1 0-1,-1 0 1,5 0-1,27-5 2411,53-1 0,-87 7-2646,0 0 0,1 0 1,-1 0-1,0 0 0,1 0 0,-1 0 0,0 0 1,1-1-1,-1 1 0,0 0 0,1 0 0,-1 0 1,0 0-1,1 0 0,-1-1 0,0 1 0,0 0 1,1 0-1,-1 0 0,0-1 0,0 1 0,1 0 1,-1 0-1,0-1 0,0 1 0,0 0 0,1-1 1,-1 1-1,0-1 0,1-11 1479,-1 12-1465,0-1 0,0 0 1,0 0-1,0 0 0,0 1 0,0-1 0,0 0 0,0 0 0,0 0 0,0 1 0,0-1 0,1 0 0,-1 0 0,0 1 0,1-1 0,-1 0 0,0 0 0,1 1 0,-1-1 0,1 0 0,-1 1 0,2-2 0,5 6-113,0 1-1,-1-1 1,1 1 0,-1 1-1,0-1 1,0 1 0,9 11-1,32 52 86,-27-37-68,37 71 94,-52-94-101,0 0 1,-1 0-1,0 1 1,-1-1-1,0 1 1,0 0-1,-1-1 0,0 1 1,0 14-1,-1-16 13,1 0-1,0 0 1,4 9-1,0 1 8,-2-8-16,0-1-1,0 0 1,11 16 0,-10-20-9,0 0 0,0 0 0,0 0 0,0-1 0,1 0 0,-1 0 0,1 0 0,10 4 0,-16-8-6,0 0 1,0 0-1,1 0 1,-1 0-1,0 0 0,0 0 1,0 0-1,1 0 1,-1 1-1,0-1 1,0 0-1,0 0 1,1 0-1,-1 0 1,0 1-1,0-1 0,0 0 1,0 0-1,0 1 1,1-1-1,-1 0 1,0 0-1,0 0 1,0 1-1,0-1 1,0 0-1,0 0 0,0 1 1,0-1-1,0 0 1,0 0-1,0 1 1,0-1-1,0 0 1,0 0-1,0 1 1,0-1-1,-10 10-132,-21 8 291,24-15-148,-5 3-267,-1-1 1,1-1-1,-1 0 1,-23 4-1,-16 5-9063,29-6 63</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26"/>
    </inkml:context>
    <inkml:brush xml:id="br0">
      <inkml:brushProperty name="width" value="0.05" units="cm"/>
      <inkml:brushProperty name="height" value="0.05" units="cm"/>
    </inkml:brush>
  </inkml:definitions>
  <inkml:trace contextRef="#ctx0" brushRef="#br0">1 7 8,'7'-3'4216,"-6"3"-4087,-1-1 0,1 1 0,-1 0 0,0-1 0,1 1 0,-1 0 0,1 0 0,-1-1 0,1 1 0,-1 0 0,1 0 0,-1 0 0,1 0 0,-1 0 0,1 0 0,-1 0 0,1 0 0,-1 0 0,1 0 0,-1 0 0,1 0 0,-1 0 0,1 0 0,-1 0 0,2 1 0,-2-1-120,0 0 0,0 0 0,1 0 0,-1 0 0,0 0 0,0 0 0,1 0 0,-1 1 0,0-1 0,0 0 0,1 0 0,-1 0 0,0 0 0,0 1 0,1-1 0,-1 0 0,0 0 0,0 0 0,0 1 0,1-1 0,-1 0 0,0 0 0,0 1 0,0-1 0,0 0 0,0 0 0,0 1 0,0-1 0,1 0 0,-1 0 0,0 1 0,0-1 0,0 0 0,0 1 0,0-1 0,0 0 0,0 0 1,0 1-1,-1-1 0,1 0 0,0 1 0,0-1 0,0 0 0,0 0 0,0 1 0,0-1 0,0 0 0,-1 0 0,1 1 0,0-1 0,0 0 0,0 0 0,-1 0 0,1 1 0,0-1 0,0 0 0,-1 0 0,-1 4 305,-2 0 125,4-4-334,0 0 1,0 1-1,0-1 0,-1 0 1,1 0-1,0 0 1,0 1-1,0-1 0,0 0 1,0 0-1,-1 0 0,1 1 1,0-1-1,0 0 0,0 0 1,0 1-1,0-1 0,0 0 1,0 0-1,0 1 0,0-1 1,0 0-1,0 0 0,0 1 1,0-1-1,0 0 1,0 0-1,0 1 0,0-1 1,0 0-1,4 24 1978,1-7-1645,-3-14-432,-1 1 0,0-1-1,-1 0 1,1 0 0,0 0 0,-1 5 0,3 35 343,-3-42-271,0 0-1,0 0 0,1-1 0,-1 1 1,0 0-1,0 0 0,0-1 1,1 1-1,-1 0 0,0 0 1,1-1-1,-1 1 0,1 0 1,-1-1-1,0 1 0,1 0 1,0-1-1,-1 1 0,1-1 0,-1 1 1,1-1-1,0 1 0,-1-1 1,1 1-1,0-1 0,-1 0 1,1 1-1,0-1 0,0 0 1,-1 0-1,1 0 0,0 1 0,0-1 1,0 0-1,-1 0 0,2 0 1,4 0 272,1 0 1,-1-1-1,11-1 1,-9 0-545,-7 2 213,0 0 0,0 0-1,0 0 1,-1 0 0,1 0 0,0 0-1,0 0 1,0 0 0,-1-1-1,1 1 1,0 0 0,0-1 0,-1 1-1,1-1 1,0 1 0,-1-1 0,1 1-1,0-1 1,-1 1 0,1-1 0,-1 1-1,1-1 1,-1 0 0,1 1 0,-1-1-1,0 0 1,1 0 0,-1 1-1,0-1 1,1 0 0,-1 0 0,0 0-1,0 1 1,0-3 0,0-1 3,-1 0-1,0 0 1,0 0-1,0 0 1,0 0 0,-3-4-1,3 5 24,0 1 1,0 0-1,0-1 0,0 1 0,0-1 1,1 1-1,-1-1 0,1 1 0,-1-1 1,1 0-1,0 1 0,0-1 0,0 1 1,1-5-1,1 5-30,1 0 0,-1 0 0,1 0 0,-1 1 1,1 0-1,0-1 0,0 1 0,0 0 0,-1 0 0,4 0 0,-1 0-14,-1 1 0,0 0 0,0 0 0,0 1 0,0-1 0,0 1 0,0 0-1,0 0 1,0 0 0,0 0 0,0 1 0,-1 0 0,1 0 0,6 4 0,1 3-3,0 0 0,0 0 0,8 12 0,14 11 74,-15-20-6,-14-10-50,-1 1 0,1-1-1,-1 1 1,0-1 0,0 1-1,4 4 1,-5-4 543</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27"/>
    </inkml:context>
    <inkml:brush xml:id="br0">
      <inkml:brushProperty name="width" value="0.05" units="cm"/>
      <inkml:brushProperty name="height" value="0.05" units="cm"/>
    </inkml:brush>
  </inkml:definitions>
  <inkml:trace contextRef="#ctx0" brushRef="#br0">203 9 1824,'-1'-1'7147,"-3"1"-4040,-9-2-1889,-7 0-697,-41 2 1,1 0-4247,31-2-2288,15 0 1420</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28"/>
    </inkml:context>
    <inkml:brush xml:id="br0">
      <inkml:brushProperty name="width" value="0.05" units="cm"/>
      <inkml:brushProperty name="height" value="0.05" units="cm"/>
    </inkml:brush>
  </inkml:definitions>
  <inkml:trace contextRef="#ctx0" brushRef="#br0">178 5 3465,'-11'-2'6167,"-1"0"-3571,12 2-2521,0 0 0,0 0 0,0 0 0,-1 0 0,1 0 0,0 0 0,0 0 0,0 0 0,-1 0-1,1 0 1,0 0 0,0 0 0,0 0 0,0 1 0,-1-1 0,1 0 0,0 0 0,0 0 0,0 0 0,0 0-1,-1 0 1,1 1 0,0-1 0,0 0 0,0 0 0,0 0 0,0 0 0,0 1 0,0-1 0,0 0-1,-1 0 1,1 0 0,0 1 0,0-1 0,0 0 0,0 0 0,0 0 0,0 1 0,0-1 0,0 1-54,0-1 1,0 1-1,0 0 1,-1-1-1,1 1 1,0 0 0,-1-1-1,1 1 1,0-1-1,-1 1 1,1 0-1,-1-1 1,1 1-1,-1-1 1,1 0 0,-1 1-1,1-1 1,-1 1-1,1-1 1,-1 0-1,0 1 1,1-1 0,-1 0-1,1 1 1,-1-1-1,0 0 1,1 0-1,-1 0 1,0 0-1,0 0 1,-1 0 0,-24 1 224,26-2-250,-9 1-90,-40-4-1955,17 2-4277,16 0-1354</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29"/>
    </inkml:context>
    <inkml:brush xml:id="br0">
      <inkml:brushProperty name="width" value="0.05" units="cm"/>
      <inkml:brushProperty name="height" value="0.05" units="cm"/>
    </inkml:brush>
  </inkml:definitions>
  <inkml:trace contextRef="#ctx0" brushRef="#br0">164 189 664,'-13'-17'9132,"-4"2"-4696,-22-6-493,39 21-3923,0 0 1,0-1 0,-1 1 0,1 0-1,0 0 1,0 0 0,-1 0 0,1 0 0,0 0-1,-1 0 1,1 0 0,0 0 0,0 0-1,-1 1 1,1-1 0,0 0 0,0 0 0,-1 0-1,1 0 1,0 0 0,0 0 0,0 1-1,-1-1 1,1 0 0,0 0 0,0 0 0,0 0-1,-1 1 1,1-1 0,0 0 0,0 0 0,0 0-1,0 1 1,0-1 0,-1 1 0,-4 14 139,4-9-142,0 0 0,0 0 1,1 11-1,0-13 11,1 0-1,0 0 0,0 0 1,0-1-1,0 1 1,1 0-1,-1-1 1,5 7-1,-6-9-18,1 1 19,0 0 1,-1-1 0,1 1 0,0-1-1,0 1 1,0-1 0,0 0 0,1 1 0,-1-1-1,0 0 1,0 0 0,1 0 0,-1 0-1,1 0 1,-1 0 0,1 0 0,-1 0-1,1-1 1,0 1 0,-1-1 0,3 1-1,5 3 28,0-2 0,0 1 0,0-1 0,0-1 0,1 0 0,-1 0 0,1 0 0,-1-2 0,1 1 0,-1-1 0,0 0 0,1-1 0,-1 0 0,0 0 0,0-1 0,11-5-1,-19 7-49,1 0-1,0 0 1,-1 0-1,1 0 1,-1-1-1,1 1 0,-1 0 1,1-1-1,-1 1 1,0-1-1,0 0 0,0 1 1,0-1-1,0 0 1,0 1-1,0-1 0,0 0 1,-1 0-1,1 0 1,-1 0-1,1 0 0,-1 0 1,0 0-1,0 0 1,0 0-1,0 0 1,0 1-1,0-1 0,-1 0 1,1 0-1,-1 0 1,0-2-1,-1-3-31,0 1 0,-1-1 0,0 1 0,0 0 0,-1 0 0,1 0 0,-9-10 0,2 5-30,-1 1 0,1 0-1,-2 1 1,1 0-1,-1 1 1,-1 0 0,-16-7-1,-35-12-2046,0 9-4349,40 12 1618,3 4-2386</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30"/>
    </inkml:context>
    <inkml:brush xml:id="br0">
      <inkml:brushProperty name="width" value="0.05" units="cm"/>
      <inkml:brushProperty name="height" value="0.05" units="cm"/>
    </inkml:brush>
  </inkml:definitions>
  <inkml:trace contextRef="#ctx0" brushRef="#br0">2 0 8,'-1'7'15738,"0"5"-13599,3-9-1866,-1 0 0,1 0 0,-1 0 1,1 0-1,0 0 0,5 4 0,-6-6-191,14 23 441,-13-19-443,1-1 1,-1 1-1,1-1 0,6 7 0,11 15 167,-7-7-194,-11-11 1112</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31"/>
    </inkml:context>
    <inkml:brush xml:id="br0">
      <inkml:brushProperty name="width" value="0.05" units="cm"/>
      <inkml:brushProperty name="height" value="0.05" units="cm"/>
    </inkml:brush>
  </inkml:definitions>
  <inkml:trace contextRef="#ctx0" brushRef="#br0">1 24 640,'14'-7'5152,"14"2"-2142,-19 4-2238,28-3 667,45 2 1,20-1-230,-102 2-1198,1 1 1,-1 0-1,1 0 1,-1 0-1,1 0 0,-1-1 1,0 1-1,1 0 1,-1 0-1,1 0 1,-1 0-1,1 0 0,-1 0 1,1 0-1,-1 1 1,1-1-1,-1 0 0,1 0 1,-1 0-1,0 0 1,1 1-1,-1-1 1,1 0-1,0 1 0,-10 5 523,-20 7 456,23-11-901,-91 24 679,75-21-641,21-5-127,-1 0 0,1 1 0,0-1 0,0 0-1,0 1 1,0-1 0,-1 1 0,1 0 0,0-1 0,0 1-1,0 0 1,0 0 0,0-1 0,1 1 0,-2 1 0,3 0 51,0-1 0,1 0 1,-1 1-1,1-1 0,-1 0 1,1 0-1,-1 0 1,1 0-1,0 0 0,1 0 1,21 10 132,1-2 0,38 9-1,3 2-362,39 19-362,-104-39 527,-1 0 0,0 0 0,1 0 1,-1 0-1,1 0 0,-1 0 0,1 1 1,-1-1-1,0 0 0,1 0 0,-1 1 1,1-1-1,-1 0 0,0 0 0,1 1 0,-1-1 1,0 0-1,1 1 0,-1-1 0,0 1 1,0-1-1,1 0 0,-1 1 0,0-1 1,0 1-1,0-1 0,0 1 0,1-1 1,-1 0-1,0 2 0,0-2 20,-1 1-1,1 0 0,-1 0 1,1 0-1,0-1 0,-1 1 1,1 0-1,-1 0 0,0-1 1,1 1-1,-1-1 1,0 1-1,1 0 0,-2 0 1,-30 16 577,32-17-578,-13 6 51,-1-2 0,0 0 1,0 0-1,0-1 0,-22 1 0,-10-1-6565,28-2-3265</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32"/>
    </inkml:context>
    <inkml:brush xml:id="br0">
      <inkml:brushProperty name="width" value="0.05" units="cm"/>
      <inkml:brushProperty name="height" value="0.05" units="cm"/>
    </inkml:brush>
  </inkml:definitions>
  <inkml:trace contextRef="#ctx0" brushRef="#br0">219 40 9706,'-19'-11'4844,"9"6"-3314,-1 0 1,1 0-1,-22-6 0,29 10-1496,-1 0-1,0 1 1,0-1 0,0 1-1,0 0 1,0 0 0,0 1-1,0-1 1,0 1 0,0 0-1,0 0 1,0 0 0,1 0 0,-1 1-1,-4 2 1,-18 15-1103,11-8-2305,-2-1-4220,5-5-1571</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33"/>
    </inkml:context>
    <inkml:brush xml:id="br0">
      <inkml:brushProperty name="width" value="0.05" units="cm"/>
      <inkml:brushProperty name="height" value="0.05" units="cm"/>
    </inkml:brush>
  </inkml:definitions>
  <inkml:trace contextRef="#ctx0" brushRef="#br0">5 8 11402,'-4'-7'7279,"11"8"-5045,13 9-2474,-4 1 183,1 0-1,-2 1 1,0 1 0,0 1-1,22 27 1,-35-38-14,-1-1-1,1 1 1,0 0-1,-1 0 1,0 0 0,0 0-1,2 5 1,-4 7-2262,1-14 1887,0 0-1,-1-1 0,1 1 1,0 0-1,-1 0 0,1 0 1,-1-1-1,0 1 0,1 0 1,-1-1-1,0 1 1,1 0-1,-1-1 0,-1 2 1</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34"/>
    </inkml:context>
    <inkml:brush xml:id="br0">
      <inkml:brushProperty name="width" value="0.05" units="cm"/>
      <inkml:brushProperty name="height" value="0.05" units="cm"/>
    </inkml:brush>
  </inkml:definitions>
  <inkml:trace contextRef="#ctx0" brushRef="#br0">34 111 8,'0'-3'714,"0"0"-1,-1 0 1,0 0-1,1 0 1,-1 0 0,-1 0-1,1 0 1,0 1-1,0-1 1,-3-3 0,2 3 22,0 0 1,1 0 0,-1 0 0,1-1 0,0 1 0,0 0-1,-1-6 1,-2-9 1581,2 14-1819,1 1-1,0-1 1,1 0-1,-1 1 1,1-5-1,0 8-302,3 2 1781,5 25 1057,3 15-2140,-7-28-650,0 0-1,3 26 0,5 24 164,-4-21 167,24 86 0,-20-93-410,-2 2 0,-2-1 0,5 49 0,-7 21-106,-6-104-30,0 0 0,0 0 0,0 1 0,0-1 0,1 0 0,0 0 1,0 0-1,-1 0 0,2 0 0,0 2 0,4 1-1102</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35"/>
    </inkml:context>
    <inkml:brush xml:id="br0">
      <inkml:brushProperty name="width" value="0.05" units="cm"/>
      <inkml:brushProperty name="height" value="0.05" units="cm"/>
    </inkml:brush>
  </inkml:definitions>
  <inkml:trace contextRef="#ctx0" brushRef="#br0">12 71 8,'-3'-36'16085,"0"13"-12287,-2 11 241,6 15-4044,0-1-1,0 0 0,0 1 1,0-1-1,-1 0 0,1 1 1,-1-1-1,1 1 0,-1-1 0,0 0 1,0 5-1,0 4 38,21 93 341,-3-17-73,41 196 725,-40-187-701,-18-91-294,0 0 0,-1 0 1,1 1-1,-2 8 0,1-3 26,0-10-203</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36"/>
    </inkml:context>
    <inkml:brush xml:id="br0">
      <inkml:brushProperty name="width" value="0.05" units="cm"/>
      <inkml:brushProperty name="height" value="0.05" units="cm"/>
    </inkml:brush>
  </inkml:definitions>
  <inkml:trace contextRef="#ctx0" brushRef="#br0">4 109 2673,'-3'3'18472,"3"-6"-18197,1 1 1,-1 0 0,1 0-1,0 0 1,0 0 0,0-1-1,0 1 1,0 0 0,0 1 0,2-4-1,20-23-37,-11 13-61,-9 11-162,0 1 0,0-1 0,0 1 0,1-1-1,0 1 1,-1 0 0,1 1 0,0-1 0,0 1 0,1 0 0,-1 0 0,8-3 0,-10 5-23,0-1 0,0 1 0,0-1 1,1 1-1,-1 0 0,0 0 0,0 0 0,0 0 1,0 0-1,0 1 0,1-1 0,-1 1 0,0-1 1,0 1-1,0 0 0,0 0 0,0 0 0,0 0 1,-1 0-1,1 0 0,0 0 0,0 1 0,-1-1 1,1 1-1,-1-1 0,1 1 0,-1 0 0,0-1 1,2 4-1,2 3 0,0-1 0,-1 1 0,0 0 0,0 1 0,4 15 0,-7-18 0,1 1 0,-1-1 0,-1 1 0,1 11 0,-2-14 4,1-1 0,-1 0 0,1 0 1,-1 0-1,0 0 0,0 0 0,-1 0 0,1-1 1,0 1-1,-1 0 0,0 0 0,-2 2 1,-41 54 17,36-50-16,7-7 2,0-1 0,0 1 1,1 0-1,-1-1 0,1 1 0,0 0 1,-1 0-1,1 0 0,-1 3 0,-3 4-28,4-8 25,0-1 1,1 1-1,-1 0 0,0 0 1,1 0-1,-1 0 0,1 0 1,0 0-1,-1 0 0,1 0 1,0 0-1,0 1 1,-1-1-1,1 1 0,1-1 69,0-1-1,0 1 0,1-1 1,-1 0-1,0 1 0,0-1 1,0 0-1,1 1 0,-1-1 1,0 0-1,0 0 0,0 0 1,1 0-1,-1 0 1,0 0-1,0-1 0,2 0 1,29-3-23,7-1-47,0 1 0,72 2 0,-70 4-3618,0 1-3714</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37"/>
    </inkml:context>
    <inkml:brush xml:id="br0">
      <inkml:brushProperty name="width" value="0.05" units="cm"/>
      <inkml:brushProperty name="height" value="0.05" units="cm"/>
    </inkml:brush>
  </inkml:definitions>
  <inkml:trace contextRef="#ctx0" brushRef="#br0">4 21 8,'-3'-5'24623,"15"25"-23075,9 27-1500,-15-30-23,2 5-20,-5-12 20,1 0-1,6 11 1,11 17 183,-19-34-196,0 0 1,1 0-1,-2 0 1,1 0-1,2 7 1,6 14 92,-5-15-53,-4-8-46,0-1 0,0 1 0,0-1 1,0 1-1,-1 0 0,1-1 0,-1 1 0,1 0 1,-1 0-1,1 3 0,-1-5 82,-6-22 1458,4 5-1525,0-1 0,2 1 1,1-18-1,0 28-20,-1 1 1,2-1-1,-1 1 0,0-1 1,1 1-1,1 0 0,-1 0 1,1 0-1,0 0 0,0 1 1,6-8-1,-1 1 7,0 2-1,17-17 0,-23 25-13,0 0 1,0 1-1,0-1 1,1 0-1,-1 1 1,0-1 0,1 1-1,-1 0 1,1 0-1,-1 0 1,1 0-1,0 1 1,-1-1 0,6 0-1,-6 1-16,1 1 0,0-1 0,-1 1 0,1-1 0,-1 1 0,1 0 0,-1 0 0,1 0 1,-1 0-1,1 1 0,-1-1 0,0 1 0,0-1 0,0 1 0,2 2 0,5 5 19,-1 0 1,7 11-1,-3-5 2,105 137 10,-116-150-9,0-1-1,0 1 0,0-1 1,-1 1-1,1-1 0,0 1 1,-1 0-1,0-1 0,1 1 1,-1 0-1,0 1 0,0-2 1,-1-5 138,0 0 0,0-1-1,0 1 1,0 0-1,0-8 1,1 12-135,-10-60 26,6 39-11,-3-32 0,6 42-19,1-1-5,1-24 0,-1 32 5,1 1-1,-1-1 1,1 1-1,0-1 1,0 0-1,1 1 1,-1 0-1,1-1 1,0 1-1,4-6 1,-5 8-8,0 1 1,0-1-1,0 0 1,0 1-1,1-1 1,-1 0-1,0 1 1,0 0 0,1-1-1,-1 1 1,0 0-1,1 0 1,-1-1-1,0 1 1,1 0-1,-1 0 1,0 1 0,1-1-1,-1 0 1,0 0-1,2 1 1,29 9-92,13 14 65,-1 1 0,54 42 1,-78-53 18,-8-6-4,-3-2-23,1 0 0,-1 1 0,0 1 0,-1 0 0,9 9-1,-17-17 13,0 0 0,0 1 0,1-1-1,-1 0 1,0 0 0,0 0 0,0 0 0,0 0-1,0 1 1,0-1 0,0 0 0,1 0-1,-1 0 1,0 1 0,0-1 0,0 0-1,0 0 1,0 0 0,0 1 0,0-1 0,0 0-1,0 0 1,0 0 0,0 1 0,0-1-1,0 0 1,0 0 0,0 0 0,0 1-1,-1-1 1,1 0 0,0 0 0,0 0 0,0 0-1,0 1 1,0-1 0,0 0 0,0 0-1,-1 0 1,1 0 0,0 0 0,0 1-1,0-1 1,0 0 0,0 0 0,-1 0 0,1 0-1,0 0 1,0 0 0,0 0 0,-1 0-1,1 0 1,0 0 0,0 0 0,0 0-1,-1 0 1,1 0 0,0 0 0,0 0 0,0 0-1,-1 0 1,1 0 0,0 0 0,0 0-1,-14-1-1299,13 1 1210,-37-8-5685,13 1-1461,5 1-3513</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38"/>
    </inkml:context>
    <inkml:brush xml:id="br0">
      <inkml:brushProperty name="width" value="0.05" units="cm"/>
      <inkml:brushProperty name="height" value="0.05" units="cm"/>
    </inkml:brush>
  </inkml:definitions>
  <inkml:trace contextRef="#ctx0" brushRef="#br0">115 66 1464,'5'-1'1531,"0"-1"-1,0 0 0,-1-1 0,1 1 0,-1-1 0,5-3 1,15-9 1706,-4 5-1822,-14 7-1098,0 0 0,1 0 0,-1 0 0,1 1 0,-1 0 0,1 0 0,0 1 1,7-1-1,-7 2-219,0 0 1,0 0-1,0 1 1,0 0 0,-1 1-1,1 0 1,0 0 0,-1 0-1,1 1 1,-1-1 0,1 2-1,-1-1 1,0 1 0,-1 0-1,1 0 1,7 7-1,-8-6-45,-1-1 0,0 1 0,1 0 0,-2 0 0,1 0 0,-1 1 0,1-1 0,-2 1 0,1 0 0,0 0 0,-1 0 0,0 0 0,-1 0 0,0 1 0,1-1 0,-2 0 0,1 1 0,-1 7 0,0-11 4,-1 0 1,1 0-1,-1 0 1,1 0 0,-1 0-1,0 0 1,0-1-1,-1 1 1,1 0-1,0-1 1,-1 1 0,0-1-1,1 1 1,-1-1-1,0 0 1,-3 3-1,2-2 37,-1 0-1,0 0 1,-1-1-1,1 0 0,0 1 1,-1-1-1,1-1 1,-1 1-1,-5 1 0,-4-1 115,-2 1 0,1-2 0,0 0 0,0-1-1,-19-2 1,3-1 121,-54-12 0,71 11-221,1 0-1,0 0 1,0-1-1,1-1 1,-1 0-1,-17-12 1,29 16-80,-1 1-1,0 0 0,0-1 1,0 1-1,1-1 1,-1 0-1,1 1 1,0-1-1,-1 0 1,1 0-1,0 0 0,0 0 1,0 0-1,0 0 1,0 0-1,1-1 1,-1 1-1,0-3 1,1 2-14,0 0 1,1 0-1,-1 1 1,0-1 0,1 0-1,0 1 1,0-1-1,0 0 1,0 1 0,0-1-1,0 1 1,0 0-1,3-4 1,1 0-44,0 0 1,1 0-1,0 0 0,0 1 0,0 0 1,1 0-1,-1 0 0,1 1 1,10-5-1,49-16-638,-57 22 80,-1 1-1,1 0 1,-1 1 0,1 0-1,0 0 1,9 1 0,0 4-4108,-8 1-1227</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39"/>
    </inkml:context>
    <inkml:brush xml:id="br0">
      <inkml:brushProperty name="width" value="0.05" units="cm"/>
      <inkml:brushProperty name="height" value="0.05" units="cm"/>
    </inkml:brush>
  </inkml:definitions>
  <inkml:trace contextRef="#ctx0" brushRef="#br0">209 607 6841,'-9'-11'3470,"0"0"-1,-18-15 1,16 17-2441,0 0 1,0 1 0,-1 0-1,-24-11 1,34 19-984,1-1 1,0 1-1,0 0 0,-1 0 1,1-1-1,0 1 0,-1 0 0,1 0 1,0 0-1,-1 1 0,1-1 1,0 0-1,-1 0 0,1 1 0,0-1 1,0 1-1,-1-1 0,1 1 1,0-1-1,0 1 0,0 0 0,0-1 1,0 1-1,0 0 0,0 0 1,0 0-1,0 0 0,0 0 0,0 0 1,-1 2-1,-3 4-30,0 1 1,0 0-1,-4 12 0,4-11 118,2-1-64,0 0-1,1 1 1,0-1 0,0 1 0,0-1-1,1 1 1,1 0 0,0-1 0,1 17-1,0-21-15,-1 0-1,2 0 1,-1 0-1,0 0 1,1 0-1,0-1 1,-1 1-1,2 0 1,-1-1-1,0 1 1,1-1-1,-1 0 1,1 0-1,0 0 1,0 0-1,0 0 1,1-1-1,-1 0 1,1 1-1,-1-1 1,5 2-1,5 2 9,0 0 0,0-1 0,1-1-1,26 6 1,-27-7-59,-1-2 1,1 1-1,0-1 0,0-1 1,0-1-1,0 0 1,19-3-1,-28 3-21,-1 0 0,1 0-1,0 0 1,0 0 0,-1-1 0,1 0 0,-1 0 0,1 0-1,-1 0 1,0 0 0,1-1 0,-1 1 0,0-1 0,-1 0-1,1 0 1,-1 0 0,1 0 0,-1 0 0,0 0-1,0-1 1,0 1 0,0-1 0,-1 0 0,0 1 0,1-1-1,-1 0 1,-1 0 0,2-4 0,-1-10-124,-1 1 1,0-1-1,-1 1 1,-6-31-1,-21-69-273,17 78 294,-81-235-285,63 196 403,27 74 12,-1-4 36,0 0 1,0-1-1,1 1 1,0-1-1,-1-15 1,4 35-112,1 0-1,1 0 1,0 0 0,7 16 0,-2-6 53,100 302 298,-106-315-288,9 25 51,0-1 1,2-1-1,1 0 1,19 30-1,-27-52-33,0-1 0,1 1 0,0-1 0,1-1 0,-1 1 0,1-1 0,11 7 1,-12-10-23,1 0 0,-1 0 1,1 0-1,0-1 1,-1 0-1,2-1 0,-1 0 1,0 0-1,0-1 1,12 1-1,-13-2-316,1 0 0,-1-1 0,0 1 1,0-1-1,0-1 0,0 1 0,0-1 0,0-1 0,-1 1 0,1-1 1,-1 0-1,9-6 0,-6 3-1130,-1 0 0,1-1 0,-1-1 1,-1 1-1,1-1 0,-1-1 0,9-13 1,-10 13 253,1-1 546,-1 1 0,7-15 1,-12 21 1174,0 0 1,0 0-1,0-1 1,0 1-1,0 0 1,-1-1-1,1-3 0,-1-5 4582,1 25-2005,0 13-1250,0-19-1689,0-1 1,1 1-1,0 0 0,0 0 1,0-1-1,1 1 0,0-1 1,0 0-1,0 0 0,1 0 1,0 0-1,6 6 0,34 36-477,-41-45-999</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40"/>
    </inkml:context>
    <inkml:brush xml:id="br0">
      <inkml:brushProperty name="width" value="0.05" units="cm"/>
      <inkml:brushProperty name="height" value="0.05" units="cm"/>
    </inkml:brush>
  </inkml:definitions>
  <inkml:trace contextRef="#ctx0" brushRef="#br0">1 58 8394,'7'-24'7670,"-6"21"-7169,0 0 0,1 0 0,-1 1 0,1-1 0,0 1 0,2-4 0,-3 5-452,0 0 0,0 0 0,0 0 0,0 0 0,1 0 0,-1 1 0,0-1 0,1 0-1,-1 1 1,1-1 0,-1 1 0,1-1 0,-1 1 0,1-1 0,-1 1 0,1 0 0,-1 0-1,1 0 1,0 0 0,-1 0 0,1 0 0,-1 0 0,1 1 0,-1-1 0,1 0 0,-1 1 0,1-1-1,-1 1 1,0 0 0,3 1 0,-1 0-70,0 0 0,0 0 1,0 1-1,-1-1 0,1 1 0,-1 0 0,1 0 0,-1 0 0,0 0 0,3 5 1,15 37-1766,-12-18-1859,-1 0-4953,-3-12 1777</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41"/>
    </inkml:context>
    <inkml:brush xml:id="br0">
      <inkml:brushProperty name="width" value="0.05" units="cm"/>
      <inkml:brushProperty name="height" value="0.05" units="cm"/>
    </inkml:brush>
  </inkml:definitions>
  <inkml:trace contextRef="#ctx0" brushRef="#br0">102 165 5345,'-27'-46'5560,"-40"-59"1335,63 95-6174,2 7-80,1 8-778,0 14 151,1 0 0,1-1 0,1 1 0,1 0 0,5 22 0,-7-36-14,78 336 685,-74-321-461,1-1 0,0 0 0,2 0 0,0-1 0,1 0 0,1 0 0,17 22 0,-4-1-39,0 0 0,-3 2-1,-1 0 1,19 65 0,-36-98-184,1 0 1,-2 1-1,1 0 1,-1-1-1,0 1 0,-1 0 1,-1 12-1,1-18-97,-1 0-1,1 0 1,-1 0 0,0 0-1,0 0 1,0 0 0,0-1 0,0 1-1,-1 0 1,1-1 0,-3 4 0,3-5-111,-1 0 1,1 1 0,-1-1 0,1 0 0,-1 0 0,0 0 0,1 0 0,-1 0-1,0 0 1,0 0 0,0-1 0,0 1 0,1-1 0,-1 1 0,0-1-1,0 0 1,0 1 0,-3-1 0,2 0-969,0-1-1,0 1 1,1-1 0,-1 1 0,0-1-1,-4-1 1,-6-4-8039</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42"/>
    </inkml:context>
    <inkml:brush xml:id="br0">
      <inkml:brushProperty name="width" value="0.05" units="cm"/>
      <inkml:brushProperty name="height" value="0.05" units="cm"/>
    </inkml:brush>
  </inkml:definitions>
  <inkml:trace contextRef="#ctx0" brushRef="#br0">373 14 5137,'2'-5'7213,"-2"4"-6994,-6-3 2793,-9 1-720,5 3-1856,1 0 0,0 0-1,0 1 1,0 0 0,0 0-1,0 1 1,-11 4 0,-61 27-344,44-17 58,-39 18-2096,27-10-6904,23-12-1867</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43"/>
    </inkml:context>
    <inkml:brush xml:id="br0">
      <inkml:brushProperty name="width" value="0.05" units="cm"/>
      <inkml:brushProperty name="height" value="0.05" units="cm"/>
    </inkml:brush>
  </inkml:definitions>
  <inkml:trace contextRef="#ctx0" brushRef="#br0">10 18 5601,'-9'-17'14384,"17"25"-12234,21 25-1814,52 48 1,-43-43-1084,-15-11-6477</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44"/>
    </inkml:context>
    <inkml:brush xml:id="br0">
      <inkml:brushProperty name="width" value="0.05" units="cm"/>
      <inkml:brushProperty name="height" value="0.05" units="cm"/>
    </inkml:brush>
  </inkml:definitions>
  <inkml:trace contextRef="#ctx0" brushRef="#br0">0 5 3745,'3'-3'6777,"1"1"-5312,-3 2-777,1 2-560,-1 1-256,3 3-48,-1 2 96,2 4-16,-4 4-168,1-2-505,1 4-1351,0-2-953,1 3-3016</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45"/>
    </inkml:context>
    <inkml:brush xml:id="br0">
      <inkml:brushProperty name="width" value="0.05" units="cm"/>
      <inkml:brushProperty name="height" value="0.05" units="cm"/>
    </inkml:brush>
  </inkml:definitions>
  <inkml:trace contextRef="#ctx0" brushRef="#br0">20 271 8,'14'0'2273,"1"-1"1,-1 0-1,1-1 1,-1-1-1,16-4 1,-24 5-1975,-1 1 0,0-2 0,0 1 1,0 0-1,0-1 0,0 0 0,-1 0 0,1 0 0,-1-1 1,0 0-1,0 1 0,0-1 0,0-1 0,-1 1 0,1-1 1,3-6-1,-5 6-242,1-1 0,-1 1 0,0 0 0,0-1 0,-1 1 0,0-1 0,0 0 0,0 0 0,-1 1 0,1-1 0,-1 0 0,-1 0 0,1 1 0,-1-1 1,0 0-1,0 1 0,-1-1 0,0 0 0,0 1 0,0 0 0,0-1 0,-1 1 0,0 0 0,0 1 0,-1-1 0,1 0 0,-8-7 0,7 9-42,0-1 0,1 1 0,-1 0 0,-1 0 0,1 0 0,0 0 0,-1 1 0,1 0 0,-1 0 0,0 0 0,0 0 0,-10-1 0,12 3-12,0-1 1,0 1-1,0 1 1,-1-1 0,1 0-1,0 1 1,0-1-1,0 1 1,0 0 0,0 0-1,0 0 1,0 1-1,0-1 1,0 1 0,0-1-1,0 1 1,1 0-1,-1 0 1,1 0 0,0 0-1,-4 4 1,1 0 34,1 0 1,0 1 0,0-1 0,0 1 0,1-1-1,-1 1 1,2 0 0,-1 0 0,1 1-1,0-1 1,1 0 0,-1 1 0,1-1-1,1 12 1,0-13 30,0 0 0,1 0 0,0 0-1,0 0 1,1 0 0,-1 0 0,1 0 0,0 0-1,1-1 1,0 1 0,0-1 0,0 0-1,0 1 1,1-2 0,0 1 0,0 0 0,0-1-1,6 6 1,7 3 117,1-1-1,0 0 0,1-1 1,0-1-1,37 13 1,-41-17-477,1-2 1,0 0-1,1 0 0,-1-2 1,0 0-1,1-1 0,0 0 1,18-3-1,-21 0-2389,-5-2-2268</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46"/>
    </inkml:context>
    <inkml:brush xml:id="br0">
      <inkml:brushProperty name="width" value="0.05" units="cm"/>
      <inkml:brushProperty name="height" value="0.05" units="cm"/>
    </inkml:brush>
  </inkml:definitions>
  <inkml:trace contextRef="#ctx0" brushRef="#br0">246 696 4473,'0'-4'1494,"0"1"-1,0-1 1,-1 1-1,0-1 1,-1-4 0,-10-18 2551,4 13-2654,-16-20 1,15 22-945,0 1-1,-1 0 1,-1 0-1,-11-8 1,17 14-312,-1 0 1,1 0-1,-1 1 0,-1 0 1,1 0-1,0 1 1,-1-1-1,1 1 0,-1 1 1,-9-2-1,14 3-129,0 0 0,0 0 1,0 0-1,0 1 0,0-1 0,0 1 0,0 0 0,1-1 1,-1 1-1,0 0 0,0 0 0,0 0 0,1 0 0,-1 0 1,1 0-1,-1 1 0,1-1 0,-1 1 0,1-1 1,0 1-1,-1-1 0,1 1 0,0 0 0,0-1 0,0 1 1,1 0-1,-1 0 0,0 2 0,-3 5 12,1 1 0,0 0 0,1 0 0,-1 11 1,3-12 12,0 0 0,0 0 0,1 0 1,0-1-1,1 1 0,-1 0 1,2-1-1,-1 1 0,1-1 0,1 0 1,0 0-1,0 0 0,0 0 1,9 11-1,-8-12 6,1 0 1,0 0-1,0 0 0,0-1 1,0 0-1,1 0 0,0-1 1,1 0-1,-1 0 0,1-1 1,0 0-1,0 0 0,0 0 1,14 3-1,-17-6-26,-1-1 0,1 1 1,-1-1-1,1 0 0,-1 0 0,1-1 0,-1 1 1,1-1-1,-1 0 0,1 0 0,-1 0 0,0-1 1,0 0-1,8-4 0,-9 4-17,0 0 0,0 0 0,0 0 0,0 0 0,-1-1 0,1 0 1,-1 1-1,0-1 0,0 0 0,0 0 0,0 0 0,0 0 0,-1-1 0,1 1 0,-1 0 0,0-1 0,0 1 0,0-1 0,0-4 0,0-5-78,-1 0 0,0 0 0,-1 0 0,-3-18 0,-16-53-415,8 37 135,-32-111-1345,15 64 667,-51-132 241,61 171 1117,16 88-698,5-8 441,1 0-1,1-1 1,13 42-1,34 69 320,-4-36-185,66 100 0,-72-140-361,-21-33-1941,-1 2-4792,-11-15-3543</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47"/>
    </inkml:context>
    <inkml:brush xml:id="br0">
      <inkml:brushProperty name="width" value="0.05" units="cm"/>
      <inkml:brushProperty name="height" value="0.05" units="cm"/>
    </inkml:brush>
  </inkml:definitions>
  <inkml:trace contextRef="#ctx0" brushRef="#br0">27 22 5529,'-1'-2'1134,"-1"0"0,1 0 0,-1 0-1,0 0 1,0 0 0,0 1 0,0-1 0,-1 1-1,1 0 1,0-1 0,-4 0 0,7 4-869,0-1 0,0 1-1,0-1 1,-1 1 0,1 0 0,-1 0 0,0-1 0,1 5 0,0-1-35,7 23 75,1-1 0,20 43 1,6-2-111,47 99 109,-68-127-292,-14-37-25,1 0 1,0 0 0,-1 0 0,0 0-1,0 0 1,0-1 0,0 1 0,0 0 0,0 0-1,-1 0 1,-1 5 0,2-8 11,-1 0-1,1 1 1,0-1 0,-1 0 0,1 1-1,-1-1 1,1 0 0,-1 1-1,1-1 1,-1 0 0,1 0 0,-1 0-1,0 0 1,1 1 0,-1-1 0,1 0-1,-1 0 1,1 0 0,-1 0-1,1 0 1,-1 0 0,0 0 0,1-1-1,-1 1 1,1 0 0,-1 0 0,1 0-1,-1-1 1,1 1 0,-1 0 0,1 0-1,-1-1 1,0 0 0,-17-11-288,1-7-1481,1-2 0,-14-23 0,12 13-3309,1-1-1,-17-47 0,24 52 2940</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48"/>
    </inkml:context>
    <inkml:brush xml:id="br0">
      <inkml:brushProperty name="width" value="0.05" units="cm"/>
      <inkml:brushProperty name="height" value="0.05" units="cm"/>
    </inkml:brush>
  </inkml:definitions>
  <inkml:trace contextRef="#ctx0" brushRef="#br0">114 57 8,'39'-19'5551,"-28"13"-4089,0 0 0,0 1 0,0 1-1,1 0 1,13-3 0,-17 5-766,19-2 1664,-26 4-2257,0 0-1,0 0 0,0 0 0,0 1 0,1-1 1,-1 0-1,0 0 0,0 1 0,0-1 1,0 0-1,0 1 0,0-1 0,0 1 0,0 0 1,0-1-1,0 1 0,0 0 0,0 0 1,1 0-1,0 1-51,-1 0-1,1 1 1,0-1 0,-1 0 0,0 0 0,1 1-1,-1-1 1,0 1 0,0-1 0,0 1 0,-1-1 0,1 1-1,-1 0 1,1-1 0,-1 1 0,0 0 0,0-1-1,0 1 1,-1 4 0,-2 11 140,1-8-92,0 0-1,0-1 0,-1 1 1,-6 12-1,1-2 5,7-16-69,0 0 0,-1 0 0,0 0 1,0 0-1,-3 4 0,4-6-22,0-1-1,0 0 1,-1 0 0,1 0 0,0 0-1,0 0 1,-1 0 0,1 0-1,-1 0 1,1-1 0,-1 1 0,1 0-1,-1-1 1,1 1 0,-1-1-1,0 0 1,1 0 0,-3 1 0,-19-2-379,1 0 1,0-1 0,0-1-1,-24-7 1,-9 0-4038,22 2-3807,20 4 1005</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49"/>
    </inkml:context>
    <inkml:brush xml:id="br0">
      <inkml:brushProperty name="width" value="0.05" units="cm"/>
      <inkml:brushProperty name="height" value="0.05" units="cm"/>
    </inkml:brush>
  </inkml:definitions>
  <inkml:trace contextRef="#ctx0" brushRef="#br0">46 338 1648,'30'-28'11490,"-15"14"-9088,18-10 1,-26 19-2083,8-6 669,20-16 0,-31 23-831,0 0 0,0 0 0,-1 0 0,1-1 0,-1 0-1,0 1 1,0-1 0,4-10 0,-6 12-124,0 0 0,0 0-1,-1 0 1,1 0 0,-1 0 0,1 0-1,-1 0 1,0 0 0,0 0 0,-1 0 0,1 0-1,0 0 1,-1 0 0,0 0 0,0 0-1,-2-5 1,1 3-10,-1 2 0,1-1-1,-1 0 1,0 0-1,0 1 1,0 0 0,-1-1-1,1 1 1,-1 0-1,-5-3 1,2 2-9,1 1 0,0-1 0,-1 1 0,0 1 0,0-1-1,0 1 1,0 0 0,0 1 0,0 0 0,0 0 0,-1 0 0,1 1 0,0 0 0,-9 2 0,13-2-8,0 1 0,0 0 0,0 0 0,0 0 0,0 1 0,0-1 0,0 1 0,1-1 0,-1 1 0,1 0 0,-1 0 0,1 0 0,0 0 0,-1 1 0,1-1 0,0 1 0,1-1 0,-4 6 0,3-4 16,0 0 0,1 0-1,-1 0 1,1 1-1,0-1 1,1 0-1,-1 0 1,1 0-1,-1 1 1,1-1-1,1 0 1,-1 1-1,2 6 1,-2-6 5,1 0 0,0 0 0,1-1 0,-1 1 0,1 0 1,0 0-1,0-1 0,1 1 0,-1-1 0,1 0 0,0 0 0,6 7 0,-3-5 24,2 1-1,-1-1 0,1-1 1,0 0-1,0 0 0,1 0 0,-1-1 1,1 0-1,0-1 0,0 0 1,0 0-1,14 1 0,221 27-167,-159-17 53,-84-14 69,-1 0-1,1 1 0,0-1 0,0 0 0,0 0 1,-1 0-1,1 0 0,0 0 0,0 0 0,0 0 0,-1 0 1,1 0-1,0 0 0,0-1 0,0 1 0,-1 0 0,1 0 1,0-1-1,0 1 0,-1-1 0,1 1 0,0-1 0,-1 1 1,1-1-1,-1 1 0,1-1 0,0 1 0,-1-1 1,1 0-1,-1 1 0,0-1 0,1 0 0,-1 1 0,1-1 1,-1 0-1,0 0 0,0 1 0,1-1 0,-1-1 0,0 0-6,1-1-1,-1 1 0,0 0 1,0 0-1,0 0 0,-1-1 1,1 1-1,0 0 0,-1 0 1,1 0-1,-1 0 0,-1-3 1,-13-31 6,10 28-1,0 0 0,1 0 0,0-1 0,1 1-1,0-1 1,0 0 0,0 0 0,1-1 0,1 1 0,0 0 0,0 0-1,1-1 1,0 1 0,0-1 0,1 1 0,0 0 0,5-16 0,-5 22-10,0 0 1,1 0 0,0 1 0,-1-1-1,1 0 1,0 1 0,0-1 0,1 1-1,-1-1 1,1 1 0,-1 0 0,1 0-1,-1 0 1,1 0 0,0 1 0,0-1-1,0 1 1,4-2 0,8-2-484,-1 1 0,27-4-1,-19 4-736,-12 2-114,8-3-1758,-8 6-4304</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50"/>
    </inkml:context>
    <inkml:brush xml:id="br0">
      <inkml:brushProperty name="width" value="0.05" units="cm"/>
      <inkml:brushProperty name="height" value="0.05" units="cm"/>
    </inkml:brush>
  </inkml:definitions>
  <inkml:trace contextRef="#ctx0" brushRef="#br0">1 1 7130,'5'3'15602,"-4"4"-15640,0-1 116,0 0 0,1 0 0,0 0 0,0 0-1,0-1 1,5 9 0,21 30 229,-7-14-238,29 29-1,-16-23-3097,-28-31 1295,-2-4-1270</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51"/>
    </inkml:context>
    <inkml:brush xml:id="br0">
      <inkml:brushProperty name="width" value="0.05" units="cm"/>
      <inkml:brushProperty name="height" value="0.05" units="cm"/>
    </inkml:brush>
  </inkml:definitions>
  <inkml:trace contextRef="#ctx0" brushRef="#br0">0 90 5577,'2'-22'6973,"3"-15"-1474,-5 35-5262,1 0 1,0 0-1,-1 0 1,1 0-1,0 0 1,0 0-1,1 0 1,-1 0-1,0 0 1,1 0-1,-1 1 1,1-1-1,2-2 1,-4 4-243,1 0 0,-1 0 0,0 0 0,0 0 0,0-1 0,0 1 1,1 0-1,-1 0 0,0 0 0,0 0 0,0 0 0,1 0 0,-1 0 0,0 0 0,0 0 0,0 0 1,1 0-1,-1 0 0,0 0 0,0 0 0,0 0 0,1 0 0,-1 0 0,0 0 0,0 0 0,0 0 1,1 0-1,-1 0 0,0 0 0,0 1 0,0-1 0,1 0 0,-1 0 0,0 0 0,0 0 0,5 9-186,-2 12-165,1 27-2442,-4 1-6639,-2-28 1030</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52"/>
    </inkml:context>
    <inkml:brush xml:id="br0">
      <inkml:brushProperty name="width" value="0.05" units="cm"/>
      <inkml:brushProperty name="height" value="0.05" units="cm"/>
    </inkml:brush>
  </inkml:definitions>
  <inkml:trace contextRef="#ctx0" brushRef="#br0">181 68 4113,'2'-1'811,"1"0"0,-1 0 0,0-1 0,0 1 0,0-1 0,0 1 1,0-1-1,0 0 0,3-3 0,-4 4-509,0-1 0,0 1 0,0-1 0,0 0 1,0 0-1,0 1 0,0-1 0,0 0 0,-1 0 0,1 0 0,-1 0 0,0 0 1,1 0-1,-1 0 0,0 0 0,0 0 0,0 0 0,0 0 0,-1-2 1,-1 0 247,1 5-504,1 8-289,7 23 386,-1-10-109,-1 0 1,-1 0-1,-1 1 1,-1-1-1,-1 27 0,-1-47-13,0 0-1,0 0 1,-1 0-1,1 0 1,-1 0-1,1-1 1,-1 1-1,1 0 1,-1 0-1,0-1 1,0 1-1,0 0 1,0-1-1,0 1 1,0-1-1,0 1 1,-1-1-1,1 0 1,-1 1-1,1-1 1,-1 0-1,1 0 1,-1 0-1,1 0 1,-1 0-1,-3 1 1,1-2 109,1 1 0,-1 0 0,1-1 0,-1 0 0,0 0 0,1 0 0,-1 0 0,1 0 0,-1-1 0,0 0 0,1 0 0,-1 0 0,-4-2 0,-7-4 92,0 0 0,1-1 1,0-1-1,0 0 0,1-1 0,0-1 0,0 0 0,-18-22 0,29 31-193,1-1 0,-1 1-1,1 0 1,0-1 0,0 1 0,0-1-1,0 1 1,0-1 0,1 0 0,-1 1-1,1-1 1,0 0 0,-1 1-1,1-1 1,0 0 0,1 1 0,-1-1-1,0 0 1,1 1 0,0-1-1,-1 0 1,1 1 0,0-1 0,0 1-1,3-5 1,-1 2-39,1-1 0,-1 1 0,1 0 0,0 0 0,0 1 0,0-1 0,1 1 0,-1 0 0,1 0 0,6-3-1,-6 4-60,0 1 0,0 0 0,0 0 0,1 0 0,-1 1 0,1 0 0,-1 0 0,9 0 0,47 2-1577,-48-1 1005,23 5-2245,-33-5 1344,0 1 0,0 0-1,0 0 1,0 0 0,5 3 0</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53"/>
    </inkml:context>
    <inkml:brush xml:id="br0">
      <inkml:brushProperty name="width" value="0.05" units="cm"/>
      <inkml:brushProperty name="height" value="0.05" units="cm"/>
    </inkml:brush>
  </inkml:definitions>
  <inkml:trace contextRef="#ctx0" brushRef="#br0">136 665 8122,'-9'-23'6436,"6"16"-5393,0-1 0,0 1 0,-1-1 0,-6-9 0,8 16-956,1-1 1,0 1-1,0-1 0,0 1 0,-1 0 1,1 0-1,-1-1 0,1 1 1,-1 0-1,1 0 0,-1 1 1,1-1-1,-1 0 0,0 1 1,0-1-1,1 0 0,-1 1 1,0 0-1,0-1 0,0 1 1,1 0-1,-1 0 0,0 0 1,0 0-1,-2 1 0,2 0-62,0 0 1,-1 0-1,1 0 0,0 0 0,0 1 0,0-1 0,0 1 0,0 0 0,0-1 1,0 1-1,1 0 0,-1 0 0,0 0 0,-1 3 0,-1 1 11,1 0 0,-1 0 1,1 1-1,-2 6 0,3-8-2,0 1 0,1 0-1,-1 0 1,1-1 0,1 1 0,-1 0 0,1 0 0,0 0 0,0 0-1,1 0 1,0 0 0,0 0 0,0 0 0,1-1 0,0 1 0,0 0-1,0-1 1,1 0 0,0 1 0,0-1 0,0 0 0,7 8 0,-3-5-19,1 0 1,0-1-1,0 1 1,1-2-1,0 1 1,0-1-1,1-1 1,13 7-1,-19-11-21,0 1 0,0-1 0,0 0 0,0 0 0,0 0 0,1 0 0,-1-1 0,0 0 0,0 0 0,1 0 0,-1 0 0,0 0 0,0-1 0,1 0 0,-1 0 0,0 0 0,0-1 0,0 1 0,0-1 0,-1 0 0,1 0 0,0 0 0,-1-1 0,6-4 0,-6 4-23,0 0 0,0-1 0,0 1 0,-1-1 0,1 0 0,-1 0 0,0 0 0,0 0 0,0 0 0,-1 0 0,0 0 0,0 0 1,0-1-1,0 1 0,0-1 0,-1-4 0,0-9-91,0 0 1,-5-29 0,4 43 111,-53-245-458,29 173 355,-3 1 0,-42-80 0,37 85 158,26 52-6,5 14-10,1 0-1,-1 0 1,1 0-1,-5-6 1,5 17-315,1 0 1,0 0 0,1 8-1,11 33 324,3-1-1,2 0 1,23 45-1,-2-4 37,73 144 210,-52-114-785,-53-107-41,5 14-1887,-5-9-5340</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54"/>
    </inkml:context>
    <inkml:brush xml:id="br0">
      <inkml:brushProperty name="width" value="0.05" units="cm"/>
      <inkml:brushProperty name="height" value="0.05" units="cm"/>
    </inkml:brush>
  </inkml:definitions>
  <inkml:trace contextRef="#ctx0" brushRef="#br0">137 111 7322,'-15'-26'8462,"12"21"-7788,-1-1 0,0 1 0,0 0 1,-1 0-1,0 0 0,0 0 0,0 1 0,-10-7 0,14 11-667,1-1 0,-1 1 0,0 0 0,0 0 0,1 0-1,-1 0 1,0 0 0,1 0 0,-1-1 0,0 2 0,0-1 0,1 0-1,-1 0 1,0 0 0,0 0 0,1 0 0,-1 1 0,0-1-1,1 0 1,-1 0 0,0 1 0,1-1 0,-1 1 0,1-1 0,-1 0-1,0 1 1,1-1 0,-1 1 0,1 0 0,-1-1 0,1 1-1,0-1 1,-1 2 0,-13 25 64,10-17-67,-1 0 22,0-1 0,1 1 0,0 0 0,1 1-1,0-1 1,0 1 0,1-1 0,1 1-1,0-1 1,0 1 0,2 18 0,0-26 8,-1 0-1,1-1 1,0 1 0,-1 0 0,1 0 0,0-1-1,1 1 1,-1-1 0,0 1 0,1-1 0,0 0-1,-1 1 1,1-1 0,0 0 0,0 0 0,3 2-1,-1-1 18,0-1 0,0 1-1,0-1 1,0 0 0,1 0-1,-1 0 1,1-1 0,-1 0-1,6 1 1,-2 0 18,0-1 0,1-1 0,-1 1 0,1-1-1,-1-1 1,1 0 0,-1 0 0,0-1 0,0 1 0,12-6 0,-16 6-47,-1-1 0,1 0 0,0 0 1,-1-1-1,1 1 0,-1-1 0,1 1 0,-1-1 1,0 0-1,-1-1 0,1 1 0,0 0 0,-1-1 1,0 0-1,4-7 0,-4 6-29,0-1 0,-1 1 0,1-1 0,-1 0 0,0 1 0,-1-1 0,0 0 0,1 0 0,-2 0 0,-1-10 0,1 8-88,-1 0-1,0 0 0,0 0 1,-1 1-1,0-1 0,-1 0 1,1 1-1,-1 0 0,-1 0 0,1 0 1,-1 1-1,-1-1 0,1 1 1,-1 0-1,0 1 0,-10-8 1,10 9-549,-1 1 0,1 0 0,-1 0 0,0 1 0,0-1 0,0 2 0,-14-3 1,10 3-2412,-1 0 0,-13 2 1,-1 1-5583</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55"/>
    </inkml:context>
    <inkml:brush xml:id="br0">
      <inkml:brushProperty name="width" value="0.05" units="cm"/>
      <inkml:brushProperty name="height" value="0.05" units="cm"/>
    </inkml:brush>
  </inkml:definitions>
  <inkml:trace contextRef="#ctx0" brushRef="#br0">252 119 6129,'-17'-24'6976,"13"17"-6059,-1 0 0,-1 0 0,1 1 0,-8-7 0,5 6-173,0-1 0,-1 2 0,-1-1-1,1 1 1,-17-7 0,23 11-706,0 1 1,0 0-1,0 0 1,0 0-1,0 1 1,0-1 0,0 1-1,-1 0 1,1 0-1,0 0 1,0 0 0,0 0-1,-1 1 1,1-1-1,0 1 1,0 0-1,0 0 1,0 0 0,0 0-1,0 1 1,1-1-1,-1 1 1,0-1-1,-3 4 1,1-1-17,1 1 0,-1-1 0,1 1 0,0 0-1,0 1 1,1-1 0,-1 0 0,1 1 0,0 0 0,1 0 0,-1 0 0,1 0 0,0 0 0,1 1-1,-2 6 1,3-9 24,0 1 0,-1-1 0,2 0-1,-1 1 1,0-1 0,1 0 0,0 1-1,0-1 1,0 0 0,0 0 0,1 0-1,-1 0 1,1 0 0,0 0 0,1 0-1,-1-1 1,0 1 0,1-1 0,0 1-1,0-1 1,0 0 0,0 0-1,5 3 1,-7-6 4,0 1-1,0 0 0,0-1 0,0 1 1,0 0-1,1-1 0,-1 0 1,0 1-1,0-1 0,0 0 1,1 1-1,-1-1 0,0 0 0,0 0 1,1 0-1,-1 0 0,0 0 1,0-1-1,1 1 0,-1 0 1,0 0-1,2-2 0,0 1 0,0 0 0,-1-1 0,1 0 0,-1 0 0,1 0 1,-1 0-1,0 0 0,0 0 0,2-3 0,3-4-20,-1-1 0,0 1 0,0-1 0,4-13 0,0-1-69,11-44 0,-21 66 18,1 1-1,-1-1 1,1 0 0,-1 1 0,1-1-1,-1 0 1,1 1 0,0-1 0,0 0-1,0 1 1,1-3 0,-1 4 1,-1 0-1,0 0 1,0 0 0,0 0 0,0 0 0,1 0 0,-1 0 0,0 0 0,0 0 0,0 0-1,1-1 1,-1 1 0,0 0 0,0 0 0,0 0 0,1 0 0,-1 0 0,0 0 0,0 0 0,1 1-1,-1-1 1,0 0 0,0 0 0,0 0 0,0 0 0,1 0 0,-1 0 0,0 0 0,1 1-1,5 8-473,112 273-50,-58-132 483,-53-133 40,68 184-1259,-74-195 1183,8 29-334,-9-32 375,1-1 1,-1 1-1,0-1 0,0 0 0,0 1 1,0-1-1,-1 1 0,1-1 0,-1 0 0,1 1 1,-2 2-1,2-4 51,0-1-1,-1 0 1,1 0-1,0 1 1,0-1 0,0 0-1,0 0 1,-1 1-1,1-1 1,0 0 0,0 0-1,-1 0 1,1 0 0,0 1-1,0-1 1,-1 0-1,1 0 1,0 0 0,0 0-1,-1 0 1,1 0-1,0 0 1,-1 0 0,1 0-1,0 0 1,0 0-1,-1 0 1,1 0 0,0 0-1,0 0 1,-1 0 0,1 0-1,0 0 1,-1 0-1,1 0 1,0 0 0,0-1-1,-1 1 1,-11-8 193,7 4-109,-21-14 118,0 0 1,-39-40-1,49 43-137,2-1 0,0 0 0,1-2 0,1 1 0,-11-21 0,18 28-57,1 0 0,0 0 0,0-1 1,1 1-1,1-1 0,-1 0 0,0-12 0,3 18-493,0 0 0,0 0 0,1 0 0,-1 0 0,1-1 0,0 1 0,3-7 0,-3 9-567,0 0 1,1 0-1,-1 0 1,1 0-1,0 0 1,0 0-1,0 1 1,0-1-1,1 1 1,-1 0-1,1-1 1,3-2-1,7-2-3972</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56"/>
    </inkml:context>
    <inkml:brush xml:id="br0">
      <inkml:brushProperty name="width" value="0.05" units="cm"/>
      <inkml:brushProperty name="height" value="0.05" units="cm"/>
    </inkml:brush>
  </inkml:definitions>
  <inkml:trace contextRef="#ctx0" brushRef="#br0">116 361 1200,'3'16'9459,"-6"2"-6247,2-13-2712,-1-1-1,0 1 0,0 0 0,-4 6 1,5-10-426,1-1 0,0 0 0,0 1 0,0-1 0,0 0 0,-1 0 0,1 1 1,0-1-1,0 0 0,-1 0 0,1 0 0,0 1 0,0-1 0,-1 0 1,1 0-1,0 0 0,-1 0 0,1 0 0,0 1 0,-1-1 0,1 0 1,0 0-1,-1 0 0,1 0 0,0 0 0,-1 0 0,1 0 0,0 0 1,-1 0-1,1 0 0,0 0 0,-1 0 0,1-1 0,0 1 0,-1 0 1,1 0-1,0 0 0,0 0 0,-1 0 0,1-1 0,0 1 0,0 0 1,-1 0-1,1-1 0,0 1 0,0 0 0,-1 0 0,1-1 0,0 1 1,0 0-1,0 0 0,0-1 0,-1 1 0,1-1 0,-11-23 979,7 15-1009,-8-15 61,2 0 0,1-1 0,0 0 0,2-1-1,-5-34 1,8 38-82,1 2 85,0 1 0,0-35 1,3 49-88,0 1 0,0-1 0,1 0 0,0 1 1,0-1-1,0 0 0,0 1 0,1-1 1,0 1-1,0 0 0,0-1 0,0 1 1,1 0-1,-1 0 0,1 1 0,6-7 1,-7 8-71,0 1 1,0 0 0,0 0 0,0-1-1,0 1 1,1 1 0,-1-1 0,0 0-1,1 1 1,-1-1 0,0 1 0,1-1-1,-1 1 1,0 0 0,1 0 0,-1 0-1,1 1 1,-1-1 0,0 0 0,1 1-1,-1 0 1,0-1 0,0 1 0,1 0 0,2 2-1,0-1-420,-1 1-1,0-1 0,0 1 1,0 0-1,0 0 0,-1 0 0,1 0 1,-1 1-1,0-1 0,0 1 1,0 0-1,3 5 0,3 13-7577,-7-8 583</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57"/>
    </inkml:context>
    <inkml:brush xml:id="br0">
      <inkml:brushProperty name="width" value="0.05" units="cm"/>
      <inkml:brushProperty name="height" value="0.05" units="cm"/>
    </inkml:brush>
  </inkml:definitions>
  <inkml:trace contextRef="#ctx0" brushRef="#br0">153 81 6073,'-2'-4'1034,"1"1"-1,-2-1 1,1 1-1,0-1 0,-4-3 1,-29-27 2829,26 26-2558,8 6-1184,-1 1-1,1 0 0,-1-1 1,1 1-1,-1 0 0,0 0 1,1 0-1,-1 0 0,0 1 1,0-1-1,-2 0 0,3 0-128,-1 2 0,1-1 0,0 0 0,0 0 0,0 0 0,0 0 0,0 1 0,-1-1 0,1 1 0,0-1 0,0 1 1,0-1-1,0 1 0,0-1 0,0 1 0,0 0 0,1 0 0,-1-1 0,0 1 0,0 0 0,-1 2 0,-2 2 10,0 1 0,0 0 1,1 0-1,-1 1 1,1-1-1,-4 14 1,-8 44 449,13-56-340,2 1 0,-1 0 1,1 0-1,0 0 0,1 0 0,0 0 0,1-1 0,0 1 0,0 0 0,0-1 1,5 9-1,-5-14-37,-1 0 1,1-1-1,0 1 1,1 0-1,-1-1 1,0 1-1,1-1 0,-1 0 1,1 0-1,0 0 1,0 0-1,0 0 1,0-1-1,0 1 1,0-1-1,0 0 1,6 1-1,-1 1 73,1-1-1,0-1 1,0 1 0,0-2 0,13 1-1,-18-1-111,0-1 1,0 1-1,0-1 0,0 0 0,0 0 0,0 0 1,0 0-1,0-1 0,0 1 0,-1-1 1,1 0-1,0 0 0,-1 0 0,0-1 0,0 1 1,0-1-1,4-4 0,-4 3-54,-1 0 0,1 0-1,-1 0 1,1 0 0,-2-1 0,1 1 0,0-1-1,-1 1 1,0-1 0,0 0 0,0 0 0,0 1-1,-1-1 1,0-5 0,-1-4-49,0 0 0,0 1 0,-2-1 1,0 1-1,0-1 0,-1 1 0,-8-17 0,5 19-299,7 11 321,0 1 0,-1-1 0,1 0 0,0 0 0,0 0-1,-1 0 1,1 1 0,0-1 0,0 0 0,0 0-1,-1 0 1,1 1 0,0-1 0,0 0 0,0 0-1,0 0 1,0 1 0,0-1 0,-1 0 0,1 1-1,0-1 1,0 0 0,0 0 0,0 1 0,0-1-1,0 0 1,0 0 0,0 1 0,0-1 0,0 0-1,0 1 1,0-1 0,0 0 0,1 0 0,-1 1-1,0-1 1,0 0 0,0 16-197,-1-8 214,1 1 0,1-1 0,1 14 1,11 25-1539,-3-17-2971,-4-12-1047,-3-6-2899</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58"/>
    </inkml:context>
    <inkml:brush xml:id="br0">
      <inkml:brushProperty name="width" value="0.05" units="cm"/>
      <inkml:brushProperty name="height" value="0.05" units="cm"/>
    </inkml:brush>
  </inkml:definitions>
  <inkml:trace contextRef="#ctx0" brushRef="#br0">0 11 8386,'3'-7'6820,"-2"7"-6607,-1-1 0,0 1 1,1 0-1,9 5 1918,7 11-2681,0 8 546,-1 0 1,24 52-1,1 3 454,-38-74-339,-1-1 0,1-1 0,0 1 0,0 0 0,0-1 0,1 1 0,-1-1 0,8 6 0,-9-8-5,0 0 0,0-1 0,0 1 0,-1 0 0,1 0 0,0-1 0,0 1 0,0-1 0,0 0 0,0 0 0,1 1 0,-1-1 0,0 0 0,0-1 0,0 1 0,0 0-1,0-1 1,0 1 0,0-1 0,0 1 0,0-1 0,2-1 0,-2 0-48,1 1-1,-1 0 1,0-1 0,0 1-1,0-1 1,0 0-1,3-4 1,2-1 81,-4 4-98,0 0-1,0-1 0,0 1 0,0-1 1,3-5-1,2-19 215,-6 24-243,-1 0 0,1-1 0,-1 1 0,0-1 0,0 1 0,0-1 0,-1-8 0,1 8-10,-1-1 1,1 1 0,0-1-1,0 1 1,3-7 0,-2 7 156,4-6-767,-6 11 564,0 0 1,1 0-1,-1 0 0,0 0 1,1 0-1,-1 0 0,0 0 1,1 0-1,-1 0 0,0 0 1,1 0-1,-1 1 0,0-1 1,1 0-1,-1 0 0,0 0 1,0 0-1,1 0 0,-1 1 1,0-1-1,1 0 0,-1 0 1,0 1-1,0-1 0,0 0 1,1 0-1,-1 1 0,0-1 1,0 0-1,0 1 0,1-1 1,-1 0-1,0 1 0,0-1 1,0 1-1,14 18-34,0 0 0,1-1 0,1 0 1,33 27-1,-43-40 184,-1-1 1,1 0-1,0-1 1,0 1-1,1-1 1,-1 0-1,0-1 1,14 4 0,-19-6-61,0 0 0,0 0 0,0 0 0,0 0 0,0 0 0,0 0 0,1 0 0,-1 0 0,0-1 0,0 1 0,0-1 0,0 1 0,0 0 0,0-1 0,0 0 0,0 1 0,0-1 0,0 0 0,0 1 0,-1-1 0,1 0 0,0 0 0,0 0 0,-1 0 0,1 1 0,0-1 0,0-2 0,2-3-17,-1 1 0,0-1 0,0 0 0,1-6 0,0 0-43,3-10-52,4-34 0,-7 36 49,0 0 1,10-28-1,-13 47 87,1-1-113,-1 0 0,1 1 0,-1-1 1,1 1-1,0-1 0,-1 1 0,1-1 1,0 1-1,0 0 0,0-1 0,2-1 1,-3 3-19,1 0 1,0 0 0,0 0 0,0 0-1,0-1 1,0 1 0,0 1-1,0-1 1,0 0 0,0 0 0,0 0-1,0 0 1,0 1 0,0-1 0,-1 0-1,1 1 1,0-1 0,0 1-1,0-1 1,0 1 0,-1-1 0,2 2-1,148 101-306,-119-80 254,-29-22 3,35 28-1169,-22-11-1843,-5 2-4217,-8-11-1003</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59"/>
    </inkml:context>
    <inkml:brush xml:id="br0">
      <inkml:brushProperty name="width" value="0.05" units="cm"/>
      <inkml:brushProperty name="height" value="0.05" units="cm"/>
    </inkml:brush>
  </inkml:definitions>
  <inkml:trace contextRef="#ctx0" brushRef="#br0">44 59 8,'1'-1'0,"-1"0"0,-1 1 0,1-2 0,0 0 0,0 1 100,0 0 0,0 0-1,-1 0 1,1 0 0,0 0 0,0 0 0,0 0-1,0 0 1,-1 0 0,1 1 0,0-1 0,-1 0-1,1 0 1,-1 0 0,1 0 0,-1 1 0,1-1-1,-1 0 1,0 1 0,1-1 0,-2-1 0,-2-1 141,0-7 1124,4 9-1358,0 1 1,-1-1-1,1 0 0,0 1 0,0-1 0,0 0 0,-1 1 0,1-1 0,0 0 1,-1 1-1,1-1 0,0 0 0,-1 1 0,1-1 0,-1 1 0,1-1 0,-1 1 1,1-1-1,-2 0 0,-8-4-805,10 5 736,-1 0 1,1 0-1,0-1 0,0 1 0,0 0 1,0 0-1,-1 0 0,1 0 1,0 0-1,0 0 0,-1 0 1,1 0-1,0 0 0,0 0 0,0 0 1,-1 0-1,1 0 0,0 0 1,0 0-1,-1 0 0,1 0 0,0 0 1,0 0-1,0 0 0,-1 0 1,1 0-1,0 0 0,0 0 1,0 0-1,-1 1 0,1-1 0,0 0 1,0 0-1,0 0 0,0 0 1,-1 1-1,1-1 0,0 0 0,0 0 1,0 0-1,0 0 0,0 1 1,0-1-1,-1 0 0,1 0 1,0 0-1,0 1 0,0-1 0,0 0 1,0 1-1,3 3 62,-3-2 0</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4:49.160"/>
    </inkml:context>
    <inkml:brush xml:id="br0">
      <inkml:brushProperty name="width" value="0.05" units="cm"/>
      <inkml:brushProperty name="height" value="0.05" units="cm"/>
    </inkml:brush>
  </inkml:definitions>
  <inkml:trace contextRef="#ctx0" brushRef="#br0">12 1 8,'0'0'29,"-1"0"1,1 0-1,0 0 0,0 0 1,0 0-1,0 0 0,-1 0 1,1 0-1,0 0 0,0 0 1,0 0-1,0 0 0,0 0 1,-1 0-1,1 0 0,0 0 1,0 0-1,0 0 0,0 0 1,0 0-1,-1 0 0,1 1 1,0-1-1,0 0 0,0 0 1,0 0-1,0 0 1,0 0-1,-1 0 0,1 0 1,0 1-1,0-1 0,0 0 1,0 0-1,0 0 0,0 0 1,0 0-1,0 1 0,0-1 1,0 0-1,0 0 0,0 0 1,0 0-1,0 2 1309,-1 8 3720,-1-9-5130,-2 9 7695,11 35-6678,3-18-218,2-4-432,-3-12-35,-8-10-395,1 16 297,0-10 263,-1-9 394,-2 1-368,-1-4 857,2 5-1294,0 0-1,0 0 0,0 0 0,0 0 0,0 0 0,0 0 1,0 0-1,0 0 0,0 0 0,0 0 0,0 0 0,0 0 0,-1 0 1,1 0-1,0 0 0,0 0 0,0 0 0,0 0 0,0 0 1,0 0-1,0 0 0,0 0 0,0 0 0,0 0 0,0 0 0,0 0 1,0 0-1,0 0 0,0 0 0,0 0 0,0 0 0,0 0 1,0 0-1,0 0 0,0 0 0,-1 0 0,1 0 0,0 0 0,0 0 1,0 0-1,0 0 0,0 0 0,0 0 0,0 0 0,0 0 1,0 0-5,0 0 1,0 0-1,0 0 1,0 0-1,0 0 1,0 0-1,0 0 1,0 0-1,1 0 1,-1 0-1,0 0 1,0 0-1,0 0 1,0 0 0,0 0-1,0 0 1,0 0-1,0 0 1,0 0-1,0 0 1,0 0-1,0 0 1,0 0-1,0 0 1,0 0-1,0 0 1,0 0-1,1 0 1,-1 0-1,0 0 1,0 0 0,0 0-1,0 0 1,0 0-1,0 0 1,0 0-1,0 1 1,0-1-1,0 0 1,0 0-1,0 0 1,0 0-1,0 0 1,0 0-1,0 0 1,0 0 0,0 0-1,0 0 1,0 0-1,0 0 1,0 0-1,0 0 1,0 0-1,0 0 1,0 1-1,0-1 1,0 0-1,0 0 1,0 0-1,0 0 1,0 0 0,0 0-1,0 0 1,0 0-1,0 0 1,0 0-1,0 0 1,1-2-1925</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18.024"/>
    </inkml:context>
    <inkml:brush xml:id="br0">
      <inkml:brushProperty name="width" value="0.05" units="cm"/>
      <inkml:brushProperty name="height" value="0.05" units="cm"/>
    </inkml:brush>
  </inkml:definitions>
  <inkml:trace contextRef="#ctx0" brushRef="#br0">11 0 1984,'-2'1'16375,"-7"3"-10165,10 23-5580,7 47-1,-4-51-440,-2-7-3,7 27-1,76 208 698,-78-232-812,-5-12-31,0-1 1,0 0-1,1 0 0,0 0 0,7 10 0,-7-11-6,-3-4-30,0-1-1,1 1 1,-1-1 0,0 1-1,0-1 1,1 1-1,-1-1 1,0 1 0,1-1-1,-1 0 1,0 1-1,1-1 1,-1 0 0,1 1-1,-1-1 1,1 0-1,-1 1 1,0-1 0,1 0-1,-1 0 1,1 0-1,0 1 1,-1-1 0,1 0-1,-1 0 1,1 0-1,0 0 1,0 0-95,-4 5 175,3-5-80,11 27 76,-3-16-51,-1 1 0,6 14-1,10 16-70,-21-39 17,0 1-1,0-1 1,0 1-1,-1 0 1,1 0-1,-1-1 1,0 1-1,0 0 1,-1 0-1,1 0 1,-1 0-1,0 0 1,0 0-1,0 0 1,-1 6-1,-4-7-2777</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18.925"/>
    </inkml:context>
    <inkml:brush xml:id="br0">
      <inkml:brushProperty name="width" value="0.05" units="cm"/>
      <inkml:brushProperty name="height" value="0.05" units="cm"/>
    </inkml:brush>
  </inkml:definitions>
  <inkml:trace contextRef="#ctx0" brushRef="#br0">52 162 8,'-2'0'31,"1"0"0,-1 0-1,1-1 1,0 1 0,0 0 0,-1-1 0,1 1-1,0-1 1,0 0 0,-1 1 0,1-1 0,0 0-1,0 0 1,0 1 0,0-1 0,-1-2 0,-15-19 3288,14 17-1845,0 1 3,2 3-1216,1 1 0,-1-1 0,1 0 0,-1 1 0,1-1-1,-1 0 1,1 1 0,0-1 0,-1 0 0,1 1-1,0-1 1,0 0 0,-1 1 0,1-1 0,0 0 0,0 0-1,0 1 1,0-1 0,0 0 0,0 0 0,0 1 0,1-2-1,0-6 1144,5-9 784,-2 11-1227,1 0 1,-1 0 0,11-9-1,-11 11-813,1 1 0,0-1 0,-1 1 0,1 1 0,0-1 0,0 1 0,1 0 0,-1 0 0,8-2 0,16-2-88,1 2-1,0 1 1,0 1-1,1 1 1,-1 2-1,0 1 1,54 11-1,-58-9-64,0 1-12,1 0 1,32 13 0,-46-14-16,-1 2 0,0 0 0,-1 0 0,17 13 0,-21-13 0,0-1-1,0 1 1,-1 0 0,0 1 0,0 0 0,-1 0-1,8 12 1,-11-15 1,-1 0-1,1 0 0,-1 0 0,0 0 1,0 0-1,0 0 0,-1 0 1,0 0-1,0 8 0,-6 37 118,5-42-47,0-2-18,-1-1-1,1 0 0,-1 0 1,0 1-1,0-1 0,0 0 1,-1-1-1,1 1 0,-1 0 1,0-1-1,-4 5 0,-4 2 117,0 0 0,-13 8 0,11-9-13,-1-1 0,0-1 0,0 0-1,0-1 1,0 0 0,-27 6 0,20-8-282,0 0-1,-1-1 1,1-2 0,-28 0 0,-1-6-5310,25 2-2247,11 2-1356</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19.631"/>
    </inkml:context>
    <inkml:brush xml:id="br0">
      <inkml:brushProperty name="width" value="0.05" units="cm"/>
      <inkml:brushProperty name="height" value="0.05" units="cm"/>
    </inkml:brush>
  </inkml:definitions>
  <inkml:trace contextRef="#ctx0" brushRef="#br0">1 203 8,'52'4'10177,"-38"-3"-8549,0 1 1,0-2-1,23-1 0,-20-1-802,0-1-1,-1 0 1,0-1-1,1-1 1,-2 0-1,31-15 1,-44 19-734,1 0-1,-1-1 1,0 1 0,0-1-1,0 1 1,0-1 0,0 0 0,-1 0-1,1 0 1,0 0 0,-1 0-1,1 0 1,-1 0 0,0-1 0,0 1-1,0 0 1,0-1 0,0 1 0,0-1-1,-1 1 1,1-1 0,-1 1-1,0-1 1,1 1 0,-1-1 0,-1 0-1,1 1 1,0-1 0,0 1 0,-1-1-1,-1-4 1,-1 1-69,1 0 0,-1 1-1,0-1 1,0 1 0,-1 0 0,0 0-1,0 0 1,0 0 0,0 1 0,-1 0 0,0-1-1,-6-3 1,6 5-19,0 0-1,0 0 1,0 1-1,-1-1 1,1 1-1,0 0 0,-1 1 1,0-1-1,1 1 1,-12 0-1,13 0-2,1 1-1,0 1 1,-1-1 0,1 0-1,-1 1 1,1 0-1,-1 0 1,1 0-1,0 0 1,0 0-1,0 1 1,-1-1 0,1 1-1,0 0 1,1 0-1,-1 0 1,0 0-1,1 1 1,-4 3 0,2 0 15,-1 0 0,2 0 0,-1 0 0,1 0 0,0 1 0,0-1 0,1 1 0,0 0 0,0 0 0,0 0 0,1 0 0,0 0 0,0 0 0,1 0 1,0 1-1,1-1 0,-1 0 0,1 0 0,0 0 0,5 12 0,-4-10 30,0-1 0,1 0 0,0-1 1,1 1-1,8 13 0,-10-18 3,1 0 0,-1 0 0,1 0 1,0 0-1,0 0 0,0-1 0,0 1 0,1-1 1,-1 0-1,1 0 0,-1 0 0,1 0 0,0-1 1,5 2-1,10 2 211,1 0-1,0-2 1,0 0 0,0-1-1,38-2 1,-48-1-732,0 0 1,-1-1-1,1 0 0,-1 0 0,0-1 1,11-5-1,-14 5-1031,0 0 1,0-1-1,8-7 1,-9 7-536,0 0 0,-1-1 1,1 0-1,4-6 0</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20.034"/>
    </inkml:context>
    <inkml:brush xml:id="br0">
      <inkml:brushProperty name="width" value="0.05" units="cm"/>
      <inkml:brushProperty name="height" value="0.05" units="cm"/>
    </inkml:brush>
  </inkml:definitions>
  <inkml:trace contextRef="#ctx0" brushRef="#br0">0 177 8,'7'3'1721,"0"1"-1,0 0 1,-1 0 0,0 1-1,1 0 1,-2 0 0,1 0-1,-1 0 1,7 9 0,5 4-60,-11-11-766,-6-6-675,1-1-1,-1 1 0,1 0 0,-1 0 1,1-1-1,0 1 0,-1 0 0,1-1 1,0 1-1,0-1 0,0 1 1,-1-1-1,1 1 0,0-1 0,0 0 1,0 1-1,0-1 0,0 0 0,0 1 1,1-1-1,-3 0-144,1 0 1,-1-1-1,1 1 1,-1 0-1,1 0 1,-1-1-1,1 1 1,-1 0-1,1 0 1,-1-1-1,1 1 0,-1-1 1,1 1-1,0 0 1,-1-1-1,1 1 1,-1-1-1,1 1 1,0-1-1,0 1 1,-1-1-1,-6-16-228,1 3 125,-2 1 105,0 0-1,2 0 1,-8-21 0,11 27 0,1 0 1,0-1-1,1 1 1,0-1-1,0 0 1,0 1-1,1-1 1,1-12-1,0 17-82,0-1 1,-1 1-1,1 0 0,0 0 0,0 0 0,1 0 1,-1 1-1,1-1 0,-1 0 0,1 1 0,0-1 1,0 0-1,0 1 0,0 0 0,3-3 1,-1 2 61,1 0 1,-1 0 0,0 1 0,1 0 0,0-1 0,-1 1 0,1 1 0,10-3-1,-8 2-507,1 1-1,0 0 1,0 1-1,0 0 1,11 1-1,-13-1-941,0 1-1,0 1 1,0-1-1,0 1 1,0 0-1,9 4 1,-7-1-4203</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20.523"/>
    </inkml:context>
    <inkml:brush xml:id="br0">
      <inkml:brushProperty name="width" value="0.05" units="cm"/>
      <inkml:brushProperty name="height" value="0.05" units="cm"/>
    </inkml:brush>
  </inkml:definitions>
  <inkml:trace contextRef="#ctx0" brushRef="#br0">7 12 144,'-7'-9'20698,"7"9"-20669,0 0 0,0 0 1,1 0-1,-1 0 0,0 1 1,0-1-1,0 0 0,0 0 1,0 0-1,0 0 0,0 0 1,1 0-1,-1 0 1,0 0-1,0 0 0,0 0 1,0 0-1,0 0 0,0 0 1,1 0-1,-1 0 0,0 0 1,0 0-1,0 0 0,0 0 1,0 0-1,0 0 0,1 0 1,-1 0-1,0 0 0,0 0 1,0-1-1,0 1 0,0 0 1,0 0-1,0 0 0,0 0 1,1 0-1,-1 0 0,0 0 1,0 0-1,0 0 0,0-1 1,0 1-1,0 0 0,0 0-21,0 0-1,0 0 1,0 0 0,0 0-1,0-1 1,0 1-1,1 0 1,-1 0-1,0 0 1,0 0 0,0 0-1,0 0 1,0 0-1,0 0 1,0 0-1,0 0 1,0 0 0,0-1-1,1 1 1,-1 0-1,0 0 1,0 0-1,0 0 1,0 0 0,0 0-1,0 0 1,0 0-1,1 0 1,-1 0-1,0 0 1,0 0 0,0 0-1,0 0 1,0 0-1,0 0 1,0 0-1,1 0 1,-1 1 0,0-1-1,0 0 1,0 0-1,0 0 1,0 0-1,0 0 1,0 0 0,0 0-1,0 0 1,1 0-1,-1 0 1,0 0-1,0 0 1,0 1 0,0-1-1,0 0 1,0 0-1,0 0 1,0 0 0,0 0-1,0 0 1,0 0-1,0 0 1,0 1-1,0-1 1,0 0 0,3 5-34,1 0 0,-1 0 0,9 9 0,8 11 91,-3 4 23,-1-3 68,20 26 0,-22-31-411,-40-35-8404,10 2 3299,-1-4-3403</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20.695"/>
    </inkml:context>
    <inkml:brush xml:id="br0">
      <inkml:brushProperty name="width" value="0.05" units="cm"/>
      <inkml:brushProperty name="height" value="0.05" units="cm"/>
    </inkml:brush>
  </inkml:definitions>
  <inkml:trace contextRef="#ctx0" brushRef="#br0">1 5 7770,'4'-1'3152,"11"-3"4737,-1 4-4355,-13 0-3527,0 1 0,0-1 0,0 1 0,0-1 0,0 1 0,0-1-1,0 1 1,0-1 0,0 1 0,0 0 0,0-1 0,0 1 0,0 0-1,-1 0 1,1 0 0,0 0 0,-1 0 0,1 0 0,0 0 0,-1 0-1,0 0 1,1 0 0,-1 0 0,1 2 0,1 3-195,0 0-420,0 0-1,0 0 1,-1 0-1,1 0 0,-1 1 1,0 8-1,-1-8-1101,0-4 451,0-1-1,0 1 0,0-1 0,0 1 1,-1-1-1,1 1 0,-2 3 0,-2 3-5013</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21.221"/>
    </inkml:context>
    <inkml:brush xml:id="br0">
      <inkml:brushProperty name="width" value="0.05" units="cm"/>
      <inkml:brushProperty name="height" value="0.05" units="cm"/>
    </inkml:brush>
  </inkml:definitions>
  <inkml:trace contextRef="#ctx0" brushRef="#br0">205 23 3649,'1'2'15888,"2"8"-14891,44 57 269,26 41-652,-72-108-610,-1 1-1,1 0 1,-1 0-1,1 0 1,-1 0-1,1 0 1,-1 0-1,1 0 1,-1 0-1,0 0 1,0 0-1,0 0 1,1 0-1,-1 0 0,0 0 1,0 0-1,-1 0 1,1 0-1,0 0 1,0 0-1,0 0 1,-1 0-1,1 0 1,-1 1-1,0 0 26,0-1 0,0 0-1,0 0 1,0 0-1,0 0 1,-1 0 0,1 0-1,0-1 1,-1 1 0,1 0-1,0 0 1,-1-1-1,1 1 1,-3 0 0,-4 0 128,1 1 0,-1-2 1,0 1-1,0-1 0,-12-1 0,1-1 50,1-1 0,0 0 0,1-2 0,-1 0 0,-28-13 0,38 14-119,-1 0 1,1-1 0,0 0-1,0 0 1,0-1 0,1 0-1,0-1 1,0 0 0,0 0-1,1 0 1,0 0 0,-7-14-1,11 17-72,0 0-1,0 0 0,0 0 0,1 0 1,0-1-1,0 1 0,0 0 0,0-1 1,1 1-1,0-1 0,0 1 1,0-1-1,0 1 0,1 0 0,1-7 1,-2 8-56,1 1 1,0-1 0,1 0-1,-1 1 1,0-1-1,1 1 1,-1 0 0,1-1-1,0 1 1,0 0-1,0 0 1,0 0 0,0 0-1,0 0 1,1 0 0,-1 1-1,1-1 1,-1 1-1,1 0 1,-1 0 0,1 0-1,0 0 1,0 0-1,4-1 1,3 1-263,-1 0 0,1 1 0,-1 0 1,1 1-1,0 0 0,-1 0 0,14 4 0,65 24-7298,-69-22 4234,7 2-1698,-2 1-2011</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21.818"/>
    </inkml:context>
    <inkml:brush xml:id="br0">
      <inkml:brushProperty name="width" value="0.05" units="cm"/>
      <inkml:brushProperty name="height" value="0.05" units="cm"/>
    </inkml:brush>
  </inkml:definitions>
  <inkml:trace contextRef="#ctx0" brushRef="#br0">114 536 8,'1'-1'573,"-1"1"1,1-1-1,0 1 1,0-1-1,0 1 0,-1-1 1,1 0-1,0 1 0,-1-1 1,1 0-1,-1 1 1,1-1-1,-1 0 0,1 0 1,-1 0-1,1 0 0,-1 1 1,0-1-1,1 0 1,-1 0-1,0 0 0,0 0 1,0 0-1,0 0 0,0 0 1,0 0-1,0 0 1,0-1-1,0 1-364,0 1 0,-1-1 0,1 1 0,0-1 0,0 1-1,-1-1 1,1 1 0,0-1 0,-1 1 0,1-1 0,-1 1 0,1-1 0,-1 1 0,1 0 0,-1-1 0,1 1-1,-1-1 1,-2 0-159,0 0 0,0 0-1,-1 0 1,1 0 0,0 0 0,0 1-1,0-1 1,-1 1 0,1 0-1,0 0 1,-1 0 0,1 0-1,0 1 1,0 0 0,0-1-1,-1 1 1,1 0 0,0 0 0,0 1-1,0-1 1,0 0 0,0 1-1,1 0 1,-1 0 0,0 0-1,1 0 1,0 0 0,-1 1 0,-2 3-1,2-2 12,0-1 0,1 0-1,-1 1 1,1-1 0,0 1 0,0 0-1,1 0 1,-1 0 0,1 0-1,0 0 1,0 0 0,0 0 0,0 0-1,1 0 1,0 0 0,0 0-1,0 1 1,0-1 0,1 0 0,-1 0-1,1 0 1,3 8 0,-1-5-10,1 1 1,1-1 0,0 0-1,0-1 1,0 1 0,1-1-1,0 0 1,0 0 0,0-1 0,1 0-1,11 7 1,-14-9-47,1 0 1,-1-1-1,1 0 1,0 0 0,-1 0-1,1 0 1,0-1-1,0 0 1,0 0-1,1 0 1,-1 0-1,0-1 1,0 0-1,0 0 1,0-1-1,0 1 1,1-1-1,-1 0 1,9-3-1,-11 2-13,-1 1 0,1-1 0,-1 1 0,1-1 0,-1 0 0,1 0 0,-1 0-1,0 0 1,0 0 0,0-1 0,0 1 0,0 0 0,-1-1 0,1 0 0,-1 1-1,0-1 1,0 0 0,0 0 0,0 0 0,0 1 0,0-5 0,1-5-27,-1 0 0,-1 0 1,0 0-1,-2-13 0,1 15 49,-2-25 16,-3 0-1,-17-61 1,-32-64-8,25 75 105,11 35 102,11 31 241,0-1 0,2 0 1,-7-38-1,13 53 62,2 8-512,1 7-449,1 26 187,7 64 217,0-54-3,32 85-1,-28-96-316,1-1 1,1 0-1,43 60 1,-2-18-8319,-49-62-696</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23.334"/>
    </inkml:context>
    <inkml:brush xml:id="br0">
      <inkml:brushProperty name="width" value="0.05" units="cm"/>
      <inkml:brushProperty name="height" value="0.05" units="cm"/>
    </inkml:brush>
  </inkml:definitions>
  <inkml:trace contextRef="#ctx0" brushRef="#br0">137 97 5097,'-24'-29'6888,"13"14"-3867,0 1 0,-25-23-1,36 37-3004,-1 0 0,1 0 0,-1 0 0,1-1-1,-1 1 1,1 0 0,-1 0 0,1 0 0,-1 0 0,1 0-1,-1 0 1,1 0 0,-1 0 0,1 0 0,-1 0 0,1 0 0,-1 0-1,1 0 1,-1 0 0,1 0 0,0 1 0,-1-1 0,1 0-1,-1 0 1,1 1 0,-1-1 0,1 0 0,0 0 0,-1 1 0,1-1-1,-1 1 1,1-1 0,0 0 0,0 1 0,-1-1 0,1 1 0,0-1-1,-1 1 1,-13 24-172,9-15 218,2-6-43,0 0 0,1 1 0,0-1 0,0 1 0,1 0 1,-1 0-1,1 0 0,0-1 0,0 1 0,1 0 0,-1 0 0,1 0 0,0 0 0,1 0 0,-1 0 0,1 0 0,0 0 0,1 5 0,0-4 34,1 0 1,-1 0-1,1 0 1,0-1-1,1 0 1,-1 1-1,1-1 0,0 0 1,0-1-1,1 1 1,-1-1-1,1 0 0,10 7 1,-8-6 6,1 0 0,-1-1 0,1 0 0,15 5 0,-21-9-43,0 1-1,0 0 1,0-1 0,-1 0-1,1 1 1,0-1 0,0 0-1,0 0 1,0 0 0,-1 0-1,1-1 1,0 1 0,0 0 0,0-1-1,0 1 1,-1-1 0,1 0-1,0 1 1,-1-1 0,1 0-1,0 0 1,-1 0 0,1 0 0,-1 0-1,0-1 1,1 1 0,-1 0-1,3-4 1,-1-1-21,1 0 1,-1-1-1,0 1 0,-1-1 0,1 0 1,-1 0-1,-1 0 0,3-13 0,-3-4-117,-1-32-1,-1 19 111,2 44-243,1 0 0,0 0 0,0-1 0,3 8 0,2 5 220,68 176 41,-43-117-17,4 11 4,90 158 0,-124-244 1,0 0-3,0 0 0,0 1-1,0-1 1,0 0 0,-1 0-1,1 1 1,-1-1-1,0 1 1,0 0 0,0-1-1,-1 1 1,1 5 0,-1-8 1,0-1 0,-1 1 1,1 0-1,-1 0 1,1 0-1,-1-1 1,1 1-1,-1 0 0,1-1 1,-1 1-1,0 0 1,1-1-1,-1 1 1,0-1-1,1 1 0,-1-1 1,0 1-1,0-1 1,0 0-1,1 1 1,-1-1-1,0 0 0,0 0 1,0 1-1,0-1 1,0 0-1,1 0 1,-1 0-1,0 0 0,0 0 1,0 0-1,-1-1 1,-4 1 36,1-1 0,-1 0 0,-9-2 1,-3-3 106,1-1 1,0 0 0,-30-18 0,37 19-88,1 0 0,0-1 0,1 0 0,0-1 0,0 0 1,0 0-1,-11-17 0,9 10-49,2 1 1,-1-1-1,2-1 1,0 1-1,1-1 1,-7-27-1,12 37-102,0 1-1,0-1 0,1 0 0,-1 1 0,1-1 1,0 0-1,1 1 0,0-1 0,0 0 0,0 1 1,0-1-1,1 1 0,0 0 0,0-1 0,0 1 1,1 0-1,-1 0 0,1 0 0,1 1 0,-1-1 1,1 1-1,-1 0 0,9-7 0,-5 5-378,0 1 0,1-1-1,0 2 1,0-1 0,1 1-1,-1 0 1,1 1 0,18-5 0,-12 5-2820,0 1 1,23-1 0,-15 2-2641</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23.771"/>
    </inkml:context>
    <inkml:brush xml:id="br0">
      <inkml:brushProperty name="width" value="0.05" units="cm"/>
      <inkml:brushProperty name="height" value="0.05" units="cm"/>
    </inkml:brush>
  </inkml:definitions>
  <inkml:trace contextRef="#ctx0" brushRef="#br0">129 254 8,'2'3'625,"1"0"-1,-1 1 1,0-1-1,0 1 1,0 0-1,-1-1 1,1 1-1,-1 0 1,0 0 0,0 0-1,0 0 1,0 0-1,-1 0 1,0 0-1,1 0 1,-2 1 0,1-1-1,0 0 1,-1 0-1,0 0 1,0 0-1,0 0 1,0 0-1,-3 3 1,4-6-565,0-1 0,0 1 0,0-1 0,0 1 0,-1-1 1,1 1-1,0-1 0,-1 1 0,1-1 0,0 0 0,-1 1 0,1-1 0,0 1 0,-1-1 0,1 0 0,-1 0 1,1 1-1,0-1 0,-1 0 0,0 1 0,-9-6 1231,4 2-894,1-2-228,-1 1 1,1-1 0,-1 0-1,1 0 1,0-1-1,1 1 1,0-1-1,0 0 1,-7-13-1,0-5 244,-11-33 1,20 52-337,-4-11 157,1 0-1,0 0 0,2-1 1,0 1-1,0-1 0,0-26 1,4 40-225,-1 1 0,0-1 0,1 0 0,-1 1 0,1-1 0,0 0 0,0 1 0,0-1 0,0 1 0,0-1 0,1 1 1,-1-1-1,1 1 0,-1 0 0,1 0 0,0 0 0,0 0 0,0 0 0,0 0 0,0 0 0,1 1 0,-1-1 0,0 1 0,1 0 0,-1-1 0,1 1 0,-1 0 0,1 1 0,0-1 0,-1 0 1,1 1-1,0-1 0,0 1 0,-1 0 0,1 0 0,0 0 0,0 0 0,-1 1 0,1-1 0,0 1 0,0 0 0,-1-1 0,1 1 0,-1 0 0,1 1 0,3 1 0,-1 0-260,0 0 0,0 1-1,0 0 1,-1 0 0,0 0-1,0 0 1,0 0 0,0 1-1,4 7 1,8 17-3539,-2 2-4466,-10-16-407</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24.533"/>
    </inkml:context>
    <inkml:brush xml:id="br0">
      <inkml:brushProperty name="width" value="0.05" units="cm"/>
      <inkml:brushProperty name="height" value="0.05" units="cm"/>
    </inkml:brush>
  </inkml:definitions>
  <inkml:trace contextRef="#ctx0" brushRef="#br0">241 109 2481,'-11'-23'8285,"9"19"-7217,0-1 0,0 1 0,0 0 0,-3-6 0,0 3-196,-1 0-1,1 1 0,-1-1 1,0 1-1,-1 0 1,-12-9-1,18 15-848,-1-1 0,1 0 0,0 1 1,-1-1-1,1 1 0,-1-1 0,1 1 0,-1 0 0,1-1 0,-1 1 0,0 0 0,1 0 0,-1 0 1,1 0-1,-1 1 0,1-1 0,-1 0 0,1 1 0,-1-1 0,1 1 0,-1-1 0,1 1 1,0 0-1,-1-1 0,1 1 0,-2 2 0,-12 4 51,-55 31-25,63-34-45,2-1 17,-1 1 0,1 0 0,-9 9 0,18-8 265,0 0-1,0 0 1,3 9 0,0-5-232,0-1 1,0 0 0,0-1-1,1 0 1,0 0-1,0 0 1,12 6 0,-13-8-16,23 17 29,-17-11-31,2-1 1,20 12-1,-35-22-17,1 0 0,-1 1 0,0-1 1,0 0-1,1 0 0,-1 0 0,1 0 0,-1 0 0,0 0 0,1 0 0,-1 0 1,0 0-1,1 0 0,-1 0 0,0 0 0,1 0 0,-1 0 0,0 0 1,1 0-1,-1-1 0,0 1 0,1 0 0,-1 0 0,0 0 0,0 0 1,1-1-1,-1 1 0,0 0 0,0 0 0,1-1 0,6-12 157,0-18-234,-7 20 0,0 0 0,0 0 1,-1 0-1,-1 1 0,0-1 0,-6-19 0,-2-13 19,3 8 105,8 34-48,4 5-243,3 4-95,120 143-349,-71-88-5458,-32-35 282,-17-20 962</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25.251"/>
    </inkml:context>
    <inkml:brush xml:id="br0">
      <inkml:brushProperty name="width" value="0.05" units="cm"/>
      <inkml:brushProperty name="height" value="0.05" units="cm"/>
    </inkml:brush>
  </inkml:definitions>
  <inkml:trace contextRef="#ctx0" brushRef="#br0">0 27 4057,'3'-19'12613,"-3"18"-12532,0 1 0,0 0 0,0-1 0,0 1 0,0 0 0,0 0 1,0-1-1,0 1 0,0 0 0,0 0 0,0-1 0,1 1 0,-1 0 0,0 0 0,0-1 0,0 1 0,0 0 0,0 0 0,1 0 0,-1-1 0,0 1 0,0 0 0,1 0 0,-1 0 0,0 0 0,0 0 0,0-1 0,1 1 0,-1 0 0,0 0 1,0 0-1,1 0 0,-1 0 0,0 0 0,1 0 0,-1 0 0,0 0 0,0 0 0,1 0 0,-1 0 0,0 0 0,0 0 0,1 0 0,-1 0 0,0 0 0,0 0 0,1 1 0,-1-1 0,0 0 0,0 0 0,1 0 0,-1 0 0,0 1 0,0-1 0,0 0 1,1 0-1,-1 0 0,0 1 0,0-1 0,0 0 0,0 0 0,1 0 0,-1 1 0,0-1 0,0 0 0,0 0 0,0 1 0,0-1 0,133 181-101,-128-175 8,0 1 1,1-1-1,11 10 0,-16-15 18,1 0 0,-1 0 0,0 0 0,1 0 0,-1 0 0,1 0 0,-1 0-1,1 0 1,-1-1 0,1 1 0,-1-1 0,1 1 0,0-1 0,-1 1 0,1-1 0,0 0 0,0 0 0,-1 0-1,1 0 1,0 0 0,-1 0 0,1 0 0,0-1 0,-1 1 0,3-1 0,-3 0-5,0 0 1,0-1-1,0 1 0,0 0 1,0 0-1,0-1 1,0 1-1,0 0 0,0-1 1,-1 1-1,1-1 0,0 1 1,-1-1-1,0 1 1,1-1-1,-1 0 0,0 1 1,0-3-1,1-33-106,-1 27 110,-2-33 109,0 32 61,1 0 0,1 1 0,0-1 0,1 0 1,2-16-1,-3 26-149,0 1 1,0-1 0,0 1 0,1-1 0,-1 1 0,0-1-1,0 1 1,0-1 0,0 1 0,0 0 0,0-1 0,1 1-1,-1-1 1,0 1 0,0 0 0,1-1 0,-1 1-1,0-1 1,1 1 0,-1 0 0,0 0 0,1-1 0,-1 1-1,0 0 1,1-1 0,8 9-98,-5-3-81,23 28 15,-14-17 132,1 0 0,0-1 1,24 20-1,-26-26-2,-1 0-9,19 12-1,-27-19 11,0-1 0,0 1 0,0-1-1,0 0 1,0 0 0,0 0 0,1 0-1,-1 0 1,0-1 0,1 1 0,-1-1-1,5 0 1,-6-1-26,0 1 1,-1-1-1,1 1 0,0-1 1,-1 0-1,1 0 0,0 0 1,-1 0-1,1 0 0,-1 0 1,0 0-1,1-1 0,-1 1 1,0 0-1,0-1 0,0 1 1,0-1-1,0 1 0,0-1 1,0 1-1,0-1 0,-1 0 1,1 0-1,0 1 0,-1-1 1,0 0-1,1-2 0,1-7-257,-1 0-1,0 0 0,-1-14 0,0 19 244,0 0 60,0 0 0,0 1 0,1-1 1,0 0-1,2-8 0,-3 13-12,1 1 0,-1-1 0,0 0-1,1 0 1,-1 0 0,0 1 0,1-1-1,-1 0 1,1 0 0,0 1-1,-1-1 1,1 0 0,-1 1 0,1-1-1,0 1 1,-1-1 0,1 1 0,0-1-1,0 1 1,0 0 0,-1-1 0,1 1-1,0 0 1,0 0 0,0-1 0,0 1-1,0 0 1,-1 0 0,1 0 0,0 0-1,0 0 1,0 0 0,0 0-1,0 0 1,0 1 0,-1-1 0,1 0-1,0 0 1,0 1 0,0-1 0,-1 1-1,1-1 1,0 0 0,1 2 0,10 5-65,0 1 0,0 1 0,-1 0 0,0 1-1,13 14 1,9 8-98,82 73-2648,-91-81-650,-1-2-4438,-12-13 901</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0.074"/>
    </inkml:context>
    <inkml:brush xml:id="br0">
      <inkml:brushProperty name="width" value="0.05" units="cm"/>
      <inkml:brushProperty name="height" value="0.05" units="cm"/>
    </inkml:brush>
  </inkml:definitions>
  <inkml:trace contextRef="#ctx0" brushRef="#br0">448 1 8,'33'9'3589,"-39"-8"1677,-9 4-2083,8-3-1771,-4 0-650,1-1 0,-1 0 0,0 0 0,1-1 0,-1-1 0,0 0 0,-20-5 0,-16-1-249,22 7-491,0 0-1,-1 1 1,1 2 0,0 0 0,0 2-1,-29 9 1,42-11 168,12-3-181,0 0-1,0 0 0,0 0 0,0 0 1,0 0-1,0 1 0,1-1 0,-1 0 1,0 0-1,0 0 0,0 0 0,0 0 0,0 0 1,0 0-1,0 1 0,0-1 0,0 0 1,0 0-1,0 0 0,0 0 0,0 0 1,0 0-1,0 1 0,0-1 0,0 0 1,0 0-1,0 0 0,0 0 0,0 0 1,0 0-1,0 1 0,0-1 0,0 0 1,0 0-1,0 0 0,0 0 0,0 0 0,0 0 1,-1 0-1,1 0 0,0 1 0,0-1 1,0 0-1,0 0 0,0 0 0,0 0 1,0 0-1,0 0 0,-1 0 0,1 0 1,0 0-1,0 0 0,0 0 0,0 0 1,0 0-1,-1 0 0,7 7 311,-2-3-183,0-1 0,1 0-1,-1 0 1,1 0 0,-1 0 0,1-1 0,0 0 0,0 0 0,7 2 0,4 2 16,176 60 237,29 13-414,-213-76 31,2 1-33,0 1-1,1 0 1,-2 0 0,1 1-1,10 9 1,-19-14 17,1 0 0,-1 1 0,1-1 0,-1 0 0,0 1 0,0 0 0,0-1 0,1 1 1,-2-1-1,1 1 0,0 0 0,0 0 0,0-1 0,-1 1 0,1 0 0,-1 0 0,0 0 1,1 0-1,-1 0 0,0 0 0,0 0 0,0-1 0,-1 1 0,1 0 0,0 0 0,-1 0 1,1 0-1,-1 0 0,1 0 0,-1-1 0,0 1 0,0 0 0,0-1 0,0 1 0,0 0 1,0-1-1,0 1 0,-2 0 0,-2 4 27,0-2 1,0 1-1,0 0 0,-1-1 1,0 0-1,0 0 0,0-1 1,0 0-1,0 0 1,-1 0-1,-9 2 0,-9 2 168,-46 5 0,51-9-124,-69 6 387,-162-5 1,141-6-1442,109 2 908,1 0 0,0 0 0,0 0 0,0 1 1,0-1-1,0 0 0,-1 0 0,1 0 1,0 0-1,0 0 0,0 0 0,0 0 0,0 0 1,-1 0-1,1 0 0,0-1 0,0 1 1,0 0-1,0 0 0,0 0 0,-1 0 1,1 0-1,0 0 0,0 0 0,0 0 0,0 0 1,0 0-1,0 0 0,-1-1 0,1 1 1,0 0-1,0 0 0,0 0 0,0 0 0,0 0 1,0 0-1,0-1 0,0 1 0,0 0 1,0 0-1,0 0 0,0 0 0,0 0 0,0-1 1,0 1-1,0 0 0,0 0 0,0 0 1,0 0-1,0 0 0,0-1 0,0 1 0,0 0 1,0 0-1,0 0 0,0 0 0,0 0 1,0-1-1,0 1 0,0 0 0,0 0 0,0 0 1,1 0-1,-1 0 0,0 0 0,0 0 1,0 0-1,0-1 0</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0.560"/>
    </inkml:context>
    <inkml:brush xml:id="br0">
      <inkml:brushProperty name="width" value="0.05" units="cm"/>
      <inkml:brushProperty name="height" value="0.05" units="cm"/>
    </inkml:brush>
  </inkml:definitions>
  <inkml:trace contextRef="#ctx0" brushRef="#br0">40 75 8146,'-12'-18'7256,"4"-2"-3389,7 16-3218,-1 0-1,1 0 0,-1 0 0,0 0 0,0 0 0,-1 0 0,-3-5 1,20 39-55,7 9-524,102 179 192,34 39-191,-152-247-79,0 1-1,-1 0 1,5 17 0,-8-24-28,0 1 1,0-1 0,0 1 0,-1 0-1,0-1 1,0 1 0,0 0 0,-1-1 0,1 1-1,-1-1 1,-2 7 0,3-10-18,0 0 1,-1 0-1,1 0 0,0 0 0,-1-1 1,1 1-1,-1 0 0,1 0 1,-1 0-1,1-1 0,-1 1 0,0 0 1,1-1-1,-1 1 0,0 0 1,1-1-1,-1 1 0,0-1 0,0 1 1,0-1-1,0 0 0,1 1 1,-1-1-1,0 0 0,-2 1 0,2-1-183,-1 0 0,0-1-1,1 1 1,-1 0 0,0-1-1,1 1 1,-1-1-1,0 1 1,1-1 0,-1 0-1,1 0 1,-3-2-1,-4-2-2041,1-1-1,0-1 0,-11-13 0,15 16 855,0 0 0,1 0 0,-1 0 0,1 0 0,-4-10 0,-1-5-1461</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0.770"/>
    </inkml:context>
    <inkml:brush xml:id="br0">
      <inkml:brushProperty name="width" value="0.05" units="cm"/>
      <inkml:brushProperty name="height" value="0.05" units="cm"/>
    </inkml:brush>
  </inkml:definitions>
  <inkml:trace contextRef="#ctx0" brushRef="#br0">537 0 656,'-15'0'12029,"-3"1"-5589,-6 0-3519,-14 1-3468,-7 0 1930,-233 18 816,189-10-2310,73-7-132,2 2-2272</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1.289"/>
    </inkml:context>
    <inkml:brush xml:id="br0">
      <inkml:brushProperty name="width" value="0.05" units="cm"/>
      <inkml:brushProperty name="height" value="0.05" units="cm"/>
    </inkml:brush>
  </inkml:definitions>
  <inkml:trace contextRef="#ctx0" brushRef="#br0">350 58 6049,'-69'-25'9508,"-3"5"-4520,52 16-4412,0 1-1,0 0 0,0 1 0,-1 2 0,-24 1 0,41 0-551,0-1-1,1 1 1,-1 0 0,0 0 0,1 0-1,-1 1 1,1-1 0,-1 1 0,1 0-1,0 0 1,-4 3 0,6-4-17,-1 0 0,1 0 0,0 1 0,-1-1 0,1 0 0,0 1 0,0-1 0,0 1 0,0-1 0,0 1 0,1 0 0,-1-1 0,0 1 0,1 0 0,-1 0 0,1 0 0,0-1 0,-1 1 0,1 0 0,0 0 0,0 0 0,0-1 0,1 1 0,-1 0 0,1 2 0,0 1 30,1-1 0,0 1 1,0-1-1,0 1 0,1-1 0,-1 0 1,1 0-1,0 0 0,0 0 1,1-1-1,-1 1 0,1-1 1,-1 1-1,1-1 0,8 4 1,4 2 49,1 0 1,32 11-1,-38-16-69,7 3-3,1-2 0,24 6 0,-33-10-15,-1 1 0,1-2 0,0 1-1,-1-1 1,1 0 0,15-3 0,-24 3 6,0-1 0,1 1-1,-1-1 1,0 1 0,1-1-1,-1 1 1,0-1 0,1 0 0,-1 0-1,0 1 1,0-1 0,0 0-1,0 0 1,0 0 0,0 0 0,0 0-1,0 0 1,0-1 0,1-1-1,-1 0-3,0 1 0,-1-1 0,1 0 0,0 0 0,-1 1 0,0-1-1,1 0 1,-1 0 0,-1-4 0,0-5 6,-1 0-1,-1 0 1,-6-18 0,7 27 4,-1-10 76,9 22-150,3 6 20,2 0-93,1-1 0,0 0 0,1-1 0,0 0 0,1-1 0,1-1 1,0 0-1,0-1 0,1 0 0,25 10 0,-16-13-2408,-12-9-1910</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1.698"/>
    </inkml:context>
    <inkml:brush xml:id="br0">
      <inkml:brushProperty name="width" value="0.05" units="cm"/>
      <inkml:brushProperty name="height" value="0.05" units="cm"/>
    </inkml:brush>
  </inkml:definitions>
  <inkml:trace contextRef="#ctx0" brushRef="#br0">7 1 968,'-6'5'20388,"14"6"-16789,10 6-6719,-13-13 4995,21 14-1760,1-1 0,1 0 0,0-3 0,43 17 0,-66-29-116,1 0 0,-1 0-1,1-1 1,0 1 0,10 0 0,-15-2 2,1 0 0,-1 0 1,0 0-1,0 0 0,1-1 1,-1 1-1,0 0 0,1-1 1,-1 1-1,0 0 1,0-1-1,0 1 0,0-1 1,1 0-1,-1 1 0,0-1 1,0 0-1,0 0 0,0 0 1,0 0-1,-1 0 1,1 0-1,0 0 0,0 0 1,0 0-1,-1 0 0,1 0 1,-1 0-1,1 0 0,-1-1 1,1 0-1,0-2-22,-1-1 0,0 1-1,0 0 1,0 0 0,0 0 0,0 0-1,-1 0 1,0 0 0,0 0-1,0 0 1,0 0 0,-1 0 0,-2-4-1,-5-19 133,9 27-110,0 0 0,0-1 0,0 1 0,0 0 0,-1 0 0,1 0-1,0 0 1,0 0 0,0 0 0,0 0 0,0 0 0,0 0 0,0 0-1,0 0 1,0-1 0,0 1 0,0 0 0,0 0 0,0 0 0,0 0-1,0 0 1,0 0 0,0 0 0,0 0 0,0 0 0,0 0 0,0 0-1,0 0 1,0-1 0,1 1 0,-1 0 0,0 0 0,0 0 0,0 0-1,0 0 1,0 0 0,0 0 0,0 0 0,0 0 0,0 0-1,0 0 1,0 0 0,0 0 0,0 0 0,0 0 0,1 0 0,-1 0-1,0 0 1,0 0 0,0 0 0,0 0 0,0 0 0,0 0 0,6 3-146,8 8-180,-13-10 324,38 33-760,17 15-3162,-17-19-7089,-27-22 3006</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2.216"/>
    </inkml:context>
    <inkml:brush xml:id="br0">
      <inkml:brushProperty name="width" value="0.05" units="cm"/>
      <inkml:brushProperty name="height" value="0.05" units="cm"/>
    </inkml:brush>
  </inkml:definitions>
  <inkml:trace contextRef="#ctx0" brushRef="#br0">150 389 6857,'-24'-21'9473,"-2"3"-6188,23 16-3203,0 0 1,0 1 0,0 0 0,0-1 0,-1 1-1,1 1 1,0-1 0,-1 0 0,1 1-1,-1 0 1,1-1 0,0 1 0,-1 1-1,1-1 1,-1 0 0,-3 2 0,5-1-76,0 0 0,1 0-1,-1 0 1,1 0 0,0 0 0,-1 0 0,1 1 0,0-1-1,0 0 1,0 1 0,0-1 0,0 1 0,0-1 0,0 1 0,0-1-1,0 1 1,1 0 0,-1-1 0,1 1 0,-1 0 0,1 0-1,0 2 1,-1 3 16,0 0 0,1-1-1,-1 1 1,3 12 0,-2-12 0,2 0 0,-1 0 0,1 0 1,0 0-1,0 0 0,1 0 1,0 0-1,0-1 0,1 0 1,-1 1-1,2-1 0,-1-1 1,0 1-1,1 0 0,0-1 0,1 0 1,-1 0-1,12 7 0,-12-9 17,0 0-1,1-1 0,-1 1 0,1-1 1,0 0-1,-1-1 0,1 1 0,0-1 1,0 0-1,0-1 0,8 1 0,-10-1-26,-1-1 0,1 1 0,-1-1 0,1 0 0,-1 0 0,0 0 0,1 0 0,-1-1 0,0 1 0,0-1 0,0 0 0,0 0 0,0 0 0,0 0 0,0-1-1,-1 1 1,1-1 0,-1 0 0,0 1 0,3-6 0,-2 3-32,0 0-1,-1 0 1,0 0 0,0-1-1,-1 1 1,0-1 0,0 1-1,0-1 1,0 1 0,-1-1-1,0 0 1,0 1 0,0-1-1,-3-10 1,-2-6-43,0 2 1,-13-32-1,4 19 27,-2 0-1,-32-51 1,-51-52 275,83 115 24,-11-13 223,34 64-898,3 2 450,1-1 0,27 54 0,43 56 143,-35-63-140,-26-48-294,0 0 0,30 31 0,-7-9-239,-35-37-732,1 0-5874</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2.960"/>
    </inkml:context>
    <inkml:brush xml:id="br0">
      <inkml:brushProperty name="width" value="0.05" units="cm"/>
      <inkml:brushProperty name="height" value="0.05" units="cm"/>
    </inkml:brush>
  </inkml:definitions>
  <inkml:trace contextRef="#ctx0" brushRef="#br0">285 148 6073,'-19'-11'3422,"1"-1"0,-24-19 0,22 16-1300,-35-21 0,32 25-1181,1 0 0,-32-9 0,53 20-936,0-1 0,0 1 0,0 0 1,1 1-1,-1-1 0,0 0 0,0 0 0,0 0 0,1 0 0,-1 1 0,0-1 0,0 0 0,1 0 0,-1 1 0,0-1 0,1 1 0,-1-1 0,0 1 0,1-1 0,-1 1 0,0-1 0,1 1 1,-1 0-1,1-1 0,-1 1 0,1 0 0,0-1 0,-1 1 0,1 0 0,0 0 0,-1-1 0,1 1 0,0 1 0,-8 27 30,7-18-7,0 0 0,1 0 0,0 0 0,1 0 0,0 0 0,1 0 0,0 0 0,1 0 0,0 0 0,5 12 0,-4-14 13,0-1 0,0 1 0,1-1 0,0 0 0,1 0-1,0 0 1,0 0 0,0-1 0,1 0 0,0-1 0,16 12 0,-17-14 1,0-1 1,0 0 0,1 0-1,-1 0 1,1-1-1,-1 1 1,15 1-1,-16-3-24,0-1 0,0 0 0,0 0-1,0-1 1,0 1 0,0-1 0,-1 0-1,1 0 1,0-1 0,0 0 0,8-3-1,-8 2-19,0 0 0,0-1 0,0 1 0,0-1 0,-1 0 0,1 0 0,-1 0 0,0-1 0,0 0 0,-1 0 0,5-6 0,-3 1-47,0 0 0,-1 0 0,0 0 0,0-1 0,2-13 0,-6 24 40,0-1 1,0 1 0,0-1 0,0 1-1,0 0 1,0-1 0,0 1-1,0-1 1,0 1 0,0-1 0,0 1-1,1-1 1,-1 1 0,0-1 0,0 1-1,0-1 1,1 1 0,-1 0-1,0-1 1,1 1 0,-1 0 0,0-1-1,1 1 1,-1 0 0,1-1 0,-1 1-1,0 0 1,1 0 0,-1-1-1,1 1 1,-1 0 0,1 0 0,-1 0-1,1 0 1,-1 0 0,1 0 0,0 0-1,0 0-35,1 1-1,0 0 1,0 0-1,-1 0 1,1 0-1,-1 0 1,1 0-1,1 2 0,1 1 99,13 10-64,1-1-1,1-1 1,-1-1 0,2 0-1,32 12 1,-1-6 50,60 14 1,-89-25-35,-10-3 6,0 0 0,1 0-1,22 1 1,-54-32 463,-13-7-477,17 19 51,1 1 0,0-2 1,-12-20-1,23 33-23,1-1 0,-1 0-1,1-1 1,0 1 0,0 0 0,0-1 0,1 1-1,0-1 1,0 1 0,0-1 0,1 0-1,0 1 1,0-1 0,0 0 0,1 1 0,1-9-1,-2 13-65,1 0 0,-1 0-1,1 0 1,0 0 0,-1 0-1,1 0 1,0 0 0,-1 0 0,1 0-1,0 0 1,0 0 0,0 1-1,0-1 1,0 0 0,0 0-1,0 1 1,0-1 0,0 1-1,0-1 1,1 1 0,-1 0-1,0-1 1,0 1 0,0 0 0,0 0-1,1-1 1,-1 1 0,0 0-1,0 0 1,1 1 0,-1-1-1,2 0 1,2 1-578,-1 0 0,1 0-1,-1 0 1,1 0 0,-1 1 0,0 0 0,6 3-1,20 14-10330,-18-11 3017</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3.506"/>
    </inkml:context>
    <inkml:brush xml:id="br0">
      <inkml:brushProperty name="width" value="0.05" units="cm"/>
      <inkml:brushProperty name="height" value="0.05" units="cm"/>
    </inkml:brush>
  </inkml:definitions>
  <inkml:trace contextRef="#ctx0" brushRef="#br0">155 594 4737,'-14'-31'8255,"-4"2"-3690,13 23-4142,1 0-1,-1 1 1,-1-1-1,1 1 0,-1 0 1,0 1-1,0-1 1,0 1-1,-1 0 0,1 1 1,-12-5-1,17 8-407,0-1 0,0 1 1,0 0-1,1 0 0,-1 0 0,0 0 0,0 0 0,0 0 0,0 0 1,0 0-1,0 0 0,0 0 0,1 0 0,-1 0 0,0 1 0,0-1 1,0 0-1,0 1 0,1-1 0,-1 1 0,-1 0 0,0 0-4,1 1 0,0-1 0,-1 1-1,1-1 1,0 1 0,0-1 0,0 1 0,0 0-1,-1 3 1,0 1 14,0 0 0,0 0-1,1 1 1,0-1 0,0 8 0,1-6 19,0 1 1,1 0 0,0-1-1,1 1 1,0-1-1,0 1 1,1-1 0,0 0-1,0 0 1,1 0 0,5 8-1,-3-6-1,0-1 0,1 0-1,0 0 1,1-1 0,0 0 0,0 0-1,0-1 1,13 9 0,-18-14-23,1 0 1,-1 0-1,1 0 1,0 0-1,0-1 1,0 1-1,0-1 1,-1 0-1,2 0 1,-1 0-1,0-1 0,0 0 1,0 0-1,6 0 1,-6-1-12,-1 1 0,0-1 0,0 0 1,0-1-1,-1 1 0,1 0 0,0-1 0,0 1 1,-1-1-1,1 0 0,-1 0 0,1 0 0,-1 0 0,0-1 1,0 1-1,0 0 0,0-1 0,0 0 0,2-5 1,0-1-36,0 0 0,-1-1 1,0 1-1,0-1 1,-1 0-1,0 0 1,-1 0-1,0 0 1,0 0-1,-2-15 1,-3-11-144,-11-54 0,14 86 157,-7-33-129,-2 1 0,-22-53 0,-40-63 20,22 46 246,34 70 239,33 113-913,-3-32 571,2-1 0,1 0 0,36 62 1,-14-41 41,67 88 0,-72-111-486,29 40 217,-53-66-4199,14 27 0,-19-32-1092</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4.539"/>
    </inkml:context>
    <inkml:brush xml:id="br0">
      <inkml:brushProperty name="width" value="0.05" units="cm"/>
      <inkml:brushProperty name="height" value="0.05" units="cm"/>
    </inkml:brush>
  </inkml:definitions>
  <inkml:trace contextRef="#ctx0" brushRef="#br0">69 76 5809,'-4'8'11907,"4"-7"-11522,1 19 1980,8 20-2697,3-1 729,2 0 0,38 72 0,-35-84-297,0-1 1,1-1 0,37 39 0,-36-42-42,22 18 68,-41-40-126,0 0 0,0 0 0,0 0 0,0 0 0,0 0 0,0 0 1,0 0-1,0 0 0,0 0 0,0 0 0,0 0 0,0 0 0,0 0 0,0 0 0,0 0 0,0 0 0,0 0 0,0 0 0,0 0 1,0 0-1,0 0 0,0 0 0,0 0 0,0 0 0,0 0 0,0 0 0,0 0 0,0 0 0,0 0 0,0 0 0,0 1 0,0-1 1,0 0-1,0 0 0,0 0 0,0 0 0,0 0 0,-6-3 49,-6-5 78,-41-31 31,-28-23-47,68 51-83,1-1 0,0 0-1,1-1 1,-11-16-1,8 7 45,0 0-1,1-1 0,-18-48 1,28 63-64,0-1 0,1 0 0,0 1 1,0-1-1,1 0 0,0 0 0,1 0 1,0 0-1,0 0 0,1 0 1,0 0-1,1 1 0,-1-1 0,2 0 1,3-11-1,-4 17-15,0-1 1,0 1-1,0-1 1,1 1-1,-1 0 1,1 0-1,-1 0 1,1 0-1,0 0 1,0 0-1,1 1 1,-1-1-1,6-2 1,-4 3-15,1-1-1,0 1 1,0 0 0,0 1-1,0-1 1,0 1 0,0 0-1,8 0 1,-2 2-10,1-1 0,-1 1-1,0 1 1,1 0 0,-1 1 0,0 1-1,0-1 1,13 8 0,-18-8 8,1 1 1,-1 0-1,0 1 1,-1-1-1,1 1 1,-1 1-1,9 9 1,-13-13 4,0 0 1,0 0-1,0 1 1,-1-1-1,1 1 1,-1-1-1,0 1 0,1 0 1,-1 0-1,-1-1 1,1 1-1,0 0 1,-1 0-1,1 0 0,-1 0 1,0 0-1,0 0 1,0 0-1,0 0 1,-1 0-1,1 0 0,-1 0 1,-1 4-1,-1-1-15,1 0-1,-1 0 0,0 0 1,-1-1-1,0 1 0,0-1 1,0 0-1,0 0 0,-1-1 1,1 1-1,-6 3 0,2-3 38,0 0 0,0 0 0,0-1 0,0 0-1,-1-1 1,0 0 0,-8 2 0,-8 0-105,1-2 0,-1 0 0,0-2 0,-44-3 0,66 2-287,0-1-1,0 1 1,1-1 0,-1 1-1,0-1 1,-4-2 0,-2-4-4144,7 4 1724,1 2 2245,1 0 1,0 1 0,0-1-1,-1 0 1,1 1-1,0-1 1,0 0-1,0-1 1,1-6-5359</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5.522"/>
    </inkml:context>
    <inkml:brush xml:id="br0">
      <inkml:brushProperty name="width" value="0.05" units="cm"/>
      <inkml:brushProperty name="height" value="0.05" units="cm"/>
    </inkml:brush>
  </inkml:definitions>
  <inkml:trace contextRef="#ctx0" brushRef="#br0">244 416 1656,'-5'0'6432,"-9"0"-1457,-43-17 532,-24-16-2997,66 27-1972,14 6-505,1 0 0,0 0 0,0 0 0,0 0 0,0 0 0,0 0 0,0 0 1,0-1-1,-1 1 0,1 0 0,0 0 0,0 0 0,0 0 0,0 0 0,0 0 0,0 0 0,0 0 0,0 0 0,0 0 0,-1 0 1,1 0-1,0-1 0,0 1 0,0 0 0,0 0 0,0 0 0,0 0 0,0 0 0,0 0 0,0 0 0,0-1 0,0 1 0,0 0 1,0 0-1,0 0 0,0 0 0,0 0 0,0 0 0,0 0 0,0-1 0,0 1 0,0 0 0,0 0 0,0 0 0,0 0 0,0 0 0,0 0 1,0 0-1,1-1 0,-1 1 0,0 0 0,0 0 0,0 0 0,0 0 0,0 0 0,0 0 0,0 0 0,0 0 0,0 0 0,1 0 1,-1 0-1,0 0 0,0 0 0,0 0 0,0 0 0,0-1 0,0 1 0,15-5 328,22-2-684,-27 6 304,0 1 1,17 2-1,9 1 99,-35-3-30,-1 0-1,1 0 1,-1 0-1,1-1 1,0 1-1,-1 0 1,1 0-1,-1-1 1,1 1-1,-1 0 1,1 0-1,-1-1 1,1 1-1,-1-1 1,1 1 0,-1-1-1,0 1 1,1 0-1,-1-1 1,0 1-1,1-1 1,-1 1-1,0-1 1,0 0-1,1 0 1,0-2 9,0-1 1,0 1 0,-1 0-1,1-1 1,0-4 0,-1 2-72,0-1 0,0 1 0,-1-1 1,0 1-1,0-1 0,-3-7 0,0 5-5,0 0 0,-1 1 1,0-1-1,0 1 0,-1 1 0,0-1 0,-1 1 0,-11-11 0,4 6 40,0 1 0,-1 0 0,-27-14 0,39 23-24,0 0 0,-1 1 0,1 0 0,-1-1 0,1 1 0,-1 0 0,1 0 0,-1 1 0,0-1 0,-4 1 0,6 0-2,1 0 0,0 1 1,0-1-1,0 0 1,-1 1-1,1-1 0,0 1 1,0-1-1,0 1 1,0 0-1,0-1 0,0 1 1,0 0-1,0 0 1,0 0-1,0 0 0,0 0 1,0 0-1,1 0 1,-1 0-1,0 0 0,1 0 1,-1 0-1,1 0 1,-1 0-1,1 1 0,0-1 1,-1 0-1,1 0 1,0 1-1,0-1 0,0 2 1,-1 7 19,0 1 0,1 0 0,1 0 1,0 0-1,0 0 0,1-1 0,0 1 0,1 0 1,0-1-1,1 0 0,0 0 0,1 0 1,0 0-1,0-1 0,12 15 0,-7-11 2,0-1-1,0-1 1,1 1-1,1-2 1,0 0-1,0 0 1,1-1-1,0-1 1,1 0-1,20 9 1,-14-9-16,0 0 0,1-2 0,0 0 0,0-1 0,0-1 1,1-2-1,25 2 0,-23-5-56,-1 0 0,0-1 0,0-1 0,-1-2 0,1 0 0,-1-1 0,23-10 0,45-27 100,-58 27 139,-36 26-399,-1 7 230,5-17-21,0 1 0,0-1 0,-1 1 0,1-1 0,0 1 0,-1-1 0,1 1 0,0-1 0,-1 0 0,1 1 0,-1-1 0,1 1 0,-1-1 0,1 0 0,-1 0 0,1 1 0,-1-1 0,1 0 0,-1 0 0,1 1 0,-1-1 0,0 0 0,1 0 0,-1 0 0,0 0 0,-5 0 12,1-1 0,-1 0 0,1-1 0,-1 1 0,1-1 0,0 0-1,-1 0 1,1 0 0,0-1 0,-5-4 0,-9-5 39,-19-17-1,24 17-18,0-1 1,1 0-1,0-1 0,1-1 0,1 1 0,-10-18 1,15 22-3,1 0 0,0-1 0,0 1 1,1-1-1,1 0 0,0 0 0,0-1 0,1 1 1,1 0-1,0-1 0,0-12 0,1 19-19,1 0 0,-1 1 0,1-1 0,0 0 0,0 1 0,0-1 0,1 1 0,0-1-1,0 1 1,0 0 0,0 0 0,5-7 0,-5 8-22,1 1 0,-1-1 0,0 1 0,1 0 0,0 0-1,-1 0 1,1 1 0,0-1 0,0 1 0,0-1 0,0 1 0,0 0 0,0 0-1,1 0 1,-1 1 0,0-1 0,0 1 0,7-1 0,-1 2-76,0 0 0,-1 0-1,1 1 1,-1 0 0,1 1 0,-1 0 0,0 0 0,0 1-1,0-1 1,0 2 0,8 5 0,11 10-2457,38 36 0,-60-52 2012,22 24-4072,-4 5-4000,-14-20 2715</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5.790"/>
    </inkml:context>
    <inkml:brush xml:id="br0">
      <inkml:brushProperty name="width" value="0.05" units="cm"/>
      <inkml:brushProperty name="height" value="0.05" units="cm"/>
    </inkml:brush>
  </inkml:definitions>
  <inkml:trace contextRef="#ctx0" brushRef="#br0">4 0 4065,'3'3'16002,"-4"0"-15779,0 1 0,-1 0 0,1 0 1,1 0-1,-1 0 0,1 0 0,-1 0 0,2 6 0,-1-3-131,0-1 0,1 0 0,0 0 0,0 0-1,1 0 1,-1 0 0,1-1 0,5 10 0,2 1-600,17 24 0,-25-39 471,1 3-862,5 8-1483</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5.962"/>
    </inkml:context>
    <inkml:brush xml:id="br0">
      <inkml:brushProperty name="width" value="0.05" units="cm"/>
      <inkml:brushProperty name="height" value="0.05" units="cm"/>
    </inkml:brush>
  </inkml:definitions>
  <inkml:trace contextRef="#ctx0" brushRef="#br0">21 59 7842,'-3'-10'3096,"-2"-3"-511,-5 0-585,7 2-639,3 6-361,2 1-352,-1 2-304,1 2-216,0 0-248,-1 0-280,4 3-152,-3 2-168,4 5-281,0-1-423,3 6-776,-3-1-1225,0 1-256,2 1-1792</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6.355"/>
    </inkml:context>
    <inkml:brush xml:id="br0">
      <inkml:brushProperty name="width" value="0.05" units="cm"/>
      <inkml:brushProperty name="height" value="0.05" units="cm"/>
    </inkml:brush>
  </inkml:definitions>
  <inkml:trace contextRef="#ctx0" brushRef="#br0">354 96 2809,'15'5'12409,"-17"-5"-12127,0 1 0,-1 0-1,1 0 1,0 1 0,0-1 0,0 0 0,0 1-1,0-1 1,-2 3 0,-1 0 338,-6 3 16,0-1 1,-1 0-1,1 0 0,-20 5 0,-22 12-58,45-19-492,0 0 0,0-1 0,-1 1 0,1-2 0,-1 1 0,-13 2 0,18-5-31,-1 0-1,0 0 1,1 0-1,-1 0 1,0-1 0,1 1-1,-1-1 1,1 0-1,-1-1 1,1 1-1,-1-1 1,1 0 0,0 0-1,-5-3 1,2 1 34,1-1 0,-1 0 1,1 0-1,0 0 0,0-1 1,1 0-1,-7-9 0,10 13-53,1-1-1,-1 1 0,1-1 0,0 0 1,0 1-1,0-1 0,0 0 0,0 0 1,0 0-1,1 0 0,0 0 0,-1 0 0,1 0 1,0 0-1,0 0 0,1 0 0,-1 0 1,1 0-1,-1 0 0,1 0 0,0 0 1,0 1-1,2-5 0,-1 3-30,0 1 1,1-1-1,-1 1 0,1-1 1,0 1-1,0 0 0,0 0 0,0 0 1,0 0-1,1 0 0,-1 1 1,7-3-1,-3 1-27,0 1 1,0 1-1,0 0 1,0 0-1,0 0 1,13-1-1,-3 2-199,-1 1-1,0 0 1,0 2-1,1 0 1,30 7-1,-40-7-248,0 1 0,0 0 1,0 0-1,9 5 0,3 7-3545,-18-13 3060,1-1-1,-1 1 1,0-1-1,0 1 1,0 0-1,0-1 1,0 1-1,1 3 1</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7.119"/>
    </inkml:context>
    <inkml:brush xml:id="br0">
      <inkml:brushProperty name="width" value="0.05" units="cm"/>
      <inkml:brushProperty name="height" value="0.05" units="cm"/>
    </inkml:brush>
  </inkml:definitions>
  <inkml:trace contextRef="#ctx0" brushRef="#br0">278 606 5305,'-10'-9'2610,"0"-1"0,-18-10 0,19 14-1558,-1 0 0,0 0-1,-16-5 1,18 8-821,1 1 0,-1 0 0,0 0 0,0 1 0,0 0 0,1 0 0,-1 1 0,0 0 0,0 0 0,0 1 0,0 0 0,0 0 0,-13 4 0,18-3-198,0-1-1,0 1 1,0-1-1,0 1 1,0 0-1,0 0 1,0 0-1,1 1 1,-1-1-1,1 1 1,0-1-1,-1 1 1,1 0-1,0 0 0,1 0 1,-1 0-1,1 0 1,-1 0-1,1 1 1,0-1-1,0 0 1,0 1-1,0-1 1,1 1-1,0-1 1,-1 1-1,1-1 1,0 1-1,1-1 1,-1 0-1,1 1 0,-1-1 1,1 1-1,0-1 1,0 0-1,1 1 1,-1-1-1,1 0 1,0 0-1,-1 0 1,1 0-1,3 3 1,5 5 102,1-1 1,0 0 0,0-1 0,23 13-1,-28-18-110,1 0 0,0-1 0,0 0-1,0-1 1,0 0 0,0 0 0,1 0 0,-1-1-1,0 0 1,1 0 0,8-1 0,-12 0-10,-1 0 0,0-1 1,0 1-1,0-1 0,0 0 1,0 0-1,0 0 0,0 0 0,-1 0 1,1 0-1,0-1 0,0 0 1,-1 1-1,1-1 0,-1 0 0,3-3 1,-2 2-18,-1-1 0,1 1 0,-1-1 0,0 1 0,0-1 0,0 0 0,-1 0 0,1 0 0,-1 0 0,1-7 0,0-2-31,-1 0 1,0 0-1,-1 0 1,-1-1-1,0 1 1,-5-20 0,-9-28 8,-2 1 0,-3 1 1,-3 1-1,-2 1 0,-3 1 1,-42-65-1,19 34 756,46 79-434,6 12-528,8 15-148,-6-9 350,34 108 20,153 286-95,-171-370-620,36 46 0,-27-44-3411,2-2-5288</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7.588"/>
    </inkml:context>
    <inkml:brush xml:id="br0">
      <inkml:brushProperty name="width" value="0.05" units="cm"/>
      <inkml:brushProperty name="height" value="0.05" units="cm"/>
    </inkml:brush>
  </inkml:definitions>
  <inkml:trace contextRef="#ctx0" brushRef="#br0">206 223 3849,'-6'-15'3576,"-1"0"-1,-10-19 1,7 16-1864,-2 0 0,0 1-1,-16-18 1,14 21-958,0 1 0,-1 1 0,-22-16 0,37 28-747,-1-1 1,1 1-1,-1 0 1,0-1-1,1 1 1,-1 0 0,0-1-1,1 1 1,-1 0-1,0 0 1,1-1-1,-1 1 1,0 0 0,0 0-1,1 0 1,-1 0-1,0 0 1,1 0-1,-1 0 1,0 0 0,0 0-1,1 1 1,-1-1-1,0 0 1,0 1-1,0-1-4,0 1 0,0 0 0,0 0 0,0 0 0,1 0-1,-1 0 1,0 0 0,1 0 0,-1 0 0,0 0 0,1 0 0,-1 0-1,0 2 1,0 3 2,0 1 0,0-1 0,0 0 0,0 10 0,2 1 24,0 1 0,1-1 1,1 0-1,0 0 0,1-1 0,1 1 1,1-1-1,9 18 0,-10-24-10,0 1 1,1-1-1,0 0 0,1-1 0,0 0 1,1 0-1,0 0 0,0-1 0,1 0 1,0 0-1,0-1 0,20 11 0,-24-16-10,-1 0 0,1 0-1,-1-1 1,1 1-1,0-1 1,0 0-1,0 0 1,0-1 0,-1 0-1,1 1 1,0-2-1,0 1 1,0 0-1,0-1 1,0 0 0,0 0-1,6-3 1,-8 3-17,0-1 1,0 0 0,1 0 0,-1 0-1,-1 0 1,1 0 0,0 0-1,0-1 1,-1 1 0,0-1-1,1 0 1,-1 0 0,0 0 0,0 0-1,-1 0 1,1 0 0,0-1-1,-1 1 1,0-1 0,0 1 0,0 0-1,0-1 1,-1 0 0,1-4-1,-1-4-81,0 0 0,0-1-1,-1 1 1,-1 0 0,0 0-1,-1 1 1,0-1 0,-1 0 0,0 1-1,0 0 1,-2 0 0,-8-15-1,8 18-528,0 0 0,0 0 0,0 1 0,-1-1-1,0 1 1,-14-10 0,14 13-701,0-1 0,0 1 0,-1 0 0,1 1 0,-1 0 0,0 0 0,0 1 0,-13-3 0,-6 2-6499</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8.306"/>
    </inkml:context>
    <inkml:brush xml:id="br0">
      <inkml:brushProperty name="width" value="0.05" units="cm"/>
      <inkml:brushProperty name="height" value="0.05" units="cm"/>
    </inkml:brush>
  </inkml:definitions>
  <inkml:trace contextRef="#ctx0" brushRef="#br0">324 180 6753,'-1'-4'971,"1"0"0,0-1-1,-1 1 1,0-1 0,0 1-1,0 0 1,-1-1 0,0 1-1,1 0 1,-4-4 0,1 1-360,-1 1 0,1 0 0,-1 0 0,-1 0 0,-7-6 0,0 0-198,-2 2 1,0 0 0,0 0-1,-21-8 1,26 13-293,0 1 0,0 0 0,0 1 0,-1 0 0,1 1 0,-1 0 0,-12 0-1,20 1-113,0 1 0,-1 0 0,1 0 0,0 0 0,0 1 0,0-1 0,0 1 0,-1 0 0,1 0 0,0 0 0,0 0 0,0 1 0,1-1 0,-1 1 0,0-1 0,0 1 0,1 0 0,-1 0 0,1 0 0,0 1 0,0-1 0,0 0 0,0 1 0,0 0 0,0-1 0,0 1 0,1 0 0,-2 3 0,2-2 13,0-1 0,0 1 0,0-1 0,0 1 1,1-1-1,0 1 0,0 0 0,0-1 1,0 1-1,0-1 0,0 1 0,1-1 1,0 1-1,0-1 0,0 1 0,0-1 1,1 1-1,-1-1 0,1 0 0,0 0 0,0 0 1,0 0-1,5 5 0,-4-4 13,1 0 0,0-1-1,0 1 1,0-1 0,0 0 0,1-1-1,-1 1 1,1-1 0,0 0 0,0 0-1,-1 0 1,1 0 0,1-1 0,-1 0-1,9 1 1,-2-2-14,0 0 0,0-1 1,-1-1-1,1 1 0,0-2 0,-1 0 0,17-6 0,-19 5-17,0 0 1,-1 0-1,0 0 0,0-1 0,0-1 0,0 1 0,-1-1 0,0-1 1,11-12-1,-17 18-7,-1 0-3,1 0 1,0 0 0,0 0 0,-1 0 0,1 0 0,0 0-1,0 0 1,0 0 0,0 0 0,0 1 0,0-1 0,0 0-1,0 1 1,0-1 0,1 1 0,-1-1 0,0 1 0,3-1-1,-1 12-302,-2-5 250,27 116-55,2 10 102,-1-46-7,-11-34 11,20 95 0,-37-145 2,-1-1-1,0 2 0,1-1 0,-1 0 0,0 0 1,0 0-1,0 0 0,-1 0 0,1 0 1,0 0-1,-1 0 0,1 0 0,-1-1 1,-1 3-1,2-3 4,-1 0 0,0 0 0,1-1 0,-1 1 0,0-1 0,0 1 0,0 0 0,0-1 0,0 1 0,0-1 0,1 0 1,-1 1-1,0-1 0,0 0 0,0 0 0,0 1 0,0-1 0,0 0 0,-1 0 0,1 0 0,0 0 0,0 0 0,0-1 0,0 1 0,0 0 0,0 0 0,0-1 1,0 1-1,-8-3 18,1 0 1,-1-1 0,1 1-1,1-2 1,-1 1-1,-11-9 1,-40-36 97,26 16-137,1-2 0,-29-40-1,59 73-15,0 0 0,0-1 0,1 1 1,-1 0-1,1-1 0,0 0 0,0 1 0,0-1 0,0 0 0,0 1 0,0-1 0,0-5 0,1 6-63,0 1 0,1 0 1,-1 0-1,0 0 0,1 0 0,-1-1 0,1 1 0,-1 0 1,1 0-1,-1 0 0,1 0 0,0 0 0,0 0 1,-1 0-1,1 0 0,0 1 0,0-1 0,0 0 1,0 0-1,0 1 0,0-1 0,0 0 0,0 1 0,0-1 1,0 1-1,0 0 0,1-1 0,-1 1 0,0 0 1,0-1-1,0 1 0,2 0 0,27-3-4501,1 2-3907,-12 0 846</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8.726"/>
    </inkml:context>
    <inkml:brush xml:id="br0">
      <inkml:brushProperty name="width" value="0.05" units="cm"/>
      <inkml:brushProperty name="height" value="0.05" units="cm"/>
    </inkml:brush>
  </inkml:definitions>
  <inkml:trace contextRef="#ctx0" brushRef="#br0">49 244 4769,'0'-1'499,"0"0"1,0 1-1,0-1 0,0 0 0,0 0 1,0 1-1,0-1 0,0 0 0,0 1 1,-1-1-1,1 0 0,0 0 0,-1 1 1,1-1-1,0 0 0,-1 1 0,1-1 1,-1 1-1,0-2 0,-4 3 2260,1 8-2283,4 0-256,0-1-1,0 1 0,1-1 1,0 1-1,1-1 1,-1 0-1,2 0 1,3 10-1,-5-14-180,7 22 169,2 0 1,18 36-1,-25-57-127,0 0 0,0-1-1,1 1 1,6 6-1,-9-11-58,-1 0 1,0 0-1,0 0 0,0 0 1,0 0-1,0 0 0,0 0 1,1 0-1,-1 0 0,0 0 0,0 0 1,0 0-1,0 0 0,0 0 1,0 0-1,1 0 0,-1 0 1,0 0-1,0 0 0,0 0 0,0 0 1,0 0-1,0 0 0,0 0 1,1 0-1,-1 0 0,0 0 1,0-1-1,0 1 0,0 0 0,0 0 1,0 0-1,0 0 0,0 0 1,0 0-1,0 0 0,0 0 1,0-1-1,1 1 0,-1 0 0,0 0 1,0 0-1,0 0 0,0 0 1,0 0-1,0-1 0,0 1 1,0 0-1,0 0 0,0 0 0,0 0 1,0 0-1,0 0 0,-1-1 1,1 1-1,0 0 0,0 0 1,0 0-1,0 0 0,0 0 0,0-13 333,0 11-360,0-13 1,-2-1 1,0 0-1,0 1 1,-7-19-1,-24-62 78,14 43 49,-29-95 377,46 144-460,1-1 1,0 0-1,0 0 1,0 1-1,0-1 1,1 0-1,-1 0 1,1 0 0,1-9-1,0 14-52,-1 0-1,0 0 1,0 0-1,0 0 1,0-1-1,0 1 1,0 0 0,0 0-1,1 0 1,-1 0-1,0 0 1,0-1-1,0 1 1,0 0 0,0 0-1,1 0 1,-1 0-1,0 0 1,0 0-1,0 0 1,1 0-1,-1 0 1,0 0 0,0 0-1,0 0 1,0 0-1,1 0 1,-1 0-1,0 0 1,0 0-1,0 0 1,1 0 0,-1 0-1,0 0 1,0 0-1,0 0 1,1 0-1,-1 0 1,0 0 0,0 0-1,0 1 1,0-1-1,0 0 1,1 0-1,6 7-710,39 65-3319,6 9-7607,-36-58 4806</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9.257"/>
    </inkml:context>
    <inkml:brush xml:id="br0">
      <inkml:brushProperty name="width" value="0.05" units="cm"/>
      <inkml:brushProperty name="height" value="0.05" units="cm"/>
    </inkml:brush>
  </inkml:definitions>
  <inkml:trace contextRef="#ctx0" brushRef="#br0">200 175 3257,'-2'-6'2748,"0"0"-1,0 0 1,-5-9 0,-14-16 2077,-26-23-1469,45 52-3079,-13-15 590,12 13-657,-1-1 0,0 0-1,-1 1 1,1 0 0,-1 0 0,-9-6-1,13 9-207,1 1-1,-1 0 1,0 0-1,0 0 0,1 0 1,-1 0-1,0 0 0,0 0 1,1 0-1,-1 0 1,0 0-1,1 0 0,-1 1 1,0-1-1,0 0 1,1 0-1,-1 1 0,0-1 1,1 0-1,-1 1 1,1-1-1,-1 1 0,0-1 1,1 1-1,-1-1 0,1 1 1,-1-1-1,1 1 1,-1 1-1,-14 21-19,13-19 24,-2 5 0,0 0 0,0 1 0,1-1 0,0 1 0,1 0 0,0 0 0,-1 16 0,3-20 12,-1 0-1,1-1 1,1 1 0,-1 0 0,1 0-1,0 0 1,0-1 0,1 1 0,0 0 0,0-1-1,0 1 1,0-1 0,1 0 0,5 7-1,-4-7 25,0-1 0,0 0-1,1 0 1,0-1-1,0 1 1,0-1 0,0 0-1,0 0 1,1-1-1,-1 0 1,7 2 0,3 0-2,0 0 0,0-1 0,18 1 1,-23-3-24,0-1 1,0 0 0,0-1 0,0 0 0,0-1 0,0 0 0,10-3 0,-17 4-13,1 0 0,-1 0 1,0-1-1,1 1 0,-1-1 0,0 0 1,0 0-1,0 0 0,0 0 0,0 0 1,-1-1-1,1 1 0,-1-1 0,0 0 1,1 0-1,-1 0 0,0 0 0,-1 0 1,1 0-1,-1 0 0,1-1 0,1-5 1,-3 6-14,0 1 0,0 0 0,0-1 1,0 1-1,0-1 0,0 1 1,-1 0-1,1-1 0,-1 1 0,0 0 1,0 0-1,0-1 0,0 1 0,0 0 1,0 0-1,0 0 0,-1 0 1,-1-2-1,-4-4-42,-1 0 1,-14-11-1,10 8-5,-4 0 223,9 7-719,10 26-12224,-1-9 3427,-2-8 5903</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39.599"/>
    </inkml:context>
    <inkml:brush xml:id="br0">
      <inkml:brushProperty name="width" value="0.05" units="cm"/>
      <inkml:brushProperty name="height" value="0.05" units="cm"/>
    </inkml:brush>
  </inkml:definitions>
  <inkml:trace contextRef="#ctx0" brushRef="#br0">0 1 3033,'6'1'16910,"-6"0"-16835,0 0 1,0 1-1,1-1 0,-1 0 1,0 0-1,1 0 0,-1 0 1,1 0-1,-1 1 1,1-1-1,-1 0 0,1 0 1,1 1-1,12 20 176,2-1-144,1 0 1,24 21-1,-17-18-212,0 1-1303,41 33-1,-63-56 586,4 2-1782</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0.362"/>
    </inkml:context>
    <inkml:brush xml:id="br0">
      <inkml:brushProperty name="width" value="0.05" units="cm"/>
      <inkml:brushProperty name="height" value="0.05" units="cm"/>
    </inkml:brush>
  </inkml:definitions>
  <inkml:trace contextRef="#ctx0" brushRef="#br0">19 129 5153,'-7'-21'5809,"5"15"-4281,-1-1 0,1 1 0,1-1 0,-1 1 0,0-11 0,4 18-1343,-1 0 0,0-1 1,0 1-1,0 0 0,1 0 1,-1 0-1,0 0 0,0 0 1,0 0-1,0 0 0,1 2 0,0-1-11,13 17-147,0 0-1,13 26 1,-14-22-24,27 32 1,-19-26 4,-14-19-3,0 0 0,0 0-1,13 11 1,-20-21 14,-1 1-1,1 0 1,0-1 0,0 1-1,0 0 1,-1-1 0,1 1 0,0-1-1,0 1 1,0-1 0,0 0 0,0 1-1,0-1 1,0 0 0,0 0 0,0 0-1,0 0 1,0 1 0,0-1-1,2-1 1,-2 1-4,-1-1 0,1 1-1,0 0 1,0-1 0,-1 1-1,1-1 1,-1 0 0,1 1-1,0-1 1,-1 0 0,1 1 0,-1-1-1,0 0 1,1 1 0,-1-1-1,1 0 1,-1 0 0,0 0-1,1-1 1,0-5 7,0 0 0,0 0-1,0 0 1,-1-11 0,0 14-74,-2-20-5,0 0 0,-10-39 0,7 43 104,2 1 1,0-1-1,1 0 0,0-29 0,2 48-35,0 0-1,0 0 1,0 0-1,0 0 0,1 0 1,-1 0-1,0 0 0,0 0 1,0 0-1,1 1 1,-1-1-1,1 0 0,-1 0 1,1 0-1,-1 0 1,1 0-1,-1 1 0,2-2 1,-1 2-15,-1-1 0,1 1 1,-1 0-1,1 0 0,-1 0 1,1 0-1,-1 0 0,1 0 0,-1 0 1,1 0-1,-1 1 0,1-1 1,-1 0-1,1 0 0,-1 0 1,1 1-1,-1-1 0,1 0 1,-1 0-1,0 1 0,1-1 1,-1 0-1,1 1 0,0 0 0,5 5-70,-1 0-1,1 1 0,5 10 1,-3-6 156,9 9-76,18 23 16,2-1-1,46 39 0,-78-77-10,0 0 0,0 0 0,1-1 0,-1 0 0,1 0 0,-1-1 0,1 1 0,11 2 0,-16-5-5,0 1-1,1-1 0,-1 0 1,1 0-1,-1 0 1,1 0-1,-1 0 0,1 0 1,-1 0-1,0 0 1,1 0-1,-1-1 0,1 1 1,-1-1-1,0 1 0,1-1 1,-1 0-1,0 1 1,1-1-1,-1 0 0,0 0 1,0 0-1,0 0 1,0 0-1,0 0 0,0 0 1,0 0-1,0 0 1,0 0-1,0-1 0,-1 1 1,1 0-1,-1-1 1,1 1-1,-1 0 0,1-1 1,-1 1-1,0-1 0,1 1 1,-1 0-1,0-1 1,0-1-1,0-8-68,1 0 1,-2-1-1,0 1 0,0 0 1,-1 0-1,-6-21 0,4 13-5,-4-22-1,8 40 70,0 1-1,0 0 0,0-1 0,0 1 1,-1-1-1,1 1 0,0-1 1,1 1-1,-1-1 0,0 1 0,0-1 1,0 1-1,0-1 0,0 1 1,0-1-1,0 1 0,1 0 0,-1-1 1,0 1-1,0-1 0,1 1 1,-1-1-1,1 1-11,-1 0-1,0 0 1,1 0 0,-1 0 0,1 0 0,-1 0 0,0 0-1,1 0 1,-1 0 0,1 0 0,-1 0 0,0 0-1,1 0 1,-1 0 0,0 0 0,1 0 0,-1 0-1,1 1 1,-1-1 0,1 0 0,20 16-474,-16-12 494,30 26-986,47 52 0,-71-71 306,11 14-2335,8 12-6372,-23-28 6810,2 2-2474</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3.237"/>
    </inkml:context>
    <inkml:brush xml:id="br0">
      <inkml:brushProperty name="width" value="0.05" units="cm"/>
      <inkml:brushProperty name="height" value="0.05" units="cm"/>
    </inkml:brush>
  </inkml:definitions>
  <inkml:trace contextRef="#ctx0" brushRef="#br0">21 8 5897,'9'-7'15772,"-13"6"-12877,1 3-2607,1 1-1,0-1 1,0 0 0,0 1 0,0-1 0,0 1-1,0-1 1,-2 5 0,3 0-203,-1 0 1,1-1-1,1 1 1,-1 0-1,1 0 1,0 0-1,1-1 1,1 11 0,0 2 12,2 9 5,1-1 1,10 32-1,4 25-5,15 71-73,-33-150-118,-2-4 11,1 1 0,1-1 0,-1 0 0,0 0-1,0 0 1,0 0 0,0 0 0,1 0 0,-1 0 0,0 0 0,1 0-1,-1 0 1,1 0 0,-1-1 0,1 1 0,0 0 0,-1 0-1,1 0 1,1 1 0</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3.657"/>
    </inkml:context>
    <inkml:brush xml:id="br0">
      <inkml:brushProperty name="width" value="0.05" units="cm"/>
      <inkml:brushProperty name="height" value="0.05" units="cm"/>
    </inkml:brush>
  </inkml:definitions>
  <inkml:trace contextRef="#ctx0" brushRef="#br0">10 140 4145,'-4'-11'5067,"3"9"-4546,0 0 0,1 0 0,-1 0 1,0 1-1,1-1 0,-1 0 0,1 0 0,0 0 1,0 0-1,0 0 0,0 0 0,0 0 0,0 0 1,0 0-1,0 0 0,1 0 0,-1 0 1,2-3-1,1 0-277,-1 0 0,1 1 0,0-1 0,0 1 0,1-1 0,0 1 0,-1 0 1,1 0-1,1 1 0,-1-1 0,0 1 0,1 0 0,0 0 0,0 0 0,-1 1 0,2-1 0,-1 1 1,9-2-1,5-1-222,0 1 1,1 0-1,38-1 0,-19 4-11,-1 2 0,1 1 0,0 2 0,-1 2 0,0 2-1,-1 1 1,1 1 0,55 25 0,-72-25-19,0 1 0,27 18 0,-40-23-29,0 0-1,0 1 1,0 0 0,-1 0-1,0 1 1,0 0-1,9 16 1,-14-22 21,-1 0 1,0 1-1,0-1 1,-1 0-1,1 1 0,0-1 1,-1 1-1,0-1 0,1 1 1,-1-1-1,0 1 1,0 0-1,0-1 0,-1 1 1,1-1-1,-1 1 0,1-1 1,-1 1-1,0-1 1,0 0-1,0 1 0,0-1 1,0 0-1,-1 0 0,1 0 1,-3 3-1,-3 4 20,0-1-1,-1-1 1,0 1-1,-17 11 1,2-4 30,0-1 0,-1-1 1,0-1-1,-36 12 0,20-11 6,-1-1 1,-49 6-1,25-8-409,22-4-2203,0 1-5957,22-4-2618</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4.580"/>
    </inkml:context>
    <inkml:brush xml:id="br0">
      <inkml:brushProperty name="width" value="0.05" units="cm"/>
      <inkml:brushProperty name="height" value="0.05" units="cm"/>
    </inkml:brush>
  </inkml:definitions>
  <inkml:trace contextRef="#ctx0" brushRef="#br0">13 1 1624,'-4'2'18419,"-3"2"-12643,7-4-5752,0 0-1,0 0 1,0 0 0,1 0 0,-1 0 0,0 0-1,0 1 1,0-1 0,0 0 0,0 0-1,0 0 1,1 0 0,-1 0 0,0 0 0,0 0-1,0 0 1,0 0 0,0 1 0,0-1-1,0 0 1,0 0 0,0 0 0,0 0 0,0 0-1,1 0 1,-1 0 0,0 1 0,0-1-1,0 0 1,0 0 0,0 0 0,0 0 0,0 0-1,0 1 1,0-1 0,0 0 0,0 0-1,0 0 1,0 0 0,0 0 0,-1 1 0,1-1-1,0 0 1,0 0 0,0 0-18,0 0 0,0 0 0,0 0 0,0 0 0,0 0 0,0 0 0,-1 0 0,1 0 0,0 0 0,0 0 0,0 0 0,0 0 0,0 0 0,0 0 0,0 0 0,0 0 0,0 0 0,-1 0 0,1 0 0,0 0-1,0 0 1,0 0 0,0 0 0,0 0 0,0 0 0,0 0 0,0 0 0,0 0 0,0 0 0,0 0 0,-1 0 0,1 0 0,0 0 0,0-1 0,0 1 0,0 0 0,0 0 0,0 0 0,0 0 0,0 0 0,0 0 0,0 0 0,0 0 0,0 0 0,0 0 0,0-1 0,0 1 0,0 0 0,0 0 0,0 0 0,0 0 0,0 0 0,0 0 0,0 0 0,0 0 0,0 0 0,0-1 0,0 1 0,0 0 0,0 0 0,-1 0 207,1 0-204,1 0 0,-1 0-1,0 0 1,0 1 0,0-1-1,0 0 1,0 0 0,0 0-1,0 0 1,0 0 0,0 0-1,0 0 1,0 0 0,0 0-1,0 0 1,0 0 0,0 0-1,0 0 1,0 0 0,0 0-1,0 0 1,0 0 0,0 1-1,0-1 1,0 0 0,0 0-1,0 0 1,0 0 0,0 0-1,0 0 1,0 0 0,0 0-1,0 0 1,0 0 0,0 0-1,0 0 1,0 0 0,0 1-1,0-1 1,0 0 0,0 0-1,0 0 1,0 0 0,0 0-1,0 0 1,0 0 0,0 0-1,1 2-15,0 0 0,0-1 0,0 1 0,0 0 0,-1 0 0,1 0 0,-1 0 0,1 0 0,-1 0 0,1 0 0,-1 0 0,0 1 0,0 2 0,1 6-15,11 46 31,20 57 0,-31-112-9,-1-1 0,7 22 6,1 0 0,0-1 1,18 32-1,-22-44 1,-4-9-9,0 0 1,1 0-1,-1 0 1,0 0-1,1 0 0,-1 0 1,1 0-1,-1 0 0,1-1 1,-1 1-1,1 0 0,0 0 1,-1-1-1,2 2 1,-1-1-11,-2 2-881,-9-2-7916,-11-8-1006,8 2 1563</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4.975"/>
    </inkml:context>
    <inkml:brush xml:id="br0">
      <inkml:brushProperty name="width" value="0.05" units="cm"/>
      <inkml:brushProperty name="height" value="0.05" units="cm"/>
    </inkml:brush>
  </inkml:definitions>
  <inkml:trace contextRef="#ctx0" brushRef="#br0">80 90 8,'1'-2'1089,"0"0"0,-1 0 0,1-1 0,-1 1-1,0 0 1,0-1 0,0 1 0,0 0 0,-1-5 0,1-14 6753,1 19-7557,-1 0 1,1 0-1,-1 0 1,1 0 0,0 0-1,-1 0 1,1 1-1,0-1 1,0 0-1,1 0 1,-1 1-1,0-1 1,0 1 0,1-1-1,-1 1 1,1-1-1,0 1 1,-1 0-1,3-1 1,-1 0-191,0 1-1,1 0 1,-1 0 0,0 0-1,1 0 1,-1 1 0,1-1 0,-1 1-1,1 0 1,4 0 0,6 2-173,1 1-1,-1 0 1,0 0 0,17 8 0,-26-10 77,-1 0-4,0 0-1,-1 0 1,1 1-1,-1-1 1,1 1-1,-1 0 1,0 0 0,0 0-1,1 0 1,-1 1-1,-1-1 1,4 4-1,-6-5-8,0 0-1,1 0 1,-1 0 0,0 0-1,0 0 1,-1 0-1,1 0 1,0 0 0,0 0-1,0 0 1,-1-1-1,1 1 1,0 0-1,-1 0 1,1 0 0,-1 0-1,1 0 1,-1-1-1,0 1 1,1 0-1,-1 0 1,0-1 0,1 1-1,-2 0 1,-18 17 18,1-7 52,-1-1-1,1 0 0,-1-2 0,-1 0 1,0-2-1,0 0 0,0-1 0,-40 3 1,27-7-1823</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5.587"/>
    </inkml:context>
    <inkml:brush xml:id="br0">
      <inkml:brushProperty name="width" value="0.05" units="cm"/>
      <inkml:brushProperty name="height" value="0.05" units="cm"/>
    </inkml:brush>
  </inkml:definitions>
  <inkml:trace contextRef="#ctx0" brushRef="#br0">28 311 8,'14'-7'15137,"-12"4"-14360,0 0 0,0 0 0,0 0 0,1 1 0,0-1 0,-1 1 1,6-4-1,25-16 307,-25 17-666,2-1-215,-1 0 1,0-1 0,0 0-1,-1 0 1,15-17-1,-20 20-132,0-1-1,0 1 0,-1-1 0,1 0 1,-1 1-1,0-1 0,-1 0 0,1 0 0,-1 0 1,0-1-1,0 1 0,0 0 0,-1 0 0,0-11 1,-1 11-29,1 1 1,-1-1 0,-1 0 0,1 0-1,0 1 1,-1-1 0,0 1-1,0-1 1,-1 1 0,1 0 0,-1 0-1,0 0 1,0 0 0,0 0-1,-1 1 1,-5-6 0,4 6-13,1-1-1,-1 1 1,0 0 0,0 0-1,0 0 1,-1 1 0,1 0-1,-1 0 1,1 0 0,-1 0-1,0 1 1,1 0 0,-11 0-1,13 1-27,0 0 0,1 0-1,-1 1 1,1-1 0,-1 1-1,1-1 1,-1 1 0,1 0-1,-1 0 1,1 0 0,-1 0 0,1 0-1,0 1 1,0-1 0,-4 4-1,3-2 2,1 0 0,-1 0-1,1 1 1,0-1 0,0 0-1,0 1 1,0-1 0,0 1 0,-1 6-1,1-1 10,0-1-1,1 1 1,-1 0-1,2 0 1,0 0-1,0-1 1,0 1-1,4 16 1,-3-18 16,0 0 0,1-1 0,0 1 0,1 0 0,0-1 0,6 12 0,-7-15 19,0-1-1,0 0 0,0 0 1,0 0-1,0 0 0,0 0 1,0 0-1,1-1 1,-1 1-1,1-1 0,-1 0 1,1 1-1,-1-1 1,1 0-1,0-1 0,0 1 1,-1 0-1,1-1 1,5 1-1,85 11 105,-18-2-171,-40-6-50,48 3-1701,-58-9-599,-10-2-6437</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5.993"/>
    </inkml:context>
    <inkml:brush xml:id="br0">
      <inkml:brushProperty name="width" value="0.05" units="cm"/>
      <inkml:brushProperty name="height" value="0.05" units="cm"/>
    </inkml:brush>
  </inkml:definitions>
  <inkml:trace contextRef="#ctx0" brushRef="#br0">1 175 8,'19'6'2676,"20"6"17057,-44-6-19572,4-11 273,1 0 0,-1 0 0,-1 0 1,1 0-1,-3-6 0,2 5-435,-1 0 0,2 0 0,-1 0 1,0-7-1,2 10 11,-1-8 112,0-1 1,1 1-1,2-13 0,-2 22-88,1-1-1,-1 0 1,1 0 0,0 1-1,-1-1 1,1 1 0,1-1-1,-1 1 1,0-1 0,0 1-1,1 0 1,0-1 0,-1 1-1,1 0 1,0 0 0,0 0-1,0 1 1,3-3 0,0 1-54,0 0 0,0 1 0,0 0-1,0 0 1,0 1 0,1-1 0,-1 1 0,1 0 0,-1 1 0,1-1 0,-1 1 0,1 0 0,10 2 0,2 1-1243,1 1 0,30 12 0,-45-14 866,2 0-1419,0 0 1,0 1-1,-1 0 0,7 4 0,3 3-9132</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7.184"/>
    </inkml:context>
    <inkml:brush xml:id="br0">
      <inkml:brushProperty name="width" value="0.05" units="cm"/>
      <inkml:brushProperty name="height" value="0.05" units="cm"/>
    </inkml:brush>
  </inkml:definitions>
  <inkml:trace contextRef="#ctx0" brushRef="#br0">394 112 6601,'-58'-34'8614,"-3"7"-4334,-64-13-1139,114 37-2981,0 1 1,-1 0-1,1 0 1,0 1 0,-1 1-1,1 0 1,0 0 0,-16 3-1,26-3-151,-1 1 0,1-1 0,-1 1 0,0-1 0,1 1-1,-1-1 1,1 1 0,-1 0 0,1 0 0,0 0 0,-1 0 0,1 0 0,0 0-1,0 0 1,0 0 0,-1 0 0,1 0 0,0 1 0,1-1 0,-1 1 0,0-1 0,0 0-1,0 1 1,1-1 0,-1 1 0,1 0 0,-1-1 0,1 1 0,0-1 0,0 1-1,0 0 1,0-1 0,0 1 0,0 0 0,0-1 0,0 1 0,0-1 0,1 1-1,-1 0 1,2 2 0,11 42 246,-8-27-172,26 121 362,-21-84-295,3 0 0,21 56-1,39 104-18,-61-168-140,-2-1-1,6 83 0,-14-107 4,0-7 7,-2 1 0,1-1 1,-2 1-1,-3 19 0,1 1 115,5-36 124,-1-1 0,1 1 1,0-1-1,0 0 0,0 0 0,0 0 0,0 0 1,0 0-1,0 0 0,2-1 0,-1 0-298,224-4 500,-160 5-561,-60 1-145,24-3-432,-30 2 382,0 0 0,1-1-1,-1 1 1,0 0-1,0-1 1,1 1-1,-1-1 1,0 0-1,0 1 1,0-1 0,2-1-1</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7.681"/>
    </inkml:context>
    <inkml:brush xml:id="br0">
      <inkml:brushProperty name="width" value="0.05" units="cm"/>
      <inkml:brushProperty name="height" value="0.05" units="cm"/>
    </inkml:brush>
  </inkml:definitions>
  <inkml:trace contextRef="#ctx0" brushRef="#br0">20 42 2545,'-6'-15'12959,"5"12"-11900,0 0 1,0 1-1,0-1 0,0 0 0,-1 1 1,1-1-1,-1 1 0,-1-3 519,3 15-880,0 14-679,2-1 1,1-1 0,10 39 0,28 66 63,-14-63-39,53 93 0,-75-148-40,34 63 53,-33-59-66,-1-1 0,0 1 1,6 26-1,-11-38-33,0 0 1,0-1 0,0 1-1,1 0 1,-1 0 0,0 0 0,0 0-1,0 0 1,0-1 0,0 1-1,0 0 1,-1 0 0,1 0-1,0 0 1,0 0 0,-1-1-1,1 1 1,0 0 0,-1 0 0,1-1-1,-1 1 1,1 0 0,-1 0-1,1-1 1,-1 1 0,0-1-1,1 1 1,-1 0 0,0-1-1,1 1 1,-1-1 0,0 0 0,0 1-1,1-1 1,-1 1 0,0-1-1,-1 0 1</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8.121"/>
    </inkml:context>
    <inkml:brush xml:id="br0">
      <inkml:brushProperty name="width" value="0.05" units="cm"/>
      <inkml:brushProperty name="height" value="0.05" units="cm"/>
    </inkml:brush>
  </inkml:definitions>
  <inkml:trace contextRef="#ctx0" brushRef="#br0">214 20 6401,'-1'-1'6713,"-4"-4"-2142,-11-1 372,-4-1-4030,10 7-768,1 0 0,-1 1 0,1 0 1,-1 0-1,1 1 0,-1 1 0,1-1 0,0 2 0,0-1 0,0 1 1,-9 6-1,12-7-115,1 0 1,0 0 0,1 0-1,-1 1 1,-4 4-1,7-6-15,1-1-1,-1 1 0,1 0 1,0 0-1,-1-1 0,1 1 1,0 0-1,0 0 0,0 1 0,1-1 1,-1 0-1,0 0 0,1 0 1,-1 0-1,1 1 0,0 1 0,0-3 22,0 0-1,0 0 0,1 0 0,-1-1 0,0 1 0,1 0 0,-1 0 0,1-1 0,-1 1 0,1 0 0,-1-1 0,1 1 1,-1 0-1,1-1 0,0 1 0,-1-1 0,1 1 0,0-1 0,0 1 0,-1-1 0,1 0 0,1 1 0,21 7 552,18 3-500,64 27 0,-9-2-17,-52-20-172,-25-9-21,0 0 0,0-2 0,0 0 0,22 3 0,-40-8 62,-1 0 0,1 0 1,0 0-1,-1 0 0,1 0 0,-1 0 1,1 0-1,0 0 0,-1 0 0,1 0 1,-1-1-1,1 1 0,0 0 1,-1 0-1,1-1 0,0 1 0,-1-1-148,0 1 0,0 0 0,1-1 0,-1 1 0,0-1 0,0 1 0,0-1 0,0 1 0,0 0 0,0-1 0,0 1 0,0-1 0,0 1 0,0-1 0,0 1 0,0-1 0,0 1 0,0 0 0,0-1 0,0 1 0,0-1 0,0 1 0,-1 0 0,1-1 0,0 1 0,0-1 0,-1 1 0,-17-25-10986,15 22 10019,-11-13-6190</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8.735"/>
    </inkml:context>
    <inkml:brush xml:id="br0">
      <inkml:brushProperty name="width" value="0.05" units="cm"/>
      <inkml:brushProperty name="height" value="0.05" units="cm"/>
    </inkml:brush>
  </inkml:definitions>
  <inkml:trace contextRef="#ctx0" brushRef="#br0">1 53 3209,'5'-3'2869,"1"-1"-1,-1 0 1,8-6 0,-9 6-2067,0 1-1,0 0 0,0 0 1,1 0-1,-1 0 0,1 1 1,5-3-1,-6 4-702,1-1-1,0 1 1,0 1 0,0-1-1,0 0 1,1 1-1,-1 0 1,0 1 0,0-1-1,9 2 1,-3 2-58,0-1 1,0 1 0,16 9-1,-21-9-49,-1 0 0,0 0 0,0 1 0,0 0 0,-1 0 0,0 0 0,0 0 0,0 0 0,0 1 0,2 6 0,-5-11 8,1 4 2,1 0-1,-1 1 1,0-1-1,0 0 1,-1 1-1,1-1 1,-1 1-1,0 6 1,0 48 159,-1-19 39,2 18 61,0 6-25,13 82-1,-13-139-223,22 111 127,19 60-58,-41-172-40,0 1 0,1-1 0,-1-1 0,1 1 0,1 0 0,-1-1 0,6 8 0,-6-11 33,0 0-1,0 0 1,0 0 0,6 4-1,-7-7-66,-1 0-39,-52 2-2639,13 0-713,-1-3-3580,19 0 2171,1-1-1655</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9.106"/>
    </inkml:context>
    <inkml:brush xml:id="br0">
      <inkml:brushProperty name="width" value="0.05" units="cm"/>
      <inkml:brushProperty name="height" value="0.05" units="cm"/>
    </inkml:brush>
  </inkml:definitions>
  <inkml:trace contextRef="#ctx0" brushRef="#br0">484 36 4561,'-5'1'4470,"-15"-4"-2255,19 2-1772,-101-14 8195,-52 0-4337,144 14-4237,0 0 1,-1 1-1,1 0 1,0 1-1,-1 0 0,1 0 1,0 1-1,0 1 1,-14 5-1,21-7-411,-1 0-1,1 1 1,-1-2 0,0 1 0,1 0-1,-1-1 1,0 1 0,0-1-1,-7-1 1,-18-5-10435,17 0 109</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49.373"/>
    </inkml:context>
    <inkml:brush xml:id="br0">
      <inkml:brushProperty name="width" value="0.05" units="cm"/>
      <inkml:brushProperty name="height" value="0.05" units="cm"/>
    </inkml:brush>
  </inkml:definitions>
  <inkml:trace contextRef="#ctx0" brushRef="#br0">296 29 8850,'-9'-2'8841,"-6"-6"-5863,-1-1-2277,6 6-578,1 1 0,-1 0 0,0 1 1,0 0-1,0 0 0,-19 2 0,8 2-607,0 0 0,-24 8 0,16-5-2256,7-2-2080,-7-1-5855</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57.496"/>
    </inkml:context>
    <inkml:brush xml:id="br0">
      <inkml:brushProperty name="width" value="0.05" units="cm"/>
      <inkml:brushProperty name="height" value="0.05" units="cm"/>
    </inkml:brush>
  </inkml:definitions>
  <inkml:trace contextRef="#ctx0" brushRef="#br0">7 37 8,'-7'-15'14621,"12"7"-12987,0 7-1464,0 0-1,-1 0 0,1 1 1,0 0-1,8 0 0,-4 0 653,12-9 1241,-20 8-1880,-1 2-183,0-1 0,0 0 1,0 0-1,1 0 0,-1 0 0,0 0 0,0 0 1,1 0-1,-1 0 0,0 0 0,0 0 0,1 0 1,-1 0-1,0 0 0,0 0 0,0 0 0,1 0 0,-1 0 1,0 0-1,0 0 0,1 0 0,-1 0 0,3-2 2674,-4 5-1511,2-3-1144,13 5-5071</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05.230"/>
    </inkml:context>
    <inkml:brush xml:id="br0">
      <inkml:brushProperty name="width" value="0.05" units="cm"/>
      <inkml:brushProperty name="height" value="0.05" units="cm"/>
    </inkml:brush>
  </inkml:definitions>
  <inkml:trace contextRef="#ctx0" brushRef="#br0">514 10 8,'180'10'338,"-102"-9"3105,-74-1-2498,21-10 13921,-32 21-16865,-1-8 2073,1-1 1,-1 0-1,0 0 0,0-1 0,1 0 1,-16 0-1,-48-7 768,38 2-640,-202-17 1316,215 20-1456,0 0 0,0 1 0,0 1 1,-1 1-1,1 0 0,-37 11 0,19-1-5,25-8 200,0 1 0,-1-2-1,1 0 1,-1-1 0,-18 1 373,40-7 2068,-3 0-2643,1-1-40,-6 5-15,0 0 1,0 0-1,0 0 1,0 0-1,0 0 0,0 0 1,0 0-1,0 0 1,0 0-1,0 0 1,0 0-1,0 0 0,-1 0 1,1 0-1,0 0 1,0 0-1,0 0 0,0 0 1,0 0-1,0 0 1,0 0-1,0 0 1,0 0-1,0-1 0,0 1 1,0 0-1,0 0 1,0 0-1,0 0 0,0 0 1,0 0-1,0 0 1,0 0-1,0 0 1,0 0-1,0 0 0,0 0 1,0 0-1,0 0 1,0 0-1,0 0 1,0-1-1,0 1 0,0 0 1,0 0-1,0 0 1,0 0-1,0 0 0,0 0 1,0 0-1,0 0 1,0 0-1,1 0 1,-1 0-1,0 0 0,0 0 1,0 0-1,0 0 1,0 0-1,0 0 0,0 0 1,-1 2-32,0-3-26,0 1 30,0 0 0,0-1 1,-1 1-1,1 0 0,0 0 1,0 0-1,-1 0 0,1 0 0,0 0 1,0 0-1,-1 0 0,1 0 1,0 1-1,0-1 0,0 1 1,-2 0-1,-4 0-77,3-1 89,1 0 0,-1 1 0,0-1 0,1 1 0,-1 0 0,0 0 0,1 0 0,-1 0 0,-6 4 0,3-2 24,-1-1 8,7-1-10,5 0-4,-2 0-9,1 0 1,-1 1 0,0 0 0,0-1-1,0 1 1,0 0 0,0 0-1,0 0 1,-1 0 0,1 1 0,-1-1-1,2 3 1,6 7-9,4 0 35,1 0 1,0 0-1,0-1 1,2-1-1,27 14 0,-6-3-18,-12-7-2,1-1 1,37 12-1,57 14 10,-101-34-5,52 16 17,2-1-49,77 34 1,-149-54 22,17 10-36,-17-10 36,-1 0 0,0 0 0,0 0 0,1 0 0,-1 0 0,0 0 0,0 0-1,0 0 1,1 0 0,-1 1 0,0-1 0,0 0 0,1 0 0,-1 0 0,0 0 0,0 1 0,0-1 0,0 0-1,1 0 1,-1 0 0,0 1 0,0-1 0,0 0 0,0 0 0,0 0 0,0 1 0,0-1 0,1 0 0,-1 0 0,0 1-1,0-1 1,0 0 0,0 0 0,0 1 0,0-1 0,0 0 0,0 0 0,0 1 0,-1-1 0,1 0 0,0 0 0,0 1-1,0-1 1,0 0 0,0 0 0,0 1 0,0-1 0,-1 0 0,1 0 0,0 0 0,0 1 0,0-1 0,0 0-1,-1 0 1,1 0 0,0 0 0,0 1 0,-1-1 0,-18 8 6,-1-1 0,0-1-1,-1 0 1,-28 3 0,-5 1-45,-65 27 58,0-1-35,107-33 16,0 0-1,1 1 1,-1 0-1,1 1 1,-21 13 0,26-14 3,0 0 0,0 1 0,1-1 1,0 1-1,-1 1 0,2-1 1,-1 1-1,0 0 0,1 0 0,0 0 1,-3 8-1,4-5-10,0 0 0,0 0 0,1 1 0,1-1 0,-1 14 0,1-13-3,0-1 0,0 1 0,-1-1 0,-1 0 0,-3 10 1,0-9-19,5-9 27,0 1 0,0-1 0,0 0 0,0 0 0,0 1-1,1-1 1,-1 0 0,0 1 0,1-1 0,-1 1 0,1-1 0,-1 4 0,1-5 14,0 0-6,1 1 10,0 0 0,-1 0 0,1-1-1,0 1 1,0-1 0,0 1 0,0-1 0,0 1-1,0-1 1,0 0 0,0 0 0,0 1 0,0-1 0,0 0-1,0 0 1,2 0 0,19 3 191,227-1 289,-195-3-437,44-1-672,170 0 1764,-135 7-3801,-1 9-5555,-108-11 1983,-4 2-2895</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06.277"/>
    </inkml:context>
    <inkml:brush xml:id="br0">
      <inkml:brushProperty name="width" value="0.05" units="cm"/>
      <inkml:brushProperty name="height" value="0.05" units="cm"/>
    </inkml:brush>
  </inkml:definitions>
  <inkml:trace contextRef="#ctx0" brushRef="#br0">5 28 1712,'-2'-18'23625,"2"18"-23580,0 0 0,0 0 0,0 0 0,0 0 0,0 0 0,-1 0 0,1 0 0,0 0 0,0 0 0,0 0 0,0 0 0,0 0 0,0 0 0,0 0 0,0 0 0,-1 0 0,1 0 0,0 0 0,0 0 0,0 0 1,0 1-1,0-1 0,0 0 0,0 0 0,0 0 0,0 0 0,0 0 0,0 0 0,-1 0 0,1 0 0,0 0 0,0 0 0,0 1 0,0-1 0,0 0 0,0 0 0,0 0 0,0 0 0,0 0 0,0 0 0,0 0 0,0 0 0,0 1 0,0-1 0,0 0 0,0 0 0,0 0 0,0 0 0,0 0 0,0 0 0,0 0 0,11 20-140,24 44 117,-2 16-20,-24-58 36,-8-21-30,0-2 25,1 0 1,-1 1 0,1-1 0,-1 0-1,1 0 1,-1-1 0,0 1 0,0 0 0,0 0-1,0-1 1,1 1 0,-2 0 0,1-1 0,0 1-1,1-4 1,2-1-17,27-40-26,27-55-1,-46 84 37,-5 10-34,-7 7 3,0 0 1,1 0-1,-1 0 0,0-1 1,0 1-1,0 0 0,0 0 0,1 0 1,-1 0-1,0 0 0,0 0 0,0 0 1,1 0-1,-1 0 0,0 0 1,0 0-1,0 0 0,1 1 0,-1-1 1,0 0-1,0 0 0,0 0 0,1 0 1,-1 0-1,0 0 0,0 0 1,0 0-1,0 0 0,0 1 0,1-1 1,-1 0-1,0 0 0,0 0 0,0 1 1,3 3-13,1-1 0,-1 1 1,1 0-1,5 4 0,-4-5 15,-1 1 0,0 0 0,7 8 0,50 60-76,-55-66 59,3 3-272,1-1 0,20 14-1,-11-8-2444,-14-12-605</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06.540"/>
    </inkml:context>
    <inkml:brush xml:id="br0">
      <inkml:brushProperty name="width" value="0.05" units="cm"/>
      <inkml:brushProperty name="height" value="0.05" units="cm"/>
    </inkml:brush>
  </inkml:definitions>
  <inkml:trace contextRef="#ctx0" brushRef="#br0">265 53 6113,'-7'-1'10160,"-13"-4"-7783,12 3-1068,-175-37 1938,150 34-3898,19 4-3645</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06.730"/>
    </inkml:context>
    <inkml:brush xml:id="br0">
      <inkml:brushProperty name="width" value="0.05" units="cm"/>
      <inkml:brushProperty name="height" value="0.05" units="cm"/>
    </inkml:brush>
  </inkml:definitions>
  <inkml:trace contextRef="#ctx0" brushRef="#br0">339 75 6225,'-19'-7'2556,"-69"-22"4786,-46-6-2212,128 34-5068,0 0 1,0 1-1,0-1 1,0 1 0,0 0-1,-8 1 1,12 0-248,-1-1 0,1 1 0,0-1 0,0 1 1,0 0-1,0-1 0,0 1 0,0 0 0,0 0 0,0 1 1,1-1-1,-1 0 0,0 1 0,1-1 0,-1 1 0,0-1 0,1 1 1,0 0-1,-1 0 0,-1 3 0,-4 15-8626</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07.166"/>
    </inkml:context>
    <inkml:brush xml:id="br0">
      <inkml:brushProperty name="width" value="0.05" units="cm"/>
      <inkml:brushProperty name="height" value="0.05" units="cm"/>
    </inkml:brush>
  </inkml:definitions>
  <inkml:trace contextRef="#ctx0" brushRef="#br0">138 87 6881,'-4'-1'1074,"-12"-5"4020,-27-5 1,39 10-4814,0 1 1,1-1 0,-1 1-1,0 0 1,1 0-1,-1 0 1,0 0-1,1 1 1,-1 0 0,0-1-1,1 1 1,-1 1-1,1-1 1,-4 2-1,5-2-259,1 0-1,0 0 1,-1 1-1,1-1 1,0 1-1,0-1 1,0 1-1,0-1 1,0 1-1,1-1 1,-1 1-1,0 0 1,1-1-1,-1 1 1,1 0-1,0 0 1,-1-1-1,1 1 1,0 0-1,0 0 0,0-1 1,0 1-1,0 0 1,1 3-1,0-1 13,0 0 0,0 0 0,0 0 0,1 0 0,-1 0 0,1 0 0,0-1 0,0 1 0,5 6 0,2-1 2,1 1 1,0-2-1,0 0 0,1 0 1,1 0-1,-1-2 1,1 1-1,0-2 1,0 1-1,1-2 1,0 0-1,-1 0 1,1-1-1,1-1 0,-1 0 1,0-1-1,1 0 1,-1-1-1,0 0 1,16-3-1,-24 2 10,-1 0 0,0 0 0,0 0 0,0-1 0,0 1 0,0-1 0,0 0 0,0 0 0,-1 0 0,1-1 0,0 1 0,-1-1 0,5-5-1,-6 6-19,-1-1-1,1 1 1,-1 0-1,0 0 0,1-1 1,-1 1-1,0 0 0,-1-1 1,1 1-1,0-1 1,-1 0-1,1 1 0,-1-1 1,0 1-1,0-1 0,0 0 1,0 1-1,-1-1 1,1 1-1,0-1 0,-1 0 1,0 1-1,-2-5 0,-1-1 2,0 0 1,-1 0-1,0 0 0,0 0 0,-1 1 0,0 0 0,-12-11 0,-54-39-30,66 52-4,0 1 0,-1 0 0,1 1 0,-1 0 0,0 0 0,0 0 1,-13-3-1,15 5-340,1 1 0,-1-1 1,0 1-1,0 0 0,-6 1 0,6 0-915,1-1-1,-1 1 1,1 1 0,-1-1-1,-8 5 1,-1 1-9438</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0.176"/>
    </inkml:context>
    <inkml:brush xml:id="br0">
      <inkml:brushProperty name="width" value="0.05" units="cm"/>
      <inkml:brushProperty name="height" value="0.05" units="cm"/>
    </inkml:brush>
  </inkml:definitions>
  <inkml:trace contextRef="#ctx0" brushRef="#br0">38 115 632,'-1'-1'654,"0"-1"-1,0 1 1,0 0 0,-1 0-1,1 0 1,0 0-1,-1 0 1,1 0 0,0 0-1,-1 1 1,1-1-1,-19-4 13473,20 15-14063,-1-3 92,0 0 0,0 0 1,1 0-1,0 0 1,0 0-1,1 1 0,0-1 1,0 0-1,3 7 1,22 63 708,-22-68-853,7 17 95,1 0-1,1-1 0,2-1 1,18 25-1,-24-36-72,10 11 37,-20-33 322,-1-1-1,1 1 1,-1 0 0,-5-14 0,-8-7-395,-22-33 0,22 40 23,1-1 0,-18-43-1,28 57-17,3 7 0,-1-1 0,1 1-1,-1-1 1,1 1-1,0-1 1,1 0 0,-1 0-1,0 1 1,1-1-1,0 0 1,1-6 0,-1 9-5,0 1 1,0 0 0,0 0 0,0 0 0,0 0 0,0 0 0,0-1 0,0 1 0,1 0 0,-1 0-1,0 0 1,0 0 0,0 0 0,0 0 0,0-1 0,1 1 0,-1 0 0,0 0 0,0 0-1,0 0 1,0 0 0,1 0 0,-1 0 0,0 0 0,0 0 0,0 0 0,0 0 0,1 0-1,-1 0 1,0 0 0,0 0 0,0 0 0,1 0 0,-1 0 0,0 0 0,0 0 0,0 0 0,0 0-1,1 0 1,-1 1 0,0-1 0,0 0 0,0 0 0,0 0 0,0 0 0,1 0 0,-1 0-1,0 0 1,0 1 0,0-1 0,0 0 0,10 9-138,-9-8 130,53 55-68,-21-19 63,41 31-1,-61-57 18,1 0-1,0-2 0,1 1 1,0-2-1,1 0 0,29 10 1,-37-16-5,46 13-4,-50-14 12,0 0 0,1 0-1,-1-1 1,0 0 0,1 0 0,-1 0-1,0 0 1,0-1 0,1 0 0,5-1 0,-9 1 0,0 0 1,0 1-1,1-1 1,-1 0-1,0 0 1,0 0-1,0 0 1,0 0-1,0 0 1,-1 0-1,1 0 1,0 0-1,0-1 1,-1 1-1,1 0 1,-1 0-1,1-1 1,-1 1-1,1 0 1,-1-1-1,0 1 1,0 0-1,1-1 1,-1 1-1,0-1 1,0 1-1,-1 0 1,1-3 0,-1-3-5,-1 0 0,1 0 0,-1 0 0,-4-9 0,-11-20-101,-1 1 1,-34-49-1,6 11-785,17 25-816,9 17-3564,18 25 1921</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0.520"/>
    </inkml:context>
    <inkml:brush xml:id="br0">
      <inkml:brushProperty name="width" value="0.05" units="cm"/>
      <inkml:brushProperty name="height" value="0.05" units="cm"/>
    </inkml:brush>
  </inkml:definitions>
  <inkml:trace contextRef="#ctx0" brushRef="#br0">459 78 6489,'-3'-1'9833,"-7"-2"-7591,-20-5 440,-68-16 221,-179-17-1832,249 40-1746,15 4-2381</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0.915"/>
    </inkml:context>
    <inkml:brush xml:id="br0">
      <inkml:brushProperty name="width" value="0.05" units="cm"/>
      <inkml:brushProperty name="height" value="0.05" units="cm"/>
    </inkml:brush>
  </inkml:definitions>
  <inkml:trace contextRef="#ctx0" brushRef="#br0">34 33 8546,'-14'-16'9223,"-1"0"-4381,15 16-4816,0 0 0,0 0 0,0 0-1,0 0 1,0 0 0,0 0 0,0 0-1,0 0 1,0 0 0,0 0 0,0 0-1,-1 0 1,1 0 0,0 0 0,0 0-1,0 0 1,0 0 0,0 0 0,0 0-1,0 0 1,0 0 0,0 0 0,0 0-1,0 0 1,0 0 0,0 0 0,-1 0-1,1 0 1,0 0 0,0 0-1,0 0 1,0 0 0,0 0 0,0 0-1,0 0 1,0 0 0,0 0 0,0 0-1,0 0 1,0 0 0,0 0 0,0 0-1,0 0 1,0 0 0,0 1 0,0-1-1,-1 0 1,1 0 0,0 0 0,0 0-1,0 0 1,0 0 0,0 0 0,0 0-1,0 0 1,0 0 0,-1 8 361,1 10-544,0-15 311,0 12-81,2 0 1,-1 0 0,2-1 0,0 1-1,1-1 1,1 1 0,0-1 0,1-1-1,7 16 1,1-5-270,1-1 1,1 0-1,1-1 0,19 20 0,-19-20-2764,-9-6-6325</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2.906"/>
    </inkml:context>
    <inkml:brush xml:id="br0">
      <inkml:brushProperty name="width" value="0.05" units="cm"/>
      <inkml:brushProperty name="height" value="0.05" units="cm"/>
    </inkml:brush>
  </inkml:definitions>
  <inkml:trace contextRef="#ctx0" brushRef="#br0">1 0 784,'3'1'17594,"6"4"-17005,26 30-18,-9-1-128,3-2 0,56 51 0,79 44 55,-139-110-542,37 17 1</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3.234"/>
    </inkml:context>
    <inkml:brush xml:id="br0">
      <inkml:brushProperty name="width" value="0.05" units="cm"/>
      <inkml:brushProperty name="height" value="0.05" units="cm"/>
    </inkml:brush>
  </inkml:definitions>
  <inkml:trace contextRef="#ctx0" brushRef="#br0">232 13 3969,'-4'0'989,"-9"-4"2622,-1 1 0,0 1-1,-17-2 1,28 4-3321,-1 0 0,1 0 0,-1 0 0,1 1 0,-1-1 0,1 1-1,0 0 1,-1 0 0,1 0 0,0 0 0,0 1 0,-1-1 0,1 1 0,0 0 0,1-1 0,-1 2 0,0-1-1,-3 4 1,5-6-275,-2 3 45,1 0 1,-1 0-1,0 0 0,1 0 0,0 0 0,0 0 0,0 1 1,0-1-1,0 1 0,1 0 0,0-1 0,-1 1 0,1 0 1,0 7-1,0-8-39,1 4 34,-1 0 0,1 0 0,1 11 0,0-10-52,0-1-1,-1 1 0,0 0 1,0-1-1,-1 1 1,0-1-1,0 1 0,-1-1 1,-3 10-1,4-13-43,-1 0 1,0 1-1,0-1 0,0 0 0,-1 0 0,-3 5 0,-9 3-3430,13-11 2020,0 0 0,0 0 0,0 0 0,0-1 0,0 1 0,0-1 1,-3 1-1</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4.130"/>
    </inkml:context>
    <inkml:brush xml:id="br0">
      <inkml:brushProperty name="width" value="0.05" units="cm"/>
      <inkml:brushProperty name="height" value="0.05" units="cm"/>
    </inkml:brush>
  </inkml:definitions>
  <inkml:trace contextRef="#ctx0" brushRef="#br0">206 34 5033,'8'-10'9642,"1"-10"-3040,-9 20-6542,0-1 0,0 1 1,0 0-1,0 0 1,0 0-1,0 0 0,0 0 1,0 0-1,0 0 1,0-1-1,0 1 0,0 0 1,0 0-1,0 0 1,1 0-1,-1 0 0,0 0 1,0 0-1,0 0 1,0 0-1,0-1 0,0 1 1,0 0-1,0 0 1,0 0-1,0 0 1,0 0-1,1 0 0,-1 0 1,0 0-1,0 0 1,0 0-1,0 0 0,0 0 1,0 0-1,0 0 1,1 0-1,-1 0 0,0 0 1,0 0-1,0 0 1,0 0-1,0 0 0,0 0 1,1 0-1,2 6 238,-3-5-338,0 0 0,1 1 0,-1-1 1,0 0-1,0 0 0,0 1 0,0-1 0,0 0 0,0 0 0,-1 1 0,1-1 0,0 0 0,-1 0 0,0 3 0,-1-1 62,-1-1 0,1 1 0,-1 0 0,0-1 0,0 1 0,0-1 0,0 0 0,0 0 0,0 0 0,-1-1 0,1 1-1,0-1 1,-1 0 0,1 0 0,-1 0 0,0 0 0,1 0 0,-6-1 0,-8 2 46,0-2 0,-27-2 0,11-1 3,-18-2 138,50 5-172,12 14-17,31 101 67,-16-42-108,-19-52 19,2 11 19,7 51 0,-8-38-6,0 4 2,-1-9 8,16 56 1,-22-94-14,0 0 0,-1 0 0,1 0 0,0-1 0,0 1 0,0 0-1,0-1 1,0 1 0,3 2 0,-4-4 64,17 0 615,3-2-544,0 0 0,0-1 0,28-8 0,-25 5-258,1 2 0,26-3 0,-41 6-199,20-1-936,-12-4-3352</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4.721"/>
    </inkml:context>
    <inkml:brush xml:id="br0">
      <inkml:brushProperty name="width" value="0.05" units="cm"/>
      <inkml:brushProperty name="height" value="0.05" units="cm"/>
    </inkml:brush>
  </inkml:definitions>
  <inkml:trace contextRef="#ctx0" brushRef="#br0">17 98 5353,'-6'-4'13603,"-1"1"-9407,7 4-4172,-1 1 1,1-1-1,-1 0 1,1 0-1,-1 0 0,1 0 1,0 0-1,0 0 1,0 0-1,-1 1 1,1-1-1,0 0 1,1 0-1,-1 0 1,0 0-1,0 1 1,0-1-1,1 2 1,8 22 180,-8-22-176,1 1 0,1-1 0,-1 0 0,0 0 0,1 0-1,0 0 1,-1 0 0,1 0 0,0-1 0,1 1 0,-1-1 0,5 3-1,-2-2 7,0 0 0,0-1-1,0 1 1,1-1 0,-1 0-1,12 2 1,-17-4-18,0 0 0,-1 0-1,1 0 1,0 0 0,0 0 0,-1 0 0,1 0 0,0 0-1,0 0 1,-1-1 0,1 1 0,0 0 0,0 0 0,-1-1 0,1 1-1,0 0 1,-1-1 0,1 1 0,0-1 0,-1 1 0,1-1-1,-1 1 1,2-2 0,-1 1-5,-1 0 0,1-1 0,0 1 0,-1-1 0,1 1 0,-1-1 0,0 1 0,1 0-1,-1-1 1,0 1 0,0-3 0,0-2-13,-1-1 0,1 1 0,-1 0 0,-1 0 0,-1-7 0,-10-18 2,9 24 10,1 0 0,0-1 0,0 1 0,1-1 0,0 1 0,0-1 0,1 0 0,0 1 0,0-11 0,1 17-9,0 1-1,1-1 1,-1 0-1,0 1 1,0-1 0,1 1-1,-1-1 1,0 0 0,1 1-1,-1-1 1,1 1-1,-1-1 1,1 1 0,-1-1-1,1 1 1,-1 0-1,1-1 1,-1 1 0,1-1-1,0 1 1,-1 0-1,1 0 1,0-1 0,-1 1-1,1 0 1,0 0 0,-1 0-1,1 0 1,0 0-1,-1 0 1,1 0 0,0 0-1,-1 0 1,2 0-1,2 0-14,-1 1 0,1-1 0,-1 1 0,1 0 0,4 1-1,14 8 4,-1 1-1,29 20 1,-7-5 5,51 21 24,-81-39-36,-11-7-129,-1 0 0,0 0-1,0 0 1,1 0 0,-1-1 0,0 1 0,1-1 0,-1 1 0,0-1 0,1 1 0,-1-1 0,3 0 0</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5.296"/>
    </inkml:context>
    <inkml:brush xml:id="br0">
      <inkml:brushProperty name="width" value="0.05" units="cm"/>
      <inkml:brushProperty name="height" value="0.05" units="cm"/>
    </inkml:brush>
  </inkml:definitions>
  <inkml:trace contextRef="#ctx0" brushRef="#br0">1 78 1040,'1'-4'1561,"1"-1"0,-1 0 1,1 1-1,0 0 0,0-1 0,1 1 0,2-4 0,-1 3-597,0 0 1,0 0-1,0 1 0,0-1 1,6-3-1,-8 7-921,0 0 1,0 0-1,0 0 0,0 1 1,0-1-1,0 1 0,0-1 1,0 1-1,0 0 0,0-1 1,0 1-1,0 0 0,0 1 1,0-1-1,0 0 0,0 1 1,0-1-1,0 1 0,0-1 1,0 1-1,3 2 1,1-1-60,-1 1 0,0 0 0,0 0 0,0 0 0,0 1 0,5 5 1,3 3-12,1 2-14,1 1 0,-2 0 0,22 32 0,-32-42 9,0 1 1,-1-1-1,0 1 0,0 0 1,0 0-1,-1 0 0,1 11 1,0 3-46,-3 20 1,1-14 39,-1 14 30,-1-30 11,2-1-1,-1 1 0,1-1 0,1 1 0,0-1 0,0 1 0,1-1 0,0 1 0,1-1 0,4 10 0,0-5 15,2-1 0,0 1 0,0-1 0,1-1-1,18 17 1,9 12-25,-35-38-1,0-1 1,0 1-1,0 0 0,-1-1 1,1 1-1,0 0 0,-1 0 1,0 1-1,0-1 0,0 0 1,1 6-1,-2-7-3,0-1 0,0 1 0,0-1 0,-1 1 0,1-1 0,0 1 0,-1-1 0,1 1 0,-1-1 0,0 1 0,1-1 0,-1 1 0,0-1 0,0 0 0,0 1 0,0-1 0,0 0 0,0 0 1,0 0-1,0 0 0,0 0 0,-1 0 0,1 0 0,0 0 0,-1 0 0,-2 1 0,-5 1 3,0 1 1,-1-1-1,1 0 1,-1-1-1,0 0 1,-11 1-1,-22-1-1448,3-2-3460,28 0 2407,-7 0-6188</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7.798"/>
    </inkml:context>
    <inkml:brush xml:id="br0">
      <inkml:brushProperty name="width" value="0.05" units="cm"/>
      <inkml:brushProperty name="height" value="0.05" units="cm"/>
    </inkml:brush>
  </inkml:definitions>
  <inkml:trace contextRef="#ctx0" brushRef="#br0">0 138 8,'25'6'6903,"-6"-1"-4923,6 0-588,-1-2-1,1-1 0,0-1 1,0-1-1,30-4 1,-48 3-998,0 0 0,-1-1 0,1 0 0,-1 0-1,10-4 1,-14 5-268,-1 0 1,1 0-1,-1 0 0,1 0 0,-1 0 0,1 0 0,-1-1 0,0 1 0,0 0 0,1-1 0,-1 1 0,0-1 0,0 0 0,-1 1 0,1-1 0,0 0 0,0 1 0,-1-1 0,1 0 0,-1 0 0,0 0 0,1 1 0,-1-1 0,0-3 0,-1 0-83,1 1-1,-1-1 1,0 1-1,-1-1 1,1 1 0,-1-1-1,0 1 1,0 0-1,0-1 1,-1 1-1,1 0 1,-1 1-1,0-1 1,0 0-1,0 1 1,-1 0 0,-6-6-1,7 7-45,0-1 0,-1 1-1,1 0 1,0 0 0,-1 0 0,1 0-1,-1 1 1,0-1 0,1 1-1,-1 0 1,0 0 0,0 1 0,0-1-1,0 1 1,0-1 0,0 1 0,0 0-1,0 1 1,1-1 0,-1 1 0,0 0-1,-5 1 1,7 0 0,-1-1 0,0 1 0,1-1 0,0 1 0,-1 0 0,1 0 0,0 0 1,0 0-1,0 0 0,0 0 0,0 1 0,-2 3 0,-1 4 9,0 0 0,-3 12 0,-7 13 22,13-31-25,0 0 0,0 0 0,1 0 0,-1 0 0,1 0 0,0 1 0,-1 7 0,2-10 29,0 0 1,0 0-1,0-1 0,0 1 1,0 0-1,1 0 0,-1 0 1,1 0-1,-1 0 0,1-1 1,-1 1-1,1 0 0,0 0 1,0-1-1,0 1 0,0 0 1,0-1-1,1 1 0,-1-1 0,2 2 1,9 5 106,0-1-1,1 1 1,-1-2 0,2 0-1,-1-1 1,20 6 0,-16-6-140,104 29 256,-107-31-392,0-1 0,0 0 1,0-1-1,-1-1 0,1 0 1,28-4-1,-40 4-213,0-1 0,1 0-1,-1 1 1,0-1 0,0 0 0,1 0 0,-1-1 0,2 0 0,-3 1-290,0 0 1,0 1 0,-1-1 0,1 0-1,0 0 1,-1 1 0,1-1 0,0 0 0,-1 0-1,1 0 1,-1 0 0,1-2 0</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8.265"/>
    </inkml:context>
    <inkml:brush xml:id="br0">
      <inkml:brushProperty name="width" value="0.05" units="cm"/>
      <inkml:brushProperty name="height" value="0.05" units="cm"/>
    </inkml:brush>
  </inkml:definitions>
  <inkml:trace contextRef="#ctx0" brushRef="#br0">362 39 3129,'-5'-10'8708,"5"10"-8385,-1 0-1,1-1 1,-1 1 0,-15-12 4090,9 9-4052,0 1-1,1-1 1,-1 1-1,0 1 1,0-1-1,0 1 1,0 0-1,0 1 1,0 0-1,-1 0 1,-7 1-1,-12 3 138,-40 9 0,67-13-495,-20 6-18,1 1 0,-31 14 0,23-8-880,5-6-1943,8-2-3370</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8.844"/>
    </inkml:context>
    <inkml:brush xml:id="br0">
      <inkml:brushProperty name="width" value="0.05" units="cm"/>
      <inkml:brushProperty name="height" value="0.05" units="cm"/>
    </inkml:brush>
  </inkml:definitions>
  <inkml:trace contextRef="#ctx0" brushRef="#br0">30 30 3225,'-6'-21'10759,"3"13"-5592,11 18-3896,26 41-1170,-3 1 0,24 57 1,-40-76-88,30 76 42,-26-63-37,-14-36-23,-1 0-1,0 0 1,0 1-1,-1-1 1,0 1-1,-1 0 1,0 0 0,1 16-1,-3-25 6,0 0 1,0 0-1,-1 1 0,1-1 0,-1 0 1,1 0-1,-1 0 0,1 0 1,-1 0-1,0 0 0,0 0 0,0 0 1,0 0-1,-1 0 0,1 0 0,0 0 1,-1-1-1,1 1 0,-1-1 0,0 1 1,1-1-1,-1 0 0,0 1 1,0-1-1,0 0 0,0 0 0,0 0 1,0-1-1,0 1 0,0 0 0,-1-1 1,1 1-1,0-1 0,0 0 1,0 0-1,-1 0 0,1 0 0,0 0 1,0 0-1,0-1 0,-4 0 0,-15-5 139,1-1 0,-34-16-1,44 17-74,-1 0 0,1 0 0,1-1 0,-1 0 0,1-1 0,-13-13 0,21 19-50,-1 1 0,1-1-1,0 0 1,-1 1 0,1-1 0,0 0 0,0 0-1,0 0 1,0 1 0,1-1 0,-1 0 0,0 0-1,1 0 1,-1-1 0,1 1 0,0 0 0,0 0-1,0 0 1,0 0 0,0 0 0,0 0 0,0 0-1,1 0 1,-1 0 0,1 0 0,-1 0 0,1 0-1,0 0 1,0 0 0,0 0 0,0 0 0,0 0-1,0 1 1,1-1 0,-1 0 0,0 1 0,1-1-1,3-1 1,2-3-71,1 0 1,0 1-1,0 0 0,0 1 0,1-1 0,-1 2 0,12-4 1,59-22-3743,-74 27 1824,-1 0 0,1 0 0,0-1 0,-1 1 0,5-5 0,1 1-4209</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9.034"/>
    </inkml:context>
    <inkml:brush xml:id="br0">
      <inkml:brushProperty name="width" value="0.05" units="cm"/>
      <inkml:brushProperty name="height" value="0.05" units="cm"/>
    </inkml:brush>
  </inkml:definitions>
  <inkml:trace contextRef="#ctx0" brushRef="#br0">0 37 7746,'10'-22'11447,"-10"21"-11256,1 0-1,-1 0 1,0 0-1,1 0 0,0 0 1,-1 1-1,1-1 1,-1 0-1,1 0 0,0 1 1,0-1-1,-1 0 1,1 1-1,0-1 0,0 1 1,0-1-1,0 1 0,0-1 1,0 1-1,1-1 1,-1 2-223,0-1 1,-1 1-1,1-1 1,0 1-1,0-1 1,-1 1-1,1-1 1,-1 1 0,1-1-1,0 1 1,-1 0-1,1-1 1,-1 1-1,0 0 1,1 0-1,-1-1 1,1 1-1,-1 0 1,0 0 0,0 0-1,1 1 1,4 19-988,-5 7-2175,-6-2-3643,0-6-3749</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19.864"/>
    </inkml:context>
    <inkml:brush xml:id="br0">
      <inkml:brushProperty name="width" value="0.05" units="cm"/>
      <inkml:brushProperty name="height" value="0.05" units="cm"/>
    </inkml:brush>
  </inkml:definitions>
  <inkml:trace contextRef="#ctx0" brushRef="#br0">0 42 8,'6'-5'6654,"2"-4"460,4 1-4090,-4 5-2451,1-1 1,0 1-1,0 1 1,0-1 0,0 2-1,0-1 1,1 1-1,9 1 1,75 6 409,-86-6-839,-4 1-109,13 1 195,24 5 0,-38-6-211,1 0-1,-1 0 1,1 0-1,-1 0 1,0 1-1,1 0 1,-1-1-1,0 1 1,0 0 0,0 1-1,0-1 1,0 0-1,3 4 1,-6-4-23,1 0 0,0 0-1,0-1 1,0 1 0,-1 0 0,1 0 0,-1 0 0,0 0 0,0 0 0,1 0-1,-1 0 1,0 0 0,-1 0 0,1 0 0,0 0 0,0 0 0,-1 0 0,0 2-1,-2 5-22,-1 0 0,-6 12 0,8-17 25,-8 15 13,-25 31-1,27-39-8,5-7 6,1-1-1,0 0 1,0 1-1,1-1 1,-1 1 0,1 0-1,0-1 1,-1 1-1,2 0 1,-1 0-1,0 0 1,1 0 0,0-1-1,0 1 1,0 0-1,0 0 1,0 0 0,2 4-1,-1-7 31,0-1 0,-1 1 0,1-1 0,0 0 0,0 1 0,0-1 0,0 0 0,0 0 0,-1 0 0,1 1 0,0-1 0,0 0 0,0 0 0,0 0 1,0-1-1,0 1 0,0 0 0,0 0 0,1-1 0,20-4 55,17-8-518,-3 1-3783,-12 2-5272</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20.133"/>
    </inkml:context>
    <inkml:brush xml:id="br0">
      <inkml:brushProperty name="width" value="0.05" units="cm"/>
      <inkml:brushProperty name="height" value="0.05" units="cm"/>
    </inkml:brush>
  </inkml:definitions>
  <inkml:trace contextRef="#ctx0" brushRef="#br0">28 3 6025,'-1'-1'498,"0"1"0,0-1 0,0 1 0,0 0 0,0 0 0,0-1 0,0 1-1,0 0 1,0 0 0,0 0 0,0 0 0,0 0 0,0 0 0,0 1 0,1-1 0,-1 0-1,0 0 1,0 1 0,0-1 0,0 1 0,0-1 0,0 0 0,0 1 0,0 0 0,-1 0 0,2 0-376,0 1 1,-1-1-1,1 0 1,0 0-1,0 1 1,0-1 0,0 0-1,0 0 1,0 0-1,0 1 1,0-1-1,0 0 1,1 0 0,-1 0-1,1 1 1,-1-1-1,1 0 1,-1 0 0,1 0-1,-1 0 1,2 1-1,4 8-85,0-1 1,0-1-1,1 1 0,0-1 0,1 0 0,0-1 0,11 9 0,-12-11-845,0 0 1,1-1-1,-1 0 0,1 0 0,13 5 0,-18-9-623,1 1 1,-1 0-1,0-1 0,0 1 1,1-1-1,-1 0 1,7 0-1,1-3-4233</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20.336"/>
    </inkml:context>
    <inkml:brush xml:id="br0">
      <inkml:brushProperty name="width" value="0.05" units="cm"/>
      <inkml:brushProperty name="height" value="0.05" units="cm"/>
    </inkml:brush>
  </inkml:definitions>
  <inkml:trace contextRef="#ctx0" brushRef="#br0">1 1 3297,'0'1'13873,"1"11"-12858,3-4-698,0 0-1,0 0 0,1 0 0,0-1 1,1 0-1,12 13 0,-15-16-259,22 23-306,1-1 0,1-2-1,55 40 1,-68-58-2460,-14-6 2450,0 0 1,1 0 0,-1 0-1,0 0 1,1 0 0,-1 0 0,0 0-1,1 0 1,-1 0 0,0 0-1,0 0 1,1 0 0,-1 0-1</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20.540"/>
    </inkml:context>
    <inkml:brush xml:id="br0">
      <inkml:brushProperty name="width" value="0.05" units="cm"/>
      <inkml:brushProperty name="height" value="0.05" units="cm"/>
    </inkml:brush>
  </inkml:definitions>
  <inkml:trace contextRef="#ctx0" brushRef="#br0">444 12 4673,'-4'2'9574,"-2"-1"-4697,-16-3-3895,14 1 271,-21-2-477,-14-2-529,0 2 0,-1 2 0,-57 6 1,29 6-2097,23-4-6653,27-4-2047</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20.962"/>
    </inkml:context>
    <inkml:brush xml:id="br0">
      <inkml:brushProperty name="width" value="0.05" units="cm"/>
      <inkml:brushProperty name="height" value="0.05" units="cm"/>
    </inkml:brush>
  </inkml:definitions>
  <inkml:trace contextRef="#ctx0" brushRef="#br0">8 39 3537,'-2'-6'4017,"1"0"1,-1 0 0,1 0-1,-1-9 1,3 22-3927,1 0-1,-1-1 1,1 1 0,1-1-1,-1 1 1,1-1 0,5 10-1,-1-3 24,24 51 131,70 108 1,-75-138-1769,60 62 0,-79-92-2243</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21.273"/>
    </inkml:context>
    <inkml:brush xml:id="br0">
      <inkml:brushProperty name="width" value="0.05" units="cm"/>
      <inkml:brushProperty name="height" value="0.05" units="cm"/>
    </inkml:brush>
  </inkml:definitions>
  <inkml:trace contextRef="#ctx0" brushRef="#br0">59 3 4681,'-4'-3'16843,"-3"11"-15093,-4 5-1020,7-9-624,0 0-1,0 1 1,1 0 0,0 0 0,-5 8 0,4-4-22,3-8-75,1 0 1,-1-1 0,0 1 0,1 0 0,0-1-1,-1 1 1,1 0 0,-1 0 0,1-1-1,0 1 1,0 0 0,-1 0 0,1 0-1,0-1 1,0 1 0,0 0 0,0 0 0,0 0-1,0 0 1,0 0 0,0-1 0,0 1-1,0 0 1,1 0 0,-1 0 0,0 0-1,1-1 1,-1 1 0,0 0 0,1 0-1,-1-1 1,1 1 0,-1 0 0,1-1 0,-1 1-1,1-1 1,0 1 0,-1 0 0,2 0-1,2 1 50,1 1-1,-1-1 1,1 0-1,0 0 1,0-1-1,-1 1 1,1-1-1,0 0 1,7 0-1,48 1 114,-46-2-144,267-7-1554,-271 7 1893</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21.795"/>
    </inkml:context>
    <inkml:brush xml:id="br0">
      <inkml:brushProperty name="width" value="0.05" units="cm"/>
      <inkml:brushProperty name="height" value="0.05" units="cm"/>
    </inkml:brush>
  </inkml:definitions>
  <inkml:trace contextRef="#ctx0" brushRef="#br0">1 63 6521,'0'2'14792,"2"2"-12989,14 15-1390,6 6-138,-4-11-181,1-1 1,1-1 0,22 10-1,-25-13-72,-8-4-15,1-1 0,14 5 0,-21-8-2,0 0-1,0 0 1,0 0 0,0-1 0,1 0-1,-1 1 1,0-1 0,0 0 0,0-1-1,1 1 1,-1 0 0,5-2 0,-7 1-2,0 1 0,0-1 0,-1 1 1,1-1-1,0 0 0,0 1 0,0-1 1,-1 0-1,1 1 0,0-1 0,-1 0 1,1 0-1,-1 0 0,1 0 0,-1 0 1,1 0-1,-1 1 0,0-1 0,1 0 1,-1 0-1,0 0 0,0 0 0,1 0 1,-1 0-1,0 0 0,0-1 0,-1 0 1,1-4-24,-1 0 0,1 0 1,-4-8-1,3 8 12,-17-50-72,13 42 93,0 0 1,1 0-1,-2-19 0,5 33-8,1-1 0,0 1 0,0 0 0,0 0 0,0-1 0,0 1 0,0 0 0,0 0 0,0-1 0,0 1 0,0 0 0,0-1 0,0 1 0,0 0 0,0 0 0,0-1 0,1 1 0,-1 0 0,0 0 0,0-1 1,0 1-1,0 0 0,0 0 0,1-1 0,-1 1 0,0 0 0,0 0 0,0 0 0,1-1 0,-1 1 0,0 0 0,0 0 0,10 3 12,11 13-106,-17-13 107,147 114-121,-67-55-668,-64-44-2355</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22.585"/>
    </inkml:context>
    <inkml:brush xml:id="br0">
      <inkml:brushProperty name="width" value="0.05" units="cm"/>
      <inkml:brushProperty name="height" value="0.05" units="cm"/>
    </inkml:brush>
  </inkml:definitions>
  <inkml:trace contextRef="#ctx0" brushRef="#br0">383 126 3833,'0'-4'1593,"0"0"1,-1 1-1,0-1 0,0 1 1,-2-7-1,-3-14 2961,-10-49 3771,13 88-8006,0 0 0,-1-1 0,-9 25 0,7-21-194,-5 14-66,0 0 1,-2-1-1,-1-1 1,-2 0-1,-19 28 1,10-22-11,2 1 1,1 1-1,2 1 0,2 0 1,-26 82-1,6-8 426,22-66-2846,0 0-6155,12-38 1952</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23.260"/>
    </inkml:context>
    <inkml:brush xml:id="br0">
      <inkml:brushProperty name="width" value="0.05" units="cm"/>
      <inkml:brushProperty name="height" value="0.05" units="cm"/>
    </inkml:brush>
  </inkml:definitions>
  <inkml:trace contextRef="#ctx0" brushRef="#br0">122 96 5601,'-1'-1'1115,"0"0"-1,-1-1 1,1 1-1,-1 0 1,0 0-1,1 0 0,-1 0 1,0 0-1,-2 0 1,3 0-624,0 1-1,0 0 1,0 0 0,-1-1 0,1 1-1,0 0 1,0 0 0,0 0 0,0 1-1,0-1 1,-1 0 0,1 0-1,-1 1 1,0 0-225,1-1 1,0 1-1,-1 0 0,1 0 1,0 0-1,0-1 0,0 1 1,0 1-1,-1-1 0,0 2 0,0-1-363,1 1 1,-1-1-1,1 1 0,0-1 0,-1 1 0,0 3 0,0 3 149,1 0 1,-1 0-1,1 0 0,1 0 1,0 0-1,0 0 0,3 17 1,-1-15-9,0 0 1,1 0 0,0 0-1,1 0 1,10 19 0,-7-19-16,1 1 0,1-1 0,9 10 0,-7-9-7,-5-5 58,-8-9 232,-7-12 50,6 8-335,0-1 1,0 1 0,-6-9-1,-4-8-14,-11-23 23,6 12 31,1-2 0,-24-68 0,40 99-48,0 1 0,1-1 1,-1 0-1,1 0 0,0 1 0,0-1 1,2-9-1,-2 13-16,0 1 1,0-1-1,1 0 0,-1 0 1,0 0-1,1 0 1,-1 0-1,1 1 0,-1-1 1,1 0-1,-1 0 1,1 1-1,-1-1 1,1 0-1,0 1 0,-1-1 1,1 0-1,0 1 1,0-1-1,0 1-8,0-1 0,0 1 0,0 0 0,1 0 0,-1 0 0,0 0 0,0 0 0,0 0 0,0 1 1,0-1-1,0 0 0,0 0 0,0 1 0,0-1 0,0 1 0,0-1 0,0 1 0,0-1 0,0 1 0,-1 0 0,2 0 0,105 86-92,-38-29 68,-40-34 32,91 65-13,-106-80 18,1-1 1,0 0-1,0-2 0,1 1 0,-1-2 0,31 8 0,-44-13 1,0 0 0,-1 1 1,1-1-1,0 0 0,0 0 0,-1 0 0,1 0 0,0 0 0,-1-1 0,1 1 0,0 0 0,0-1 0,-1 1 0,1-1 0,-1 0 1,1 1-1,0-1 0,-1 0 0,0 0 0,2-1 0,-1 0-3,-1 1 1,0-1 0,1 0-1,-1 0 1,0 0-1,0 0 1,0 0 0,-1 0-1,1 0 1,0 0-1,-1 0 1,1 0-1,0-4 1,-1-3-9,0 0 1,0 0-1,-1 0 0,0 0 0,-1 1 1,-3-14-1,1 8-322,-30-87-435,27 87-1403,-10-20-1,12 26-569,-1 0 0,0 1-1,-9-10 1,-1 3-8261</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27.025"/>
    </inkml:context>
    <inkml:brush xml:id="br0">
      <inkml:brushProperty name="width" value="0.05" units="cm"/>
      <inkml:brushProperty name="height" value="0.05" units="cm"/>
    </inkml:brush>
  </inkml:definitions>
  <inkml:trace contextRef="#ctx0" brushRef="#br0">1 99 8,'1'-3'367,"0"-1"0,0 1 0,0 0 0,-1-1 0,1 1 0,-1-1 0,0 1 0,0-1 0,0 0 0,0-3 0,-1 5 125,1-1 0,0 1 1,-1-1-1,1 1 0,0-1 1,1 0-1,-1 1 0,0-1 1,1 1-1,0-1 0,-1 1 1,1-1-1,0 1 0,0 0 1,0-1-1,1 1 0,-1 0 1,3-3-1,-3 4-77,4-4 1292,-5 4-1681,0 1 1,1 0 0,-1 0-1,0 0 1,0 0 0,0 0-1,0 0 1,0 0 0,0 0-1,0 0 1,0 0 0,0 0-1,1 0 1,-1 0 0,0 0-1,0 0 1,0 0 0,0 0-1,0 0 1,0 0 0,0 0-1,0 0 1,1 0 0,-1 0-1,0 0 1,0 0 0,0 0-1,0 0 1,0 0 0,0 0 0,0 0-1,0 0 1,0 1 0,1-1-1,-1 0 1,0 0 0,0 0-1,0 0 1,0 0 0,0 0-1,0 0 1,0 0 0,0 0-1,0 0 1,0 1 0,0-1-1,0 0 1,0 0 0,0 0-1,0 0 1,0 0 0,0 0-1,0 0 1,0 0 0,0 1-1,0-1 1,0 0 0,0 0-1,0 0 1,0 0 0,0 0-1,0 0 1,0 0 0,13 15 1005,-8-5-468,0 1 0,0-1 0,-1 1-1,0 0 1,2 13 0,21 186 2266,-11-86-1619,-3 41-440,0-25-180,-6-85-351,0 78 0,-6-119-169,0 1-1,4 16 1,-2-17-15,-1 1 0,1 18 0,-7 196 400,4-214-415,0 25 44,9 72 1,-8-98-58,0 1 0,-1 19 0,-1-20 13,1 0 0,3 21 0,-2-17-25,-1-14 3,0 0 0,1 0 1,-1 0-1,3 6 0,2 34 158,4-21 130,-13-23-2201,-6 1-5299</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52.331"/>
    </inkml:context>
    <inkml:brush xml:id="br0">
      <inkml:brushProperty name="width" value="0.05" units="cm"/>
      <inkml:brushProperty name="height" value="0.05" units="cm"/>
    </inkml:brush>
  </inkml:definitions>
  <inkml:trace contextRef="#ctx0" brushRef="#br0">1 39 8,'0'-8'6420,"0"7"-5688,0-1 1,-1 1-1,1 0 0,0-1 1,0 1-1,0 0 1,1-1-1,-1 1 0,0 0 1,0-1-1,1 1 0,-1 0 1,2-3-1,10-5 6416,-13 9-7113,1 0 1,0 0-1,-1 0 0,1 1 0,0-1 0,0 0 1,-1 0-1,1 0 0,0 1 0,0-1 0,0 0 1,-1 0-1,1 1 0,0-1 0,0 0 0,0 0 1,0 1-1,-1-1 0,1 0 0,0 0 0,0 1 1,0-1-1,0 0 0,0 1 0,3 11 44,1-1 111,-1 1 0,3 20 0,2 6 128,27 79 275,-10-36-428,-21-66-645,20 77 1453,-20-61-3072,-2 1-3405</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52.754"/>
    </inkml:context>
    <inkml:brush xml:id="br0">
      <inkml:brushProperty name="width" value="0.05" units="cm"/>
      <inkml:brushProperty name="height" value="0.05" units="cm"/>
    </inkml:brush>
  </inkml:definitions>
  <inkml:trace contextRef="#ctx0" brushRef="#br0">678 2 8,'26'4'18291,"-39"-5"-15399,-66-4-679,-120 9-1,135 2-1617,-78 18 0,53-7-3845,-1-5-9457,63-10 1866</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5:53.626"/>
    </inkml:context>
    <inkml:brush xml:id="br0">
      <inkml:brushProperty name="width" value="0.05" units="cm"/>
      <inkml:brushProperty name="height" value="0.05" units="cm"/>
    </inkml:brush>
  </inkml:definitions>
  <inkml:trace contextRef="#ctx0" brushRef="#br0">49 1 352,'-5'5'24793,"5"-4"-24695,-1 0 0,0 0 0,0 0 0,1 0 0,-1 0 0,1 0 0,-1 0 0,1 0 1,0 1-1,-1-1 0,1 1 0,-1 18-12,0 0 0,1 0 0,2 0 0,0 0 0,5 20 0,-4-20-46,8 40 70,-5-35-74,-1 1-1,1 47 0,-6-64-27,-1 27 36,1-33-36,0-1-1,-1 0 0,1 1 0,-1-1 0,0 0 0,0 0 0,0 0 0,0 1 1,0-1-1,0 0 0,0 0 0,-3 2 0,2-6 261,0-1-1,0 0 1,1-1 0,-1 1-1,-2-6 1,-9-37-250,1 0 1,3-1-1,-6-83 0,13 59-16,3 64 16,-1-1-1,1 1 0,1-1 1,-1 1-1,1 0 1,0 0-1,4-9 1,-5 16-18,-1-1 0,0 1 0,0 0 0,0-1 0,1 1 0,-1 0 0,0-1 0,1 1 0,-1 0 0,0-1 0,0 1 0,1 0 0,-1 0 0,1-1 0,-1 1 0,0 0 0,1 0 0,-1-1 0,1 1 0,-1 0 0,0 0 0,1 0 0,-1 0 0,1 0 0,-1 0 1,1 0-1,-1 0 0,0 0 0,1 0 0,-1 0 0,1 0 0,-1 0 0,1 0 0,-1 0 0,1 0 0,-1 1 0,0-1 0,1 0 0,-1 0 0,0 0 0,1 1 0,-1-1 0,1 0 0,-1 0 0,0 1 0,0-1 0,1 0 0,-1 1 0,19 21-133,-14-15 150,167 183-15,-162-181-8,19 20 12,2-2 1,1 0-1,52 31 0,-61-46 8,-22-11-4,0-1 0,0 1-1,1-1 1,-1 1 0,0-1 0,0 0 0,1 1 0,-1-1 0,0 0 0,0 0 0,1 0 0,-1 0 0,0 0 0,0 0-1,1 0 1,-1 0 0,2-1 0,-2-1 15,0 0 1,0 0-1,0 0 0,-1 0 1,1 0-1,0 0 0,-1 0 0,1 0 1,-1 0-1,0-3 0,1 2-8,-1-8-9,0 0 0,-1 0-1,0 0 1,-1 0 0,0 1 0,0-1 0,-8-18 0,1-2 13,7 24-86,-3-10-291,0 0 0,2 0-1,0-1 1,0 1 0,2-36 0,1 51 91,1-23-4105,-3 9-5202</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29.364"/>
    </inkml:context>
    <inkml:brush xml:id="br0">
      <inkml:brushProperty name="width" value="0.05" units="cm"/>
      <inkml:brushProperty name="height" value="0.05" units="cm"/>
    </inkml:brush>
  </inkml:definitions>
  <inkml:trace contextRef="#ctx0" brushRef="#br0">0 158 8,'3'-4'450,"1"0"0,-2-1 1,1 1-1,0-1 0,2-6 0,5-9 3458,-8 16-3437,0 2-184,-1 0-1,0-1 1,1 1-1,-1 0 1,0-1-1,0 1 0,0-1 1,0 1-1,-1-1 1,1 1-1,-1-1 0,1 1 1,-1-1-1,0 0 1,0 1-1,0-1 1,-1-4-1,0 4-49,1 0 0,0-1 0,0 1 0,0 0-1,0-1 1,1 1 0,1-7 0,0-9 2018,-2 19-2166,0 0 0,0 1 0,0-1 0,0 0-1,0 0 1,0 1 0,0-1 0,0 0 0,1 0 0,-1 0-1,0 1 1,0-1 0,0 0 0,0 0 0,0 0 0,0 1-1,0-1 1,1 0 0,-1 0 0,0 0 0,0 0 0,0 0-1,0 1 1,1-1 0,-1 0 0,0 0 0,0 0 0,0 0-1,1 0 1,-1 0 0,0 0 0,0 0 0,0 0 0,1 0-1,-1 1 1,0-1 0,0 0 0,1 0 0,-1 0 0,0-1-1,0 1 1,0 0 0,1 0 0,-1 0 0,0 0 0,0 0 0,0 0-1,1 0 1,-1 0 0,0 0 0,0 0 0,0-1 0,1 1-1,-1 0 1,0 0 0,0 0 0,0 0 0,0 0 0,0-1-1,1 1 1,-1 0 0,5 88 1046,0-25-308,1-24-205,-3-25-310,-1 1 1,1 19 0,-2 16 149,0-23-183,-3 41 0,1-55-162,1 1-1,0 0 1,0 0 0,6 27-1,3 6 60,-3-18-103,-4-23-57,0 1-1,-1 0 1,0 0-1,0 7 1,-1 5 10,6 154 392,-4-157-411,0 7 90,2 1 0,6 23-1,18 39 55,-22-70-129,-1-1-1,0 1 1,3 21 0,11 48-5,-16-73-11,0 12 9,5 124 28,-7-142-49,-1 1-1,1-1 1,0 0-1,0 1 1,1-1-1,0 0 1,4 9-1,-2-4-2728,-3-5-888</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30.506"/>
    </inkml:context>
    <inkml:brush xml:id="br0">
      <inkml:brushProperty name="width" value="0.05" units="cm"/>
      <inkml:brushProperty name="height" value="0.05" units="cm"/>
    </inkml:brush>
  </inkml:definitions>
  <inkml:trace contextRef="#ctx0" brushRef="#br0">1 48 432,'3'-10'5617,"-3"9"-5022,1 0 0,-1 0 0,0 0 0,1 0 0,-1 0 1,0 1-1,1-1 0,0 0 0,-1 0 0,1 0 0,-1 0 1,1 1-1,0-1 0,0 0 0,1 0 0,2-3-235,1 1-1,0 1 1,0-1-1,0 1 0,0 0 1,0 0-1,1 1 1,-1-1-1,1 1 0,-1 0 1,1 1-1,-1-1 1,12 2-1,6 0-304,0 2 0,23 5-1,-27-4 302,7 1-225,-4-2 34,0 1 0,-1 1 0,1 2 0,27 11 0,-49-18-163,0 0-1,1 0 1,-1 0-1,0 0 1,0 0-1,0 1 1,0-1-1,0 0 1,1 0-1,-1 0 1,0 0-1,0 1 1,0-1-1,0 0 1,0 0-1,0 0 1,1 0-1,-1 1 1,0-1-1,0 0 0,0 0 1,0 0-1,0 1 1,0-1-1,0 0 1,0 0-1,0 0 1,0 1-1,0-1 1,0 0-1,0 0 1,0 1-1,0-1 1,0 0-1,0 0 1,-1 0-1,1 0 1,0 1-1,0-1 1,-9 10 178,-15 7 207,-30 4 97,42-17-416,0 1 1,0 0 0,0 0 0,1 1 0,-17 12-1,26-17-47,1-1-1,0 1 1,0 0-1,0 0 1,0 0-1,0 0 1,0 0 0,0 0-1,1 0 1,-1 0-1,0 1 1,0-1-1,1 0 1,-1 0-1,1 1 1,-1-1-1,1 0 1,0 1-1,-1-1 1,1 0-1,0 1 1,0 2-1,1-2 37,-1 0 0,1-1 0,0 1-1,-1 0 1,1 0 0,0-1 0,0 1 0,0-1-1,1 1 1,-1-1 0,0 1 0,0-1 0,1 0-1,2 2 1,4 3 111,1-1-1,0 0 1,0 0 0,19 6-1,-11-6-72,1 0 1,1-1-1,34 3 0,57-5-42,-79-2-115,20-3 208,-25 1-2332,-1 1-7470</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36.078"/>
    </inkml:context>
    <inkml:brush xml:id="br0">
      <inkml:brushProperty name="width" value="0.05" units="cm"/>
      <inkml:brushProperty name="height" value="0.05" units="cm"/>
      <inkml:brushProperty name="color" value="#00A0D7"/>
    </inkml:brush>
  </inkml:definitions>
  <inkml:trace contextRef="#ctx0" brushRef="#br0">10 36 8,'-6'-15'3336,"3"-1"3586,3 16-6805,0 0-1,-1 0 0,1 0 1,0 0-1,0-1 0,0 1 1,0 0-1,0 0 0,0 0 1,0 0-1,1-1 0,-1 1 1,0 0-1,1-2 1513,-1 2-1513,0 0 0,0 0 1,0 0-1,1 0 0,-1 0 1,0 0-1,0 0 0,0 0 1,0 0-1,1 0 0,-1-1 1,0 1-1,0 0 0,0 0 1,0 0-1,1 0 1,-1 0-1,0 1 0,0-1 1,0 0-1,0 0 0,1 0 1,-1 0-1,0 0 0,0 0 1,0 0-1,0 0 0,1 0 1,2 1 718,2 17-726,5 12 379,5 17 528,31 64 1,-4-28-418,67 148 42,-94-196-592,-8-19-40,0 0 1,-2 0-1,0 0 1,5 29-1,-10-35 218,-2-8-1800,-6-15-4583,-1-2 35,-2 3-1947</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36.577"/>
    </inkml:context>
    <inkml:brush xml:id="br0">
      <inkml:brushProperty name="width" value="0.05" units="cm"/>
      <inkml:brushProperty name="height" value="0.05" units="cm"/>
      <inkml:brushProperty name="color" value="#00A0D7"/>
    </inkml:brush>
  </inkml:definitions>
  <inkml:trace contextRef="#ctx0" brushRef="#br0">110 92 8,'-4'-8'1542,"0"3"-47,1-2 1,0 1-1,0 0 1,1-1-1,0 1 1,0-1-1,0 0 1,1 0-1,-1-10 1,2 17-1421,0-1 1,0 1 0,0 0-1,0-1 1,0 1 0,0 0-1,0-1 1,1 1-1,-1 0 1,0-1 0,0 1-1,0 0 1,0-1-1,0 1 1,1 0 0,-1-1-1,0 1 1,0 0-1,0-1 1,1 1 0,-1 0-1,0 0 1,1-1-1,-1 1 1,0 0 0,0 0-1,1 0 1,-1-1 0,1 1-1,12 1 783,17 12-858,-26-11 85,109 68-19,-53-30-12,36 27-118,-135-82-549,-264-141 1041,294 152-362,6 2-35,0 0 0,0 0-1,-1 1 1,1 0 0,0-1-1,-1 1 1,1 0 0,-1 1 0,1-1-1,-5 0 1,7 1-21,1 1 0,-1-1 0,1 0 0,-1 0 0,0 1 0,1-1 0,-1 0 0,1 1 0,-1-1 0,1 1 0,-1-1 0,1 1 0,-1-1 0,1 1 0,0-1 0,-1 1 0,1-1 0,0 1 0,-1-1 0,1 1 0,0 0-1,0-1 1,-1 1 0,1 0 0,0-1 0,0 1 0,0 0 0,0-1 0,0 1 0,0 0 0,0-1 0,0 1 0,0 0 0,1 0 0,5 26 328,-4-23-273,21 56 318,-17-45-714,1 0 0,-2 1 0,0-1 0,-1 1 0,4 31 0,-8-19-6836,-2-16-3014</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37.578"/>
    </inkml:context>
    <inkml:brush xml:id="br0">
      <inkml:brushProperty name="width" value="0.05" units="cm"/>
      <inkml:brushProperty name="height" value="0.05" units="cm"/>
      <inkml:brushProperty name="color" value="#00A0D7"/>
    </inkml:brush>
  </inkml:definitions>
  <inkml:trace contextRef="#ctx0" brushRef="#br0">334 126 1088,'-3'-6'1579,"0"1"0,0 0 1,-1 0-1,0 0 0,0 0 0,0 1 0,-8-7 0,3 5-338,1 0 0,-2 0 0,-16-8 0,1 3-67,-2 2 0,-36-9 0,52 15-784,0 1 0,0 0-1,-14 0 1,22 2-318,-1 0 0,1 0 1,-1 0-1,1 1 0,-1-1 0,1 1 1,-1 0-1,1 0 0,-1 0 0,1 1 0,0-1 1,0 1-1,0-1 0,-4 4 0,6-4-43,-1 1-1,1 0 1,-1 0-1,1 0 1,0 0-1,-1 0 1,1 0-1,1 0 1,-1 0-1,0 1 1,0-1-1,1 0 1,-1 0-1,0 4 1,1 3 66,-1-1 0,2 15-1,1-9-17,0-1-1,1 1 1,0 0-1,1-1 0,1 0 1,9 19-1,46 74 122,-50-91-176,83 125 65,15 25-76,-98-147-23,48 84-1,-46-78-25,-2 0 1,12 36-1,-14-25-120,-7-32 87,-1 0 0,0-1 0,1 1 1,-1 0-1,0 0 0,0 0 0,-1 0 0,1 0 0,-2 5 0,2-7 5,0-1 0,0 1 0,-1-1-1,1 0 1,0 1 0,0-1 0,0 0-1,-1 1 1,1-1 0,0 0 0,0 0-1,-1 1 1,1-1 0,0 0 0,-1 0-1,1 1 1,0-1 0,-1 0 0,1 0-1,0 0 1,-1 0 0,1 1 0,-1-1-1,1 0 1,0 0 0,-1 0 0,1 0-1,-1 0 1,-11-5-2063,-7-14-2899,2-11-4003,8 12 1739</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37.781"/>
    </inkml:context>
    <inkml:brush xml:id="br0">
      <inkml:brushProperty name="width" value="0.05" units="cm"/>
      <inkml:brushProperty name="height" value="0.05" units="cm"/>
      <inkml:brushProperty name="color" value="#00A0D7"/>
    </inkml:brush>
  </inkml:definitions>
  <inkml:trace contextRef="#ctx0" brushRef="#br0">401 23 5217,'-1'0'3632,"-6"-2"-2075,-116-15 8561,87 15-9424,0 1 0,1 1 0,-46 7 0,75-6-717,1 0 1,-1 1 0,1-1 0,0 1 0,0 0 0,0 0 0,0 0 0,0 1-1,0 0 1,-6 5 0,9-6-476,0 0 0,-1 0 0,1 0-1,0 1 1,1-1 0,-1 1 0,-1 2 0,3-4 247,-1-1 0,1 0-1,0 1 1,0-1 0,0 0 0,0 1 0,0-1 0,0 1 0,0-1 0,0 0 0,0 1-1,0-1 1,0 0 0,0 1 0,0-1 0,0 0 0,0 1 0,0-1 0,0 0 0,1 1-1,-1-1 1,0 0 0,0 1 0,0-1 0,1 0 0,-1 1 0</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38.502"/>
    </inkml:context>
    <inkml:brush xml:id="br0">
      <inkml:brushProperty name="width" value="0.05" units="cm"/>
      <inkml:brushProperty name="height" value="0.05" units="cm"/>
      <inkml:brushProperty name="color" value="#00A0D7"/>
    </inkml:brush>
  </inkml:definitions>
  <inkml:trace contextRef="#ctx0" brushRef="#br0">250 127 3833,'-4'-4'1706,"-1"0"1,1 0-1,-1 1 1,-9-5-1,-4-1 1140,-20-6-1,31 12-2074,-4-1-31,-1 1 1,0-1-1,0 2 1,-18-3-1,27 5-680,0 0-1,-1-1 1,1 1-1,0 0 1,-1 1-1,1-1 0,0 1 1,0-1-1,-1 1 1,1 0-1,0 0 1,0 0-1,0 1 1,0-1-1,0 1 0,0-1 1,0 1-1,1 0 1,-1 0-1,1 1 1,-3 2-1,3-3-33,1 0 1,0 1-1,0-1 0,0 0 0,1 1 0,-1-1 1,1 1-1,-1-1 0,1 1 0,0-1 0,0 1 1,0-1-1,0 1 0,0-1 0,1 5 1,0-3 14,0 1 1,0-1 0,1 1 0,-1-1 0,1 0 0,0 0 0,4 7 0,3 1-13,1-2 1,0 1-1,0-1 1,1-1-1,0 0 0,1-1 1,0 0-1,0 0 1,1-1-1,0-1 0,0 0 1,0-1-1,1 0 1,0-1-1,0-1 0,0 0 1,0-1-1,16 0 1,-22-2-25,-1 0 0,0-1 0,0 0 0,0 0 0,0-1 0,10-3 0,-15 4-6,0 1 1,0-1-1,-1 0 1,1 0-1,0 0 1,0 0-1,-1 0 1,1 0-1,0 0 1,-1-1 0,0 1-1,1-1 1,-1 1-1,0-1 1,1 0-1,-1 1 1,0-1-1,0 0 1,0 0 0,-1 1-1,1-1 1,0 0-1,-1 0 1,1 0-1,-1 0 1,1-3-1,-2-1-2,0 0-1,0 0 1,0 0-1,-1 0 1,0 0-1,0 0 1,0 1-1,-1-1 1,0 1-1,0 0 1,0 0-1,-1 0 1,0 0-1,1 0 1,-7-5-1,-7-6 3,-2 0 0,-26-19-1,38 30-12,0 0-1,-1 1 1,1-1-1,-1 1 1,0 1-1,0 0 1,-10-3-1,17 5-52,-1 1-1,1 0 1,-1 0-1,1 0 1,-1 0-1,1 0 1,-1 0-1,1 0 1,0 1-1,-1-1 1,1 1-1,-1-1 1,1 1-1,0-1 0,-1 1 1,1 0-1,0-1 1,0 1-1,-1 0 1,1 0-1,0 0 1,0 0-1,0 0 1,0 0-1,0 0 1,0 0-1,1 1 1,-1-1-1,0 0 1,0 0-1,1 1 1,-1-1-1,0 3 1,1-2-421,-1 1 0,0-1 1,1 1-1,0-1 1,-1 1-1,1-1 0,0 1 1,0 0-1,1-1 1,-1 1-1,0-1 1,1 1-1,0-1 0,-1 1 1,1-1-1,0 1 1,0-1-1,2 3 1,-1-2-575,0 0 1,1 0 0,0-1 0,-1 1 0,1-1 0,0 1 0,6 3 0,-4-4 338,0 1 1,0-1-1,1 0 1,7 3 0,5-2 604,0 0 0,24 0 0,-9 0-329,10 2 1551,-1 2-1,46 14 0,-32-2 3876,-2 3 3284,-41-16-6070,-13-6-2079,0 0 1,0 0-1,0 0 1,1 1 0,-1-1-1,0 0 1,0 0 0,1 1 687,-1-1-688,0 0 1,0 0 0,0 0-1,0 0 1,0 0-1,1 1 1,-1-1 0,0 0-1,0 0 1,0 0-1,0 0 1,0 1 0,0-1-1,0 0 1,0 0-1,0 0 1,0 0 0,0 1-1,0-1 1,0 0-1,0 0 1,-5-4 2452,-12-19-2284,-39-56-202,52 73-75,1-1 0,-1 0-1,2 1 1,-1-2 0,1 1-1,0 0 1,0 0-1,0-1 1,1 1 0,1-1-1,-1 1 1,2-15 0,-1 20-8,0 0 1,0 0 0,1 0-1,-1 0 1,1 0 0,-1 0 0,1 0-1,0 0 1,0 0 0,0 0-1,0 0 1,0 1 0,0-1-1,0 0 1,0 1 0,1-1-1,-1 1 1,1-1 0,-1 1 0,1 0-1,0-1 1,-1 1 0,1 0-1,0 0 1,0 0 0,0 1-1,0-1 1,0 0 0,-1 1-1,2-1 1,-1 1 0,0 0 0,0-1-1,3 1 1,8 0-92,0 1 1,0-1 0,-1 2-1,20 4 1,-15-2-127,-15-4-48,17 4-19,-18-4 64,0 0 1,-1 0-1,1 0 1,0 1 0,-1-1-1,1 0 1,-1 0-1,1 0 1,-1 1 0,1-1-1,0 0 1,-1 1 0,1-1-1,-1 1 1,0-1-1,1 0 1,-1 1 0,1-1-1,-1 1 1,0-1-1,1 1 1,-1 0 0,1 0-1</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39.448"/>
    </inkml:context>
    <inkml:brush xml:id="br0">
      <inkml:brushProperty name="width" value="0.05" units="cm"/>
      <inkml:brushProperty name="height" value="0.05" units="cm"/>
      <inkml:brushProperty name="color" value="#00A0D7"/>
    </inkml:brush>
  </inkml:definitions>
  <inkml:trace contextRef="#ctx0" brushRef="#br0">89 103 8,'-13'0'3033,"5"-1"-405,-1 1-1,1 0 0,-14 3 1,21-3-2405,0 0-1,-1 0 1,1 0 0,0 1 0,-1-1 0,1 1 0,0-1-1,0 1 1,-1-1 0,1 1 0,0 0 0,0 0-1,0-1 1,0 1 0,0 0 0,0 0 0,0 0-1,0 0 1,0 0 0,1 0 0,-1 1 0,0-1-1,1 0 1,-1 0 0,1 0 0,-1 1 0,1-1-1,-1 3 1,1-2-121,0 0 0,1 1 0,-1-1 0,0 0-1,1 0 1,0 0 0,-1 1 0,1-1 0,0 0 0,0 0 0,2 2-1,15 23 498,-9-18-519,-1 0 0,1 0 0,0-1 1,1 0-1,0-1 0,19 11 1,-4-5-78,50 19 1,-68-30-29,-1 0 0,1 0 0,0-1-1,0 0 1,0 0 0,1-1 0,-1 0 0,0 0-1,0 0 1,0-1 0,8-2 0,-12 2-8,1 1 1,-1-1 0,-1 0 0,1-1-1,0 1 1,0 0 0,0-1-1,-1 0 1,1 1 0,0-1-1,-1 0 1,0 0 0,1-1-1,-1 1 1,0 0 0,0-1 0,-1 1-1,1-1 1,0 0 0,-1 0-1,1 1 1,-1-1 0,0 0-1,0 0 1,0 0 0,-1 0-1,1-4 1,0 3 2,-2-1 0,1 1 0,0 0 0,-1-1 0,0 1 0,0 0 0,0-1 0,-1 1 0,1 0 0,-1 0 0,-4-6 0,1 1 131,0 1 0,-1 0 0,0 0 1,-8-7-1,13 30-41,2-12-29,-1 1 0,1-1 1,0 0-1,0 1 1,0-1-1,1 0 1,-1 0-1,1 1 1,0-1-1,0 0 1,0-1-1,3 5 1,0-2-3,0-1 0,0 0 0,0 0 0,0 0 1,0-1-1,9 5 0,0-2 32,1 0 0,0-1 0,0-1-1,30 5 1,-34-7-21,-1-1 1,1-1-1,0 0 1,0-1-1,13-2 0,-19 3-13,0-1 0,0-1 0,0 1 0,0-1 0,-1 1 0,1-2 0,-1 1 0,1 0 0,-1-1 0,0 0 0,1 0 0,-2 0 0,6-5 0,-7 6-19,-1 1 0,0-1 0,0 0 0,0 0 0,0 0-1,0 0 1,0 0 0,0 0 0,-1 0 0,1 0 0,-1-1 0,1 1-1,-1 0 1,0 0 0,0 0 0,0-3 0,0 0-9,-1 1 0,0-1-1,0 1 1,-1-1 0,1 1 0,-1-1 0,-2-4 0,-2-2-40,-1 1 1,1 0 0,-2 1-1,1 0 1,-12-11 0,10 12-237,0 1 0,0 0-1,-1 0 1,0 1 0,0 0 0,-21-8 0,18 10-1958,1 0 0,-1 0 0,-16-1 0,8 1-7594</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0.262"/>
    </inkml:context>
    <inkml:brush xml:id="br0">
      <inkml:brushProperty name="width" value="0.05" units="cm"/>
      <inkml:brushProperty name="height" value="0.05" units="cm"/>
      <inkml:brushProperty name="color" value="#00A0D7"/>
    </inkml:brush>
  </inkml:definitions>
  <inkml:trace contextRef="#ctx0" brushRef="#br0">1 1 5873,'8'-1'13759,"-2"21"-13553,-4-9 864,11 23-43,4 16-340,3-1-1,33 61 0,-48-101-652,65 102 152,-59-97-195,0 0 1,0 0 0,2-1-1,0-1 1,17 14 0,-29-25 2,0-1-1,0 1 1,0 0 0,1 0-1,-1-1 1,0 1 0,1 0-1,-1-1 1,1 1 0,-1-1-1,0 0 1,1 1 0,-1-1-1,1 0 1,-1 0 0,1 0-1,-1 0 1,1 0 0,-1 0-1,1-1 1,-1 1 0,1 0-1,-1-1 1,0 1 0,1-1-1,1-1 1,-1 1-9,-1 0 0,1 0 0,-1-1 1,0 1-1,1 0 0,-1-1 0,0 1 0,0-1 0,0 0 0,0 1 1,-1-1-1,1 0 0,0 1 0,-1-1 0,1 0 0,-1 0 0,1 0 1,-1 0-1,0 1 0,0-5 0,0-1-31,1 4 42,-1-1-1,0 0 1,-1 0 0,1 0-1,-1 1 1,1-1-1,-1 0 1,-1-3 0,5 13-17,0 3 37,2 0-1,-1-1 1,1 1-1,1-1 0,0 0 1,0 0-1,0-1 0,1 0 1,8 7-1,-1-4-2,0 0-1,1 0 1,0-2-1,1 0 0,32 12 1,-41-18-41,-1 0 0,1 0 0,-1-1 0,1 0 1,0 0-1,0 0 0,0-1 0,-1 0 0,1 0 0,0-1 0,0 0 0,-1 0 1,1-1-1,0 0 0,-1 0 0,1 0 0,-1-1 0,8-4 0,-12 5-27,1 0 1,0 0-1,0 0 0,-1-1 0,1 1 0,-1-1 0,0 0 0,0 0 0,0 0 0,0 0 1,0 0-1,2-6 0,-2 3 7,0 0-1,-1 0 1,0 0 0,0-1 0,0 1 0,-1-11 0,-1-2 102,-2-1 1,0 1-1,-9-31 1,6 34 129,4 12-35,1 0 0,-1 0-1,1 0 1,0-1 0,-1-5-1,4 19-55,0-1-1,0 1 0,1-1 0,0 0 1,0 0-1,5 8 0,3 5-59,22 32 0,-24-40 8,1 2-18,1-1 0,0 0 0,17 16 0,-24-27 0,-1 0 0,1 0 1,-1 0-1,1-1 0,0 0 1,0 1-1,0-1 0,0-1 0,0 1 1,1-1-1,-1 1 0,0-1 1,1 0-1,-1-1 0,1 1 0,-1-1 1,1 0-1,5 0 0,-8-1-7,0 1-1,0 0 1,0-1-1,0 1 1,0-1-1,0 1 0,0-1 1,0 0-1,0 0 1,0 0-1,-1 0 1,1 0-1,0 0 1,-1-1-1,1 1 1,-1 0-1,1-1 1,-1 1-1,0-1 0,1 0 1,-1 1-1,0-1 1,0 0-1,0 0 1,-1 0-1,1 0 1,0 0-1,-1 0 1,1 0-1,-1 0 0,1 0 1,-1 0-1,0 0 1,0 0-1,0-3 1,-1-2-16,0 0 1,0 0-1,0 0 0,-1 0 1,0 0-1,-1 0 1,1 0-1,-7-10 0,-3-5-3,-1 1-1,-18-21 0,26 35-95,-1 1-1,0 0 0,0 0 1,0 0-1,-1 1 0,0 0 0,0 0 1,0 1-1,-15-7 0,20 10-142,0 0 0,-1 1 0,1 0 0,0-1 0,-1 1 0,1 0 0,0 0 0,-1 0 0,1 0 0,0 1 0,-1-1 0,1 1 0,0-1 0,0 1 0,-3 1 0,3-1-642,-1 0 0,1 0-1,0 0 1,0 1 0,0-1 0,0 1-1,1-1 1,-1 1 0,-1 2-1,-6 9-9789</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1.444"/>
    </inkml:context>
    <inkml:brush xml:id="br0">
      <inkml:brushProperty name="width" value="0.05" units="cm"/>
      <inkml:brushProperty name="height" value="0.05" units="cm"/>
      <inkml:brushProperty name="color" value="#00A0D7"/>
    </inkml:brush>
  </inkml:definitions>
  <inkml:trace contextRef="#ctx0" brushRef="#br0">78 733 8,'16'7'-84,"-14"-6"611,1 1 2,0-1 0,-1 0-1,1 0 1,0 0 0,0 0-1,-1-1 1,1 1 0,0-1 0,0 0-1,0 0 1,0 0 0,3 0-1,3-1 581,0-1 1,0 1-1,0-2 0,0 1 0,0-1 0,-1 0 1,1-1-1,-1 0 0,14-9 0,-18 10-921,0 0 1,-1 0-1,1 0 0,-1-1 0,1 1 0,-1-1 1,0 0-1,-1 0 0,1 0 0,-1 0 1,1 0-1,-1-1 0,-1 1 0,1-1 0,0 1 1,-1-1-1,0 1 0,0-1 0,-1 0 1,1-7-1,-2-5-43,0-1 1,-2 0-1,0 1 1,-1-1-1,0 1 0,-8-17 1,-47-97 273,47 106-351,-144-246 932,147 256-862,1-1 40,7 13-106,-1 0 1,1 0-1,-1 0 1,1 0-1,-1 0 1,-3-2-1,6 29-281,-1-14 198,2 31 27,2-1-1,14 59 0,-10-60-6,-4-21 2,1 0 1,0 0-1,1 0 0,1-1 1,1 0-1,0-1 0,1 1 1,1-2-1,1 1 0,0-2 0,1 1 1,0-1-1,1-1 0,1 0 1,0-1-1,21 13 0,-2-4-6,1-2-1,0-1 1,2-2-1,0-1 0,61 16 1,-87-29-1,-1 0 1,1-1-1,0 0 1,-1-1-1,1 0 1,0 0-1,-1-1 0,1-1 1,-1 1-1,18-7 1,-23 7-3,0 0-1,-1-1 1,1 0 0,0 0 0,-1 0-1,0 0 1,0-1 0,0 1 0,0-1-1,0 0 1,0 0 0,-1 0 0,1 0-1,-1 0 1,0 0 0,0-1 0,0 1 0,0-1-1,0 0 1,-1 1 0,0-1 0,0 0-1,0 0 1,0 0 0,-1 0 0,1 0-1,-1 0 1,0-7 0,-1 1 1,0 1 1,-1-1-1,0 0 1,0 1-1,-1-1 1,-1 1-1,1 0 1,-1 0-1,-1 0 1,0 0-1,0 1 1,0-1-1,-1 2 1,-1-1-1,1 0 1,-1 1-1,-12-9 1,18 15-8,1 1 0,0 0 0,-1-1 0,1 1 0,0 0 0,-1-1 0,1 1 0,-1 0 0,1 0 0,0 0 0,-1-1 0,1 1 0,-1 0 0,1 0 0,-1 0 0,1 0 0,0 0 0,-1 0 0,1 0 0,-2 0 0,-3 8-119,3-4 119,1-2 6,1 0 1,-1 0 0,1 1-1,-1-1 1,1 0 0,0 1-1,0-1 1,0 1 0,0-1-1,1 0 1,-1 1-1,1 2 1,2 13-68,-3-18 72,-4-4 46,0 1 1,0-1-1,0 1 1,-8-4 0,12 6-58,-1 1 1,0-1-1,0 1 1,1-1-1,-1 1 0,0 0 1,0-1-1,0 1 1,0 0-1,0 0 1,1-1-1,-1 1 1,0 0-1,0 0 1,0 0-1,0 0 1,0 0-1,0 0 1,0 1-1,0-1 1,0 0-1,1 0 1,-1 1-1,0-1 0,0 0 1,0 1-1,0-1 1,1 1-1,-1-1 1,0 1-1,0-1 1,1 1-1,-1-1 1,1 1-1,-1 0 1,0 1-1,-3 4 6,0 1 1,0 0-1,1-1 0,0 2 0,1-1 0,-3 9 0,4-13 13,1 0-1,0 1 1,0-1-1,0 0 1,0 0-1,0 0 1,1 0-1,-1 0 1,1 0-1,0 0 1,0 0-1,0 0 1,0 0-1,0 0 1,1 0-1,-1-1 1,1 1-1,3 3 1,0 0 46,0-1-1,1 0 1,0 0 0,0 0-1,0 0 1,1-1 0,12 6-1,53 19 122,-63-26-168,38 11-453,1-1-1,0-3 0,89 8 0,-114-14-1315,0 0-5422</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3.418"/>
    </inkml:context>
    <inkml:brush xml:id="br0">
      <inkml:brushProperty name="width" value="0.05" units="cm"/>
      <inkml:brushProperty name="height" value="0.05" units="cm"/>
      <inkml:brushProperty name="color" value="#00A0D7"/>
    </inkml:brush>
  </inkml:definitions>
  <inkml:trace contextRef="#ctx0" brushRef="#br0">12 31 8,'-11'-30'16712,"32"50"-11559,1 0-3635,37 36-1589,-36-34 215,37 27 0,-32-27-82,95 66 118,-27-20-408,-113-76-7207,-18-12-1588,16 9 1867</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3.767"/>
    </inkml:context>
    <inkml:brush xml:id="br0">
      <inkml:brushProperty name="width" value="0.05" units="cm"/>
      <inkml:brushProperty name="height" value="0.05" units="cm"/>
      <inkml:brushProperty name="color" value="#00A0D7"/>
    </inkml:brush>
  </inkml:definitions>
  <inkml:trace contextRef="#ctx0" brushRef="#br0">164 40 3233,'0'-1'800,"-1"-1"-1,1 1 1,-1-1 0,1 1 0,-1-1 0,0 1 0,0-1 0,1 1-1,-1 0 1,0 0 0,0-1 0,0 1 0,-1 0 0,1 0 0,-2-2-1,0 1-68,0 0 0,1 0 0,-1 0 0,0 0-1,0 1 1,-5-3 0,7 4-613,0 0 0,0-1 0,0 1 0,0 0 0,-1 0 0,1 0 0,0 0 1,0 0-1,0 0 0,0 0 0,0 0 0,0 1 0,0-1 0,0 0 0,0 1 0,-1-1 0,1 1 0,0-1 0,1 1 1,-3 0-1,2 1-40,-1-1 1,1 1 0,-1-1 0,1 1 0,0 0 0,0 0-1,-1-1 1,1 1 0,0 0 0,0 2 0,-2 4-2,1-1 0,1 0 0,-1 1 0,0 14 1,1 145 480,0-162-528,0-1-1,0 1 1,0-1-1,-1 0 0,1 1 1,-1-1-1,-1 0 0,1 0 1,0 0-1,-1 0 1,-5 5-1,-1 2-1534,-1-1-1,-17 14 1,25-23 116</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4.523"/>
    </inkml:context>
    <inkml:brush xml:id="br0">
      <inkml:brushProperty name="width" value="0.05" units="cm"/>
      <inkml:brushProperty name="height" value="0.05" units="cm"/>
      <inkml:brushProperty name="color" value="#00A0D7"/>
    </inkml:brush>
  </inkml:definitions>
  <inkml:trace contextRef="#ctx0" brushRef="#br0">285 64 3457,'0'-2'5353,"-3"-7"-2191,-16-13 2987,16 19-5801,0 1-1,0-1 0,-1 1 1,1 0-1,-1 0 0,0 0 1,1 1-1,-8-3 0,2 2-256,1 0 0,-1 0-1,0 1 1,0 0 0,0 0 0,0 1 0,0 0-1,0 1 1,0 0 0,0 0 0,0 1-1,1 0 1,-1 0 0,0 1 0,1 0-1,0 1 1,0 0 0,-13 9 0,11-8-63,6-3-24,1 0 0,-1 0-1,0 1 1,1 0 0,-1-1 0,1 1-1,-4 4 1,6-6 5,1 0 0,-1 0-1,1 0 1,-1 0 0,1 1-1,0-1 1,-1 0 0,1 0 0,0 0-1,0 0 1,0 1 0,-1-1-1,1 0 1,1 0 0,-1 1 0,0-1-1,0 0 1,0 0 0,1 0-1,-1 0 1,0 1 0,1-1 0,-1 0-1,1 0 1,0 0 0,-1 0-1,1 0 1,0 0 0,-1 0 0,1 0-1,1 1 1,31 37 299,29 40-207,-52-66-103,-3-3-2,-1-1 0,0 1 0,0-1 1,-1 2-1,6 12 0,-4 8 6,0 0 0,4 56 1,3 14 10,-14-95 1,1-1 0,0 1 0,1-1 0,-1 1 1,1-1-1,0 0 0,0 0 0,1 0 0,0 0 0,0 0 0,0 0 0,0-1 0,5 5 0,-4-4 21,0-1-1,1 0 1,0-1-1,-1 1 1,1-1-1,0 0 1,1 0-1,-1-1 1,0 0-1,1 1 0,-1-2 1,1 1-1,0-1 1,-1 0-1,1 0 1,0 0-1,9-1 1,-11 0-16,0 0 0,-1-1 0,1 1 0,0-1 0,0 0 0,-1 0 1,1 0-1,0-1 0,-1 1 0,7-5 0,-9 5-168,0 0 0,0 1 0,0-1 0,0 0 0,0 0 0,0-1 0,0 1 0,0 0 0,0 0 0,0 0 0,-1-1 0,1 1 0,0-3 0,0 3-223,-1 0 0,0-1-1,0 1 1,0 0 0,0-1-1,0 1 1,0 0 0,0-1 0,-1 1-1,1-1 1,0 1 0,-1 0-1,1 0 1,-1-1 0,1 1 0,-1 0-1,0-1 1,-10-19-8735,1 10 2268</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5.042"/>
    </inkml:context>
    <inkml:brush xml:id="br0">
      <inkml:brushProperty name="width" value="0.05" units="cm"/>
      <inkml:brushProperty name="height" value="0.05" units="cm"/>
      <inkml:brushProperty name="color" value="#00A0D7"/>
    </inkml:brush>
  </inkml:definitions>
  <inkml:trace contextRef="#ctx0" brushRef="#br0">1 1 1152,'-1'10'19851,"1"-1"-17872,2 21-4281,-1-21 3981,1-1-1595,0 1 0,1-1 0,0 1 0,0-1-1,1 0 1,0 0 0,9 14 0,-11-20-70,-1 0 0,1 1 0,0-1 0,0 0 0,0 0 0,0 0 1,0-1-1,0 1 0,1-1 0,-1 1 0,0-1 0,1 1 0,0-1 0,-1 0 0,1 0 1,-1-1-1,1 1 0,0 0 0,0-1 0,-1 0 0,1 1 0,0-1 0,0 0 0,-1-1 0,1 1 1,0 0-1,0-1 0,-1 1 0,5-3 0,-4 2-7,1-1 1,-1 0-1,-1 0 1,1 0-1,0-1 1,-1 1-1,1-1 1,-1 1-1,0-1 1,1 0-1,-1 0 1,-1 0-1,1 0 1,0 0-1,1-6 1,2-4 27,0 0 1,4-24 0,-7 24 19,-2 9 6,0 0 1,1 0-1,0-1 0,0 1 1,0 1-1,0-1 0,0 0 0,4-5 1,-5 9-59,1 0 0,-1 0 0,1 0 0,-1 0 1,1 0-1,-1 0 0,1 0 0,-1 0 1,1 0-1,-1 1 0,1-1 0,-1 0 1,1 0-1,-1 0 0,0 1 0,1-1 0,-1 0 1,1 1-1,-1-1 0,0 0 0,1 1 1,0 0-1,12 11-44,-11-10 49,94 88 48,-77-74-277,0-1 0,2-2 0,28 16 0,-49-29 147,0 0 1,0 0 0,0 0-1,0 0 1,0 0-1,0 0 1,0 0 0,0-1-1,0 1 1,0 0-1,0 0 1,0 0 0,0 0-1,0 0 1,-5-13-6978,-17-14 1081,6 12 2163,-1-2-1756</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5.594"/>
    </inkml:context>
    <inkml:brush xml:id="br0">
      <inkml:brushProperty name="width" value="0.05" units="cm"/>
      <inkml:brushProperty name="height" value="0.05" units="cm"/>
      <inkml:brushProperty name="color" value="#00A0D7"/>
    </inkml:brush>
  </inkml:definitions>
  <inkml:trace contextRef="#ctx0" brushRef="#br0">0 95 8,'10'-13'3683,"28"-32"6080,-33 40-9123,0 1 1,0-1-1,1 1 0,-1 0 0,1 1 1,9-5-1,-12 7-619,0 0 1,-1 1-1,1-1 1,0 1-1,0 0 1,-1 0-1,1 0 1,0 0-1,0 1 1,-1-1-1,1 1 1,0-1-1,-1 1 0,1 0 1,2 1-1,3 2-22,0 0 0,0 0 0,11 8 0,-4-1-6,-1 0 0,0 1 1,18 20-1,-25-24-19,-1 1 1,1 0-1,-1 0 0,-1 0 1,0 1-1,0 0 0,4 12 1,-5-5 1,-1 0 0,0 1 0,-1-1 0,0 34 0,-2-26 145,7 41 0,-2-37-84,2 1 1,1-1-1,2 0 0,1-1 0,1 0 0,22 37 0,29 32 95,-61-95-138,0 0 0,-1 0 0,0 0 0,1 0 0,-1 1 0,0-1 0,0 0 0,0 1 0,-1-1 0,1 1 0,0-1 0,-1 0 0,0 1 0,1 2 0,-2-3 10,1 0 0,-1-1 1,1 1-1,-1 0 0,1-1 0,-1 1 1,0-1-1,0 1 0,0-1 1,0 0-1,0 1 0,0-1 0,0 0 1,0 0-1,-1 0 0,1 1 1,0-1-1,-1-1 0,1 1 0,-1 0 1,1 0-1,-3 0 0,-7 4 109,0-1-1,0 0 0,0 0 1,-1-2-1,-12 3 0,-62 3-2015,52-6-1466,14-1-1549,-1 1-4123</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7.967"/>
    </inkml:context>
    <inkml:brush xml:id="br0">
      <inkml:brushProperty name="width" value="0.05" units="cm"/>
      <inkml:brushProperty name="height" value="0.05" units="cm"/>
      <inkml:brushProperty name="color" value="#00A0D7"/>
    </inkml:brush>
  </inkml:definitions>
  <inkml:trace contextRef="#ctx0" brushRef="#br0">98 47 8,'0'0'8,"0"0"1,0 0-1,0-1 0,0 1 0,0 0 1,0 0-1,0-1 0,0 1 1,0 0-1,0 0 0,0-1 0,0 1 1,0 0-1,0 0 0,0-1 1,0 1-1,0 0 0,0 0 0,0-1 1,0 1-1,0 0 0,1 0 1,-1 0-1,0-1 0,0 1 0,0 0 1,0 0-1,1 0 0,-1 0 1,0-1-1,0 1 0,0 0 0,1 0 1,-1 0-1,0 0 0,0 0 1,0 0-1,1 0 0,-1 0 0,0-1 1,0 1-1,1 0 0,2-2 3180,-3 2-3125,0-1 1,0 1-1,0 0 1,0 0-1,0 0 1,0 0-1,-1 0 1,1 0-1,0 0 0,0-1 1,0 1-1,0 0 1,0 0-1,0 0 1,0 0-1,0 0 0,0-1 1,0 1-1,-1-12 10179,-2 9-9700,0-1 0,0 1 0,0-1 0,-6-3 0,8 7-507,0-1-1,0 1 0,0 0 1,0 0-1,0 0 1,0 1-1,0-1 1,0 0-1,0 0 0,1 0 1,-1 1-1,0-1 1,0 0-1,0 1 1,-1 0-1,-17 5 3526,17-6-3556,0 1 0,1-1 0,-1 1 0,0 0 0,0 0 0,0 0 1,-2 2-1,0 1 4,1 0 1,0 1 0,0-1 0,1 1 0,-1-1-1,1 1 1,0 0 0,0 0 0,0 0 0,1 0-1,0 0 1,0 0 0,0 0 0,1 1 0,0 9-1,1 6 132,0-1 0,8 34 0,0-20 59,2 0 0,28 62 1,-17-44-106,93 190 189,-46-103-177,-63-124-253,-9-12-525,-4-9-620,-11-15-3721,7 6-1498,5 2-3340</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8.185"/>
    </inkml:context>
    <inkml:brush xml:id="br0">
      <inkml:brushProperty name="width" value="0.05" units="cm"/>
      <inkml:brushProperty name="height" value="0.05" units="cm"/>
      <inkml:brushProperty name="color" value="#00A0D7"/>
    </inkml:brush>
  </inkml:definitions>
  <inkml:trace contextRef="#ctx0" brushRef="#br0">352 31 4233,'-7'-3'2659,"0"0"0,0 1 0,-11-3 0,-45-4 1294,52 8-3084,-17-3-464,1 2 0,0 0 0,0 2-1,-44 6 1,66-5-818,0 1-1,0-1 1,1 1 0,-1 0-1,-8 5 1,3-1-3408,-1-1-3579</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8.466"/>
    </inkml:context>
    <inkml:brush xml:id="br0">
      <inkml:brushProperty name="width" value="0.05" units="cm"/>
      <inkml:brushProperty name="height" value="0.05" units="cm"/>
      <inkml:brushProperty name="color" value="#00A0D7"/>
    </inkml:brush>
  </inkml:definitions>
  <inkml:trace contextRef="#ctx0" brushRef="#br0">0 1 8,'2'0'751,"0"1"0,0-1-1,-1 1 1,1 0 0,-1 0 0,1 0 0,0 0-1,-1 0 1,1 0 0,-1 0 0,0 0 0,1 1 0,-1-1-1,0 0 1,0 1 0,0-1 0,2 4 0,-2-1 264,0 0 0,0 0 0,0 0 0,0 1 0,-1-1 0,1 4 1,0 9-1342,1-8 217,0 1 0,1-1 1,3 9-1,-1-4-3001</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8.638"/>
    </inkml:context>
    <inkml:brush xml:id="br0">
      <inkml:brushProperty name="width" value="0.05" units="cm"/>
      <inkml:brushProperty name="height" value="0.05" units="cm"/>
      <inkml:brushProperty name="color" value="#00A0D7"/>
    </inkml:brush>
  </inkml:definitions>
  <inkml:trace contextRef="#ctx0" brushRef="#br0">2 81 5977,'-1'-18'5320,"0"-17"465,1 33-5576,0 1-1,1-1 1,-1 0-1,0 1 1,1-1-1,-1 1 1,1-1 0,0 1-1,-1 0 1,1-1-1,0 1 1,0 0-1,0-1 1,0 1-1,0 0 1,0 0-1,0 0 1,2-2 0,-3 3-224,0 0 0,1 0 1,-1 0-1,1 0 0,-1 0 1,0 0-1,1 0 0,-1 1 1,1-1-1,-1 0 1,0 0-1,1 0 0,-1 0 1,1 0-1,-1 1 0,0-1 1,1 0-1,-1 0 0,0 0 1,1 1-1,-1-1 1,0 0-1,0 1 0,1-1 1,-1 0-1,0 1 0,0-1 1,1 0-1,-1 1 0,0-1 1,0 0-1,0 1 1,0-1-1,0 1 0,0-1 1,1 0-1,-1 1 0,6 19-1018,-5-18 829,4 28-3069,-4 1-4617,-3-15-190</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9.043"/>
    </inkml:context>
    <inkml:brush xml:id="br0">
      <inkml:brushProperty name="width" value="0.05" units="cm"/>
      <inkml:brushProperty name="height" value="0.05" units="cm"/>
      <inkml:brushProperty name="color" value="#00A0D7"/>
    </inkml:brush>
  </inkml:definitions>
  <inkml:trace contextRef="#ctx0" brushRef="#br0">1 7 4049,'5'6'17029,"13"16"-16482,-10-12-466,-4-3-66,1-1-1,-1-1 1,1 1 0,0-1 0,0 1 0,1-1 0,0-1-1,0 1 1,11 6 0,-16-11-11,0 0 1,0 0-1,0 0 0,0 0 1,1 0-1,-1 0 0,0 0 1,0-1-1,0 1 0,0 0 1,0-1-1,0 1 0,0 0 1,0-1-1,0 0 0,0 1 1,0-1-1,0 1 0,0-1 1,0 0-1,0 0 0,-1 0 1,1 1-1,0-1 0,-1 0 1,1 0-1,0 0 0,0-1 1,2-3 3,0-1 0,0 1 0,4-11 1,-1-4 6,-5 15 75,0 0 0,0 0 0,1 1 0,0-1 0,0 1 0,2-5 0,-4 9-84,1 0 0,-1 0-1,0 0 1,1-1 0,-1 1-1,0 0 1,1 0 0,-1 0-1,1 0 1,-1 0 0,0 0-1,1 0 1,-1 0 0,0 0-1,1 0 1,-1 0 0,0 0-1,1 1 1,-1-1 0,0 0-1,1 0 1,-1 0 0,0 0 0,0 1-1,1-1 1,-1 0 0,1 0-1,12 9-33,-7-4 21,8 4-142,-1 0-1,0 1 1,-1 1 0,12 12-1,-16-16-479,4 6-811,-5-4-5657</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9.340"/>
    </inkml:context>
    <inkml:brush xml:id="br0">
      <inkml:brushProperty name="width" value="0.05" units="cm"/>
      <inkml:brushProperty name="height" value="0.05" units="cm"/>
      <inkml:brushProperty name="color" value="#00A0D7"/>
    </inkml:brush>
  </inkml:definitions>
  <inkml:trace contextRef="#ctx0" brushRef="#br0">2 111 3521,'-1'-56'10717,"1"2"-3030,1 60-7501,0-1-1,1 1 1,0 0 0,5 7 0,2 9-155,25 84 101,33 81-157,-49-146-83,-6-11-489,1-1-1,2 0 0,32 47 1,-19-33-3638,-11-14-5651,-15-27 8611</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49.808"/>
    </inkml:context>
    <inkml:brush xml:id="br0">
      <inkml:brushProperty name="width" value="0.05" units="cm"/>
      <inkml:brushProperty name="height" value="0.05" units="cm"/>
      <inkml:brushProperty name="color" value="#00A0D7"/>
    </inkml:brush>
  </inkml:definitions>
  <inkml:trace contextRef="#ctx0" brushRef="#br0">0 175 8,'5'2'7273,"6"-1"-3803,1 1-1980,36 12 2707,27-2-2624,-59-10-1511,27 4 6,0-3 0,1-2 0,-1-1 0,69-10 0,-98 8-41,-1-1-1,25-9 0,-32 10 31,-1-1-1,1 1 0,-1-1 1,0 0-1,0 0 1,0-1-1,0 1 0,-1-1 1,5-5-1,-8 8-23,0 0-1,0 0 1,-1 0 0,1-1-1,0 1 1,-1 0 0,1 0-1,-1-1 1,1 1-1,-1-1 1,0 1 0,0 0-1,1-1 1,-1 1 0,0-1-1,0 1 1,0 0 0,0-1-1,-1 1 1,1-1 0,0 1-1,-1 0 1,1-1-1,-1 1 1,1 0 0,-1-1-1,0 0 1,-3-4 78,0 1-1,0-1 1,0 1 0,-8-7-1,6 5-47,-2-1 92,-1 0-1,0 1 1,-1-1 0,0 2 0,0-1 0,0 1-1,0 1 1,-1 0 0,0 1 0,-19-6 0,28 10-143,0-1 1,0 1-1,0-1 0,0 1 1,0 0-1,0 0 1,0 0-1,0 0 0,0 0 1,0 1-1,0-1 1,0 1-1,0-1 0,0 1 1,1-1-1,-1 1 1,0 0-1,0 0 1,0 0-1,-2 2 0,2-1-1,0 0-1,0 1 1,1-1-1,-1 0 0,1 1 1,-1-1-1,1 1 1,0-1-1,0 1 1,0 0-1,0-1 0,1 1 1,-1 3-1,0 2 24,0 0-1,1 0 0,0 0 1,0 0-1,1 0 0,0 0 1,1 0-1,0 0 1,3 11-1,0-11 20,-1 0 1,1 0-1,0 0 1,0-1-1,1 1 1,0-1-1,1-1 1,9 9-1,-1-3 18,0-1 0,1 0-1,18 9 1,-10-8-136,1 0 1,1-2-1,-1 0 0,2-2 0,-1-1 1,1-2-1,0 0 0,0-1 0,0-2 1,33-1-1,-12-4-2296,-16 1-5846,-18 0-2394</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0.749"/>
    </inkml:context>
    <inkml:brush xml:id="br0">
      <inkml:brushProperty name="width" value="0.05" units="cm"/>
      <inkml:brushProperty name="height" value="0.05" units="cm"/>
      <inkml:brushProperty name="color" value="#00A0D7"/>
    </inkml:brush>
  </inkml:definitions>
  <inkml:trace contextRef="#ctx0" brushRef="#br0">1 0 1008,'9'3'5800,"0"5"-4191,8 10-2075,-14-15 1011,10 14-426,-1 1-1,12 22 1,-5-8-1305,-11-15-4297</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0.963"/>
    </inkml:context>
    <inkml:brush xml:id="br0">
      <inkml:brushProperty name="width" value="0.05" units="cm"/>
      <inkml:brushProperty name="height" value="0.05" units="cm"/>
      <inkml:brushProperty name="color" value="#00A0D7"/>
    </inkml:brush>
  </inkml:definitions>
  <inkml:trace contextRef="#ctx0" brushRef="#br0">58 31 7146,'-3'-2'3936,"-2"-3"-887,0-3-784,3 4-385,-2-1-488,2 2-392,0 1-407,1 0-209,-1 2-448,2 2-104,-1-2-56,-4 3-121,2 0-263,-2 4-616,-3-2-1457,-2 4-2152</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2.421"/>
    </inkml:context>
    <inkml:brush xml:id="br0">
      <inkml:brushProperty name="width" value="0.05" units="cm"/>
      <inkml:brushProperty name="height" value="0.05" units="cm"/>
      <inkml:brushProperty name="color" value="#00A0D7"/>
    </inkml:brush>
  </inkml:definitions>
  <inkml:trace contextRef="#ctx0" brushRef="#br0">216 78 8,'9'-30'10201,"0"14"-5023,-8 15-4670,1 0 0,-1-1-1,0 1 1,-1-1 0,1 1 0,0-1 0,0 1 0,-1-1-1,1 0 1,-1 1 0,1-1 0,0-3 0,-2 5-456,1-1 0,0 1 1,-1-1-1,1 0 0,-1 1 0,1-1 1,-1 1-1,1 0 0,-1-1 1,1 1-1,-1-1 0,1 1 0,-1 0 1,1-1-1,-1 1 0,0 0 1,1 0-1,-1-1 0,0 1 0,1 0 1,-1 0-1,0 0 0,1 0 1,-1 0-1,0 0 0,1 0 0,-1 0 1,0 0-1,1 0 0,-2 1 1,-24 1-236,25-2 265,-6 2-70,0 0 1,1 0-1,-1 1 0,1 0 1,-1 0-1,1 0 1,0 1-1,0 0 0,1 0 1,-1 0-1,1 1 0,0 0 1,0 0-1,-7 9 0,1 0 36,1 1 0,0 1 0,1-1 0,-10 25 0,10-18-2,1 1 1,2 0-1,0 0 0,1 1 0,1-1 0,1 1 0,2 0 0,0 0 0,1 0 0,2 0 0,0 0 0,2 0 0,0-1 0,2 0 0,0 1 0,2-2 0,0 1 0,15 26 0,0-9-63,1 0 0,2-2-1,45 52 1,-44-60-230,37 41-888,-19-26-2436,-23-23-2180,-2-1-5276</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4.561"/>
    </inkml:context>
    <inkml:brush xml:id="br0">
      <inkml:brushProperty name="width" value="0.05" units="cm"/>
      <inkml:brushProperty name="height" value="0.05" units="cm"/>
      <inkml:brushProperty name="color" value="#00A0D7"/>
    </inkml:brush>
  </inkml:definitions>
  <inkml:trace contextRef="#ctx0" brushRef="#br0">22 241 8,'26'14'2240,"-21"-11"-1416,0-1 1,-1 0-1,1 1 0,-1 0 0,1 0 0,-1 0 1,7 7-1,-8-6-337,-1 1 0,1-1 1,0 0-1,-1 1 0,0-1 1,0 1-1,0 0 0,-1 0 0,1-1 1,0 8-1,0 3 731,0 31 0,-6-29 3142,4-16-4316,-1-13 1084,0-6-1112,0 0 0,-1 0 0,-1 0 1,-1 0-1,-1 0 0,0 1 0,-1 0 0,-1 0 0,-1 0 0,0 1 0,-19-27 0,-9-4 44,70 64 133,-18-8-180,1 0 1,0-1-1,0-1 1,0 0-1,1-1 1,0-1-1,27 4 1,-23-6-12,1-1 0,-1-1 0,0-1 0,1-1 0,42-7 0,-60 7 5,0-1 0,-1 1 0,1-1 1,0 1-1,-1-1 0,0-1 1,1 1-1,-1-1 0,6-4 1,-8 5-6,0 1 1,-1-1 0,1 1-1,-1-1 1,0 0 0,1 0-1,-1 1 1,0-1 0,0 0-1,0 0 1,0 0 0,-1 0-1,1 0 1,0-1 0,-1 1-1,0 0 1,1 0 0,-1 0-1,0-1 1,0 1 0,0 0 0,0 0-1,-1 0 1,0-3 0,0-1-4,-1 0 0,0 0 0,0 0 0,-1 1 0,0-1 0,0 1 0,0-1 0,-1 1 0,1 0 0,-1 1 0,-6-6 0,3 3 17,-1 1 0,0-1 0,-1 2 0,1-1 0,-1 1 0,-10-4 0,16 8-14,0 0 1,0-1-1,-1 1 1,1 0-1,0 1 1,-1-1-1,1 0 1,0 1-1,-1 0 1,1 0-1,-1 0 1,1 0-1,-1 1 1,1-1-1,0 1 1,-1 0-1,1 0 1,0 0-1,0 0 1,0 1-1,0-1 1,0 1 0,0 0-1,0 0 1,0 0-1,1 0 1,-1 0-1,1 0 1,-1 1-1,1-1 1,0 1-1,0 0 1,0 0-1,0 0 1,1 0-1,-1 0 1,1 0-1,0 0 1,0 0-1,0 1 1,0-1-1,0 0 1,1 1-1,-1 6 1,1-3 14,1 0 1,0 0-1,0 0 1,0 0-1,1 0 0,0 0 1,0-1-1,0 1 1,1-1-1,0 1 0,1-1 1,-1 0-1,1 0 1,0 0-1,1-1 0,0 1 1,-1-1-1,8 6 1,8 5 36,0-1 1,1 0 0,41 20-1,-39-22-108,2-1 0,-1-2-1,2 0 1,-1-2 0,28 6-1,-34-11-1746,0-1 0,25 1 0,-31-3-2908,0 0-3874</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5.080"/>
    </inkml:context>
    <inkml:brush xml:id="br0">
      <inkml:brushProperty name="width" value="0.05" units="cm"/>
      <inkml:brushProperty name="height" value="0.05" units="cm"/>
      <inkml:brushProperty name="color" value="#00A0D7"/>
    </inkml:brush>
  </inkml:definitions>
  <inkml:trace contextRef="#ctx0" brushRef="#br0">135 29 2256,'0'-2'679,"-1"1"0,1-1 0,-1 1 0,0-1 0,0 1 0,0-1 0,0 1 0,0 0 0,0-1 0,0 1 0,0 0 0,0 0 0,-1 0 0,1 0 0,0 0 0,-1 0 0,1 0 0,-3-1 0,1 1-242,0 1-1,0-1 0,0 0 1,0 1-1,0 0 1,1 0-1,-1 0 1,0 0-1,0 0 1,-4 1-1,3 0-277,0 0 0,-1 0 0,1 0 0,0 1 0,0-1 0,0 1 0,0 0 0,0 0 0,0 1 0,0-1 0,1 1-1,-1 0 1,-5 6 0,7-7-107,0 1 0,1-1-1,-1 1 1,1-1 0,0 1-1,-1 0 1,1 0-1,0-1 1,1 1 0,-1 0-1,0 0 1,1 0-1,0 0 1,0 0 0,0 0-1,0 0 1,1 5 0,0-4-4,0 1 1,1-1-1,-1 0 1,1 0-1,0-1 1,0 1 0,1 0-1,-1-1 1,1 1-1,0-1 1,3 3 0,6 5 5,2 0 1,-1-1 0,1-1-1,0 0 1,18 7 0,-18-9-113,0-1-1,0-1 1,0 0 0,23 4-1,-28-8-574,-1 0 0,0 0-1,1-1 1,-1 0-1,1 0 1,-1-1 0,1 0-1,-1 0 1,13-5-1,1-5-8201</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5.579"/>
    </inkml:context>
    <inkml:brush xml:id="br0">
      <inkml:brushProperty name="width" value="0.05" units="cm"/>
      <inkml:brushProperty name="height" value="0.05" units="cm"/>
      <inkml:brushProperty name="color" value="#00A0D7"/>
    </inkml:brush>
  </inkml:definitions>
  <inkml:trace contextRef="#ctx0" brushRef="#br0">147 69 8,'4'-3'1167,"-1"0"0,0 1 0,0-1-1,0 0 1,0-1 0,0 1 0,-1 0 0,0-1 0,1 0-1,-1 1 1,-1-1 0,1 0 0,0 0 0,-1 0 0,0 0-1,1-9 1,-1 13-1143,-1 0 0,0 0-1,0 0 1,0 0 0,0 0-1,1 0 1,-1 0 0,0 0-1,0 0 1,0 0 0,1 0 0,-1 0-1,0-1 1,0 1 0,0 1-1,0-1 1,1 0 0,-1 0-1,0 0 1,0 0 0,0 0-1,0 0 1,1 0 0,-1 0 0,0 0-1,0 0 1,0 0 0,0 0-1,1 0 1,-1 1 0,0-1-1,0 0 1,0 0 0,0 0-1,0 0 1,0 0 0,1 1-1,-1-1 1,0 0 0,0 0 0,0 0-1,8 8-134,59 108 165,-64-112-43,-1 1 0,0 0 0,0 1 1,-1-1-1,1 0 0,1 10 0,-3-14 16,0 0 0,0 0 0,0 1 0,0-1 0,0 0 0,0 0 0,-1 0 0,1 0 0,0 0 0,-1 0 0,1 0 0,0 0 0,-1 0 0,1 0 0,-1 0 0,1 0 0,-1 0-1,0 0 1,0 0 0,1 0 0,-1 0 0,0-1 0,0 1 0,0 0 0,0-1 0,0 1 0,1 0 0,-1-1 0,0 1 0,-1-1 0,1 0 0,0 1 0,0-1 0,0 0 0,0 0 0,0 1-1,0-1 1,-2 0 0,-5 0 204,0 0-1,0-1 0,0 0 0,0 0 0,0-1 1,1 0-1,-1 0 0,1-1 0,-15-7 0,-4-3 143,-30-22 0,55 33-352,-14-7 94,-24-18 150,36 25-229,1-1 1,-1 1 0,1-1 0,0 1-1,0-1 1,0 0 0,0 0 0,0 0 0,1 0-1,-3-6 1,3 8-22,1 0-1,-1-1 1,1 1-1,0 0 1,0 0-1,0-1 1,0 1-1,0 0 1,0 0 0,0-1-1,0 1 1,0 0-1,1 0 1,-1-1-1,0 1 1,1 0-1,-1 0 1,1 0-1,-1 0 1,1 0 0,0-1-1,0 0 1,1 1-19,0-1 1,0 0 0,0 1 0,0 0 0,0-1 0,0 1 0,0 0 0,0 0 0,0 0 0,5-1 0,2 0-106,0 0 1,0 1-1,-1 0 0,1 1 1,12 0-1,1 2-867,0 1 0,36 11 0,-25-3-3899,-2 2-4965</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5.972"/>
    </inkml:context>
    <inkml:brush xml:id="br0">
      <inkml:brushProperty name="width" value="0.05" units="cm"/>
      <inkml:brushProperty name="height" value="0.05" units="cm"/>
      <inkml:brushProperty name="color" value="#00A0D7"/>
    </inkml:brush>
  </inkml:definitions>
  <inkml:trace contextRef="#ctx0" brushRef="#br0">115 257 8,'10'1'3133,"-8"0"-2083,0-1 1,0 0 0,1 1-1,-1-1 1,0 1-1,0 0 1,2 0-1,-3 0-819,-1-1 0,1 1 0,-1-1 0,0 0 0,1 1 0,-1-1 0,1 1 0,-1-1 0,0 1 0,1-1 0,-1 1 0,0 0 0,0-1 0,1 1 0,-1-1 0,0 1 0,0 0 0,0-1 0,0 1 0,0-1 0,0 1 0,0 0 0,0-1 0,0 1 0,0-1 0,0 1 0,0 0 0,0-1 0,-1 2 0,0 9 721,-1 1-627,2-12-312,0 0 1,0 0-1,0 0 1,0 1-1,-1-1 1,1 0-1,0 0 1,0 0-1,0 0 1,0 0-1,0 0 1,-1 0-1,1 1 1,0-1-1,0 0 1,0 0-1,0 0 1,-1 0-1,1 0 1,0 0 0,0 0-1,0 0 1,-1 0-1,1 0 1,0 0-1,0 0 1,0 0-1,-1 0 1,1 0-1,0 0 1,0 0-1,0 0 1,0 0-1,-1-1 1,1 1-1,0 0 1,0 0-1,0 0 1,0 0-1,0 0 1,-1 0-1,1 0 1,0-1-1,0 1 1,0 0 0,0 0-1,-16-12 192,2 0 0,-1-1 0,2 0-1,0-1 1,0 0 0,-13-21 0,22 29-173,1 0-1,0 0 0,0 0 1,0 0-1,0 0 1,1 0-1,0-1 1,1 1-1,-1-1 1,1 0-1,0 1 0,1-1 1,0 0-1,0 0 1,0 1-1,1-1 1,0 0-1,0 1 1,1-1-1,0 1 0,3-9 1,-4 12-44,0 1 1,1-1-1,-1 1 1,1-1-1,-1 1 1,1 0-1,0 0 1,0 0-1,0 0 1,0 0-1,0 0 1,0 0-1,0 1 1,1-1-1,-1 1 1,1-1-1,-1 1 1,5-1-1,-4 1-54,0 0 0,0 1 0,0 0 1,0 0-1,0 0 0,0 0 0,0 0 0,0 1 0,0-1 0,0 1 0,0 0 0,0 0 0,0 0 0,0 0 0,0 1 0,-1-1 0,4 3 0,12 8-2013,29 27-1,-8-2-8300,-27-25 3820</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6.586"/>
    </inkml:context>
    <inkml:brush xml:id="br0">
      <inkml:brushProperty name="width" value="0.05" units="cm"/>
      <inkml:brushProperty name="height" value="0.05" units="cm"/>
      <inkml:brushProperty name="color" value="#00A0D7"/>
    </inkml:brush>
  </inkml:definitions>
  <inkml:trace contextRef="#ctx0" brushRef="#br0">155 536 808,'1'-1'591,"-1"0"-1,1 0 1,-1-1 0,1 1-1,-1-1 1,0 1 0,1 0-1,-1-1 1,0 1 0,0-1-1,0 1 1,0-1 0,0 1-1,0-1 1,-1 1 0,0-3-1,0 2-81,1 0-1,-1 0 0,-1 0 1,1 0-1,0 0 0,0 1 1,-1-1-1,1 0 0,-4-2 1,-2-1 248,0 0 1,0 0 0,0 1-1,-11-4 1,18 8-748,-2-1 26,0 0-1,1 0 1,-1 1 0,0-1 0,1 1 0,-1-1-1,0 1 1,0 0 0,0 0 0,1-1-1,-1 1 1,0 1 0,0-1 0,0 0 0,1 0-1,-1 1 1,0-1 0,0 1 0,1-1-1,-1 1 1,0 0 0,1 0 0,-1-1 0,1 1-1,-1 0 1,1 1 0,-1-1 0,1 0-1,0 0 1,0 1 0,-1-1 0,1 0 0,0 1-1,0-1 1,0 1 0,1 0 0,-2 1-1,0 1-14,0 0 0,1 0-1,0 0 1,0 0 0,0 1 0,0-1-1,0 0 1,1 1 0,0-1-1,0 0 1,0 1 0,0-1-1,1 0 1,1 8 0,2-4 41,0 0 0,0 0 0,0-1 0,1 1 0,0-1 0,1 0 0,8 8 0,-2-2-18,-9-9-34,0-1 1,1 0-1,-1-1 1,1 1 0,-1-1-1,1 1 1,0-1-1,0 0 1,0-1-1,0 1 1,1-1 0,-1 0-1,5 1 1,-7-1-3,0-1 0,1 1 0,-1-1 0,1 0 0,-1 0 0,0 0 0,1 0 0,-1 0 0,0-1 0,1 1 0,-1-1 0,0 0 0,1 1 0,-1-1 0,0 0 0,0 0 0,0-1 0,0 1 0,0 0 0,0-1 0,0 1 0,0-1 0,-1 1 0,1-1 0,2-3 0,-2 2-8,-1-1 0,1 0 0,-1 0 1,0 0-1,0 0 0,0 1 0,0-1 1,-1-1-1,1 1 0,-1-6 0,-1 0-16,1 0-1,-2 0 0,-2-12 1,-25-64-59,9 34 50,-132-336 91,145 371 59,12 29-256,69 195 39,-57-160 94,14 36 28,-4-27-408,47 73 1,-24-54-6106,-39-60 1069,-4-2-4059</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7.364"/>
    </inkml:context>
    <inkml:brush xml:id="br0">
      <inkml:brushProperty name="width" value="0.05" units="cm"/>
      <inkml:brushProperty name="height" value="0.05" units="cm"/>
      <inkml:brushProperty name="color" value="#00A0D7"/>
    </inkml:brush>
  </inkml:definitions>
  <inkml:trace contextRef="#ctx0" brushRef="#br0">288 216 3529,'-11'-13'8001,"-15"-4"-3477,9 7-2669,-15-10 564,-54-26-1,29 16-1186,53 28-1157,1 0 0,-1 0 0,0 1 0,0-1 0,0 1 0,-6-2 0,9 3-71,0 0 1,0 0 0,0 0-1,0 0 1,0 0-1,0 0 1,0 1 0,1-1-1,-1 0 1,0 0-1,0 1 1,0-1 0,0 0-1,1 1 1,-1-1-1,0 1 1,0-1-1,1 1 1,-1-1 0,0 1-1,1 0 1,-1-1-1,0 1 1,1 0 0,-1 0-1,1-1 1,-1 1-1,1 0 1,0 0-1,-1 0 1,1 0 0,0-1-1,-1 1 1,1 0-1,0 2 1,-1 1 16,1 1 1,0 0-1,0 0 1,0-1-1,0 1 0,1 0 1,0-1-1,0 1 1,0 0-1,0-1 0,1 0 1,-1 1-1,1-1 1,1 0-1,-1 0 0,6 8 1,3 2 21,0 0 1,1-1-1,15 13 0,-10-11-39,0-1 0,1 0 0,0-2-1,28 15 1,-36-22-7,0-1 0,0 1 0,0-2 0,1 1 0,0-1 0,-1-1 0,1 0 0,0-1 0,0 0 0,18-1 0,-27 0 4,0 0 0,-1 0-1,1 0 1,0-1 0,-1 1 0,1 0 0,-1-1 0,1 0 0,-1 1 0,1-1-1,-1 0 1,1 0 0,-1 0 0,0 0 0,0 0 0,1 0 0,-1 0 0,0 0 0,0 0-1,1-2 1,-1 1-6,0 0-1,0 0 1,0 0-1,-1 0 0,1-1 1,-1 1-1,1 0 1,-1 0-1,0-1 1,0 1-1,0 0 0,-1-5 1,0-2-19,-1 0 0,-1 0-1,0 0 1,0 0 0,-8-15 0,-8-8-20,-2 0 1,0 2-1,-49-52 0,64 75-8,-1 0 1,0 0-1,-1 1 0,0 0 0,-15-9 0,21 14-71,-1 0 1,1 0-1,-1 0 0,0 0 0,1 0 1,-1 1-1,0-1 0,1 1 0,-1 0 1,0 0-1,-3 0 0,4 0-98,0 0 0,1 1 0,-1-1 0,0 1 0,0 0 0,1 0 0,-1-1 0,0 1 0,1 0 1,-1 0-1,1 1 0,-1-1 0,1 0 0,-1 0 0,1 1 0,0-1 0,0 1 0,-2 1 0,-3 7-2772,-1 0-1,1 0 1,1 1 0,-5 12 0,6-9-868</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7.787"/>
    </inkml:context>
    <inkml:brush xml:id="br0">
      <inkml:brushProperty name="width" value="0.05" units="cm"/>
      <inkml:brushProperty name="height" value="0.05" units="cm"/>
      <inkml:brushProperty name="color" value="#00A0D7"/>
    </inkml:brush>
  </inkml:definitions>
  <inkml:trace contextRef="#ctx0" brushRef="#br0">139 269 1944,'-5'5'18389,"4"-4"-18291,-1 0-1,1 0 1,-1 1 0,1-1-1,-1 1 1,1-1-1,0 1 1,0-1 0,0 1-1,0 0 1,0-1-1,-1 3 1,2-2-72,0 0 1,0 0-1,0-1 0,1 1 1,-1 0-1,0 0 0,1 0 0,-1 0 1,2 1-1,0 8 140,-2-10 153,0-3-167,-1 0-1,1 0 0,-1 0 1,1 0-1,-1 0 1,0 0-1,-2-3 0,0-1-127,-5-11-8,-2 0-1,-16-22 1,-9-17 80,29 45-38,0-1 1,1 0-1,1 1 0,-6-23 1,10 30-45,-1 1 1,0-1 0,1 1-1,-1-1 1,1 1 0,0-1-1,0 1 1,1-1 0,-1 1-1,1-1 1,0 1 0,-1 0-1,1-1 1,1 1 0,-1 0-1,1-1 1,-1 1 0,1 0 0,0 0-1,0 0 1,4-4 0,-3 5-40,-1 0 0,0 1 0,1-1 0,0 1 0,-1 0 0,1 0 1,0 0-1,0 0 0,-1 0 0,1 0 0,0 1 0,0 0 1,0-1-1,0 1 0,0 0 0,0 0 0,0 1 0,0-1 0,0 1 1,-1-1-1,1 1 0,0 0 0,4 2 0,1 0-591,0 1-1,-1-1 1,1 2-1,-1-1 1,0 1-1,12 10 1,-17-13-291,0 0 1,0 0 0,-1 0 0,1 0-1,-1 0 1,1 0 0,-1 0-1,0 1 1,2 2 0</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8.832"/>
    </inkml:context>
    <inkml:brush xml:id="br0">
      <inkml:brushProperty name="width" value="0.05" units="cm"/>
      <inkml:brushProperty name="height" value="0.05" units="cm"/>
      <inkml:brushProperty name="color" value="#00A0D7"/>
    </inkml:brush>
  </inkml:definitions>
  <inkml:trace contextRef="#ctx0" brushRef="#br0">206 243 8,'0'-5'1243,"0"0"0,-1 0-1,0 0 1,0 0 0,-1 0 0,1 0-1,-4-6 1,-19-33 4341,15 28-4157,-7-7 8,0 0 0,-2 1 0,0 1 0,-25-23 0,43 44-1425,-1 0 1,1 0 0,0-1-1,0 1 1,0 0-1,-1-1 1,1 1-1,0 0 1,-1 0 0,1 0-1,0-1 1,0 1-1,-1 0 1,1 0 0,0 0-1,-1 0 1,1-1-1,0 1 1,-1 0-1,1 0 1,-1 0 0,1 0-1,0 0 1,-1 0-1,1 0 1,0 0-1,-1 0 1,1 0 0,0 0-1,-1 0 1,1 1-1,0-1 1,-1 0-1,1 0 1,0 0 0,-1 0-1,1 1 1,0-1-1,-1 0 1,1 0-1,0 0 1,0 1 0,-1-1-1,-8 18 10,5-9 14,-1 1-18,2 0 1,-1 1 0,1-1 0,0 1 0,1 0 0,1 0-1,-1 14 1,1-17 3,1 0-1,1-1 1,-1 1-1,1 0 0,1-1 1,-1 1-1,4 9 1,23 51 172,-4-13-194,6 34 43,35 85 28,-31-99-68,-4 1 0,21 83 0,-29-77 20,-19-68-207,-6-12-520,-5-5-459,6 1 429,0 0 1,-1 0 0,1-1 0,0 1 0,0 0-1,-2-5 1,-5-8-6226,9 14 6591,-7-13-10076</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6:59.145"/>
    </inkml:context>
    <inkml:brush xml:id="br0">
      <inkml:brushProperty name="width" value="0.05" units="cm"/>
      <inkml:brushProperty name="height" value="0.05" units="cm"/>
      <inkml:brushProperty name="color" value="#00A0D7"/>
    </inkml:brush>
  </inkml:definitions>
  <inkml:trace contextRef="#ctx0" brushRef="#br0">481 110 880,'-2'-20'13003,"1"18"-12660,1 1 0,-1-1 1,0 1-1,0-1 0,0 1 0,0-1 1,0 1-1,0 0 0,0-1 0,-1 1 1,1 0-1,0 0 0,-1 0 0,1 0 1,-3-1-1,-12-7 275,-1 0 1,0 1-1,0 1 1,0 1 0,-1 0-1,-32-5 1,17 6-507,0 1 0,-64 1 0,24 8-1379,26 2-5604,24-2-3367</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00.953"/>
    </inkml:context>
    <inkml:brush xml:id="br0">
      <inkml:brushProperty name="width" value="0.05" units="cm"/>
      <inkml:brushProperty name="height" value="0.05" units="cm"/>
      <inkml:brushProperty name="color" value="#00A0D7"/>
    </inkml:brush>
  </inkml:definitions>
  <inkml:trace contextRef="#ctx0" brushRef="#br0">64 706 8,'10'4'-631,"1"-3"4828,-8-2-3062,-1 0-1,1-1 1,-1 1-1,0 0 1,1-1-1,2-2 1,1 0-298,0-1-1,0 0 1,0 0 0,-1 0 0,0-1 0,0 1-1,-1-1 1,1-1 0,-1 1 0,5-11-1,-7 10-627,0 1 0,0 0 0,0-1 0,-1 1-1,0-1 1,0 0 0,-1 1 0,0-8-1,-2-10 93,-1 0-1,0 1 0,-12-39 0,2 8-91,-43-169 477,50 194-636,1 4 23,-1 0-1,-14-36 1,18 57-56,2 4-15,0-1-1,0 1 0,0 0 1,0-1-1,0 1 0,0 0 1,0 0-1,0-1 0,0 1 1,0 0-1,0 0 0,0-1 1,0 1-1,0 0 0,-1 0 1,1 0-1,0-1 0,0 1 1,0 0-1,0 0 0,-1 0 1,1-1-1,0 1 0,0 0 0,0 0 1,-1 0-1,1 0 0,0-1 1,0 1-1,-1 0 0,1 0 1,0 0-1,0 0 0,-1 0 1,1 0-1,0 0 0,-1 0 1,-12 28-140,9-18 143,0-1-1,0 1 0,0 0 0,1 0 0,1 1 1,0-1-1,0 1 0,0 12 0,2-8 11,0 0 0,1 0 0,1 0 0,0-1 0,6 21 0,5 8 21,32 71 0,-33-91-62,1 0 1,1-1-1,1 0 0,1-1 0,1-1 0,1-1 0,0 0 0,2-1 0,0-1 0,1-1 0,0-1 0,1 0 1,38 17-1,-39-23-122,-1 2-77,1-2 0,1-1 1,26 8-1,-42-15 185,0 0-1,1 0 1,-1 0-1,0 0 1,1-1-1,-1 0 1,1-1-1,-1 1 1,1-1-1,-1-1 1,0 1-1,0-1 1,0 0-1,0 0 1,0-1-1,8-4 1,-11 5 29,0-1 0,0 0 1,0 1-1,0-1 0,0 0 1,-1 0-1,0-1 0,1 1 1,-1 0-1,0-1 0,0 0 0,-1 1 1,1-1-1,-1 0 0,0 0 1,0 0-1,1-6 0,-1 2 3,-1-1-1,1 1 0,-1-1 1,-1 1-1,1 0 1,-2-1-1,-2-12 0,0 9 31,0-1 0,-1 1 0,0 0-1,-13-20 1,13 25 33,0 0 1,0 0-1,0 1 0,-1 0 0,0 0 0,-1 0 0,1 0 0,-12-6 1,18 12-56,-1 0 1,0 0 0,0-1 0,1 1 0,-1 0-1,0 0 1,0 0 0,0 0 0,1 0-1,-1 0 1,0 0 0,0 1 0,0-1 0,1 0-1,-1 0 1,0 1 0,1-1 0,-1 0-1,0 1 1,0-1 0,1 0 0,-1 1 0,1-1-1,-1 1 1,0 0 0,1-1 0,-1 1-1,1-1 1,-1 1 0,1 0 0,0-1 0,-1 1-1,0 1 1,-1 1 1,0 1 0,0 0 1,0 0-1,-3 7 0,2 0 13,0 0 0,0 1 1,-1 22-1,4-29-6,0-1 0,0 0 1,0 1-1,1-1 0,-1 0 1,1 1-1,0-1 0,0 0 0,1 0 1,0 0-1,-1 0 0,1 0 0,0 0 1,3 4-1,-1-4 6,0 0 0,1 0 0,-1 0 0,1 0 0,-1-1-1,1 0 1,0 0 0,1 0 0,8 3 0,0 0 27,0-1 1,24 4-1,-27-7-46,1 0-1,0 0 1,1-1 0,-1 0-1,0-1 1,0-1-1,0 0 1,0 0 0,0-1-1,0-1 1,0 0 0,-1-1-1,15-5 1,-23 7 20,1 0-1,-1 0 1,0-1 0,0 1 0,0 0 0,-1-1 0,1 0 0,-1 0-1,1 1 1,-1-2 0,0 1 0,0 0 0,0 0 0,0-1 0,-1 1-1,1-1 1,-1 1 0,0-1 0,0 1 0,0-1 0,-1 0 0,1 0-1,-1 1 1,0-1 0,0 0 0,-1-5 0,1 8-18,0 1 0,0 0 1,0-1-1,0 1 0,0-1 0,0 1 1,0 0-1,-1-1 0,1 1 0,0 0 1,0-1-1,0 1 0,-1 0 0,1-1 1,0 1-1,0 0 0,-1-1 1,1 1-1,0 0 0,-1 0 0,1-1 1,0 1-1,-1 0 0,1 0 0,0 0 1,-1 0-1,1-1 0,0 1 0,-1 0 1,1 0-1,-1 0 0,1 0 0,-1 0 1,1 0-5,0 0-1,-1 0 1,1 0 0,0 1 0,0-1 0,-1 0 0,1 0 0,0 0 0,0 0 0,0 0 0,0 1 0,-1-1 0,1 0-1,0 0 1,0 0 0,0 1 0,0-1 0,0 0 0,0 0 0,-1 1 0,1-1 0,0 0 0,0 0 0,0 1 0,0-1-1,0 0 1,0 0 0,0 1 0,0-1 0,0 0 0,0 0 0,0 1 0,0-1 0,0 0 0,1 0 0,-1 1-1,0-1 1,0 0 0,0 0 0,0 1 0,0-1 0,0 0 0,1 0 0,-1 0 0,0 0 0,0 1 0,0-1 0,1 0-1,2 5-13,1 0-1,0 0 0,0-1 1,0 1-1,0-1 0,1 0 1,0-1-1,0 1 0,0-1 1,0 0-1,11 5 0,10 3-77,42 13-1,-59-21 107,0-1 0,0 0 0,1-1 0,-1 0 0,0 0 0,1-1 0,-1 0 0,16-3 0,-23 3 3,-1 0-1,0-1 1,0 1 0,0 0-1,0-1 1,0 1-1,0 0 1,0-1 0,0 0-1,0 1 1,0-1 0,0 1-1,-1-1 1,1 0 0,0 0-1,0 1 1,-1-1-1,1 0 1,0 0 0,-1 0-1,1 0 1,-1 0 0,1 0-1,-1 0 1,1-1-1,0-1-81,-1-1 0,0 1 0,0 0 0,0-1 0,0 1 0,-1-6 0,-1-8-2631,28 28-17856</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01.348"/>
    </inkml:context>
    <inkml:brush xml:id="br0">
      <inkml:brushProperty name="width" value="0.05" units="cm"/>
      <inkml:brushProperty name="height" value="0.05" units="cm"/>
      <inkml:brushProperty name="color" value="#00A0D7"/>
    </inkml:brush>
  </inkml:definitions>
  <inkml:trace contextRef="#ctx0" brushRef="#br0">221 112 432,'-6'-10'1064,"-1"1"-1,0 0 1,0 0 0,-1 1-1,-1-1 1,1 2-1,-1 0 1,0 0 0,-1 0-1,0 1 1,0 0-1,-11-4 1,17 9-810,0-1 0,1 1 0,-1 0 0,0 0 0,0 1 0,0-1 0,0 1 0,0-1 0,0 1 0,0 1 0,0-1 0,-4 1 0,6 0-175,-1 0 1,1 0-1,0 0 0,0 0 0,0 0 0,0 0 0,0 0 0,0 1 1,1-1-1,-1 1 0,0-1 0,1 1 0,-1 0 0,1-1 0,0 1 0,-1 0 1,1 0-1,0 0 0,0 0 0,0 0 0,0 0 0,0 3 0,-1 5 49,0-1-1,0 1 0,1-1 0,1 1 0,0-1 0,0 1 1,1-1-1,0 1 0,0-1 0,1 1 0,0-1 0,1 0 1,0 0-1,1 0 0,7 14 0,-2-6-54,2 1 0,0-2 1,0 1-1,2-2 0,0 0 0,23 21 1,-24-26-79,0-1 1,1 0-1,0-1 1,1-1-1,0 0 1,0 0-1,20 5 1,-33-11-20,0 0 0,0 0 0,0 0 0,0 0 0,0 0 0,0 0 0,0 0 0,-1 1 0,1-1 0,0 0 0,-1 0 0,1 1 0,-1-1 0,1 0 0,-1 3 0,4 4-36,-2-2 33,1-1 0,-1 0 0,-1 1 0,1-1 0,-1 1 0,1 0 0,-2-1 0,1 1 1,-1 0-1,1 0 0,-2 0 0,1-1 0,-1 1 0,0 0 0,0 0 0,0-1 0,-1 1 0,0-1 1,0 1-1,-4 6 0,4-8-76,-1 1 0,1-1 0,-1 0 0,0-1 0,0 1 0,0 0 0,-1-1-1,1 0 1,-1 0 0,0 0 0,0 0 0,0 0 0,0-1 0,-1 0 0,1 0 0,-1 0 0,1-1 0,-1 1 0,0-1 0,1 0 0,-1 0 0,0-1 0,0 1 0,-9-1 0,4-1-853,-1-1-1,0 0 1,-15-5-1,-29-15-6295,23 7 30</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02.191"/>
    </inkml:context>
    <inkml:brush xml:id="br0">
      <inkml:brushProperty name="width" value="0.05" units="cm"/>
      <inkml:brushProperty name="height" value="0.05" units="cm"/>
      <inkml:brushProperty name="color" value="#00A0D7"/>
    </inkml:brush>
  </inkml:definitions>
  <inkml:trace contextRef="#ctx0" brushRef="#br0">1 137 8,'4'-15'7292,"-3"12"-6587,0 1 1,-1-1 0,1 1-1,-1-1 1,0 0 0,1 1-1,-1-1 1,-1 1-1,1-1 1,0 0 0,0 1-1,-2-5 1,63 158 561,-17-36-992,-13-42-124,34 77 10,21 31-449,-84-176 207,0-2-54,-1-1 0,0 0 0,0 1 0,0-1 0,0 1 0,-1 0 1,1-1-1,-1 1 0,1 3 0,-4-8-163,0 0 0,0 0-1,0 0 1,0-1 0,1 1 0,-6-6 0,-5-8 339,1-1-1,0 0 1,1-1 0,1 0 0,0 0 0,2-1-1,0 0 1,1-1 0,-8-40 0,14 57 29,1 0 1,-1 0 0,1 0-1,0 0 1,0 0-1,1 0 1,-1 1 0,2-6-1,-2 7-48,0 1 0,0-1 0,0 1 0,1 0 0,-1-1 0,0 1 0,0-1 0,1 1 0,-1 0 0,0-1 0,1 1 0,-1 0 0,0-1 0,1 1 0,-1 0 0,1-1 0,-1 1 0,0 0 0,1 0 0,-1 0 0,1 0 0,0-1 0,0 1-18,0 0 0,0 0 0,0 0 0,0 1 0,0-1 0,0 0 0,1 0 0,-1 1 0,0-1 0,0 0 0,0 1 0,0-1 0,0 1 0,0 0 0,14 10-20,22 18-1,3 3 33,-19-16 28,43 22 1,-57-34-27,1-1 0,-1 0 1,1-1-1,0 1 0,-1-1 0,1-1 1,0 1-1,0-1 0,0-1 0,13 0 0,-18 0-14,0-1-1,1 1 1,-1-1-1,0 0 1,0 1-1,0-2 1,1 1-1,-1 0 1,0-1-1,0 1 1,-1-1-1,1 0 1,0 0-1,-1 0 1,1 0-1,2-3 0,-2 1-16,-1 1 0,1-1-1,-1 0 1,0 0-1,0 0 1,0 0-1,-1 0 1,0-1 0,0 1-1,2-8 1,-2-7-61,-1 1 1,0-1 0,-1 1-1,-6-31 1,6 41 64,-8-40-90,-22-67 0,-24-44 206,20 63 403,29 70 287,6 21-176,4 17-632,39 136 280,129 384 1285,-169-525-1514,0 0-1,1 1 1,-1-2-1,1 1 1,1 0 0,-1-1-1,1 1 1,0-1-1,1-1 1,-1 1-1,11 7 1,-15-12-24,-1-1 0,1 0 0,0 1 0,0-1 0,-1 0 1,1 0-1,0 1 0,-1-1 0,1 0 0,0 0 0,0 0 0,0 0 0,-1 0 0,1 0 0,0 0 1,0 0-1,-1 0 0,1 0 0,0 0 0,0-1 0,-1 1 0,2-1 0,0 0-5,-1 0 0,1 0-1,-1 0 1,0 0-1,1 0 1,-1 0 0,0-1-1,0 1 1,2-3 0,0-1-32,0 0 1,0 0-1,-1-1 0,0 1 1,2-7-1,2-16-170,4-44-1,-2 3 95,-8 67 96,0 1 0,0 0 0,1 0 0,-1 0 1,0 0-1,0 0 0,1 0 0,-1-1 0,1 1 0,-1 0 0,1 0 0,-1 0 0,1 0 0,0 0 0,-1 1 0,1-1 0,0 0 0,0 0 0,0 0 0,-1 1 0,1-1 1,0 0-1,0 1 0,0-1 0,0 1 0,2-2 0,-1 2-10,0 0 0,0 0-1,1 1 1,-1-1 0,0 0 0,0 1 0,0-1 0,0 1 0,0 0 0,0-1 0,0 1 0,0 0-1,0 0 1,2 2 0,11 7-7,1 1-1,-1 0 1,15 17-1,39 43-120,-62-63 93,4 4-248,26 30-871,-34-37 231,0 0 0,0 0 0,-1 0 0,4 7 0,-4 0-3872,-4-1-3736</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03.081"/>
    </inkml:context>
    <inkml:brush xml:id="br0">
      <inkml:brushProperty name="width" value="0.05" units="cm"/>
      <inkml:brushProperty name="height" value="0.05" units="cm"/>
      <inkml:brushProperty name="color" value="#00A0D7"/>
    </inkml:brush>
  </inkml:definitions>
  <inkml:trace contextRef="#ctx0" brushRef="#br0">86 193 6769,'0'13'14587,"0"10"-9075,2 20-8406,0-25 4505,4 9-1493,1 1 1,1-1-1,19 43 0,-9-27-42,-13-29-57,1 0 0,1 0 0,0-1 0,10 14 1,-9-16 38,12 21 1,-20-56 737,-1 14-789,-1 0 0,-1 0 0,0 0-1,-7-16 1,-21-38-19,13 31 22,-97-232 108,103 232-102,5 17 26,1-1 0,1 1 1,-6-33-1,11 47-34,-1 1 1,1 0-1,0 0 1,0 0-1,0 0 1,0 0-1,0 0 1,0 0-1,0 0 1,0 0-1,1 0 1,-1 0-1,0 0 1,0 0-1,1 0 1,-1 0-1,1 0 1,-1 0-1,1 0 1,-1 0-1,1 0 0,0 0 1,0 1-1,0-2 1,0 2-8,0 0-1,0 1 1,0-1 0,0 0 0,0 1-1,0-1 1,0 1 0,0-1-1,0 1 1,0-1 0,0 1 0,-1 0-1,1 0 1,1 1 0,10 10-28,72 99-10,-60-76 9,2-2 0,45 48 0,-38-51 0,2-2 1,64 41-1,87 30 45,-159-87-14,41 13 0,-55-21 0,1-1 0,0 0-1,0-1 1,0 0 0,17-1 0,-28-1-1,1 0 1,-1 0 0,0-1-1,1 0 1,-1 1-1,0-1 1,1 0-1,2-2 1,-5 2-2,1 1-1,-1-1 1,0 0 0,0 0-1,0 0 1,0 0-1,0 0 1,0 0 0,0 0-1,0 0 1,0-1 0,0 1-1,-1 0 1,1 0 0,0-1-1,-1 1 1,1 0 0,-1-1-1,0 1 1,1-1 0,-1-1-1,1-4-1,-1 0 0,-1 0-1,1 0 1,-1 0-1,0 0 1,-1 0 0,1 0-1,-2 0 1,1 1 0,-1-1-1,-5-9 1,-4-6-23,-30-38 0,-93-116-712,122 160-2,0 1 1,-2 0-1,-16-13 0,21 19-1882,-1 1 0,-1 1 0,-12-7 0,-2 2-8656</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03.568"/>
    </inkml:context>
    <inkml:brush xml:id="br0">
      <inkml:brushProperty name="width" value="0.05" units="cm"/>
      <inkml:brushProperty name="height" value="0.05" units="cm"/>
      <inkml:brushProperty name="color" value="#00A0D7"/>
    </inkml:brush>
  </inkml:definitions>
  <inkml:trace contextRef="#ctx0" brushRef="#br0">1 47 2032,'0'-3'425,"1"1"-1,0-1 0,0 1 0,0 0 1,0-1-1,0 1 0,0 0 0,1 0 0,-1 0 1,1-1-1,-1 1 0,1 1 0,0-1 1,0 0-1,0 0 0,0 1 0,0-1 1,4-1-1,-3 2-231,0 0 0,1 0 0,-1 0 1,0 1-1,0-1 0,1 1 0,-1 0 1,0 0-1,1 0 0,-1 0 0,0 1 0,6 1 1,5 2-93,0 1 0,0 1 0,-1 0 0,0 1 0,16 11 0,5 6 164,0 1-1,-2 2 1,-1 1 0,34 39 0,95 141 1067,-114-139-563,60 123-1,-92-163-614,-2 1 0,-1 0 0,9 38 0,-17-53-124,0 0-1,-1 1 1,-1-1-1,0 0 1,-1 1-1,0-1 0,-2 1 1,-5 26-1,5-35-54,-1 1 0,0 0 0,0 0 0,-1-1 0,0 0 0,0 0 0,-1 0 0,0 0 0,0-1 0,-1 0 0,1 0-1,-1 0 1,-13 8 0,7-5-642,0-1 0,-21 9-1,-28 7-5226,21-13-3792</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2.649"/>
    </inkml:context>
    <inkml:brush xml:id="br0">
      <inkml:brushProperty name="width" value="0.05" units="cm"/>
      <inkml:brushProperty name="height" value="0.05" units="cm"/>
      <inkml:brushProperty name="color" value="#E71224"/>
    </inkml:brush>
  </inkml:definitions>
  <inkml:trace contextRef="#ctx0" brushRef="#br0">0 164 8,'10'0'12047,"1"0"-8177,36-3 3034,23-9-5768,-33 5-408,6 1-511,111-24 413,-151 29-563,-1 0-1,1 0 0,-1 0 1,1 0-1,-1 0 1,0-1-1,1 1 1,-1-1-1,0 0 1,0 1-1,0-1 0,0 0 1,0 0-1,0 0 1,-1 0-1,1-1 1,1-2-1,-2 3-26,-1 0 0,1 1 0,0-1 0,-1 1 0,0-1 0,1 0 0,-1 0-1,0 1 1,0-1 0,0 0 0,0 1 0,0-1 0,0 0 0,0 0 0,-1 1 0,1-1 0,-1 0 0,1 1 0,-1-1 0,0 1-1,1-1 1,-1 1 0,0-1 0,0 1 0,0-1 0,0 1 0,-2-2 0,2 2-40,-1-1-17,0 0 0,0 0 0,0 0 0,0 0 1,0 0-1,0 1 0,0-1 0,0 1 0,-1 0 1,1-1-1,-1 1 0,1 0 0,-1 0 0,1 1 1,-1-1-1,0 1 0,-3-1 0,-19-1-31,-38 3 0,16 1 24,44-2 30,0 0 0,1 1-1,-1-1 1,1 1 0,-1-1-1,0 1 1,1 0 0,-1 0-1,1 0 1,0 0 0,-1 0 0,1 1-1,0-1 1,0 1 0,0 0-1,0-1 1,-3 5 0,0-1 7,1 0 0,0 1 0,1 0 0,-1 0 0,-3 10 1,4-9 5,1 0 0,-1 0 0,1 0 0,1 1 0,0-1 0,0 0 0,0 1 0,1-1 0,0 1 0,0-1 0,1 1 0,0-1 0,2 9 0,12 29 60,-13-41-57,0 0 1,0-1-1,0 1 1,1 0-1,0-1 1,0 0-1,0 1 0,0-1 1,0 0-1,1-1 1,-1 1-1,1-1 1,0 1-1,6 2 0,8 3 21,0-1-1,20 5 0,-3-1-25,64 20 20,-76-24-29,-5-3-190,0 0 0,0 0 0,1-2-1,-1 0 1,21-2 0,-33 0-369,0-1 0,0 0 0,1 0 1,6-2-1,4-6-3822,-16 8 3291,0 0 1,1 0-1,0-2-1082,-1 2 1082,0-1 0,0 1 0,2-3 0</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3.103"/>
    </inkml:context>
    <inkml:brush xml:id="br0">
      <inkml:brushProperty name="width" value="0.05" units="cm"/>
      <inkml:brushProperty name="height" value="0.05" units="cm"/>
      <inkml:brushProperty name="color" value="#E71224"/>
    </inkml:brush>
  </inkml:definitions>
  <inkml:trace contextRef="#ctx0" brushRef="#br0">288 70 10018,'-23'-16'5218,"-31"-19"1017,49 32-5799,-1 0-1,0 1 0,0 0 0,0 0 1,-1 0-1,1 0 0,-11 0 0,16 2-410,-1-1-1,1 1 1,-1 0-1,0 0 0,1 0 1,-1 1-1,1-1 1,-1 0-1,1 0 0,-1 1 1,1-1-1,-1 1 0,1-1 1,0 1-1,-1 0 1,1 0-1,0-1 0,-1 1 1,1 0-1,0 0 1,0 0-1,0 0 0,0 1 1,0-1-1,0 0 1,0 0-1,0 1 0,0-1 1,1 0-1,-1 1 1,1-1-1,-1 1 0,1-1 1,-1 1-1,1-1 1,0 1-1,-1-1 0,1 1 1,0-1-1,1 4 1,-1 1 17,0 0 0,1 0 0,0 0 0,0 0 0,1 0 0,0 0 0,0 0 0,5 10 0,5 3-8,1-1-1,1 0 1,0-2-1,1 1 1,27 21 0,-24-22-38,8 6-93,47 30 0,-26-20-48,-45-31 132,-1 0 1,0 0-1,1 0 0,-1 0 1,0 0-1,0 0 0,0 1 1,0-1-1,0 1 0,1 1 1,-1-2 4,-1-1 0,0 1 0,0-1 0,0 1 0,0-1 0,0 1 0,1 0 0,-1-1 0,0 1 0,0-1 0,0 1 1,-1-1-1,1 1 0,0 0 0,0-1 0,0 1 0,0-1 0,0 1 0,-1-1 0,1 1 0,-1 0 0,0 0 10,-1 1-1,1-1 0,-1 1 0,1-1 1,-1 0-1,0 0 0,0 0 0,0 0 1,0 0-1,0 0 0,0-1 0,0 1 1,0-1-1,0 1 0,-3-1 1,-19 2 61,-1-1 1,0-1 0,1-2 0,-1 0 0,-24-6-1,-28-3-45,74 11-315,-88-6-746,72 7-3375,-1 1-3813</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3.528"/>
    </inkml:context>
    <inkml:brush xml:id="br0">
      <inkml:brushProperty name="width" value="0.05" units="cm"/>
      <inkml:brushProperty name="height" value="0.05" units="cm"/>
      <inkml:brushProperty name="color" value="#E71224"/>
    </inkml:brush>
  </inkml:definitions>
  <inkml:trace contextRef="#ctx0" brushRef="#br0">13 92 7562,'-1'-5'2139,"-2"-3"443,1-1-1,0 0 0,-1-15 0,2 23-2462,1-1 0,0 1 0,0 0 0,0-1 0,0 1 0,0 0 0,0-1 0,0 1 0,1 0 0,-1-1 0,0 1 0,1 0 0,-1 0 0,1-1 0,-1 1 0,1 0-1,0 0 1,0 0 0,-1 0 0,1 0 0,0 0 0,0 0 0,0 0 0,0 0 0,0 0 0,0 0 0,0 1 0,0-1 0,1 0 0,-1 1 0,0-1 0,0 1 0,2-1-1,-1 1-102,0 0 0,-1 0-1,1 0 1,0 0-1,0 1 1,-1-1-1,1 0 1,0 1-1,-1 0 1,1-1-1,0 1 1,-1 0-1,1 0 1,-1 0-1,1 0 1,-1 0 0,0 0-1,1 0 1,0 2-1,25 28-6,-22-25 21,8 14 40,0 0-1,20 41 1,13 49 131,-12-24-90,9 2-68,-20-40-78,26 71-1,-48-115-27,0 0 0,0 0 0,0 1 0,0-1-1,0 6 1,-1-10 36,0 1 0,0 0-1,0-1 1,0 1 0,0 0 0,0-1-1,-1 1 1,1 0 0,0-1 0,0 1 0,0 0-1,-1-1 1,1 1 0,0-1 0,-1 1-1,1-1 1,0 1 0,-1 0 0,1-1-1,-1 1 1,1-1 0,-1 1 0,1-1 0,-1 0-1,1 1 1,-1-1 0,1 0 0,-1 1-1,0-1 1,1 0 0,-1 0 0,0 1-1,1-1 1,-1 0 0,1 0 0,-1 0-1,0 0 1,0 0 0,1 0 0,-1 0 0,-1 0-1,-4-1-237,-1 0 0,1-1 0,0 0 0,0 0 0,0-1-1,0 1 1,0-1 0,1 0 0,-1-1 0,-7-6 0,-7-6-3398,-22-24 1,37 35 2642,-52-58-10609,46 50 11137</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3.887"/>
    </inkml:context>
    <inkml:brush xml:id="br0">
      <inkml:brushProperty name="width" value="0.05" units="cm"/>
      <inkml:brushProperty name="height" value="0.05" units="cm"/>
      <inkml:brushProperty name="color" value="#E71224"/>
    </inkml:brush>
  </inkml:definitions>
  <inkml:trace contextRef="#ctx0" brushRef="#br0">1 1 8,'14'4'2074,"22"3"-1,-2-1 1400,-12 0-1460,6 1 307,30 3-1,-50-9-1953,0 0 0,0-1 0,-1 0 0,1-1 0,0 1 0,0-2-1,0 1 1,13-5 0,-9 2 111,-5 1 72,-1 1-1,0-1 1,0 0-1,0 0 1,0 0-1,6-5 1,-6 4 554,-4 7-218,2 5-957,0-3 98,-1 2-1,1-1 0,-1 0 0,4 13 1,3 4 35,2-2 42,0-1 0,23 26 0,-26-36-60,0 0 0,1-1 1,0 0-1,1-1 1,0 0-1,0 0 1,1-2-1,0 1 1,19 6-1,-31-12-57,1-1 1,-1 0-1,0 0 0,0 0 0,1 1 0,-1-1 0,0 0 0,1 0 1,-1 0-1,0 0 0,1 0 0,-1 0 0,1 0 0,-1 0 1,0 0-1,1 0 0,-1 0 0,0 0 0,1 0 0,-1 0 0,0 0 1,1 0-1,-1 0 0,0 0 0,1-1 0,-1 1 0,0 0 1,1 0-1,-1 0 0,0-1 0,0 1 0,1 0 0,-1 0 0,0-1 1,1 1-1,-1-1-136,0 0-1,0 0 1,0 0 0,0-1 0,0 1 0,0 0 0,0 0-1,0 0 1,0 0 0,0 0 0,0 0 0,-1-1 0,-12-28-5732,-13-6-3955,11 14 3277</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4.076"/>
    </inkml:context>
    <inkml:brush xml:id="br0">
      <inkml:brushProperty name="width" value="0.05" units="cm"/>
      <inkml:brushProperty name="height" value="0.05" units="cm"/>
      <inkml:brushProperty name="color" value="#E71224"/>
    </inkml:brush>
  </inkml:definitions>
  <inkml:trace contextRef="#ctx0" brushRef="#br0">0 29 3721,'7'-16'12788,"-1"4"-6867,-7 16-5690,1 0-1,-1 0 0,1 0 1,0 0-1,1 5 0,-1 25-2369,-2-23 875,-3 21-7472,3-19-1705</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4.688"/>
    </inkml:context>
    <inkml:brush xml:id="br0">
      <inkml:brushProperty name="width" value="0.05" units="cm"/>
      <inkml:brushProperty name="height" value="0.05" units="cm"/>
      <inkml:brushProperty name="color" value="#E71224"/>
    </inkml:brush>
  </inkml:definitions>
  <inkml:trace contextRef="#ctx0" brushRef="#br0">1 1 3185,'2'1'17214,"4"3"-12866,1 0-4259,-1 0 0,-1 1 0,1 0-1,-1 0 1,1 1 0,5 8 0,-8-10-88,5 6-3,1 0 0,0 0 1,0-1-1,16 12 0,-17-14-2,9 4-1,-1 1 1,27 12-1,-39-22-14,0 0-1,0 0 0,0 0 1,1-1-1,-1 0 0,1 0 1,-1 0-1,1 0 0,-1-1 1,1 0-1,-1 0 1,1 0-1,-1 0 0,1-1 1,0 1-1,7-3 0,-10 2 6,-1 0-1,1 0 1,0 0-1,-1 0 1,1 0-1,0 0 0,-1 0 1,1-1-1,-1 1 1,0 0-1,1-1 1,-1 1-1,0-1 1,0 0-1,0 1 0,0-1 1,0 0-1,-1 0 1,1 1-1,0-1 1,-1 0-1,1 0 1,-1 0-1,0 0 0,1 0 1,-1 0-1,0 0 1,0 0-1,-1-3 1,-1-6 3,0 0 0,0 1 1,-1 0-1,-7-14 0,2 1 163,4 12-76,3 8 6,0 0 0,-1 0 1,1 0-1,1-1 0,-2-5 0,28 28 10,10 9-103,35 26-82,-59-45 59,1-1 1,0-1-1,26 10 0,-37-16 30,0 0-1,0 0 0,0-1 0,1 1 0,-1-1 1,0 1-1,1-1 0,-1 0 0,0 0 0,0 0 0,1 0 1,-1 0-1,0-1 0,0 1 0,1-1 0,-1 0 1,0 1-1,0-1 0,0 0 0,0 0 0,3-2 0,-3 1-6,0 0-1,0 0 0,0 0 1,0 0-1,-1-1 0,1 1 0,0-1 1,-1 1-1,0-1 0,0 1 1,1-1-1,-2 0 0,1 0 0,0 0 1,0-5-1,0 2 12,0-1 1,1 1-1,-1-1 0,1 1 1,4-9-1,-5 13-8,0 1 1,0 0-1,0-1 0,0 1 1,0 0-1,0-1 0,0 1 0,0 0 1,0 0-1,1 0 0,-1 0 0,0 0 1,1 0-1,-1 0 0,1 0 0,-1 1 1,1-1-1,-1 1 0,1-1 0,0 1 1,-1-1-1,1 1 0,-1 0 0,1 0 1,0 0-1,2 0 0,3 1-84,1 0 0,-1 1 0,0 0 0,1 0 0,-1 0 0,10 7 0,44 25-1483,-37-19 243,17 8-2733,3-1-6452,-27-15 4065</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5.159"/>
    </inkml:context>
    <inkml:brush xml:id="br0">
      <inkml:brushProperty name="width" value="0.05" units="cm"/>
      <inkml:brushProperty name="height" value="0.05" units="cm"/>
      <inkml:brushProperty name="color" value="#E71224"/>
    </inkml:brush>
  </inkml:definitions>
  <inkml:trace contextRef="#ctx0" brushRef="#br0">106 47 3905,'0'-1'693,"0"0"0,0 0 0,0 0 1,-1 0-1,1 0 0,0 0 0,-1 0 0,1 0 1,-1 0-1,1 0 0,-1 0 0,0-1 0,-13-11 3737,10 10-3662,-1 0 0,0 0 0,0 0 0,-6-2 0,10 5-714,0-1-1,-1 1 1,1-1 0,-1 1-1,1 0 1,0 0 0,-1-1 0,1 1-1,-1 0 1,1 0 0,-1 0-1,1 1 1,-1-1 0,1 0 0,0 1-1,-1-1 1,1 0 0,0 1-1,-1-1 1,1 1 0,-3 1-1,2 0-28,1 0-1,-1-1 1,0 1-1,1 0 1,0 0-1,-1 0 1,1 0-1,0 1 1,0-1-1,0 0 1,0 0-1,-1 3 1,1 3-3,-1-1 0,1 1 0,0-1 0,0 1 0,1 0 0,0-1 0,2 13 0,0-13 9,0 0-1,0 0 1,1 0-1,0-1 0,0 1 1,1-1-1,0 0 1,0 0-1,0 0 1,0-1-1,8 8 0,-9-11-4,0 1-1,-1-1 0,1 0 1,0 0-1,0 0 0,0 0 1,1-1-1,-1 1 0,0-1 1,1 0-1,3 1 0,-5-2-5,1 1 1,-1-1-1,0 0 0,1 0 0,-1 0 0,1-1 0,-1 1 0,0-1 0,1 1 0,-1-1 0,0 0 0,0 0 0,0 0 0,1 0 0,-1 0 0,0 0 0,0 0 0,2-3 0,-2 2-14,1-1 0,0 0 0,-1 0 0,1 0 0,-1 0 0,0 0 0,0 0 0,0-1 0,0 1 0,-1-1 0,1 1 0,-1-1 0,0 0 0,1-5 0,0-4 1,-1-1 0,0-22 0,-1 24 26,1 16-76,0 0 0,0 0 0,1 0 0,-1 0-1,1 0 1,0 0 0,3 3 0,3 8 32,7 14-110,1-1 1,2-1 0,37 46-1,-47-62-206,-6-8 16,0 0 1,0-1 0,0 1-1,0-1 1,1 1 0,-1-1-1,1 0 1,4 4 0,-14-28-11500,-2 8 7536,-4-1 268</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5.568"/>
    </inkml:context>
    <inkml:brush xml:id="br0">
      <inkml:brushProperty name="width" value="0.05" units="cm"/>
      <inkml:brushProperty name="height" value="0.05" units="cm"/>
      <inkml:brushProperty name="color" value="#E71224"/>
    </inkml:brush>
  </inkml:definitions>
  <inkml:trace contextRef="#ctx0" brushRef="#br0">94 48 992,'-26'-17'8813,"-2"-1"-3315,21 14-4609,4 3-518,1 0 0,0-1 0,-1 1 0,1 0 0,-1 0 0,-3 0 0,6 1-347,-1 0 1,1 0-1,-1 0 1,1 0-1,-1 0 0,1 0 1,-1 0-1,1 0 1,0 0-1,-1 0 1,1 1-1,-1-1 1,1 0-1,0 0 1,-1 0-1,1 1 1,-1-1-1,1 0 1,0 1-1,-1-1 1,1 0-1,0 1 1,0-1-1,-1 0 1,1 1-1,0-1 0,0 1 1,0-1-1,-1 0 1,1 1-1,0-1 1,0 1-1,0-1 1,0 1-1,0-1 1,0 1-1,0-1 1,0 1-1,0-1 1,0 0-1,0 1 1,0-1-1,0 2 1,2 9 149,-1-1 1,1 1-1,1 0 1,0 0-1,1-1 0,0 0 1,7 15-1,3 6 46,94 209 637,-54-141-659,33 58-32,-85-154-192,0 0-1,0 0 1,-1 0-1,1 0 1,-1 0-1,0 0 1,0 1-1,0-1 1,0 1 0,0-1-1,-1 0 1,1 6-1,-2-8 8,1-1 0,0 0 0,0 1 0,-1-1 0,1 0 0,0 0 0,0 1-1,-1-1 1,1 0 0,0 0 0,-1 1 0,1-1 0,0 0 0,-1 0 0,1 0 0,0 0 0,-1 0 0,1 0 0,0 1 0,-1-1-1,1 0 1,-1 0 0,1 0 0,0 0 0,-1 0 0,1 0 0,0-1 0,-1 1 0,1 0 0,-1 0 0,1 0 0,0 0-1,-1 0 1,1 0 0,-1-1 0,-13-3-398,10 2 10,1 0 0,-1 0 0,1-1 0,0 1 1,0-1-1,0 1 0,0-1 0,0 0 0,1 0 0,-4-6 1,-10-20-8059,11 13 159</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5.756"/>
    </inkml:context>
    <inkml:brush xml:id="br0">
      <inkml:brushProperty name="width" value="0.05" units="cm"/>
      <inkml:brushProperty name="height" value="0.05" units="cm"/>
      <inkml:brushProperty name="color" value="#E71224"/>
    </inkml:brush>
  </inkml:definitions>
  <inkml:trace contextRef="#ctx0" brushRef="#br0">431 51 1040,'-6'-7'8335,"4"6"-7814,-18-7 4573,-39-9 540,-33 0-3529,76 17-2292,1 0 0,0 0 1,-1 2-1,1 0 0,0 0 1,0 2-1,0-1 0,0 2 0,1 0 1,-25 13-1,18-9-2257,-6 3-5866,14-5-1603</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6.447"/>
    </inkml:context>
    <inkml:brush xml:id="br0">
      <inkml:brushProperty name="width" value="0.05" units="cm"/>
      <inkml:brushProperty name="height" value="0.05" units="cm"/>
      <inkml:brushProperty name="color" value="#E71224"/>
    </inkml:brush>
  </inkml:definitions>
  <inkml:trace contextRef="#ctx0" brushRef="#br0">0 258 336,'23'0'6991,"30"0"2131,-1-3-5976,-38 1-2716,-1 1 1,0-2-1,0 0 1,0-1 0,22-9-1,-31 11-311,-1 0-1,1 0 0,-1 0 1,1 0-1,-1-1 1,0 0-1,0 0 0,0 1 1,-1-2-1,1 1 1,-1 0-1,1 0 1,-1-1-1,0 1 0,0-1 1,-1 0-1,2-4 1,-2 5-74,0-1 0,-1 1-1,1 0 1,-1 0 0,0-1 0,1 1 0,-2 0 0,1 0 0,0-1 0,-1 1 0,1 0-1,-1 0 1,0-1 0,0 1 0,0 0 0,-1 0 0,1 0 0,-1 0 0,0 1 0,1-1 0,-5-4-1,-6-7 105,0 1-1,-1 0 0,0 1 0,-1 0 1,-24-15-1,37 26-138,0 0-1,0 1 1,-1-1 0,1 0-1,-1 0 1,1 1 0,-1-1-1,1 1 1,-1-1 0,1 1-1,-1 0 1,1 0 0,-1 0-1,0-1 1,1 1 0,-1 1-1,1-1 1,-1 0 0,1 0-1,-1 1 1,0-1 0,-1 1-1,1 1-6,0-1 0,1 1 0,-1-1 1,1 1-1,-1 0 0,1 0 0,0 0 0,-1 0 0,1 0 0,0 0 0,1 0 0,-1 0 0,0 0 0,0 4 0,-1 1 4,0-1 1,0 1-1,1 0 1,0 0-1,1 0 1,0-1-1,0 1 0,0 0 1,1 0-1,0 0 1,0 0-1,0-1 1,4 10-1,1-2 18,-1-1 0,2 1 1,0-2-1,0 1 0,1-1 0,1 0 1,0-1-1,0 0 0,1 0 0,1-1 0,0 0 1,0-1-1,22 14 0,-10-10-71,0 0 1,1-1-1,0-2 0,0 0 1,2-2-1,44 9 0,-50-14-489,-1 0 0,35-2-1,-24-2-2436,1-1-3400,-11 0-4845</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7.335"/>
    </inkml:context>
    <inkml:brush xml:id="br0">
      <inkml:brushProperty name="width" value="0.05" units="cm"/>
      <inkml:brushProperty name="height" value="0.05" units="cm"/>
      <inkml:brushProperty name="color" value="#E71224"/>
    </inkml:brush>
  </inkml:definitions>
  <inkml:trace contextRef="#ctx0" brushRef="#br0">2 25 880,'9'-6'6902,"4"-4"-2713,-9 8-3758,1 1 0,0-1 0,0 1 1,0 0-1,0 1 0,0-1 0,0 1 1,0 0-1,0 0 0,0 1 0,0-1 1,5 2-1,10 3-63,33 12 0,-28-8 166,5 2-98,46 22 0,-65-28-370,-1 1-1,0 0 1,0 1 0,0 0 0,-1 1 0,0 0 0,12 13 0,-20-19-52,1-1 0,-1 1 0,0-1 0,0 1 1,0-1-1,0 1 0,0 0 0,0 0 0,0-1 0,-1 1 1,1 0-1,-1 0 0,1 0 0,-1 0 0,0 0 0,1 0 1,-1 0-1,0 0 0,0 0 0,-1 0 0,1-1 1,0 1-1,-1 0 0,1 0 0,-1 0 0,1 0 0,-1 0 1,0-1-1,0 1 0,0 0 0,0-1 0,0 1 1,0 0-1,0-1 0,-1 0 0,1 1 0,-1-1 0,1 0 1,-1 1-1,-1 0 0,-5 3 192,-1 0-1,1 0 1,-1-1 0,0 0 0,0 0 0,-15 3-1,9-4 7,0 0-1,0 0 1,-1-2-1,1 1 1,0-2-1,0 0 0,-26-5 1,29 3-56,0 0 0,0-2 0,0 1 0,1-2 0,-1 1 0,1-1 0,0-1 0,0 0 0,-19-15 0,29 19-117,-1 1 0,0-1 0,0 0 0,1 1 0,-1-1 0,1 0 0,0 0 0,-1 0 0,1 0 0,0 0 0,0 0 0,0 0 0,0 0 0,1-1 0,-1 1 0,1 0 0,-1 0 0,1-4 0,0 3-6,0-1 0,1 1 0,-1-1 0,1 1 0,0-1 0,0 1 0,0 0 0,0-1 0,1 1 0,3-6 0,1 0-140,0 0 1,1 1 0,0 0 0,1 0-1,0 0 1,15-11 0,-18 16-254,-1 0 0,1 0 0,0 1 0,6-3 0,5 2-3839,-15 3 3288,0 0-1,1 0 0,-1 1 1,0-1-1,0 0 1,1 1-1,-1-1 1,0 1-1,0-1 0,2 2 1</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7.846"/>
    </inkml:context>
    <inkml:brush xml:id="br0">
      <inkml:brushProperty name="width" value="0.05" units="cm"/>
      <inkml:brushProperty name="height" value="0.05" units="cm"/>
      <inkml:brushProperty name="color" value="#E71224"/>
    </inkml:brush>
  </inkml:definitions>
  <inkml:trace contextRef="#ctx0" brushRef="#br0">330 393 976,'-117'-157'13132,"-74"-63"-3009,186 214-9924,-4-3 501,8 8-694,1 1 0,0 0 0,0 0 0,0 0 0,-1 0 0,1 0 0,0 0 0,0 0 0,-1 0 0,1 0 0,0 0 0,0 0 0,0 0 0,-1 0 0,1 1 0,0-1 0,0 0 0,0 0 0,-1 0 0,1 0 0,0 0 0,0 0 0,0 0 0,0 1 1,-1-1-1,1 0 0,0 0 0,0 0 0,0 0 0,0 1 0,0-1 0,-1 0 0,1 0 0,0 0 0,0 1 0,0-1 0,0 0 0,0 0 0,0 0 0,0 1 0,0-1 0,0 0 0,0 0 0,0 0 0,0 1 0,0-1 0,0 0 0,0 0 0,0 1 0,0-1 0,0 8 4,-1-1 0,1 1 0,1 0 0,0 0 0,0-1 0,2 9 0,2 13 7,11 56 48,52 158-1,88 176-14,-127-348-58,17 37-8,34 96-114,-73-172-62,-6-19-105,-1-13 284,0 0 1,0 0-1,0 0 0,0 0 0,0 0 0,0 0 0,0 0 0,0 0 0,0 0 0,0 0 0,0 0 0,0 0 0,0 0 0,0-1 0,-1 1 0,1 0 0,0 0 0,0 0 0,0 0 0,0 0 0,0 0 0,0 0 0,0 0 0,0 0 0,0 0 0,0 0 0,0 0 0,0 0 0,0 0 0,-1 1 0,1-1 0,0 0 0,0 0 1,0 0-1,0 0 0,0 0 0,0 0 0,0 0 0,0 0 0,0 0 0,0 0 0,0 0 0,0 0 0,0 0 0,0 0 0,-49-95-5487,41 76 153,-7-31 0,8 21-2915</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7.987"/>
    </inkml:context>
    <inkml:brush xml:id="br0">
      <inkml:brushProperty name="width" value="0.05" units="cm"/>
      <inkml:brushProperty name="height" value="0.05" units="cm"/>
      <inkml:brushProperty name="color" value="#E71224"/>
    </inkml:brush>
  </inkml:definitions>
  <inkml:trace contextRef="#ctx0" brushRef="#br0">252 9 248,'29'-8'15982,"-57"10"-10853,-3 2-3992,9-1-1586,-28 1 0,4-4-1264,13 1-1509,-2-1-3415,-1-1-3381</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8.876"/>
    </inkml:context>
    <inkml:brush xml:id="br0">
      <inkml:brushProperty name="width" value="0.05" units="cm"/>
      <inkml:brushProperty name="height" value="0.05" units="cm"/>
      <inkml:brushProperty name="color" value="#E71224"/>
    </inkml:brush>
  </inkml:definitions>
  <inkml:trace contextRef="#ctx0" brushRef="#br0">10 6 4017,'-9'-5'16234,"8"26"-13923,1-16-2335,2 28 813,5 33 0,-4-48-688,1 0 0,0 0 1,2-1-1,0 1 0,13 24 1,1-5-130,32 44 0,-31-51-1882</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9.221"/>
    </inkml:context>
    <inkml:brush xml:id="br0">
      <inkml:brushProperty name="width" value="0.05" units="cm"/>
      <inkml:brushProperty name="height" value="0.05" units="cm"/>
      <inkml:brushProperty name="color" value="#E71224"/>
    </inkml:brush>
  </inkml:definitions>
  <inkml:trace contextRef="#ctx0" brushRef="#br0">5 194 656,'-3'-31'6404,"2"25"-5296,1 0 1,-1 0-1,1 0 1,0 0-1,1 0 1,1-9-1,-1 10-752,1-1 0,-1 0 0,1 1 0,1-1 0,-1 1 0,1 0 0,0-1 0,0 1-1,1 1 1,-1-1 0,1 0 0,0 1 0,0 0 0,1 0 0,8-6 0,-7 6-318,1 0 1,-1 1-1,1 0 0,0 0 1,0 1-1,0 0 0,0 0 1,0 1-1,0-1 0,1 2 1,-1-1-1,10 1 1,5 2-47,0 0 0,-1 1 1,1 1-1,-1 1 1,0 1-1,0 1 1,-1 1-1,0 0 0,0 2 1,-1 0-1,36 26 1,-51-33-15,0 0-1,-1 0 1,1 1 0,-1-1 0,1 1 0,-1 0-1,0 0 1,3 5 0,-5-7 11,0 1 0,0-1 0,0 0 0,-1 0 0,1 0 0,-1 0 0,1 1 0,-1-1 0,0 0 0,1 1 1,-1-1-1,0 0 0,-1 1 0,1-1 0,0 0 0,-1 0 0,1 1 0,-1-1 0,-1 3 0,-2 2 33,1-1 1,-1 1-1,-1-1 1,1 0-1,-1-1 0,0 1 1,0-1-1,-1 0 1,0 0-1,-9 6 0,-9 3-64,-38 18 0,43-23-75,-69 28-3488,47-21-4871,24-8 17</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19.785"/>
    </inkml:context>
    <inkml:brush xml:id="br0">
      <inkml:brushProperty name="width" value="0.05" units="cm"/>
      <inkml:brushProperty name="height" value="0.05" units="cm"/>
      <inkml:brushProperty name="color" value="#E71224"/>
    </inkml:brush>
  </inkml:definitions>
  <inkml:trace contextRef="#ctx0" brushRef="#br0">257 100 4217,'-11'-16'5176,"4"4"-2579,0 2 0,-1-1 0,-13-14 0,18 22-2351,1 1-1,-1 0 1,0 0-1,0 0 1,0 0-1,0 0 1,0 0 0,0 1-1,0-1 1,-1 1-1,1 0 1,0 0-1,-1 1 1,1-1-1,-1 0 1,1 1-1,0 0 1,-6 0 0,7 1-213,0-1 1,-1 1 0,1 0-1,0 0 1,-1 0 0,1 0-1,0 1 1,0-1 0,0 0-1,0 1 1,0 0 0,0-1-1,1 1 1,-1 0 0,0 0-1,1 0 1,-3 3 0,1 0-9,0 0 0,1 0 0,-1 0 0,1 0 0,0 1 0,-2 9 0,3-5-2,0 1-1,0-1 0,1 0 1,1 0-1,0 0 1,0 0-1,1 1 1,0-2-1,1 1 1,0 0-1,0 0 1,1-1-1,7 12 1,6 9 13,1-2 1,37 43-1,-33-47-16,0-2-1,2 0 1,40 28-1,-30-25-36,35 35 0,-68-59 14,0-1 0,-1 1 1,1-1-1,0 1 0,-1 0 0,1-1 0,-1 1 0,1 0 0,-1 0 0,1 0 0,-1-1 1,1 1-1,-1 0 0,0 0 0,1 0 0,-1 0 0,0 0 0,0 0 0,0 0 0,0 0 1,0-1-1,0 1 0,0 0 0,0 0 0,0 1 0,-1-1 3,1 0-1,-1 0 0,0 0 1,0 0-1,0 0 0,1 0 1,-1 0-1,0 0 1,0 0-1,0-1 0,0 1 1,-1 0-1,1-1 0,0 1 1,-2 0-1,-5 2 14,0-1 1,0 0-1,-1-1 0,-11 2 0,-162-6 927,93-1-3483,0 6-9772,76-2 2468</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20.416"/>
    </inkml:context>
    <inkml:brush xml:id="br0">
      <inkml:brushProperty name="width" value="0.05" units="cm"/>
      <inkml:brushProperty name="height" value="0.05" units="cm"/>
      <inkml:brushProperty name="color" value="#E71224"/>
    </inkml:brush>
  </inkml:definitions>
  <inkml:trace contextRef="#ctx0" brushRef="#br0">119 338 7626,'6'-4'11218,"-6"8"-9497,1 0-2072,0 3 529,1 1 1,0-1 0,6 15 0,1 1 75,72 192 357,-45-133-1164,-36-81 426,-5-8 28,2 1-37,0 0 1,0 0-1,-2-10 0,-4-9-121,-43-78-457,12 27 84,14 25 269,-73-170-241,95 208 682,0-1 0,0 0 0,-2-28 1,5 37-2,1 0 0,0-1 1,0 1-1,0-1 1,1 1-1,0 0 0,0-1 1,0 1-1,1 0 1,0 0-1,0 0 0,0 0 1,5-8-1,-6 11-65,1 0 0,-1 0 0,1 0 1,0 1-1,0-1 0,0 0 0,0 1 0,0-1 0,1 1 0,-1 0 0,0-1 0,1 1 0,-1 0 1,1 0-1,-1 1 0,1-1 0,-1 1 0,1-1 0,-1 1 0,1 0 0,0 0 0,-1 0 0,1 0 1,0 0-1,-1 0 0,1 1 0,-1 0 0,1-1 0,-1 1 0,3 1 0,8 3-33,0 1 0,-1 1 0,0 0 0,15 11 0,-25-17 31,67 50-7,-2 3 0,-4 3 0,64 70 0,-118-116 0,0 0 1,0 0-1,-1 1 0,0 0 1,-1 0-1,-1 1 1,0 0-1,8 27 1,-13-37 7,0 1 0,-1 0-1,1-1 1,-1 1 0,0-1 0,0 1 0,0 0 0,-1-1-1,1 1 1,-1-1 0,0 1 0,0-1 0,0 1 0,-3 5-1,1-4 27,0 0 0,0-1 0,-1 1 0,1-1 0,-1 0 0,0 0 0,0 0 0,-9 5 0,0 0 49,-2-1 1,1-1 0,-1 0-1,0-1 1,-25 7 0,0-3-630,0-1 1,-66 4-1,44-10-3242,-2-4-3748,21-1-363</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22.428"/>
    </inkml:context>
    <inkml:brush xml:id="br0">
      <inkml:brushProperty name="width" value="0.05" units="cm"/>
      <inkml:brushProperty name="height" value="0.05" units="cm"/>
      <inkml:brushProperty name="color" value="#E71224"/>
    </inkml:brush>
  </inkml:definitions>
  <inkml:trace contextRef="#ctx0" brushRef="#br0">95 1 8,'2'0'1227,"0"0"0,1 1 0,-1-1 0,0 0 1,1 0-1,-1 0 0,4-1 0,9 0 2804,-10 2-3691,0 0 0,1 1-1,-1-1 1,0 1 0,0 0-1,0 1 1,0-1 0,7 5-1,4 4-104,14 14 0,-20-16-50,12 11-1,-1 0 1,37 48-1,-54-63-183,-1-1 0,0 1 0,-1 0 0,1 0 1,-1 0-1,0 1 0,3 9 0,-5-14 24,0 1 0,1-1 0,-1 1 0,0-1 0,0 1 0,0 0 1,0-1-1,0 1 0,0-1 0,0 1 0,0-1 0,-1 1 0,1 0 0,-1-1 1,1 1-1,-1-1 0,0 0 0,1 1 0,-1-1 0,0 1 0,0-1 0,0 0 1,0 0-1,0 0 0,0 1 0,0-1 0,-1 0 0,1 0 0,0 0 0,-1-1 0,1 1 1,-2 1-1,-5 0 137,0 1 1,1-1 0,-1-1-1,0 0 1,-1 0 0,1 0-1,0-1 1,0 0 0,0-1-1,0 0 1,0 0 0,-9-2-1,-13-5 250,-51-21 0,64 22-264,2 1 51,1-1 1,-1 0 0,1-1 0,-15-12 0,28 19-163,0 0 0,0 1 0,-1-1 0,1 0 0,0 0 0,0 0 0,0 0 0,0 0 0,1 0 0,-1 0 0,0-1 0,0 1 1,1 0-1,-1 0 0,1-1 0,-1 1 0,1 0 0,-1-1 0,1 1 0,0 0 0,0-1 0,-1 1 0,1-1 0,0 1 0,0 0 1,1-1-1,-1 1 0,0-1 0,0 1 0,1 0 0,-1-1 0,1 1 0,-1 0 0,1-1 0,-1 1 0,1 0 0,0 0 0,0-2 1,2 0-34,0 0 0,0 0 0,0 0 1,0 1-1,0-1 0,0 1 1,1-1-1,-1 1 0,1 0 1,0 1-1,6-3 0,19-4-1006,34-4-1,-14 2-7553,-40 8 2978</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22.867"/>
    </inkml:context>
    <inkml:brush xml:id="br0">
      <inkml:brushProperty name="width" value="0.05" units="cm"/>
      <inkml:brushProperty name="height" value="0.05" units="cm"/>
      <inkml:brushProperty name="color" value="#E71224"/>
    </inkml:brush>
  </inkml:definitions>
  <inkml:trace contextRef="#ctx0" brushRef="#br0">205 213 8,'2'-3'544,"0"0"-1,0-1 1,0 1-1,0 0 1,-1-1-1,1 1 1,-1-1-1,0 1 1,0-1-1,0 1 1,-1-1-1,1 0 1,-1 0-1,0 1 1,0-1-1,0 0 1,0 0-1,-1 1 1,0-1-1,0 0 1,0 1-1,0-1 1,0 1-1,-3-5 1,-1-3 222,0 1 1,-1 1-1,-1-1 1,1 1-1,-1 0 1,-16-15-1,18 20-496,1 0-1,-1 0 0,0 0 0,0 1 0,0 0 1,0 0-1,0 0 0,-1 1 0,-9-4 0,13 6-216,-1-1 0,1 1 0,0 0 0,-1-1 0,1 1 0,0 0 0,-1 1 0,1-1-1,-1 0 1,1 1 0,0-1 0,0 1 0,-1 0 0,1 0 0,0-1 0,0 2 0,0-1-1,0 0 1,0 0 0,0 1 0,0-1 0,0 1 0,0-1 0,1 1 0,-1 0 0,1 0-1,-2 2 1,-2 4 28,1-1 0,0 1 0,1 0-1,0 0 1,0 0 0,1 0 0,0 0 0,0 1-1,0 9 1,0 4 74,1 0 0,2 30 0,3-23-61,1 1-1,1-1 1,18 53 0,43 81-8,39 57-367,-6-15-1132,-81-168 893,-13-27-331,0 1 0,7 18-1,-9-21-1707,-1-26-10854,-9 2 9293</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23.023"/>
    </inkml:context>
    <inkml:brush xml:id="br0">
      <inkml:brushProperty name="width" value="0.05" units="cm"/>
      <inkml:brushProperty name="height" value="0.05" units="cm"/>
      <inkml:brushProperty name="color" value="#E71224"/>
    </inkml:brush>
  </inkml:definitions>
  <inkml:trace contextRef="#ctx0" brushRef="#br0">375 70 3497,'-2'-2'1353,"1"-1"0,-1 1 1,1-1-1,0 0 0,0 1 1,-1-6-1,1 5-851,1 1-1,-1 0 1,1 0 0,-1 0 0,0 1-1,0-1 1,0 0 0,0 0 0,0 0 0,0 0-1,0 1 1,-1-1 0,1 1 0,-3-3-1,1 2-328,0 0 0,0 0 0,0 0 0,-1 1 0,1-1 0,0 1 0,-1 0 0,1 0 0,-1 0 0,1 1 0,-1-1-1,1 1 1,-1 0 0,0 0 0,1 0 0,-1 0 0,-6 2 0,-137 7-1336,97-8-3024,1 0-4602,16-1-673</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23.712"/>
    </inkml:context>
    <inkml:brush xml:id="br0">
      <inkml:brushProperty name="width" value="0.05" units="cm"/>
      <inkml:brushProperty name="height" value="0.05" units="cm"/>
      <inkml:brushProperty name="color" value="#E71224"/>
    </inkml:brush>
  </inkml:definitions>
  <inkml:trace contextRef="#ctx0" brushRef="#br0">1 7 4161,'3'-6'12205,"-2"6"-11753,8-1 3192,11 6-4626,-17-5 1804,15 7-633,0 1 0,0 1 0,0 0 0,16 12-1,-17-11-124,72 51 28,-24-16-67,-46-32-61,112 79-623,-118-78-585,-11-7-2454</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24.073"/>
    </inkml:context>
    <inkml:brush xml:id="br0">
      <inkml:brushProperty name="width" value="0.05" units="cm"/>
      <inkml:brushProperty name="height" value="0.05" units="cm"/>
      <inkml:brushProperty name="color" value="#E71224"/>
    </inkml:brush>
  </inkml:definitions>
  <inkml:trace contextRef="#ctx0" brushRef="#br0">129 10 608,'-10'-9'19504,"11"14"-18970,0 1 0,-1 0-1,0 0 1,-1 11-1,0 2-139,1-1-175,-4 35 0,2-46-207,1 0 1,-1-1-1,0 1 0,0-1 0,-1 1 1,0-1-1,0 0 0,-5 7 0,1-4 34,1-1 0,-15 13-1,10-10 2,7-7-65,0 0 0,0 0 0,1 1-1,0-1 1,0 1 0,-4 8 0,5-8-953,0 0 1,0 1 0,-1 10 0,0-5-3025,-1-4-1504</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24.908"/>
    </inkml:context>
    <inkml:brush xml:id="br0">
      <inkml:brushProperty name="width" value="0.05" units="cm"/>
      <inkml:brushProperty name="height" value="0.05" units="cm"/>
      <inkml:brushProperty name="color" value="#E71224"/>
    </inkml:brush>
  </inkml:definitions>
  <inkml:trace contextRef="#ctx0" brushRef="#br0">258 61 6073,'0'-4'1594,"-1"0"0,0 0-1,-1 0 1,-2-7 0,3 9-943,-1-1 1,1 1 0,-1-1-1,0 1 1,0 0-1,-3-4 1,3 4-536,0 1 1,1 0-1,-1 0 0,0-1 0,0 1 1,0 0-1,0 1 0,0-1 0,0 0 1,0 1-1,0-1 0,-1 1 0,1-1 1,0 1-1,0 0 0,0 0 0,0 0 1,-1 0-1,1 0 0,0 1 0,-4 0 1,-12 5 72,-27 13 0,28-11-65,-28 9-1,37-15-98,-1 0-6,1 0-1,-1 1 1,1 0-1,-10 6 0,18-9 28,1 0-1,0 0 1,-1 0-1,1 0 1,-1 0-1,1 1 0,-1-1 1,1 0-1,0 0 1,-1 1-1,1-1 1,-1 0-1,1 1 0,-1-1 1,1 0-1,-1 1 1,0-1-1,1 1 1,-1-1-1,1 1 0,-1-1 1,0 1-1,1 0 1,15 22-143,-7-10 138,3 3-30,0 0 0,-1 2 0,14 28 0,2 22-26,-3 1 0,16 75-1,-26-91 22,-2 5 10,-8-35-3,12 36 0,-11-44 134,-5-13-67,0 0 0,1 1 0,0-1 0,-1 0 0,1 0 0,0 0-1,3 4 1,-4-5-60,1-1 0,0 1 0,0 0 0,-1-1-1,1 1 1,0-1 0,0 1 0,0-1 0,0 0 0,0 1-1,0-1 1,0 0 0,0 1 0,0-1 0,0 0 0,0 0-1,0 0 1,0 0 0,0 0 0,0 0 0,0 0 0,1-1 0,42-6 459,-23 2-490,0 2 0,29-1 0,-21 5-347,20-1-711,-19-4-3694</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25.474"/>
    </inkml:context>
    <inkml:brush xml:id="br0">
      <inkml:brushProperty name="width" value="0.05" units="cm"/>
      <inkml:brushProperty name="height" value="0.05" units="cm"/>
      <inkml:brushProperty name="color" value="#E71224"/>
    </inkml:brush>
  </inkml:definitions>
  <inkml:trace contextRef="#ctx0" brushRef="#br0">29 37 1232,'-11'-15'8472,"10"13"-7753,0 0-1,0 0 1,0 0-1,0 1 1,-1-1-1,1 0 1,0 1-1,-1-1 1,1 1 0,-1 0-1,-2-2 1,6 5-510,0 1 0,0 0-1,-1-1 1,1 1 0,-1 0 0,0 0 0,0 0 0,1 5 0,1 0-1,3 5-121,1 0 0,0-1 0,0 0-1,2 0 1,-1 0 0,1-1 0,1-1 0,0 1 0,1-2-1,0 1 1,0-1 0,1-1 0,0 0 0,0-1 0,1 0-1,25 9 1,-37-16-55,0 1-1,0-1 1,1 1-1,-1-1 1,0 0-1,0 0 1,1 1-1,-1-1 1,0 0-1,0 0 1,1 0-1,-1 0 1,0 0-1,2-1 1,-2 0-4,-1 1 0,1-1 0,0 1 0,-1-1 0,1 1 0,-1-1 0,1 0 0,-1 1 1,0-1-1,1 0 0,-1 1 0,0-1 0,1 0 0,-1 1 0,0-1 0,0 0 0,0 0 1,0 1-1,1-1 0,-1 0 0,0 0 0,0 1 0,0-1 0,-1-1 0,0-15 27,0 0 0,-2 1 0,-5-21 0,-1-6 43,9 26-4,0 17-87,0-1 1,0 1 0,0-1 0,0 1 0,0-1 0,0 1-1,0-1 1,0 1 0,0-1 0,0 1 0,0-1 0,0 1-1,1-1 1,-1 1 0,0 0 0,0-1 0,1 1 0,-1-1-1,0 1 1,1-1 0,-1 1 0,0 0 0,1-1 0,-1 1 0,0 0-1,1 0 1,0-1 0,0 2-21,0 0 0,1-1 1,-1 1-1,0 0 0,0 0 0,0 0 1,0 1-1,0-1 0,0 0 0,1 2 0,2 2-10,11 11-89,0-1 1,1-1-1,1 0 0,0-1 1,1-1-1,0-1 0,37 17 1,-55-28 77,0 0 1,0 1 0,0-1 0,1 0 0,-1 0 0,0 0-1,0 0 1,1 0 0,-1 0 0,0 0 0,0 0 0,0 0-1,1 0 1,-1 0 0,0 0 0,0 0 0,1 0 0,-1 0-1,0 0 1,0 0 0,0 0 0,1 0 0,-1 0 0,0 0-1,0 0 1,1 0 0,-1 0 0,0 0 0,0-1 0,0 1-1,0 0 1,1 0 0,-1 0 0,0 0 0,0-1 0,0 1-1,0 0 1,1 0 0,-1 0 0,0-1 0,-1-10-4500,-8-13-5251,0 11 2829</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27:26.211"/>
    </inkml:context>
    <inkml:brush xml:id="br0">
      <inkml:brushProperty name="width" value="0.05" units="cm"/>
      <inkml:brushProperty name="height" value="0.05" units="cm"/>
      <inkml:brushProperty name="color" value="#E71224"/>
    </inkml:brush>
  </inkml:definitions>
  <inkml:trace contextRef="#ctx0" brushRef="#br0">1 46 2377,'3'-13'5703,"-2"11"-4736,0-1 0,-1 0 1,1 0-1,0 1 0,0-1 0,1 0 1,1-2-1,-2 4-879,-1 0 0,1 1 0,0-1 0,0 0 0,0 1 0,-1-1 1,1 1-1,0-1 0,0 1 0,0-1 0,0 1 0,0 0 0,0-1 0,0 1 0,0 0 0,0 0 0,0 0 0,0 0 0,0 0 0,0 0 1,0 0-1,0 0 0,0 0 0,2 1 0,7 2-74,1 1-1,-1 0 1,-1 0 0,1 1 0,0 0 0,-1 1 0,0 0-1,8 8 1,25 15 7,-15-14 17,1-1 0,53 18 0,-100-22 318,17-9-346,1 0-1,-1 0 0,1 0 1,0 0-1,0 0 0,-1 1 1,1-1-1,0 0 0,0 1 0,0-1 1,0 1-1,1-1 0,-1 1 1,0-1-1,1 1 0,-1 0 0,1-1 1,-1 1-1,1 2 0,1 4 21,0 0 0,1-1 0,0 1 0,0 0 0,1-1 0,0 0 0,1 1 0,7 11 0,2 6 26,74 134 11,-61-112-62,-7-15 25,32 60-34,-43-75-1,-1 0 1,0 1-1,6 28 1,-4-11 37,-9-35-28,0 0 0,0 1 0,0-1 1,0 0-1,0 0 0,0 0 0,0 0 0,0 0 0,0 1 0,0-1 0,-1 0 1,1 0-1,0 0 0,0 0 0,0 0 0,0 0 0,0 0 0,0 1 0,0-1 1,-1 0-1,1 0 0,0 0 0,0 0 0,0 0 0,0 0 0,0 0 0,-1 0 1,1 0-1,0 0 0,0 0 0,0 0 0,0 0 0,0 0 0,-1 0 0,1 0 1,0 0-1,0 0 0,0 0 0,0 0 0,-1 0 0,1 0 0,-14-2 473,-15-6 252,-7-3-1319,-37-5 0,-3 7-8855,46 7-609</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3.311"/>
    </inkml:context>
    <inkml:brush xml:id="br0">
      <inkml:brushProperty name="width" value="0.05" units="cm"/>
      <inkml:brushProperty name="height" value="0.05" units="cm"/>
      <inkml:brushProperty name="color" value="#00A0D7"/>
    </inkml:brush>
  </inkml:definitions>
  <inkml:trace contextRef="#ctx0" brushRef="#br0">4 6 24575,'0'0'0,"0"1"0,0-1 0,-1 0 0,1 0 0,0 0 0,0 0 0,0 1 0,-1-1 0,1 0 0,0 0 0,0 1 0,0-1 0,0 0 0,-1 0 0,1 1 0,0-1 0,0 0 0,0 0 0,0 1 0,0-1 0,0 0 0,0 0 0,0 1 0,0-1 0,0 0 0,0 1 0,0-1 0,0 0 0,0 0 0,0 1 0,0-1 0,0 0 0,0 0 0,1 1 0,-1-1 0,0 0 0,0 0 0,0 1 0,0-1 0,1 1 0,5 14 0,-5-14 0,27 56 0,17 37 0,70 139 0,-45-94 0,-68-136 0,-1 0 0,1 0 0,0 0 0,0 0 0,0 0 0,0 0 0,3 3 0,-4-6 0,-1 1 0,1-1 0,-1 0 0,0 0 0,1 1 0,-1-1 0,0 0 0,1 0 0,-1 0 0,1 0 0,-1 0 0,1 1 0,-1-1 0,0 0 0,1 0 0,-1 0 0,1 0 0,-1 0 0,1 0 0,-1 0 0,1-1 0,-1 1 0,0 0 0,1 0 0,0-1 0,0 0 0,0 1 0,0-1 0,0 0 0,0 0 0,0 0 0,0 0 0,0 0 0,-1 0 0,1 0 0,-1 0 0,1 0 0,0-2 0,3-6 0,0-1 0,-1 0 0,0-1 0,-1 1 0,0 0 0,1-15 0,-3-65 0,0 13 0,0 76 0,0 0 0,0 0 0,0 0 0,0 0 0,0 0 0,0 0 0,0 0 0,0 0 0,1 0 0,-1 0 0,0 0 0,1 0 0,-1 0 0,1 0 0,-1 0 0,1 0 0,-1 0 0,1 0 0,0 0 0,-1 0 0,1 1 0,0-1 0,0 0 0,0 0 0,0 1 0,-1-1 0,1 1 0,2-1 0,-2 0 0,1 1 0,0 1 0,0-1 0,-1 0 0,1 0 0,0 1 0,-1-1 0,1 1 0,-1-1 0,1 1 0,0 0 0,-1 0 0,0-1 0,1 1 0,-1 0 0,1 0 0,1 2 0,10 9 0,-1 1 0,0 0 0,0 1 0,10 17 0,-9-13 0,0-1 0,19 20 0,-17-23 0,0 0 0,2-1 0,-1-1 0,2-1 0,-1 0 0,31 13 0,-45-23 0,-1 0 0,1 0 0,0 0 0,0 0 0,0-1 0,0 1 0,0-1 0,-1 0 0,1 0 0,0 0 0,0 0 0,0-1 0,0 1 0,5-2 0,-7 1 0,1 0 0,0 0 0,0 0 0,0 0 0,-1 0 0,1 0 0,-1-1 0,1 1 0,-1 0 0,1-1 0,-1 0 0,0 1 0,1-1 0,-1 0 0,0 1 0,0-1 0,-1 0 0,1 0 0,0 0 0,-1 0 0,2-3 0,0-11 0,0 1 0,0 0 0,-2-1 0,0 1 0,-2-20 0,-18-77 0,-32-76 0,22 83 0,30 105-34,0 0 0,0 0 0,-1 0 0,1 0 0,0 0-1,0-1 1,0 1 0,0 0 0,0 0 0,0 0 0,0 0 0,0-1 0,0 1-1,0 0 1,0 0 0,0 0 0,0 0 0,0-1 0,0 1 0,0 0-1,0 0 1,0 0 0,0-1 0,0 1 0,0 0 0,0 0 0,0 0 0,0 0-1,0-1 1,0 1 0,0 0 0,0 0 0,1 0 0,-1 0 0,0 0 0,0-1-1,0 1 1,0 0 0,1 0 0</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4.155"/>
    </inkml:context>
    <inkml:brush xml:id="br0">
      <inkml:brushProperty name="width" value="0.05" units="cm"/>
      <inkml:brushProperty name="height" value="0.05" units="cm"/>
      <inkml:brushProperty name="color" value="#00A0D7"/>
    </inkml:brush>
  </inkml:definitions>
  <inkml:trace contextRef="#ctx0" brushRef="#br0">40 193 24575,'65'-19'0,"-59"17"0,0-1 0,0 1 0,-1-1 0,1-1 0,-1 1 0,0-1 0,0 1 0,8-9 0,-11 9 0,0 0 0,0 0 0,-1 0 0,1-1 0,-1 1 0,0 0 0,0-1 0,0 1 0,0-1 0,0 1 0,-1-1 0,0 1 0,0-1 0,0 1 0,0-1 0,0 1 0,-2-6 0,2 5 0,-1 0 0,0 0 0,0 0 0,0 1 0,-1-1 0,1 0 0,-1 1 0,0 0 0,0-1 0,0 1 0,0 0 0,-1 0 0,1 0 0,-1 0 0,-5-4 0,6 5 0,0 1 0,0 0 0,0 0 0,0-1 0,-1 1 0,1 1 0,0-1 0,0 0 0,-1 0 0,1 1 0,-1 0 0,1-1 0,0 1 0,-1 0 0,1 0 0,-1 0 0,1 0 0,0 1 0,-1-1 0,1 1 0,-4 0 0,3 1 0,0 0 0,0 0 0,0 0 0,0 0 0,0 1 0,0-1 0,0 1 0,1 0 0,-1 0 0,1 0 0,0 0 0,-4 6 0,-2 4 0,1 1 0,0 0 0,1 1 0,0 0 0,1 0 0,-4 20 0,9-32 0,0-1 0,0 0 0,0 1 0,0-1 0,1 1 0,-1-1 0,1 0 0,-1 1 0,1-1 0,0 0 0,0 0 0,0 0 0,0 1 0,0-1 0,1 0 0,-1 0 0,0-1 0,1 1 0,0 0 0,-1 0 0,1-1 0,0 1 0,0-1 0,0 0 0,0 1 0,0-1 0,3 1 0,8 4 0,-1 0 0,1-2 0,22 6 0,-21-6 0,22 6-273,1-2 0,0-2 0,0-1 0,42-1 0,-63-4-6553</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4.830"/>
    </inkml:context>
    <inkml:brush xml:id="br0">
      <inkml:brushProperty name="width" value="0.05" units="cm"/>
      <inkml:brushProperty name="height" value="0.05" units="cm"/>
      <inkml:brushProperty name="color" value="#00A0D7"/>
    </inkml:brush>
  </inkml:definitions>
  <inkml:trace contextRef="#ctx0" brushRef="#br0">1 2 24575,'0'0'0,"0"-1"0,0 1 0,0 0 0,1 0 0,-1 0 0,0 0 0,0 0 0,0 0 0,1 0 0,-1 0 0,0 0 0,0 0 0,1 0 0,-1 0 0,0 0 0,0 0 0,1 0 0,-1 0 0,0 0 0,0 0 0,0 0 0,1 0 0,-1 0 0,0 0 0,0 0 0,0 0 0,1 0 0,-1 1 0,0-1 0,0 0 0,0 0 0,0 0 0,1 0 0,-1 0 0,0 1 0,0-1 0,0 0 0,0 0 0,0 0 0,1 1 0,-1-1 0,0 0 0,0 0 0,0 0 0,0 1 0,0-1 0,5 14 0,-4-13 0,34 133 0,-1-4 0,-16-75 0,40 84 0,-48-116 0,-10-21 1,-3-4-837,3 1 306</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5.203"/>
    </inkml:context>
    <inkml:brush xml:id="br0">
      <inkml:brushProperty name="width" value="0.05" units="cm"/>
      <inkml:brushProperty name="height" value="0.05" units="cm"/>
      <inkml:brushProperty name="color" value="#00A0D7"/>
    </inkml:brush>
  </inkml:definitions>
  <inkml:trace contextRef="#ctx0" brushRef="#br0">185 38 24575,'-19'-8'0,"-45"-16"0,58 23 0,1-1 0,-1 1 0,0 0 0,0 1 0,0-1 0,0 1 0,0 0 0,-11 2 0,15-1 0,0-1 0,1 1 0,-1-1 0,0 1 0,1 0 0,-1-1 0,0 1 0,1 0 0,-1 0 0,1 1 0,0-1 0,-1 0 0,1 0 0,0 1 0,0-1 0,-1 0 0,1 1 0,-1 1 0,1 1 0,-1-1 0,1 0 0,0 1 0,0-1 0,0 1 0,1-1 0,-1 1 0,1 6 0,0 1 0,1 0 0,0 0 0,1 0 0,0 0 0,4 11 0,-3-14 0,0 0 0,1 0 0,1 0 0,-1-1 0,1 0 0,0 1 0,0-2 0,1 1 0,0-1 0,1 0 0,-1 0 0,1-1 0,0 1 0,0-2 0,1 1 0,-1-1 0,10 4 0,-8-4 0,0 0 0,0-1 0,1 0 0,-1-1 0,1 0 0,-1 0 0,1-1 0,-1 0 0,1-1 0,0 0 0,-1-1 0,1 0 0,0 0 0,-1-1 0,12-3 0,-15 3-68,-1-1 0,1 1-1,-1-1 1,0 0 0,0 0 0,0 0-1,-1-1 1,1 0 0,-1 0 0,0 0-1,0 0 1,0-1 0,-1 1 0,1-1-1,-1 0 1,0 0 0,0 0 0,-1-1-1,4-9 1,-2-1-6758</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5.703"/>
    </inkml:context>
    <inkml:brush xml:id="br0">
      <inkml:brushProperty name="width" value="0.05" units="cm"/>
      <inkml:brushProperty name="height" value="0.05" units="cm"/>
      <inkml:brushProperty name="color" value="#00A0D7"/>
    </inkml:brush>
  </inkml:definitions>
  <inkml:trace contextRef="#ctx0" brushRef="#br0">1 1 24575,'10'62'0,"33"165"0,-34-190 0,2-1 0,2 0 0,1-1 0,20 36 0,-34-71 0,5 10 0,1 0 0,10 11 0,-15-19 0,0 0 0,1 0 0,-1-1 0,1 1 0,0-1 0,-1 1 0,1-1 0,0 1 0,0-1 0,0 0 0,0 0 0,0 0 0,0 0 0,0-1 0,1 1 0,-1 0 0,0-1 0,4 1 0,-5-1 0,1 0 0,-1-1 0,0 1 0,0-1 0,0 1 0,0-1 0,0 1 0,0-1 0,0 1 0,0-1 0,0 0 0,0 0 0,-1 1 0,1-1 0,0 0 0,0 0 0,-1 0 0,1 0 0,0 0 0,-1 0 0,1 0 0,-1 0 0,1-2 0,9-31 0,-8 23 0,3-10 0,-3 11 0,0 1 0,1-1 0,5-14 0,-7 24 0,-1-1 0,1 0 0,-1 0 0,1 0 0,0 1 0,-1-1 0,1 0 0,0 1 0,-1-1 0,1 1 0,0-1 0,0 0 0,0 1 0,-1 0 0,1-1 0,0 1 0,0 0 0,0-1 0,0 1 0,0 0 0,0 0 0,0 0 0,0-1 0,0 1 0,0 0 0,-1 0 0,1 1 0,0-1 0,0 0 0,0 0 0,0 0 0,0 1 0,0-1 0,0 0 0,0 1 0,-1-1 0,2 1 0,5 3 0,0 0 0,-1 0 0,11 9 0,-9-7 0,-6-4-16,83 64 154,-69-52-510,-1 0 1,-1 1-1,16 21 0,-24-26-6454</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6.106"/>
    </inkml:context>
    <inkml:brush xml:id="br0">
      <inkml:brushProperty name="width" value="0.05" units="cm"/>
      <inkml:brushProperty name="height" value="0.05" units="cm"/>
      <inkml:brushProperty name="color" value="#00A0D7"/>
    </inkml:brush>
  </inkml:definitions>
  <inkml:trace contextRef="#ctx0" brushRef="#br0">1 1 24575,'7'17'0,"6"12"0,0 5 0,0 2 0,1 0 0,0-1 0,-2-2 0,0-3 0,-1-3 0,-1-3 0,-3-2 0,1-6 0,-3-6-8191</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6.593"/>
    </inkml:context>
    <inkml:brush xml:id="br0">
      <inkml:brushProperty name="width" value="0.05" units="cm"/>
      <inkml:brushProperty name="height" value="0.05" units="cm"/>
      <inkml:brushProperty name="color" value="#00A0D7"/>
    </inkml:brush>
  </inkml:definitions>
  <inkml:trace contextRef="#ctx0" brushRef="#br0">262 18 24575,'-6'-3'0,"0"0"0,0 1 0,0 0 0,0 0 0,-1 0 0,-13-1 0,19 2 0,-1 1 0,0 0 0,0 0 0,0 0 0,1 1 0,-1-1 0,0 0 0,0 1 0,1-1 0,-1 1 0,0-1 0,1 1 0,-1 0 0,0 0 0,1 0 0,-1 0 0,1 0 0,-1 0 0,1 0 0,0 0 0,0 1 0,-1-1 0,1 0 0,0 1 0,0-1 0,0 1 0,0-1 0,1 1 0,-1 0 0,-1 2 0,0 3 0,1 0 0,-1 1 0,1-1 0,1 1 0,-1-1 0,1 1 0,0-1 0,3 14 0,0-5 0,1 1 0,10 28 0,-9-33 0,1 0 0,0 0 0,1-1 0,0 0 0,1 0 0,0 0 0,1-1 0,14 13 0,-22-22 0,0 0 0,0-1 0,0 1 0,0 0 0,-1 1 0,1-1 0,0 0 0,0 0 0,-1 0 0,1 0 0,0 2 0,-1-3 0,0 1 0,0-1 0,0 1 0,0-1 0,0 1 0,0-1 0,0 1 0,0-1 0,0 0 0,0 1 0,-1-1 0,1 1 0,0-1 0,0 0 0,0 1 0,-1-1 0,1 1 0,0-1 0,0 0 0,-1 1 0,1-1 0,-1 1 0,-1 0 0,-1 1 0,1-1 0,-1 0 0,1 1 0,-1-1 0,0-1 0,1 1 0,-6 1 0,-22 3 0,-36 1 0,9-1 0,-7 1-1365,48-6-5461</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8.140"/>
    </inkml:context>
    <inkml:brush xml:id="br0">
      <inkml:brushProperty name="width" value="0.05" units="cm"/>
      <inkml:brushProperty name="height" value="0.05" units="cm"/>
      <inkml:brushProperty name="color" value="#00A0D7"/>
    </inkml:brush>
  </inkml:definitions>
  <inkml:trace contextRef="#ctx0" brushRef="#br0">0 0 24575,'1'1'0,"-1"-1"0,1 0 0,0 0 0,-1 1 0,1-1 0,0 1 0,-1-1 0,1 0 0,-1 1 0,1-1 0,-1 1 0,1-1 0,-1 1 0,1-1 0,-1 1 0,1 0 0,-1-1 0,0 1 0,1 0 0,-1 0 0,7 16 0,-6-15 0,12 33 0,-8-17 0,2-1 0,0 1 0,12 18 0,-15-29 0,24 34 0,-26-38 0,0 0 0,1-1 0,-1 1 0,1 0 0,0-1 0,0 0 0,0 0 0,0 0 0,0 0 0,7 3 0,-9-5 0,0 1 0,0-1 0,0 0 0,0 0 0,0 0 0,0 0 0,0 0 0,0 0 0,0 0 0,0 0 0,0 0 0,0 0 0,0 0 0,0-1 0,0 1 0,0 0 0,0-1 0,0 1 0,0-1 0,0 1 0,1-2 0,0 0 0,0 0 0,-1 1 0,1-1 0,0 0 0,-1 0 0,0 0 0,0 0 0,1-1 0,0-2 0,1-3 0,0-1 0,-1-1 0,3-17 0,-3-49 0,-2 76 0,0-1 0,0 1 0,0-1 0,0 1 0,0 0 0,0-1 0,0 1 0,0-1 0,0 1 0,1-1 0,-1 1 0,0 0 0,0-1 0,0 1 0,0-1 0,1 1 0,-1 0 0,0-1 0,0 1 0,1 0 0,-1-1 0,0 1 0,1 0 0,-1-1 0,0 1 0,1 0 0,-1 0 0,1-1 0,-1 1 0,0 0 0,1 0 0,0 0 0,0 0 0,0 0 0,0 0 0,0 0 0,0 1 0,0-1 0,0 0 0,0 1 0,0-1 0,0 1 0,0-1 0,0 1 0,2 0 0,4 5 0,0 0 0,9 10 0,-13-13 0,29 32 0,-17-19 0,1 0 0,27 23 0,-41-37 0,1-1 0,-1 1 0,0-1 0,1 1 0,-1-1 0,1 0 0,-1 0 0,1 0 0,0-1 0,-1 1 0,1 0 0,4-1 0,-6 0 0,0 0 0,0 0 0,0 0 0,0-1 0,1 1 0,-1-1 0,0 1 0,0-1 0,-1 1 0,1-1 0,0 1 0,0-1 0,0 0 0,0 0 0,0 1 0,-1-1 0,1 0 0,0 0 0,-1 0 0,1 0 0,0 0 0,-1 0 0,1 0 0,-1 0 0,0 0 0,1 0 0,-1 0 0,0 0 0,0 0 0,1 0 0,-1 0 0,0 0 0,0-2 0,1-14 0,-2-33 0,1 0 0,0 48 0,0 1 0,0 0 0,0 0 0,0 0 0,0 0 0,0 0 0,0 0 0,1-1 0,-1 1 0,0 0 0,1 0 0,-1 0 0,1 0 0,-1 0 0,1 0 0,-1 0 0,1 0 0,0 1 0,1-3 0,-1 3 0,0 0 0,-1 0 0,1-1 0,0 1 0,0 0 0,0 0 0,-1 0 0,1 0 0,0 0 0,0 0 0,0 0 0,-1 0 0,1 0 0,0 1 0,0-1 0,-1 0 0,1 0 0,0 1 0,0-1 0,1 1 0,4 4 0,1-1 0,-1 1 0,0 0 0,8 8 0,-10-8 0,60 60-32,-27-25-634,74 60-1,-98-91-6159</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9.351"/>
    </inkml:context>
    <inkml:brush xml:id="br0">
      <inkml:brushProperty name="width" value="0.05" units="cm"/>
      <inkml:brushProperty name="height" value="0.05" units="cm"/>
      <inkml:brushProperty name="color" value="#00A0D7"/>
    </inkml:brush>
  </inkml:definitions>
  <inkml:trace contextRef="#ctx0" brushRef="#br0">62 245 24575,'4'0'0,"-1"0"0,1-1 0,0 1 0,-1-1 0,1 0 0,-1 0 0,1 0 0,-1 0 0,1-1 0,-1 1 0,0-1 0,0 0 0,0 0 0,0 0 0,0-1 0,0 1 0,4-5 0,-3 1 0,1 0 0,-1 1 0,0-2 0,-1 1 0,1 0 0,-1-1 0,-1 0 0,3-8 0,-4 10 0,0 0 0,-1 1 0,0-1 0,0 1 0,0-1 0,0 0 0,-1 1 0,0-1 0,0 0 0,0 1 0,0-1 0,-3-3 0,1-1 0,-1 1 0,0 0 0,0 1 0,-1-1 0,-8-10 0,11 16 0,0-1 0,0 1 0,-1 0 0,1 0 0,-1-1 0,1 2 0,-1-1 0,0 0 0,0 0 0,0 1 0,0 0 0,0-1 0,0 1 0,0 1 0,0-1 0,-5-1 0,6 2 0,-1 1 0,1-1 0,0 0 0,-1 1 0,1-1 0,0 1 0,-1-1 0,1 1 0,0 0 0,0 0 0,-1 0 0,1 1 0,0-1 0,0 0 0,0 1 0,1-1 0,-1 1 0,0 0 0,0-1 0,1 1 0,-1 0 0,-1 3 0,0 0 0,1 0 0,-1-1 0,1 1 0,0 1 0,0-1 0,1 0 0,-1 0 0,1 1 0,0-1 0,1 1 0,-1-1 0,1 1 0,0-1 0,0 0 0,1 1 0,1 5 0,-1-6 0,0-1 0,0 0 0,0 0 0,1 0 0,-1 0 0,1-1 0,0 1 0,1 0 0,-1-1 0,0 1 0,1-1 0,0 0 0,0 0 0,0 0 0,0 0 0,0 0 0,0-1 0,1 0 0,0 1 0,-1-1 0,6 2 0,37 10 0,0-3 0,0-1 0,50 3 0,-27-3 0,-18-5-1365,-37-4-5461</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9.775"/>
    </inkml:context>
    <inkml:brush xml:id="br0">
      <inkml:brushProperty name="width" value="0.05" units="cm"/>
      <inkml:brushProperty name="height" value="0.05" units="cm"/>
      <inkml:brushProperty name="color" value="#00A0D7"/>
    </inkml:brush>
  </inkml:definitions>
  <inkml:trace contextRef="#ctx0" brushRef="#br0">0 0 24575,'57'195'0,"-7"-20"0,-32-121 0,30 61 0,-38-95-455,1-1 0,18 26 0</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0:59.948"/>
    </inkml:context>
    <inkml:brush xml:id="br0">
      <inkml:brushProperty name="width" value="0.05" units="cm"/>
      <inkml:brushProperty name="height" value="0.05" units="cm"/>
      <inkml:brushProperty name="color" value="#00A0D7"/>
    </inkml:brush>
  </inkml:definitions>
  <inkml:trace contextRef="#ctx0" brushRef="#br0">305 18 24575,'-15'-5'0,"-8"-2"0,-2 3 0,1 3 0,-1 3 0,1 1 0,0 1 0,2 2 0,-1 0 0,1 1 0,2 0 0,-1 1 0,1-1 0,4-2-8191</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0.526"/>
    </inkml:context>
    <inkml:brush xml:id="br0">
      <inkml:brushProperty name="width" value="0.05" units="cm"/>
      <inkml:brushProperty name="height" value="0.05" units="cm"/>
      <inkml:brushProperty name="color" value="#00A0D7"/>
    </inkml:brush>
  </inkml:definitions>
  <inkml:trace contextRef="#ctx0" brushRef="#br0">1 0 24575,'52'181'0,"10"27"0,-41-155 0,-18-47 0,0 0 0,1-1 0,-1 0 0,1 1 0,0-1 0,8 7 0,-12-11 0,0-1 0,0 0 0,1 1 0,-1-1 0,0 1 0,1-1 0,-1 0 0,1 1 0,-1-1 0,1 0 0,-1 1 0,0-1 0,1 0 0,-1 0 0,1 0 0,-1 1 0,1-1 0,-1 0 0,1 0 0,0 0 0,-1 0 0,1 0 0,-1 0 0,1 0 0,-1 0 0,1 0 0,-1 0 0,1 0 0,-1 0 0,1 0 0,-1-1 0,1 1 0,-1 0 0,1 0 0,-1-1 0,1 1 0,-1 0 0,1 0 0,-1-1 0,0 1 0,1 0 0,-1-1 0,0 1 0,1-1 0,-1 1 0,0-1 0,1 1 0,-1 0 0,0-1 0,0 1 0,1-1 0,-1 1 0,0-1 0,0 1 0,0-1 0,0 0 0,0 1 0,0-2 0,1-4 0,0-1 0,0 1 0,0-11 0,-1 14 0,-2-43 0,2-25 0,0 70 0,0 0 0,0 0 0,0 0 0,0 0 0,1-1 0,-1 1 0,0 0 0,1 0 0,-1 0 0,0 0 0,1 0 0,-1 0 0,1 0 0,0 0 0,-1 0 0,1 0 0,0 1 0,0-1 0,0-1 0,0 2 0,0-1 0,0 1 0,0-1 0,0 1 0,0 0 0,0 0 0,0 0 0,0-1 0,0 1 0,0 0 0,0 0 0,0 0 0,0 0 0,0 1 0,0-1 0,0 0 0,1 1 0,3 1 0,1 0 0,-1 0 0,0 1 0,0 0 0,0 0 0,4 4 0,36 31 0,61 66 0,-58-55 0,-45-46 0,22 21 0,-23-23 0,0 1 0,0-1 0,0 0 0,0 1 0,0-1 0,0 0 0,1 0 0,-1 0 0,0-1 0,1 1 0,2 0 0,-5-1 3,0 0 0,1 0 0,-1 0 0,1 0 0,-1 0 0,0 0 0,1 0 0,-1 0 0,1 0 0,-1 0-1,0 0 1,1-1 0,-1 1 0,0 0 0,1 0 0,-1 0 0,1 0 0,-1-1 0,0 1 0,0 0 0,1 0 0,-1-1 0,0 1 0,1 0 0,-1-1-1,0 1 1,0 0 0,0-1 0,1 1 0,-1 0 0,0-1 0,1-13-1462,-3 3-5367</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0.916"/>
    </inkml:context>
    <inkml:brush xml:id="br0">
      <inkml:brushProperty name="width" value="0.05" units="cm"/>
      <inkml:brushProperty name="height" value="0.05" units="cm"/>
      <inkml:brushProperty name="color" value="#00A0D7"/>
    </inkml:brush>
  </inkml:definitions>
  <inkml:trace contextRef="#ctx0" brushRef="#br0">61 75 24575,'0'-1'0,"-13"-27"0,12 26 0,0 1 0,0-1 0,0 0 0,0 1 0,-1 0 0,1-1 0,0 1 0,-1 0 0,1 0 0,-1-1 0,1 1 0,-1 0 0,-2-1 0,3 2 0,1 0 0,-1 0 0,1 0 0,-1-1 0,1 1 0,-1 0 0,1 0 0,-1 0 0,1 0 0,-1 0 0,0 0 0,1 0 0,-1 1 0,1-1 0,-1 0 0,1 0 0,-1 0 0,1 0 0,-1 1 0,1-1 0,0 0 0,-1 0 0,1 1 0,-1-1 0,1 0 0,-1 1 0,0 1 0,0-1 0,0 1 0,0-1 0,0 0 0,1 1 0,-1-1 0,0 1 0,0 2 0,-3 32 0,4-35 0,-1 13 0,1 0 0,1 0 0,0 0 0,1-1 0,1 1 0,6 21 0,-7-29 0,0 0 0,1 0 0,-1 0 0,1 0 0,1-1 0,-1 1 0,1-1 0,0 0 0,0 0 0,0 0 0,1-1 0,0 0 0,0 1 0,0-2 0,0 1 0,9 4 0,-12-7 0,1 1 0,-1-1 0,1-1 0,-1 1 0,1 0 0,-1 0 0,1-1 0,-1 0 0,1 1 0,-1-1 0,1 0 0,0 0 0,-1 0 0,1-1 0,-1 1 0,1-1 0,0 1 0,-1-1 0,1 0 0,-1 0 0,0 0 0,1 0 0,-1 0 0,3-2 0,-2 0 0,0 0 0,0 0 0,0-1 0,0 1 0,-1-1 0,1 1 0,-1-1 0,0 0 0,0 0 0,0 1 0,0-2 0,-1 1 0,2-8 0,0 0 14,-1 0-1,0 0 0,-1 0 0,0 0 1,-1 0-1,-1 0 0,0 0 1,-4-23-1,3 30-81,1 0 1,-1 0-1,0-1 1,0 1-1,-1 1 1,0-1-1,1 0 1,-2 1-1,1-1 1,0 1-1,-1 0 1,0 0-1,0 0 1,0 0-1,0 1 1,-1 0-1,1 0 1,-1 0-1,0 0 1,0 1-1,-8-3 1,0 1-6759</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1.900"/>
    </inkml:context>
    <inkml:brush xml:id="br0">
      <inkml:brushProperty name="width" value="0.05" units="cm"/>
      <inkml:brushProperty name="height" value="0.05" units="cm"/>
      <inkml:brushProperty name="color" value="#00A0D7"/>
    </inkml:brush>
  </inkml:definitions>
  <inkml:trace contextRef="#ctx0" brushRef="#br0">143 433 24575,'-2'-2'0,"-1"-1"0,0 1 0,1 0 0,-1 0 0,0 0 0,0 0 0,-1 0 0,1 1 0,0-1 0,0 1 0,-1 0 0,1 0 0,-1 0 0,1 0 0,-1 1 0,1-1 0,-1 1 0,1 0 0,-1 0 0,-4 1 0,4 0 0,1 0 0,0 0 0,0 0 0,0 0 0,0 0 0,0 1 0,1 0 0,-1-1 0,0 1 0,1 0 0,-1 0 0,1 1 0,0-1 0,-1 0 0,1 1 0,1-1 0,-1 1 0,0 0 0,0 0 0,1 0 0,0 0 0,-2 5 0,0 0 0,0 1 0,1 0 0,0-1 0,0 1 0,1 0 0,0 17 0,1-23 0,0 1 0,1-1 0,-1 1 0,1-1 0,0 0 0,0 0 0,0 1 0,0-1 0,1 0 0,-1 0 0,1 0 0,0 0 0,0 0 0,0-1 0,0 1 0,1 0 0,-1-1 0,1 0 0,-1 0 0,7 4 0,-4-3 0,1 0 0,-1 0 0,1 0 0,0-1 0,0 0 0,0 0 0,0-1 0,0 1 0,1-1 0,-1-1 0,0 1 0,1-1 0,8-1 0,-10 0 0,-1 1 0,1-1 0,-1 0 0,1-1 0,-1 1 0,0-1 0,0 0 0,0 0 0,0 0 0,0-1 0,0 1 0,0-1 0,-1 0 0,0 0 0,1 0 0,-1-1 0,0 1 0,-1-1 0,5-5 0,-1-3 0,-1 0 0,0-1 0,0 1 0,-1-1 0,-1 0 0,0 0 0,-1 0 0,0-1 0,-1 1 0,-2-27 0,-2-2 0,-2-1 0,-12-44 0,2 18 0,-30-80 0,45 148 0,0 1 0,0-1 0,-1 0 0,1 0 0,0 0 0,0 1 0,-1-1 0,1 0 0,-1 0 0,1 1 0,0-1 0,-1 0 0,0 1 0,1-1 0,-1 0 0,1 1 0,-1-1 0,0 1 0,1-1 0,-1 1 0,0-1 0,0 1 0,0 0 0,1 0 0,-1 0 0,0 1 0,1-1 0,-1 0 0,1 0 0,-1 1 0,1-1 0,-1 1 0,1-1 0,0 0 0,-1 1 0,1-1 0,-1 1 0,1-1 0,0 1 0,-1-1 0,1 1 0,0 0 0,0-1 0,-1 2 0,-1 5 0,-1-1 0,1 1 0,-1 13 0,1 1 0,1 1 0,1-1 0,1 0 0,1 0 0,1 0 0,0 0 0,2 0 0,8 23 0,4 2 0,3-1 0,34 59 0,-20-41-1365,-27-48-5461</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3.701"/>
    </inkml:context>
    <inkml:brush xml:id="br0">
      <inkml:brushProperty name="width" value="0.05" units="cm"/>
      <inkml:brushProperty name="height" value="0.05" units="cm"/>
      <inkml:brushProperty name="color" value="#00A0D7"/>
    </inkml:brush>
  </inkml:definitions>
  <inkml:trace contextRef="#ctx0" brushRef="#br0">286 28 24575,'-52'-11'0,"29"6"0,0 1 0,-39-3 0,55 7 0,0 0 0,0 0 0,0 1 0,0 0 0,0 0 0,1 1 0,-1 0 0,0 0 0,1 1 0,-1-1 0,1 1 0,0 1 0,-8 5 0,12-8 0,0 0 0,0 1 0,1-1 0,-1 1 0,0-1 0,1 1 0,0 0 0,-1-1 0,1 1 0,0 0 0,0 0 0,0 0 0,0 0 0,0 0 0,0 0 0,0 0 0,1 1 0,-1-1 0,1 0 0,0 0 0,0 0 0,0 1 0,0-1 0,0 3 0,1-2 0,0 1 0,0-1 0,0 0 0,1 0 0,-1 0 0,1 0 0,-1 0 0,1-1 0,0 1 0,0 0 0,1-1 0,-1 1 0,1-1 0,-1 0 0,5 3 0,9 6 0,-1-1 0,32 14 0,-39-20 0,0-1 0,0 0 0,0-1 0,1 0 0,-1 0 0,1-1 0,-1 0 0,13 0 0,-20-1 0,1 0 0,-1-1 0,0 1 0,0 0 0,0 0 0,1-1 0,-1 1 0,0-1 0,0 1 0,0-1 0,0 1 0,0-1 0,0 0 0,0 0 0,0 1 0,0-1 0,0 0 0,0 0 0,0 0 0,1-2 0,-1 1 0,0-1 0,0 1 0,0-1 0,0 1 0,0-1 0,0 0 0,-1 1 0,1-1 0,-1-3 0,1-3 0,-2-1 0,1 1 0,-1 0 0,-3-16 0,-3 1 0,11 34 0,0 0 0,1-1 0,0 0 0,1 1 0,0-2 0,8 11 0,2 0 0,0-2 0,19 17 0,-29-30-113,0 2-138,1 0 1,0-1 0,0 0-1,11 6 1,-8-7-6576</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4.198"/>
    </inkml:context>
    <inkml:brush xml:id="br0">
      <inkml:brushProperty name="width" value="0.05" units="cm"/>
      <inkml:brushProperty name="height" value="0.05" units="cm"/>
      <inkml:brushProperty name="color" value="#00A0D7"/>
    </inkml:brush>
  </inkml:definitions>
  <inkml:trace contextRef="#ctx0" brushRef="#br0">0 116 24575,'58'73'0,"-47"-63"0,0 0 0,1 0 0,0-1 0,0-1 0,1 0 0,0 0 0,1-1 0,23 8 0,-35-14 0,-1-1 0,1 1 0,-1-1 0,0 0 0,1 1 0,-1-1 0,1 0 0,-1 0 0,1 0 0,-1 0 0,1 0 0,-1 0 0,1 0 0,-1-1 0,1 1 0,-1 0 0,0-1 0,1 0 0,-1 1 0,0-1 0,1 1 0,0-2 0,0 0 0,-1 1 0,0-1 0,0 0 0,0 1 0,0-1 0,0 0 0,0 0 0,0 0 0,-1 0 0,1 0 0,-1 0 0,1 0 0,-1 0 0,0 0 0,0 0 0,0-2 0,1-21 0,-1 0 0,-2 0 0,0 0 0,-2 0 0,0 0 0,-2 0 0,-9-24 0,15 48 0,0 0 0,-1 1 0,1-1 0,0 0 0,-1 0 0,1 0 0,0 1 0,-1-1 0,1 0 0,-1 1 0,1-1 0,-1 0 0,1 1 0,-1-1 0,0 1 0,0-2 0,0 3 0,1-1 0,0 0 0,0 0 0,-1 0 0,1 0 0,0 0 0,0 1 0,-1-1 0,1 0 0,0 0 0,0 1 0,-1-1 0,1 0 0,0 0 0,0 1 0,0-1 0,0 0 0,0 0 0,-1 1 0,1-1 0,0 0 0,0 1 0,0-1 0,0 0 0,0 0 0,0 1 0,0 0 0,-3 28 0,3-13-1365,0-2-5461</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4.635"/>
    </inkml:context>
    <inkml:brush xml:id="br0">
      <inkml:brushProperty name="width" value="0.05" units="cm"/>
      <inkml:brushProperty name="height" value="0.05" units="cm"/>
      <inkml:brushProperty name="color" value="#00A0D7"/>
    </inkml:brush>
  </inkml:definitions>
  <inkml:trace contextRef="#ctx0" brushRef="#br0">146 147 24575,'-5'-22'0,"-9"-26"0,12 41 0,-1 0 0,0 1 0,-1-1 0,1 1 0,-1 0 0,-1 0 0,-7-10 0,10 15 0,1-1 0,0 1 0,0 0 0,-1 0 0,1 0 0,-1 0 0,1 0 0,-1 0 0,1 0 0,-1 0 0,1 1 0,-1-1 0,0 1 0,1-1 0,-1 1 0,0-1 0,0 1 0,1 0 0,-1 0 0,0 0 0,-2 0 0,2 1 0,0 0 0,-1 0 0,1-1 0,0 1 0,0 1 0,1-1 0,-1 0 0,0 0 0,0 1 0,1-1 0,-1 1 0,0-1 0,1 1 0,-3 3 0,1 0 0,0 0 0,0 0 0,1 0 0,-1 1 0,1-1 0,0 1 0,1-1 0,-1 1 0,1-1 0,1 1 0,-1 0 0,0 9 0,2-9 0,0 0 0,0 1 0,1-1 0,0 0 0,0 0 0,0 0 0,1 0 0,0 0 0,0-1 0,0 1 0,1-1 0,4 5 0,-2-3 0,0-1 0,0 0 0,1 0 0,0-1 0,0 0 0,0 0 0,1-1 0,8 4 0,0-2 0,0 0 0,0-1 0,1-1 0,-1 0 0,1-1 0,0-1 0,0-1 0,26-1 0,-34-1 0,0 0 0,0 0 0,0-1 0,0 0 0,0 0 0,-1-1 0,1 0 0,-1-1 0,0 0 0,0 0 0,0-1 0,-1 0 0,13-10 0,-16 10 0,1 1 0,-1-1 0,0 0 0,0 0 0,0 0 0,-1-1 0,0 1 0,0-1 0,0 0 0,-1 0 0,1 0 0,-2 0 0,1 0 0,-1-1 0,0 1 0,0 0 0,0-1 0,-1 1 0,-1-13 0,-3 2-89,3 14 118,0 0 1,0-1-1,1 1 0,-1 0 1,1-1-1,0-4 1,0 7-68,0 0 0,0 1 0,0-1 0,0 0 0,1 1 0,-1-1 0,0 1 0,1-1 0,-1 0 0,0 1 0,1-1 0,-1 1 0,1-1 0,-1 1 0,1 0 0,-1-1 0,1 1 0,-1-1 0,1 1 0,0 0 0,-1-1 0,1 1 0,-1 0 0,1 0 0,0-1 0,-1 1 0,1 0 0,0 0 0,-1 0 0,1 0 0,0 0 0,-1 0 0,1 0 0,0 0 0,-1 0 0,1 0 0,0 0 0,0 1 0,10 1-6788</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5.291"/>
    </inkml:context>
    <inkml:brush xml:id="br0">
      <inkml:brushProperty name="width" value="0.05" units="cm"/>
      <inkml:brushProperty name="height" value="0.05" units="cm"/>
      <inkml:brushProperty name="color" value="#00A0D7"/>
    </inkml:brush>
  </inkml:definitions>
  <inkml:trace contextRef="#ctx0" brushRef="#br0">228 56 24575,'-12'-6'0,"-74"-27"0,73 29 0,0 1 0,0 0 0,0 1 0,-23-2 0,35 4 0,-1 0 0,0 0 0,1 0 0,-1 0 0,0 0 0,0 0 0,1 1 0,-1-1 0,0 1 0,1-1 0,-1 1 0,1 0 0,-1-1 0,1 1 0,-1 0 0,1 0 0,-1 0 0,1 0 0,0 0 0,0 1 0,-1-1 0,1 0 0,0 0 0,0 1 0,-1 1 0,1-1 0,1 0 0,-1 0 0,1 0 0,0 0 0,-1 0 0,1 0 0,0 0 0,0 0 0,0 0 0,0 0 0,1 0 0,-1 0 0,1 0 0,-1 0 0,1 0 0,-1 0 0,1 0 0,0 0 0,0-1 0,2 4 0,1 1 0,0-1 0,0 1 0,1-1 0,0 0 0,0 0 0,0-1 0,0 0 0,1 1 0,0-2 0,-1 1 0,10 4 0,-6-5 0,-1 1 0,1-2 0,0 1 0,0-1 0,0 0 0,0-1 0,0 0 0,11 0 0,-18-1 0,1 0 0,0 0 0,0-1 0,-1 1 0,1-1 0,0 0 0,0 0 0,-1 0 0,1 0 0,-1 0 0,1 0 0,-1-1 0,0 1 0,1-1 0,-1 0 0,0 1 0,4-5 0,-3 1 0,1 0 0,-1 1 0,0-1 0,0-1 0,-1 1 0,0 0 0,3-9 0,-5 14 0,0-1 0,0 1 0,0-1 0,1 1 0,-1-1 0,0 1 0,0-1 0,0 1 0,0-1 0,1 1 0,-1-1 0,0 1 0,1-1 0,-1 1 0,0 0 0,1-1 0,-1 1 0,0 0 0,1-1 0,-1 1 0,1 0 0,-1-1 0,0 1 0,1 0 0,-1 0 0,1 0 0,0-1 0,0 1 0,-1 1 0,1-1 0,0 0 0,-1 1 0,1-1 0,-1 0 0,1 1 0,-1-1 0,1 1 0,0-1 0,-1 0 0,1 1 0,-1 0 0,0-1 0,1 1 0,-1-1 0,1 2 0,4 6 0,-1 0 0,4 12 0,-5-14 0,36 84-1365,-34-76-5461</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6.178"/>
    </inkml:context>
    <inkml:brush xml:id="br0">
      <inkml:brushProperty name="width" value="0.05" units="cm"/>
      <inkml:brushProperty name="height" value="0.05" units="cm"/>
      <inkml:brushProperty name="color" value="#00A0D7"/>
    </inkml:brush>
  </inkml:definitions>
  <inkml:trace contextRef="#ctx0" brushRef="#br0">239 115 24575,'-16'-13'0,"-59"-45"0,65 51 0,-1 1 0,1 0 0,-1 0 0,-1 1 0,-16-5 0,26 9 0,1 1 0,-1-1 0,0 1 0,0-1 0,0 1 0,0 0 0,0 0 0,0 0 0,0 0 0,1 0 0,-1 0 0,0 1 0,0-1 0,0 1 0,0-1 0,0 1 0,1 0 0,-1-1 0,0 1 0,1 0 0,-1 0 0,0 0 0,1 1 0,-1-1 0,-1 2 0,1 1 0,0-1 0,0 0 0,0 0 0,0 1 0,1-1 0,-1 1 0,1 0 0,0-1 0,0 1 0,1 0 0,-1 0 0,0 4 0,1 1 0,1 0 0,-1 1 0,2-1 0,-1 1 0,1-1 0,0 0 0,1 0 0,0 0 0,1 0 0,0-1 0,0 1 0,1-1 0,0 0 0,0 0 0,1-1 0,0 1 0,0-1 0,1-1 0,-1 1 0,2-1 0,-1 0 0,1-1 0,0 0 0,10 6 0,-15-10 0,-1 0 0,1 0 0,-1 0 0,1 0 0,0 0 0,-1 0 0,1-1 0,0 1 0,0-1 0,-1 0 0,1 0 0,0 0 0,0 0 0,0 0 0,-1 0 0,1-1 0,0 0 0,0 1 0,-1-1 0,1 0 0,-1 0 0,1-1 0,-1 1 0,1 0 0,-1-1 0,1 0 0,-1 1 0,0-1 0,0 0 0,0 0 0,0 0 0,-1-1 0,1 1 0,0 0 0,-1 0 0,1-1 0,-1 1 0,2-5 0,1-3 0,6-14 0,-10 23 0,1 0 0,-1 0 0,1 0 0,0 0 0,-1 0 0,1 0 0,0 0 0,-1 0 0,1 0 0,0 1 0,0-1 0,0 0 0,0 1 0,0-1 0,0 0 0,2 0 0,-3 1 0,1 0 0,0 0 0,-1 0 0,1 0 0,0 1 0,0-1 0,-1 0 0,1 0 0,0 0 0,-1 1 0,1-1 0,-1 0 0,1 1 0,0-1 0,-1 1 0,1-1 0,-1 1 0,1-1 0,-1 1 0,1-1 0,-1 1 0,1-1 0,-1 1 0,0-1 0,1 1 0,-1 0 0,0-1 0,1 2 0,7 23 0,-7-21 0,13 56 0,-2 1 0,-4 0 0,3 98 0,-11-147 0,0 1 0,0 0 0,-2-1 0,1 0 0,-5 14 0,6-23 0,-1-1 0,0 1 0,0-1 0,0 1 0,-1-1 0,1 0 0,-1 0 0,1 0 0,-1 0 0,1 0 0,-1 0 0,0 0 0,-3 2 0,3-3 0,1 0 0,-1 0 0,0 0 0,0-1 0,0 1 0,0-1 0,-1 1 0,1-1 0,0 0 0,0 1 0,0-1 0,0 0 0,0-1 0,0 1 0,0 0 0,-1 0 0,1-1 0,-3-1 0,-2 0 0,1-1 0,0 0 0,-1 0 0,2-1 0,-1 0 0,0 0 0,1 0 0,-1-1 0,1 1 0,1-1 0,-1 0 0,1-1 0,0 1 0,0-1 0,0 0 0,1 0 0,-3-7 0,-2-5 0,1 0 0,0-1 0,2 0 0,-6-34 0,11 47 0,-1 0 0,1 0 0,-1 0 0,2-1 0,-1 1 0,1 0 0,0 0 0,0 0 0,0 0 0,1 1 0,0-1 0,0 0 0,1 1 0,0-1 0,0 1 0,7-10 0,-4 7 0,1 1 0,0 0 0,0 0 0,0 1 0,1 0 0,0 0 0,1 1 0,-1 0 0,17-6 0,10-3 0,45-10 0,-51 17 0,0-2 0,-1-1 0,30-15 0,-52 22 0,0 0 0,0-1 0,0 0 0,-1 0 0,0 0 0,0-1 0,0 0 0,0 0 0,-1 0 0,6-9 0,-8 11 0,0-1 0,0 0 0,-1 0 0,1 0 0,-1 0 0,0 0 0,0 0 0,-1 0 0,1 0 0,-1 0 0,0 0 0,0 0 0,0 0 0,0-1 0,-1 1 0,1 0 0,-1 0 0,-2-5 0,0 2 0,0 0 0,0 0 0,0 0 0,-9-12 0,11 18 0,0-1 0,0 0 0,-1 1 0,1-1 0,0 1 0,-1-1 0,0 1 0,1-1 0,-1 1 0,0 0 0,1 0 0,-1 0 0,0 0 0,0 0 0,0 1 0,0-1 0,0 0 0,0 1 0,0-1 0,0 1 0,0 0 0,-3 0 0,4 0 0,0 0 0,0 1 0,0-1 0,0 1 0,0-1 0,0 1 0,0-1 0,0 1 0,0 0 0,0-1 0,0 1 0,1 0 0,-1 0 0,0 0 0,0 0 0,1-1 0,-1 1 0,1 0 0,-1 0 0,1 0 0,-1 0 0,1 0 0,-1 1 0,1-1 0,0 0 0,0 0 0,0 0 0,-1 2 0,0 4 0,1 1 0,0 15 0,0-16 0,1 2 0,-1 1 0,2-1 0,-1 0 0,1 1 0,1-1 0,0 0 0,0-1 0,0 1 0,1 0 0,1-1 0,-1 0 0,9 11 0,-5-9 0,0-1 0,1 0 0,0-1 0,0 1 0,0-2 0,1 1 0,0-2 0,1 1 0,12 5 0,-18-10-76,0 0 1,0 0-1,1 0 0,-1-1 0,0 0 0,0 0 0,1 0 0,-1 0 1,1-1-1,-1 0 0,1 0 0,-1-1 0,0 1 0,1-1 1,-1-1-1,0 1 0,9-4 0,-1-2-6750</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6.567"/>
    </inkml:context>
    <inkml:brush xml:id="br0">
      <inkml:brushProperty name="width" value="0.05" units="cm"/>
      <inkml:brushProperty name="height" value="0.05" units="cm"/>
      <inkml:brushProperty name="color" value="#00A0D7"/>
    </inkml:brush>
  </inkml:definitions>
  <inkml:trace contextRef="#ctx0" brushRef="#br0">189 34 24575,'-3'-6'0,"2"5"0,0-1 0,1 0 0,-1 0 0,0 1 0,1-1 0,-1 0 0,1 0 0,-1 0 0,1 0 0,0 0 0,0 0 0,0-3 0,0 5 0,0 0 0,0 0 0,1-1 0,-1 1 0,0 0 0,0 0 0,0 0 0,1 0 0,-1 0 0,0 0 0,0 0 0,0 0 0,1 0 0,-1 0 0,0 0 0,0 0 0,0 0 0,1 0 0,-1 0 0,0 0 0,0 0 0,0 0 0,1 0 0,-1 1 0,0-1 0,0 0 0,0 0 0,0 0 0,1 0 0,-1 0 0,0 0 0,0 1 0,0-1 0,0 0 0,1 0 0,6 7 0,52 54 0,54 75 0,-108-129 0,3 3 0,13 21 0,-20-29 0,1 1 0,-1-1 0,0 0 0,0 1 0,0-1 0,0 1 0,-1-1 0,1 1 0,-1 0 0,1-1 0,-1 1 0,0 0 0,0-1 0,0 1 0,-1 4 0,1-6 0,-1 0 0,0 0 0,1 1 0,-1-1 0,0 0 0,0 0 0,0 0 0,0 0 0,1-1 0,-1 1 0,-1 0 0,1 0 0,0 0 0,0-1 0,0 1 0,0-1 0,0 1 0,-1-1 0,1 1 0,0-1 0,0 0 0,-1 1 0,1-1 0,-2 0 0,-6 1 0,1-1 0,-15 0 0,13-1 0,-40-1-119,-83 0 370,106 3-750,0 1 0,-48 11 0,56-8-6327</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7.489"/>
    </inkml:context>
    <inkml:brush xml:id="br0">
      <inkml:brushProperty name="width" value="0.05" units="cm"/>
      <inkml:brushProperty name="height" value="0.05" units="cm"/>
      <inkml:brushProperty name="color" value="#00A0D7"/>
    </inkml:brush>
  </inkml:definitions>
  <inkml:trace contextRef="#ctx0" brushRef="#br0">7 61 24575,'-2'-5'0,"-2"-4"0,4 0 0,3 0 0,4 1 0,4 0 0,1 3 0,3 1 0,2 2 0,2 1 0,0 1 0,-1 0 0,2 0 0,-1 1 0,0 1 0,-1 2 0,-4-1-8191</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08.236"/>
    </inkml:context>
    <inkml:brush xml:id="br0">
      <inkml:brushProperty name="width" value="0.05" units="cm"/>
      <inkml:brushProperty name="height" value="0.05" units="cm"/>
      <inkml:brushProperty name="color" value="#00A0D7"/>
    </inkml:brush>
  </inkml:definitions>
  <inkml:trace contextRef="#ctx0" brushRef="#br0">56 41 24575,'21'-10'0,"30"-11"0,-45 19 0,0 0 0,0 0 0,1 1 0,-1 0 0,1 0 0,-1 0 0,1 1 0,-1 0 0,12 2 0,-16-2 0,0 1 0,0-1 0,-1 1 0,1 0 0,0-1 0,-1 1 0,1 0 0,-1 0 0,1 0 0,-1 0 0,1 0 0,-1 0 0,0 1 0,1-1 0,-1 0 0,0 1 0,0-1 0,0 1 0,0-1 0,0 1 0,0 0 0,-1-1 0,1 1 0,-1 0 0,1-1 0,-1 1 0,1 0 0,-1 0 0,0 0 0,0-1 0,0 1 0,0 0 0,0 2 0,0 0 0,-1 1 0,0-1 0,0 1 0,0-1 0,0 1 0,0-1 0,-1 0 0,0 0 0,0 0 0,0 0 0,0 0 0,-5 5 0,2-4 0,0 1 0,0-1 0,-1-1 0,1 1 0,-1-1 0,0 0 0,-1-1 0,1 1 0,-12 4 0,13-7 0,1 1 0,-1-1 0,1 0 0,-1 0 0,0-1 0,1 1 0,-1-1 0,0 0 0,1 0 0,-1-1 0,0 1 0,1-1 0,-1 0 0,1-1 0,-1 1 0,-5-3 0,7 2 0,-1-1 0,0 1 0,1-1 0,0 0 0,-1 0 0,1 0 0,0 0 0,1-1 0,-1 0 0,1 1 0,-3-6 0,1 2 0,1 0 0,0 0 0,0 0 0,1-1 0,-3-12 0,4 19-50,1 0-1,0-1 1,0 1-1,0 0 0,-1-1 1,1 1-1,0 0 1,1-1-1,-1 1 1,0 0-1,0-1 0,1 1 1,-1 0-1,0-1 1,1 1-1,0 0 1,-1 0-1,1 0 0,0-1 1,-1 1-1,1 0 1,0 0-1,0 0 1,0 0-1,0 0 1,1-1-1,7-1-6775</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2.548"/>
    </inkml:context>
    <inkml:brush xml:id="br0">
      <inkml:brushProperty name="width" value="0.05" units="cm"/>
      <inkml:brushProperty name="height" value="0.05" units="cm"/>
      <inkml:brushProperty name="color" value="#00A0D7"/>
    </inkml:brush>
  </inkml:definitions>
  <inkml:trace contextRef="#ctx0" brushRef="#br0">0 19 24575,'1'3'0,"0"-1"0,0 1 0,1-1 0,-1 0 0,0 1 0,1-1 0,-1 0 0,1 0 0,0 0 0,3 3 0,2 2 0,23 33 0,-16-20 0,30 31 0,-43-50 0,0 0 0,0 0 0,0 0 0,0 0 0,0 0 0,0 0 0,1-1 0,-1 1 0,0 0 0,1-1 0,-1 1 0,0-1 0,1 1 0,-1-1 0,0 0 0,1 1 0,2-1 0,-3 0 0,0 0 0,0-1 0,0 1 0,0 0 0,0-1 0,0 1 0,0-1 0,0 1 0,0-1 0,0 0 0,-1 1 0,1-1 0,0 0 0,0 0 0,0 1 0,-1-1 0,1 0 0,0-1 0,3-5 0,-1 0 0,1-1 0,-2 1 0,1-1 0,1-8 0,0 1 0,15-72-1365,-16 78-5461</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3.601"/>
    </inkml:context>
    <inkml:brush xml:id="br0">
      <inkml:brushProperty name="width" value="0.05" units="cm"/>
      <inkml:brushProperty name="height" value="0.05" units="cm"/>
      <inkml:brushProperty name="color" value="#00A0D7"/>
    </inkml:brush>
  </inkml:definitions>
  <inkml:trace contextRef="#ctx0" brushRef="#br0">110 277 24575,'2'-16'0,"4"-68"0,-6 73 0,-1-1 0,0 1 0,0 0 0,-1 0 0,-4-14 0,6 24 0,-1-1 0,1 1 0,0 0 0,-1 0 0,1 0 0,-1 0 0,1-1 0,-1 1 0,1 0 0,-1 0 0,0 0 0,1 0 0,-1 0 0,0 1 0,0-1 0,0 0 0,0 0 0,0 0 0,0 1 0,0-1 0,0 0 0,0 1 0,0-1 0,0 1 0,0-1 0,-1 1 0,1 0 0,0 0 0,0-1 0,-2 1 0,1 1 0,0-1 0,-1 1 0,1-1 0,0 1 0,0 0 0,0 0 0,0 0 0,0 0 0,1 1 0,-1-1 0,0 0 0,0 1 0,1-1 0,-1 1 0,1-1 0,-2 3 0,-3 4 0,0 0 0,1 0 0,0 0 0,0 0 0,1 1 0,0 0 0,0 0 0,-4 18 0,8-26 0,0 1 0,0-1 0,0 1 0,0 0 0,1-1 0,-1 1 0,0-1 0,1 1 0,-1-1 0,1 1 0,-1-1 0,1 1 0,0-1 0,0 0 0,0 1 0,-1-1 0,1 0 0,1 0 0,-1 0 0,0 1 0,0-1 0,0 0 0,0 0 0,1-1 0,-1 1 0,2 1 0,5 2 0,1 0 0,-1-1 0,15 4 0,0 1 0,-3 2 0,0 0 0,30 22 0,-36-22 0,-8-6 0,1-1 0,-1 1 0,1-1 0,0-1 0,0 1 0,0-1 0,0 0 0,1-1 0,-1 1 0,0-1 0,1-1 0,-1 0 0,1 0 0,-1 0 0,0-1 0,1 0 0,-1 0 0,0-1 0,0 0 0,0 0 0,0-1 0,12-5 0,-10 3 0,0-1 0,-1 1 0,1-1 0,-1-1 0,0 0 0,-1 0 0,0 0 0,0-1 0,11-16 0,-17 23 0,-1 0 0,0 1 0,1-1 0,-1 0 0,0 1 0,1-1 0,-1 0 0,0 0 0,0 0 0,0 1 0,0-1 0,0 0 0,0 0 0,0 0 0,0 1 0,0-1 0,0 0 0,0 0 0,-1 1 0,1-1 0,0 0 0,0 0 0,-1 1 0,1-1 0,-1 0 0,1 1 0,0-1 0,-1 0 0,0 0 0,-23-19 0,6 5 0,15 10 0,-1-1 0,1 1 0,0 0 0,1-1 0,-1 0 0,1 1 0,0-1 0,0 0 0,1 0 0,0 0 0,-1-11 0,2 12 0,0 1 0,0-1 0,0 1 0,1-1 0,-1 1 0,1 0 0,0-1 0,0 1 0,1 0 0,-1 0 0,1 0 0,0 0 0,0 0 0,1 0 0,-1 0 0,6-6 0,-5 8 17,-1-1 0,1 1 1,-1 0-1,1 0 0,0 0 0,5-2 0,-8 3-55,1 1 0,-1 0 0,1 0 0,0 0 0,-1-1 0,1 1-1,0 0 1,-1 0 0,1 0 0,0 0 0,0 0 0,-1 0 0,1 0 0,0 0 0,-1 0 0,1 1 0,0-1 0,-1 0 0,1 0-1,0 0 1,-1 1 0,1-1 0,-1 0 0,1 1 0,-1-1 0,1 1 0,0-1 0,-1 1 0,0-1 0,1 1 0,-1-1 0,1 1-1,-1-1 1,1 1 0,-1 0 0,0-1 0,0 1 0,1 1 0,2 6-6788</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4.893"/>
    </inkml:context>
    <inkml:brush xml:id="br0">
      <inkml:brushProperty name="width" value="0.05" units="cm"/>
      <inkml:brushProperty name="height" value="0.05" units="cm"/>
      <inkml:brushProperty name="color" value="#00A0D7"/>
    </inkml:brush>
  </inkml:definitions>
  <inkml:trace contextRef="#ctx0" brushRef="#br0">0 1 24575,'5'14'0,"-1"-1"0,14 26 0,-16-36 0,4 11 0,1-1 0,1 0 0,10 13 0,-13-20 0,0-1 0,0 1 0,0-1 0,1 0 0,-1-1 0,1 0 0,0 0 0,10 5 0,-14-8 0,-1 0 0,1 0 0,-1-1 0,1 1 0,-1-1 0,1 1 0,-1-1 0,1 0 0,-1 0 0,1 0 0,0 1 0,-1-1 0,1-1 0,-1 1 0,1 0 0,-1 0 0,1-1 0,0 1 0,-1-1 0,3 0 0,-3 0 0,1-1 0,0 1 0,0 0 0,-1-1 0,1 1 0,-1-1 0,1 0 0,-1 0 0,0 1 0,0-1 0,0 0 0,0 0 0,1-2 0,1-4 0,-1 0 0,0-1 0,0 1 0,-1 0 0,0-1 0,0-12 0,-2-4 0,0 15 0,1-1 0,1-13 0,-1 24 0,0 0 0,0 0 0,0-1 0,0 1 0,0 0 0,0 0 0,0-1 0,0 1 0,0 0 0,0 0 0,0-1 0,0 1 0,0 0 0,1 0 0,-1 0 0,0-1 0,0 1 0,0 0 0,0 0 0,0 0 0,1 0 0,-1-1 0,0 1 0,0 0 0,0 0 0,1 0 0,-1 0 0,0 0 0,0-1 0,0 1 0,1 0 0,-1 0 0,0 0 0,0 0 0,1 0 0,-1 0 0,0 0 0,0 0 0,1 0 0,-1 0 0,0 0 0,0 0 0,0 0 0,1 0 0,-1 0 0,0 0 0,0 0 0,1 0 0,-1 1 0,0-1 0,0 0 0,0 0 0,1 0 0,-1 0 0,0 0 0,0 1 0,0-1 0,1 0 0,-1 0 0,0 1 0,12 11 0,-11-12 0,0 2 0,68 75 0,-59-68 0,0 0 0,1-1 0,-1 0 0,2 0 0,19 9 0,-29-16 0,-1 0 0,1 0 0,-1-1 0,1 1 0,-1-1 0,1 1 0,-1-1 0,1 0 0,-1 0 0,1 1 0,0-1 0,-1 0 0,1-1 0,-1 1 0,1 0 0,0 0 0,-1-1 0,1 1 0,-1 0 0,1-1 0,1-1 0,-1 1 0,-1 0 0,1-1 0,-1 1 0,1-1 0,-1 1 0,0-1 0,1 0 0,-1 0 0,0 1 0,0-1 0,0 0 0,0 0 0,-1 0 0,1 0 0,0-4 0,1-3 0,-1 0 0,0 0 0,0-1 0,-2-13 0,2-19 0,-1 42 0,0 0 0,0 0 0,0-1 0,0 1 0,0 0 0,0 0 0,0-1 0,0 1 0,0 0 0,0 0 0,0 0 0,0-1 0,0 1 0,0 0 0,0 0 0,0-1 0,1 1 0,-1 0 0,0 0 0,0 0 0,0 0 0,0-1 0,0 1 0,1 0 0,-1 0 0,0 0 0,0 0 0,0 0 0,1-1 0,-1 1 0,0 0 0,0 0 0,1 0 0,-1 0 0,0 0 0,0 0 0,0 0 0,1 0 0,-1 0 0,0 0 0,0 0 0,1 0 0,-1 0 0,0 0 0,0 0 0,1 0 0,-1 0 0,0 0 0,0 0 0,0 1 0,1-1 0,-1 0 0,0 0 0,0 0 0,0 0 0,1 0 0,-1 1 0,0-1 0,0 0 0,0 0 0,0 0 0,1 0 0,-1 1 0,0-1 0,13 14 0,-12-12 0,67 75 0,-59-69 0,0 0 0,1 0 0,-1-1 0,2 0 0,-1 0 0,17 6 0,-25-12-76,-1 0 1,2 0-1,-1 0 0,0-1 0,0 1 0,0-1 0,0 0 0,0 1 1,0-1-1,1 0 0,-1 0 0,0 0 0,0-1 0,0 1 1,0 0-1,0-1 0,4-1 0,3-3-6750</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5.315"/>
    </inkml:context>
    <inkml:brush xml:id="br0">
      <inkml:brushProperty name="width" value="0.05" units="cm"/>
      <inkml:brushProperty name="height" value="0.05" units="cm"/>
      <inkml:brushProperty name="color" value="#00A0D7"/>
    </inkml:brush>
  </inkml:definitions>
  <inkml:trace contextRef="#ctx0" brushRef="#br0">104 107 24575,'-2'-1'0,"1"-1"0,-1 1 0,0 0 0,0 0 0,0 0 0,0 0 0,0 0 0,0 1 0,0-1 0,0 1 0,0-1 0,0 1 0,0 0 0,-1 0 0,1-1 0,0 2 0,0-1 0,0 0 0,0 0 0,0 1 0,-4 0 0,4 0 0,1-1 0,-1 1 0,0-1 0,1 1 0,-1 0 0,0 0 0,1-1 0,-1 1 0,1 0 0,0 0 0,-1 1 0,1-1 0,0 0 0,-1 0 0,1 1 0,0-1 0,0 1 0,0-1 0,0 1 0,1-1 0,-1 1 0,0-1 0,1 1 0,-1 0 0,1-1 0,-1 4 0,1-4 0,0 1 0,0-1 0,0 0 0,1 1 0,-1-1 0,1 0 0,-1 0 0,1 1 0,-1-1 0,1 0 0,0 0 0,-1 0 0,1 0 0,0 0 0,0 0 0,0 0 0,0 0 0,0 0 0,0 0 0,0 0 0,0 0 0,0-1 0,0 1 0,1 0 0,-1-1 0,2 1 0,5 2 0,0 0 0,0-1 0,10 2 0,-13-3 0,4 1 0,0-1 0,1 0 0,-1 0 0,1-1 0,-1 0 0,0-1 0,1 1 0,-1-2 0,14-3 0,-19 4 0,0-1 0,0 1 0,-1-1 0,1 0 0,0 0 0,-1 0 0,0-1 0,1 1 0,-1-1 0,0 0 0,0 0 0,-1 0 0,1 0 0,-1 0 0,1-1 0,-1 1 0,0-1 0,0 0 0,-1 1 0,1-1 0,-1 0 0,1 0 0,-1 0 0,0-5 0,0 6 0,0-1 0,-1 0 0,0 0 0,0 0 0,0 1 0,0-1 0,0 0 0,-1 0 0,0 1 0,0-1 0,0 0 0,0 1 0,0-1 0,-3-4 0,3 6 0,-1-1 0,0 1 0,0 0 0,0 0 0,0 0 0,0 0 0,0 0 0,0 0 0,-1 1 0,1-1 0,-1 1 0,1 0 0,-1-1 0,0 1 0,1 0 0,-1 1 0,0-1 0,0 0 0,-4 0 0,-5 0-91,0 1 0,0 0 0,0 0 0,0 1 0,0 0 0,0 1 0,1 1 0,-1 0 0,0 0 0,1 1 0,0 1 0,0 0 0,0 0 0,-19 14 0,17-9-6735</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6.046"/>
    </inkml:context>
    <inkml:brush xml:id="br0">
      <inkml:brushProperty name="width" value="0.05" units="cm"/>
      <inkml:brushProperty name="height" value="0.05" units="cm"/>
      <inkml:brushProperty name="color" value="#00A0D7"/>
    </inkml:brush>
  </inkml:definitions>
  <inkml:trace contextRef="#ctx0" brushRef="#br0">154 457 24575,'-11'-5'0,"-2"0"0,1 1 0,-21-4 0,30 7 0,0 1 0,-1-1 0,1 1 0,-1 0 0,1 0 0,-1 0 0,1 0 0,-1 1 0,1-1 0,0 1 0,-1 0 0,1 0 0,0 0 0,-1 1 0,1-1 0,0 1 0,0-1 0,-4 4 0,5-3 0,0 0 0,1 0 0,-1 1 0,1-1 0,-1 0 0,1 0 0,0 1 0,0-1 0,0 1 0,0-1 0,0 1 0,1 0 0,-1-1 0,1 1 0,0 0 0,-1-1 0,1 1 0,0 0 0,1-1 0,-1 1 0,0 0 0,2 2 0,-1-1 0,0 0 0,0 0 0,0 0 0,1 0 0,-1-1 0,1 1 0,0-1 0,0 1 0,1-1 0,-1 0 0,1 0 0,-1 0 0,1 0 0,4 3 0,0-1 0,0-1 0,0 0 0,1 0 0,0 0 0,-1-1 0,1 0 0,1-1 0,-1 0 0,13 2 0,-18-3 0,0-1 0,0 0 0,0 0 0,0 0 0,0 0 0,1 0 0,-1-1 0,0 0 0,-1 1 0,1-1 0,0 0 0,0 0 0,0 0 0,0-1 0,-1 1 0,1-1 0,-1 0 0,1 1 0,-1-1 0,1 0 0,-1 0 0,0-1 0,0 1 0,0 0 0,0-1 0,-1 1 0,1-1 0,-1 0 0,2-2 0,0-4 0,0 1 0,-1-1 0,0 0 0,-1 1 0,1-16 0,-2-46 0,-1 66 0,-4-52 0,-2 1 0,-4-1 0,-1 1 0,-28-75 0,35 115 0,2 6 0,0 1 0,0-1 0,-7-11 0,10 20 0,0 0 0,0 0 0,0-1 0,0 1 0,0 0 0,0 0 0,0 0 0,-1 0 0,1 0 0,0 0 0,0 0 0,0 0 0,0 0 0,0-1 0,0 1 0,0 0 0,0 0 0,0 0 0,0 0 0,0 0 0,-1 0 0,1 0 0,0 0 0,0 0 0,0 0 0,0 0 0,0 0 0,0 0 0,0 0 0,0 0 0,-1 0 0,1 0 0,0 0 0,0 0 0,0 0 0,0 0 0,0 0 0,0 0 0,0 0 0,-1 0 0,1 0 0,0 0 0,0 0 0,-2 6 0,0 8 0,3 5 0,0 0 0,1 0 0,0-1 0,7 23 0,26 73 0,-26-87 0,6 16 0,2-1 0,32 60 0,-36-80 0,1 0 0,0-2 0,2 0 0,0 0 0,1-2 0,22 18 0,-38-34 0,1 0 0,0-1 0,0 1 0,0-1 0,0 0 0,0 0 0,0 0 0,1 0 0,-1 0 0,0 0 0,0-1 0,1 1 0,-1-1 0,1 1 0,-1-1 0,0 0 0,4 0 0,-4-1 0,-1 1 0,1-1 0,-1 1 0,1-1 0,-1 0 0,1 1 0,-1-1 0,1 0 0,-1 0 0,0 0 0,0 0 0,0-1 0,1 1 0,-1 0 0,0 0 0,0-1 0,0 1 0,-1 0 0,1-1 0,0 1 0,0-1 0,-1 1 0,1-1 0,-1 1 0,0-1 0,1-2 0,2-15 0,-1 0 0,0-1 0,-2 1 0,-3-33 0,1 2 0,4 39 0,-2 11 0,0 0 0,0-1 0,0 1 0,1 0 0,-1 0 0,0 0 0,0 0 0,0 0 0,0 0 0,1 0 0,-1 0 0,0 0 0,0 0 0,0 0 0,0 0 0,1 1 0,-1-1 0,0 0 0,0 0 0,0 0 0,0 0 0,0 0 0,1 0 0,-1 0 0,0 0 0,0 0 0,0 1 0,0-1 0,0 0 0,0 0 0,1 0 0,-1 0 0,0 0 0,0 1 0,12 19 0,-11-18 0,32 67-39,-17-33-403,2 0 0,34 49 0,-43-73-6384</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6.220"/>
    </inkml:context>
    <inkml:brush xml:id="br0">
      <inkml:brushProperty name="width" value="0.05" units="cm"/>
      <inkml:brushProperty name="height" value="0.05" units="cm"/>
      <inkml:brushProperty name="color" value="#00A0D7"/>
    </inkml:brush>
  </inkml:definitions>
  <inkml:trace contextRef="#ctx0" brushRef="#br0">20 19 24575,'2'-7'0,"1"-1"0,1 5 0,-2 4 0,0 8 0,-3 4 0,-2 5 0,-3 3 0,1-1 0,-1 0 0,0-2 0,0-4-8191</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6.923"/>
    </inkml:context>
    <inkml:brush xml:id="br0">
      <inkml:brushProperty name="width" value="0.05" units="cm"/>
      <inkml:brushProperty name="height" value="0.05" units="cm"/>
      <inkml:brushProperty name="color" value="#00A0D7"/>
    </inkml:brush>
  </inkml:definitions>
  <inkml:trace contextRef="#ctx0" brushRef="#br0">209 229 24575,'-19'-48'0,"4"11"0,-35-67 0,47 100 0,1 1 0,0-1 0,-1 1 0,0-1 0,1 1 0,-1 0 0,-1 0 0,1 0 0,-6-3 0,8 5 0,0 1 0,0-1 0,0 1 0,0 0 0,0-1 0,-1 1 0,1 0 0,0 0 0,0 0 0,0 0 0,0-1 0,0 2 0,0-1 0,0 0 0,0 0 0,-2 1 0,1-1 0,1 1 0,-1 0 0,1 0 0,-1 0 0,1 0 0,0 0 0,-1 0 0,1 1 0,0-1 0,0 0 0,0 1 0,0-1 0,-2 3 0,0 2 0,0 1 0,0-1 0,1 1 0,0-1 0,0 1 0,1 0 0,-2 11 0,0 51 0,3-52 0,1 23 0,1-1 0,2 1 0,2-1 0,1 0 0,2 0 0,2-1 0,1 0 0,2-1 0,19 36 0,47 61 0,-38-67 0,-41-65 0,0 0 0,0-1 0,0 2 0,0-1 0,0 0 0,0 0 0,-1 0 0,1 0 0,-1 0 0,1 1 0,-1 1 0,0-3 0,0 0 0,0 0 0,-1-1 0,1 1 0,0 0 0,-1 0 0,1 0 0,0-1 0,-1 1 0,1 0 0,-1-1 0,1 1 0,-1-1 0,0 1 0,1 0 0,-1-1 0,0 1 0,1-1 0,-1 1 0,0-1 0,1 0 0,-1 1 0,0-1 0,0 0 0,0 0 0,1 1 0,-1-1 0,0 0 0,0 0 0,0 0 0,0 0 0,-1 0 0,-7 1 0,0-1 0,0 0 0,0-1 0,0 0 0,0 0 0,0-1 0,0 0 0,1-1 0,-1 0 0,1 0 0,-1-1 0,1 0 0,-10-7 0,9 5 0,0 0 0,0-1 0,0 0 0,1-1 0,0 0 0,1 0 0,0-1 0,0 1 0,0-2 0,-7-14 0,13 21 0,-1-1 0,0 0 0,1 0 0,-1 0 0,1 0 0,0 0 0,1 0 0,-1 0 0,1 0 0,-1 0 0,1-1 0,1 1 0,-1 0 0,0 0 0,1 0 0,2-7 0,-2 8 0,1 0 0,0-1 0,-1 1 0,2 0 0,-1 0 0,0 0 0,0 0 0,1 0 0,0 1 0,-1-1 0,1 1 0,0 0 0,0-1 0,0 1 0,1 1 0,-1-1 0,0 0 0,6-1 0,19-5 0,0 0 0,41-4 0,-41 8 0,0-1 0,46-16 0,-70 20 0,0-2 0,0 1 0,0 0 0,0-1 0,-1 0 0,5-3 0,8-6 0,-16 11 0,0 1 0,1 0 0,-1 0 0,0 0 0,0 0 0,1-1 0,-1 1 0,0 0 0,0 0 0,1 0 0,-1 0 0,0 0 0,1 0 0,-1 0 0,0 0 0,0 0 0,1 0 0,-1 0 0,0 0 0,1 0 0,-1 0 0,0 0 0,0 0 0,1 0 0,-1 0 0,0 1 0,0-1 0,1 0 0,-1 0 0,0 0 0,0 0 0,1 1 0,-1-1 0,0 0 0,0 0 0,0 0 0,1 1 0,-1-1 0,0 0 0,0 0 0,0 1 0,0-1 0,0 0 0,1 0 0,-1 1 0,0-1 0,4 18 0,-4-13 0,26 86 0,-9-39 0,-14-31-1365</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7.111"/>
    </inkml:context>
    <inkml:brush xml:id="br0">
      <inkml:brushProperty name="width" value="0.05" units="cm"/>
      <inkml:brushProperty name="height" value="0.05" units="cm"/>
      <inkml:brushProperty name="color" value="#00A0D7"/>
    </inkml:brush>
  </inkml:definitions>
  <inkml:trace contextRef="#ctx0" brushRef="#br0">1 11 24575,'2'-5'0,"2"0"0,-1 5 0,-1 4 0,0 4 0,-1 3 0,0 2 0,-1 4 0,0 2 0,0 2 0,0 1 0,0-4-8191</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7.455"/>
    </inkml:context>
    <inkml:brush xml:id="br0">
      <inkml:brushProperty name="width" value="0.05" units="cm"/>
      <inkml:brushProperty name="height" value="0.05" units="cm"/>
      <inkml:brushProperty name="color" value="#00A0D7"/>
    </inkml:brush>
  </inkml:definitions>
  <inkml:trace contextRef="#ctx0" brushRef="#br0">45 268 24575,'5'-81'0,"-9"-94"0,4 175 0,1-1 0,-1 0 0,0 1 0,0-1 0,0 0 0,-1 1 0,1-1 0,0 1 0,0-1 0,0 0 0,0 1 0,-1-1 0,1 1 0,0-1 0,0 0 0,-1 1 0,0-1 0,1 1 0,0 0 0,-1 0 0,1 0 0,0 0 0,0 0 0,-1 0 0,1 0 0,0 0 0,0 1 0,-1-1 0,1 0 0,0 0 0,0 0 0,-1 0 0,1 1 0,0-1 0,0 0 0,0 0 0,0 1 0,-1-1 0,1 0 0,0 0 0,0 1 0,0-1 0,0 0 0,-10 23 0,3 2 0,1-1 0,0 1 0,2 0 0,2 0 0,0 0 0,2 32 0,0-52 0,1 0 0,-1-1 0,1 1 0,0-1 0,1 1 0,-1-1 0,1 1 0,0-1 0,0 0 0,0 0 0,0 0 0,1 0 0,0 0 0,0-1 0,0 1 0,6 5 0,-4-5 0,0-1 0,1 1 0,-1-1 0,1 0 0,-1-1 0,1 1 0,0-1 0,0 0 0,0-1 0,0 1 0,0-1 0,7 0 0,47 9-1365,-47-8-5461</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7.907"/>
    </inkml:context>
    <inkml:brush xml:id="br0">
      <inkml:brushProperty name="width" value="0.05" units="cm"/>
      <inkml:brushProperty name="height" value="0.05" units="cm"/>
      <inkml:brushProperty name="color" value="#00A0D7"/>
    </inkml:brush>
  </inkml:definitions>
  <inkml:trace contextRef="#ctx0" brushRef="#br0">72 352 24575,'-7'7'0,"-1"-1"0,1 1 0,0 0 0,0 1 0,1-1 0,-10 17 0,14-21 0,0 1 0,0 0 0,1 0 0,-1 0 0,1 0 0,0 0 0,0 0 0,1 0 0,-1 0 0,1 0 0,0 0 0,0 0 0,0 1 0,0-1 0,1 0 0,-1 0 0,1 0 0,3 8 0,-1-6 0,0 0 0,0 0 0,1-1 0,-1 1 0,1-1 0,1 1 0,-1-1 0,1 0 0,0-1 0,0 1 0,0-1 0,8 5 0,-9-7 0,0 1 0,0-1 0,1 0 0,-1 0 0,1-1 0,-1 1 0,1-1 0,0 0 0,-1 0 0,1-1 0,0 1 0,0-1 0,-1 0 0,1 0 0,0-1 0,0 1 0,-1-1 0,6-1 0,-7 0 0,0 1 0,0 0 0,-1-1 0,1 0 0,0 0 0,-1 0 0,0 0 0,1 0 0,-1 0 0,0 0 0,0-1 0,0 1 0,-1-1 0,1 1 0,0-1 0,-1 0 0,0 0 0,0 0 0,0 0 0,0 0 0,0 0 0,0 0 0,-1 0 0,1-4 0,0-8 0,0 0 0,-1 0 0,-3-23 0,3 37 0,-10-66 0,-28-105 0,4 27 0,26 89 0,12 91 0,1-1 0,16 55 0,33 72 0,4 19 0,-44-125-1365,-9-35-5461</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8.408"/>
    </inkml:context>
    <inkml:brush xml:id="br0">
      <inkml:brushProperty name="width" value="0.05" units="cm"/>
      <inkml:brushProperty name="height" value="0.05" units="cm"/>
      <inkml:brushProperty name="color" value="#00A0D7"/>
    </inkml:brush>
  </inkml:definitions>
  <inkml:trace contextRef="#ctx0" brushRef="#br0">31 20 24575,'6'-8'0,"0"1"0,3 3 0,0 5 0,0 5 0,-1 4 0,1 3 0,-2 2 0,-4 0 0,-5-2 0,-5-3 0,-3-1 0,-6-2 0,-4-2 0,-3-2 0,4-1-8191</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19.797"/>
    </inkml:context>
    <inkml:brush xml:id="br0">
      <inkml:brushProperty name="width" value="0.05" units="cm"/>
      <inkml:brushProperty name="height" value="0.05" units="cm"/>
      <inkml:brushProperty name="color" value="#00A0D7"/>
    </inkml:brush>
  </inkml:definitions>
  <inkml:trace contextRef="#ctx0" brushRef="#br0">1 1 24575,'1'11'0,"0"-1"0,2 1 0,-1-1 0,1 1 0,7 15 0,-5-13 0,11 31 0,3-1 0,1-1 0,2 0 0,36 51 0,-56-90 0,2 2 0,1 1 0,-2 0 0,1 1 0,0-1 0,-1 1 0,2 7 0,-5-14 0,1 0 0,-1 0 0,0 0 0,0 0 0,0 1 0,0-1 0,0 0 0,0 0 0,0 0 0,0 0 0,0 0 0,0 0 0,0 0 0,0 0 0,0 0 0,0 1 0,0-1 0,0 0 0,0 0 0,0 0 0,0 0 0,0 0 0,0 0 0,0 0 0,0 0 0,0 0 0,0 1 0,0-1 0,0 0 0,0 0 0,-1 0 0,1 0 0,0 0 0,0 0 0,0 0 0,0 0 0,0 0 0,0 0 0,0 0 0,0 0 0,0 0 0,0 0 0,0 1 0,-1-1 0,1 0 0,0 0 0,0 0 0,0 0 0,0 0 0,0 0 0,0 0 0,0 0 0,0 0 0,-1 0 0,-7-4 0,-9-9 0,15 12 0,-42-36-1365,31 27-5461</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0.670"/>
    </inkml:context>
    <inkml:brush xml:id="br0">
      <inkml:brushProperty name="width" value="0.05" units="cm"/>
      <inkml:brushProperty name="height" value="0.05" units="cm"/>
      <inkml:brushProperty name="color" value="#00A0D7"/>
    </inkml:brush>
  </inkml:definitions>
  <inkml:trace contextRef="#ctx0" brushRef="#br0">1 115 24575,'13'-8'0,"64"-37"0,-69 41 0,0 1 0,-1 0 0,2 0 0,-1 0 0,0 1 0,0 1 0,1 0 0,9-1 0,-17 2 0,1 0 0,0 0 0,-1 0 0,1 0 0,0 0 0,-1 1 0,1-1 0,0 0 0,-1 1 0,1 0 0,-1-1 0,1 1 0,-1 0 0,1 0 0,-1-1 0,1 1 0,-1 0 0,0 1 0,0-1 0,1 0 0,1 3 0,-2-2 0,0 0 0,0 0 0,0 1 0,0-1 0,-1 1 0,1-1 0,-1 1 0,1-1 0,-1 1 0,0-1 0,0 1 0,0-1 0,-1 4 0,0 2 0,-1 0 0,0-1 0,0 1 0,0 0 0,-1-1 0,-1 0 0,1 1 0,-7 7 0,6-9 0,0-1 0,0 0 0,-1-1 0,0 1 0,0-1 0,0 0 0,-1 0 0,1 0 0,-1-1 0,0 0 0,0 0 0,0 0 0,-1-1 0,1 0 0,0 0 0,-1-1 0,-11 2 0,17-3 0,1 0 0,-1 0 0,0 0 0,0 0 0,0 0 0,1 0 0,-1 0 0,0 0 0,0 0 0,0 0 0,1 0 0,-1 0 0,0 0 0,0-1 0,1 1 0,-1 0 0,0-1 0,0 1 0,1-1 0,-1 1 0,0-1 0,1 1 0,-1-1 0,1 1 0,-1-1 0,1 1 0,-1-1 0,1 0 0,-1 1 0,0-2 0,1 1 0,0 0 0,1 0 0,-1 1 0,0-1 0,0 0 0,1 0 0,-1 1 0,0-1 0,1 0 0,-1 1 0,1-1 0,-1 1 0,1-1 0,-1 0 0,1 1 0,-1-1 0,1 1 0,0-1 0,-1 1 0,1 0 0,0-1 0,-1 1 0,1 0 0,0-1 0,0 1 0,-1 0 0,1 0 0,0 0 0,0-1 0,-1 1 0,3 0 0,8-2 0,1 1 0,0 0 0,-1 1 0,22 2 0,49 11 0,-58-9 0,77 9 0,-88-12 0,1-1 0,-1-1 0,1 0 0,-1 0 0,21-6 0,-31 6 0,0-1 0,0 1 0,0 0 0,0-1 0,0 1 0,0-1 0,0 0 0,-1 0 0,1 0 0,-1 0 0,0 0 0,1-1 0,-1 1 0,3-5 0,-2 2 0,-1 1 0,0-1 0,0 0 0,0 0 0,0 1 0,-1-1 0,0 0 0,1-10 0,-1 6 0,-1 0 0,0 1 0,-1-1 0,0 0 0,0 0 0,-1 0 0,0 1 0,-1-1 0,0 1 0,-6-14 0,8 20 0,0 0 0,0 0 0,0 0 0,-1 0 0,1 1 0,-1-1 0,1 0 0,-1 0 0,0 1 0,0-1 0,0 1 0,0 0 0,0-1 0,0 1 0,0 0 0,0 0 0,0 1 0,0-1 0,-1 0 0,-3 0 0,4 1 0,0 0 0,0 0 0,0 0 0,1 0 0,-1 1 0,0-1 0,0 1 0,0-1 0,0 1 0,0 0 0,1 0 0,-1 0 0,0 0 0,1 0 0,-1 0 0,1 0 0,-1 0 0,1 1 0,-1-1 0,1 1 0,0-1 0,0 1 0,0-1 0,0 1 0,-1 2 0,-1 2 0,0 0 0,0 0 0,1 0 0,0 0 0,0 0 0,1 0 0,0 1 0,0-1 0,1 0 0,-1 1 0,1-1 0,0 1 0,1-1 0,0 0 0,0 1 0,0-1 0,1 0 0,0 0 0,0 0 0,1 0 0,-1 0 0,1 0 0,0-1 0,1 1 0,-1-1 0,1 0 0,0 0 0,1 0 0,-1-1 0,1 1 0,6 3 0,-2-1 0,0-1 0,1-1 0,0 0 0,0 0 0,1-1 0,-1 0 0,1 0 0,0-1 0,0-1 0,0 0 0,22 1 0,-14-3 0,0 0 0,0-1 0,0-2 0,-1 1 0,1-2 0,23-8 0,-40 12 0,43-17 0,-41 15 0,-1 0 0,1 0 0,0 0 0,-1 0 0,0 0 0,1-1 0,-1 0 0,0 0 0,3-4 0,-5 7 0,-1-1 0,0 0 0,1 1 0,-1-1 0,0 1 0,0-1 0,0 0 0,1 1 0,-1-1 0,0 1 0,0-1 0,0 0 0,0 1 0,0-1 0,0 0 0,0 1 0,0-1 0,-1 0 0,1 1 0,0-1 0,0 1 0,0-1 0,-1 0 0,1 1 0,0-1 0,-1 1 0,1-1 0,0 1 0,-1-1 0,1 1 0,-1-1 0,1 1 0,-2-1 0,-22-16 0,12 9 0,7 5 0,0-2 0,0 1 0,0-1 0,1 1 0,0-1 0,-6-10 0,9 14 0,0 0 0,1-1 0,-1 1 0,0 0 0,1-1 0,0 1 0,-1-1 0,1 1 0,0-1 0,0 1 0,0 0 0,0-1 0,0 1 0,0-1 0,0 1 0,0-1 0,1 1 0,-1-1 0,0 1 0,1 0 0,-1-1 0,1 1 0,0 0 0,-1-1 0,1 1 0,0 0 0,0 0 0,0 0 0,0 0 0,0 0 0,0 0 0,0 0 0,0 0 0,0 0 0,1 0 0,0 0 0,2-2 0,1 1 0,-1 0 0,0 1 0,1-1 0,-1 1 0,1 0 0,-1 0 0,1 0 0,0 1 0,-1-1 0,10 2 0,-4-1 0,-1 1 0,1 0 0,-1 1 0,18 5 0,-16-3-114,0 1 1,0 0-1,-1 0 0,1 1 0,-1 1 1,-1 0-1,1 0 0,-1 1 0,0 0 1,-1 0-1,14 19 0,-14-16-6712</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0.871"/>
    </inkml:context>
    <inkml:brush xml:id="br0">
      <inkml:brushProperty name="width" value="0.05" units="cm"/>
      <inkml:brushProperty name="height" value="0.05" units="cm"/>
      <inkml:brushProperty name="color" value="#00A0D7"/>
    </inkml:brush>
  </inkml:definitions>
  <inkml:trace contextRef="#ctx0" brushRef="#br0">1 1 24575,'5'15'0,"2"7"0,-1 3 0,2 0 0,-1-3 0,1-4 0,-1-3 0,1-2 0,1-2 0</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1.060"/>
    </inkml:context>
    <inkml:brush xml:id="br0">
      <inkml:brushProperty name="width" value="0.05" units="cm"/>
      <inkml:brushProperty name="height" value="0.05" units="cm"/>
      <inkml:brushProperty name="color" value="#00A0D7"/>
    </inkml:brush>
  </inkml:definitions>
  <inkml:trace contextRef="#ctx0" brushRef="#br0">1 0 24575,'15'0'0,"5"3"0,1 3 0,-2 3 0,-5 5 0,-4 3 0,-5 0 0,-2 1 0,-3-1 0,0-3-8191</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1.416"/>
    </inkml:context>
    <inkml:brush xml:id="br0">
      <inkml:brushProperty name="width" value="0.05" units="cm"/>
      <inkml:brushProperty name="height" value="0.05" units="cm"/>
      <inkml:brushProperty name="color" value="#00A0D7"/>
    </inkml:brush>
  </inkml:definitions>
  <inkml:trace contextRef="#ctx0" brushRef="#br0">147 46 24575,'80'39'0,"-72"-33"0,1-1 0,-1 1 0,0 0 0,-1 0 0,0 1 0,12 13 0,-18-18 0,0-1 0,1 1 0,-1 0 0,0-1 0,0 1 0,-1 0 0,1 0 0,0-1 0,0 1 0,-1 0 0,1 0 0,-1 0 0,0 0 0,1 0 0,-1 0 0,0 0 0,0 0 0,0 0 0,-1 0 0,1 0 0,0 0 0,-1 0 0,1 0 0,-1-1 0,0 1 0,1 0 0,-1 0 0,0 0 0,0-1 0,0 1 0,-1-1 0,1 1 0,0-1 0,0 1 0,-1-1 0,1 1 0,-1-1 0,-2 2 0,-1 0 0,-1 1 0,0-1 0,1 0 0,-1 0 0,0 0 0,-1-1 0,1 0 0,0-1 0,-1 1 0,-9 0 0,5-1 0,0-1 0,1 0 0,-1 0 0,1-1 0,-1-1 0,1 0 0,-1 0 0,-13-6 0,18 6 0,0-1 0,1 0 0,-1 0 0,1-1 0,0 0 0,0 0 0,0 0 0,0 0 0,1-1 0,0 1 0,0-1 0,0 0 0,1-1 0,-1 1 0,-3-9 0,4 7 0,0 0 0,0 0 0,1-1 0,-1 1 0,2-1 0,-1 1 0,1-1 0,0-11 0,1 16 0,0 0 0,0 0 0,1 0 0,-1 0 0,1 0 0,0 0 0,0 0 0,0 1 0,0-1 0,1 0 0,-1 1 0,1-1 0,-1 1 0,1-1 0,0 1 0,0 0 0,0-1 0,0 1 0,0 0 0,1 1 0,-1-1 0,1 0 0,-1 1 0,6-3 0,-5 2 4,-1 1 0,1 0 0,1 0 0,-1 0 0,0 0 0,0 1 0,0-1 0,0 1 0,1-1 0,-1 1 0,0 0-1,0 1 1,1-1 0,-1 0 0,0 1 0,0 0 0,0 0 0,0 0 0,0 0 0,5 2 0,1 3-135,-1 0 0,1 0 1,-1 1-1,14 15 0,-8-8-663,-3-4-6032</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1.962"/>
    </inkml:context>
    <inkml:brush xml:id="br0">
      <inkml:brushProperty name="width" value="0.05" units="cm"/>
      <inkml:brushProperty name="height" value="0.05" units="cm"/>
      <inkml:brushProperty name="color" value="#00A0D7"/>
    </inkml:brush>
  </inkml:definitions>
  <inkml:trace contextRef="#ctx0" brushRef="#br0">166 497 24575,'-8'-6'0,"0"0"0,0 1 0,-1-1 0,1 2 0,-1-1 0,-18-5 0,24 9 0,1 0 0,-1 0 0,0 1 0,1-1 0,-1 1 0,0 0 0,0 0 0,1 0 0,-1 0 0,0 0 0,0 1 0,1-1 0,-1 1 0,1-1 0,-1 1 0,0 0 0,1 0 0,-1 1 0,1-1 0,0 0 0,-1 1 0,1-1 0,0 1 0,0 0 0,0 0 0,0 0 0,0 0 0,0 0 0,-2 4 0,2-3 0,1 0 0,-1-1 0,1 1 0,0 0 0,0 0 0,0 0 0,0 0 0,0 0 0,1 0 0,-1 0 0,1 0 0,0 1 0,0-1 0,0 0 0,0 0 0,0 0 0,1 0 0,0 0 0,-1 0 0,1 0 0,0 0 0,1 0 0,-1 0 0,0 0 0,1 0 0,-1-1 0,1 1 0,0-1 0,3 4 0,-1-2 0,1 1 0,-1-1 0,1-1 0,-1 1 0,1-1 0,0 0 0,1 0 0,-1 0 0,0-1 0,1 0 0,-1 0 0,1 0 0,0-1 0,11 2 0,-11-2 0,0-1 0,0 0 0,0 0 0,1 0 0,-1-1 0,9-2 0,-13 2 0,1 0 0,0 0 0,-1 0 0,1 0 0,-1-1 0,0 1 0,1-1 0,-1 1 0,0-1 0,0 0 0,0 0 0,0 0 0,0 0 0,-1-1 0,1 1 0,2-5 0,0-2 0,0 0 0,-1-1 0,0 1 0,-1-1 0,1 0 0,-2 0 0,0 0 0,0 0 0,0 0 0,-1 0 0,-1 0 0,0 0 0,-2-10 0,-5-17 0,-2 0 0,-15-39 0,18 55 0,-28-70 0,18 48 0,-23-85 0,71 217 0,-3-8 0,48 124 0,-67-185 0,1-1 0,1 0 0,1 0 0,1-2 0,0 1 0,1-2 0,21 20 0,-25-28-1365,-1-2-5461</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2.323"/>
    </inkml:context>
    <inkml:brush xml:id="br0">
      <inkml:brushProperty name="width" value="0.05" units="cm"/>
      <inkml:brushProperty name="height" value="0.05" units="cm"/>
      <inkml:brushProperty name="color" value="#00A0D7"/>
    </inkml:brush>
  </inkml:definitions>
  <inkml:trace contextRef="#ctx0" brushRef="#br0">105 93 24575,'-40'-22'0,"37"21"0,-1 0 0,1 0 0,0 0 0,0 0 0,0 0 0,-1 1 0,1-1 0,0 1 0,-1 0 0,1 0 0,-5 1 0,7-1 0,0 0 0,1 0 0,-1 0 0,0 1 0,0-1 0,0 0 0,0 0 0,0 1 0,1-1 0,-1 1 0,0-1 0,0 1 0,1-1 0,-1 1 0,0-1 0,1 1 0,-1 0 0,0-1 0,1 1 0,-1 0 0,1-1 0,-1 1 0,1 0 0,0 0 0,-1 0 0,1-1 0,0 1 0,-1 0 0,1 0 0,0 0 0,0 0 0,0 0 0,0 0 0,0 0 0,0-1 0,0 1 0,0 0 0,0 0 0,0 0 0,0 0 0,1 0 0,-1 0 0,0-1 0,1 1 0,0 1 0,0 2 0,1-1 0,0 1 0,0-1 0,0 0 0,1 1 0,-1-1 0,1 0 0,-1-1 0,5 4 0,2 1 0,1-1 0,-1 0 0,2-1 0,13 6 0,-19-9 0,0 0 0,1 0 0,-1-1 0,0 1 0,0-2 0,1 1 0,-1 0 0,1-1 0,-1 0 0,0 0 0,8-2 0,-10 1 0,0 0 0,1-1 0,-1 0 0,0 1 0,0-1 0,0 0 0,0 0 0,-1-1 0,1 1 0,-1-1 0,1 1 0,-1-1 0,0 0 0,0 0 0,0 0 0,0 0 0,0 0 0,-1 0 0,0-1 0,1 1 0,0-5 0,-1 4 0,0 0 0,0-1 0,0 1 0,0-1 0,-1 1 0,1-1 0,-1 1 0,0-1 0,-1 1 0,1-1 0,-1 1 0,0 0 0,0-1 0,0 1 0,-1 0 0,-2-6 0,2 7 0,-1 0 0,1 0 0,-1 0 0,0 1 0,0-1 0,1 1 0,-2 0 0,1 0 0,0 0 0,0 0 0,-1 1 0,1-1 0,0 1 0,-1 0 0,0 0 0,1 0 0,-1 0 0,0 1 0,1 0 0,-1-1 0,0 1 0,-6 1 0,1 0 0,0 0 0,1 0 0,-1 1 0,0 0 0,0 1 0,1-1 0,0 2 0,-12 5 0,-3 5-1365,3 0-5461</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3.037"/>
    </inkml:context>
    <inkml:brush xml:id="br0">
      <inkml:brushProperty name="width" value="0.05" units="cm"/>
      <inkml:brushProperty name="height" value="0.05" units="cm"/>
      <inkml:brushProperty name="color" value="#00A0D7"/>
    </inkml:brush>
  </inkml:definitions>
  <inkml:trace contextRef="#ctx0" brushRef="#br0">223 27 24575,'-8'-3'0,"-13"-3"0,-1 0 0,-33-5 0,49 11 0,0-1 0,-1 1 0,1 0 0,0 0 0,0 1 0,0 0 0,0 0 0,0 0 0,0 1 0,0 0 0,0 0 0,0 0 0,1 1 0,-6 3 0,9-5 0,1 0 0,-1 0 0,1 0 0,0 0 0,0 0 0,-1 0 0,1 0 0,0 0 0,0 0 0,0 0 0,0 1 0,0-1 0,0 0 0,1 1 0,-1-1 0,0 1 0,1-1 0,-1 1 0,1-1 0,-1 1 0,1-1 0,0 1 0,0-1 0,0 1 0,0-1 0,0 1 0,0 0 0,0-1 0,0 1 0,0-1 0,1 1 0,-1-1 0,1 1 0,-1-1 0,1 1 0,0-1 0,1 3 0,0 0 0,1-1 0,0 0 0,-1 0 0,1-1 0,0 1 0,0 0 0,0-1 0,1 0 0,-1 0 0,1 0 0,-1 0 0,1 0 0,0-1 0,4 2 0,3-1 0,1 0 0,0 0 0,0-1 0,0-1 0,0 0 0,-1 0 0,1-1 0,0-1 0,0 0 0,-1-1 0,1 0 0,-1 0 0,0-2 0,0 1 0,0-1 0,-1-1 0,1 0 0,-1 0 0,14-13 0,-17 13 0,-4 3 0,1 0 0,-1 0 0,0 0 0,1 0 0,6-2 0,-10 4 0,1 1 0,0 0 0,-1-1 0,1 1 0,0 0 0,0 0 0,-1 0 0,1 0 0,0 0 0,-1 0 0,1 0 0,0 0 0,0 0 0,-1 0 0,1 0 0,0 0 0,0 0 0,-1 1 0,1-1 0,0 0 0,-1 1 0,1-1 0,0 0 0,-1 1 0,1-1 0,-1 1 0,1-1 0,0 1 0,-1-1 0,1 1 0,-1-1 0,0 1 0,1 0 0,-1-1 0,1 1 0,-1 0 0,0-1 0,1 1 0,-1 0 0,8 19 0,-2 0 0,0 0 0,5 32 0,-3-14 0,9 33 0,39 195 0,-54-255 0,3 24 0,-5-33 0,0-1 0,0 1 0,0 0 0,0-1 0,0 1 0,-1 0 0,1-1 0,0 1 0,-1 0 0,1-1 0,-1 1 0,0-1 0,1 1 0,-1-1 0,0 1 0,-1 0 0,1-1 0,1-1 0,-1 0 0,1 1 0,-1-1 0,1 0 0,-1 0 0,1 1 0,-1-1 0,1 0 0,-1 0 0,0 0 0,1 0 0,-1 0 0,1 0 0,-1 0 0,1 0 0,-1 0 0,0 0 0,1 0 0,-1 0 0,1-1 0,-1 1 0,1 0 0,-1 0 0,1 0 0,-1-1 0,1 1 0,-1 0 0,1-1 0,-1 1 0,1 0 0,-1-1 0,-17-16 0,15 13 0,-18-18 0,1-2 0,1-1 0,-16-28 0,23 33 0,1 0 0,2-1 0,0 0 0,-12-41 0,18 45-1365,1 3-5461</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3.426"/>
    </inkml:context>
    <inkml:brush xml:id="br0">
      <inkml:brushProperty name="width" value="0.05" units="cm"/>
      <inkml:brushProperty name="height" value="0.05" units="cm"/>
      <inkml:brushProperty name="color" value="#00A0D7"/>
    </inkml:brush>
  </inkml:definitions>
  <inkml:trace contextRef="#ctx0" brushRef="#br0">129 401 24575,'-20'2'0,"19"-1"0,0 0 0,-1-1 0,1 0 0,0 1 0,-1-1 0,1 0 0,-1 0 0,1 0 0,0 1 0,-1-2 0,1 1 0,-1 0 0,1 0 0,-1 0 0,1-1 0,0 1 0,-1 0 0,1-1 0,0 0 0,-1 1 0,1-1 0,0 0 0,0 1 0,0-1 0,0 0 0,0 0 0,0 0 0,0 0 0,-2-2 0,-2-6 0,-1-2 0,2 1 0,-1-1 0,1 0 0,1 1 0,0-2 0,-2-13 0,-1-1 0,-4-19 0,-7-82 0,17 120 0,0 0 0,0 1 0,1-1 0,0 0 0,0 1 0,1-1 0,0 1 0,4-10 0,-5 14 0,0 0 0,0 0 0,0 0 0,0 1 0,0-1 0,0 0 0,1 1 0,-1-1 0,1 1 0,-1-1 0,1 1 0,-1 0 0,4-2 0,-3 3 0,-1-1 0,1 1 0,-1-1 0,1 1 0,-1 0 0,1 0 0,-1 0 0,1 0 0,0 0 0,-1 0 0,1 0 0,-1 0 0,1 1 0,-1-1 0,1 1 0,-1-1 0,1 1 0,-1-1 0,0 1 0,3 1 0,1 2 11,0 0 0,0 0 0,-1 0 0,0 0 0,1 1 0,-1 0-1,-1 0 1,1 0 0,-1 0 0,4 8 0,3 7-754,10 32 1,-14-33-6084</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4.706"/>
    </inkml:context>
    <inkml:brush xml:id="br0">
      <inkml:brushProperty name="width" value="0.05" units="cm"/>
      <inkml:brushProperty name="height" value="0.05" units="cm"/>
      <inkml:brushProperty name="color" value="#00A0D7"/>
    </inkml:brush>
  </inkml:definitions>
  <inkml:trace contextRef="#ctx0" brushRef="#br0">90 121 24575,'-12'-9'0,"7"5"0,-1 0 0,1 0 0,-1 0 0,0 1 0,-8-4 0,13 6 0,0 1 0,0 0 0,0 0 0,0-1 0,0 1 0,0 0 0,0 0 0,0 0 0,0 0 0,0 0 0,0 0 0,0 0 0,0 0 0,0 1 0,0-1 0,0 0 0,0 1 0,0-1 0,0 0 0,0 1 0,0 0 0,0-1 0,0 1 0,1-1 0,-1 1 0,0 0 0,0-1 0,1 1 0,-1 0 0,0 0 0,1 0 0,-1 0 0,1-1 0,-1 1 0,1 0 0,-1 0 0,1 0 0,0 0 0,0 0 0,-1 0 0,1 2 0,-1 1 0,0 0 0,1 0 0,-1 1 0,1-1 0,0 0 0,0 0 0,0 0 0,1 0 0,0 0 0,0 1 0,0-1 0,0 0 0,0 0 0,1-1 0,-1 1 0,1 0 0,0 0 0,1-1 0,-1 1 0,0-1 0,5 4 0,0 1 0,0-1 0,1 0 0,0 0 0,1-1 0,-1 0 0,1-1 0,15 8 0,-13-9 0,0 1 0,0-1 0,20 4 0,-28-8 0,0 1 0,0 0 0,0-1 0,1 0 0,-1 0 0,0 0 0,0 0 0,0 0 0,0-1 0,1 1 0,-1-1 0,0 0 0,0 0 0,0 0 0,0-1 0,-1 1 0,1 0 0,4-4 0,-4 2 0,-1 1 0,0-1 0,0 0 0,0 0 0,-1 0 0,1 0 0,-1 0 0,1 0 0,-1 0 0,0 0 0,0-1 0,0 1 0,-1-1 0,1 1 0,-1 0 0,0-1 0,0 1 0,0-1 0,0 1 0,-2-6 0,0-3 0,-1 0 0,0 0 0,-1 1 0,-6-17 0,7 22 0,-8-20 0,-2 0 0,-16-25 0,21 43 0,7 14 0,6 16 0,1-9 0,0 0 0,1-1 0,1 0 0,0 0 0,1-1 0,0 0 0,0 0 0,1-1 0,1 0 0,0-1 0,0 0 0,20 11 0,36 16 0,-58-32 0,0 0 0,0-1 0,0 0 0,1-1 0,15 3 0,-22-5 0,-1 0 0,0 0 0,0 0 0,0 0 0,0 0 0,0-1 0,0 1 0,0 0 0,0-1 0,0 0 0,0 1 0,0-1 0,0 0 0,-1 0 0,1 0 0,0 0 0,2-3 0,-2 2 0,0 0 0,0-1 0,0 1 0,0-1 0,-1 1 0,0-1 0,1 0 0,-1 0 0,0 1 0,0-1 0,0-3 0,2-8 0,-2 0 0,0 1 0,0-1 0,-3-18 0,2 19 0,-1 12 0,1 1 0,0 0 0,0-1 0,0 1 0,0 0 0,0-1 0,0 1 0,0 0 0,0-1 0,0 1 0,0 0 0,0-1 0,0 1 0,0 0 0,1-1 0,-1 1 0,0 0 0,0 0 0,0-1 0,0 1 0,0 0 0,1-1 0,-1 1 0,0 0 0,6 4 0,11 24 0,-8-11 0,1-3 0,0-1 0,1 0 0,18 18 0,-25-27 0,0-1 0,1 1 0,-1-1 0,1 0 0,0 0 0,0-1 0,0 1 0,0-1 0,0 0 0,1-1 0,-1 1 0,0-1 0,1 0 0,8 1 0,-12-2 0,0 0 0,-1-1 0,1 1 0,0 0 0,0-1 0,0 1 0,-1-1 0,1 1 0,0-1 0,0 0 0,-1 0 0,1 0 0,-1 0 0,1 0 0,-1 0 0,1 0 0,-1-1 0,0 1 0,1 0 0,-1-1 0,0 1 0,0-1 0,0 1 0,0-1 0,0 0 0,0-2 0,3-5 0,-1-1 0,-1 1 0,0-1 0,1-9 0,2-8 0,-5 26 0,0 1 0,0 0 0,0 0 0,0-1 0,0 1 0,0 0 0,0 0 0,1 0 0,-1-1 0,0 1 0,0 0 0,0 0 0,0-1 0,0 1 0,0 0 0,0 0 0,1 0 0,-1-1 0,0 1 0,0 0 0,0 0 0,0 0 0,1 0 0,-1 0 0,0-1 0,0 1 0,0 0 0,1 0 0,-1 0 0,0 0 0,0 0 0,0 0 0,1 0 0,-1 0 0,0 0 0,0 0 0,1 0 0,-1 0 0,0 0 0,0 0 0,1 0 0,-1 0 0,0 0 0,0 0 0,0 0 0,1 0 0,-1 0 0,0 0 0,0 0 0,1 0 0,-1 1 0,0-1 0,0 0 0,0 0 0,0 0 0,1 0 0,-1 1 0,0-1 0,0 0 0,0 0 0,12 16 0,-8-11 0,2 3 0,1 0 0,0 0 0,0-1 0,0 0 0,1-1 0,0 0 0,1 0 0,15 8 0,-20-12 0,-1-1 0,1 1 0,0-1 0,0 0 0,0 0 0,0 0 0,0-1 0,0 0 0,0 1 0,0-1 0,0-1 0,0 1 0,-1 0 0,1-1 0,0 0 0,0 0 0,0 0 0,0-1 0,-1 1 0,1-1 0,0 0 0,-1 0 0,0 0 0,1 0 0,3-4 0,3-3 0,-1 2 0,-1 0 0,15-9 0,-20 14 0,-1 1 0,0 0 0,0 0 0,1 0 0,-1 0 0,1 0 0,-1 0 0,0 1 0,1-1 0,-1 1 0,1 0 0,0 0 0,-1 0 0,1 0 0,-1 0 0,5 1 0,2 4-1365</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5.142"/>
    </inkml:context>
    <inkml:brush xml:id="br0">
      <inkml:brushProperty name="width" value="0.05" units="cm"/>
      <inkml:brushProperty name="height" value="0.05" units="cm"/>
      <inkml:brushProperty name="color" value="#00A0D7"/>
    </inkml:brush>
  </inkml:definitions>
  <inkml:trace contextRef="#ctx0" brushRef="#br0">77 40 24575,'-2'-5'0,"0"1"0,0-1 0,0 1 0,-1-1 0,-4-4 0,7 8 0,-1 1 0,1-1 0,0 0 0,-1 1 0,1-1 0,-1 1 0,0 0 0,1-1 0,-1 1 0,1-1 0,-1 1 0,0 0 0,1-1 0,-1 1 0,0 0 0,1 0 0,-1 0 0,0-1 0,1 1 0,-1 0 0,0 0 0,1 0 0,-1 0 0,0 0 0,0 0 0,1 0 0,-1 1 0,0-1 0,1 0 0,-1 0 0,0 0 0,1 1 0,-1-1 0,1 0 0,-1 1 0,0-1 0,1 1 0,-1-1 0,1 0 0,-1 1 0,1-1 0,-1 1 0,1 0 0,-1-1 0,1 1 0,0-1 0,-1 2 0,-3 5 0,0-1 0,0 1 0,1 0 0,0 0 0,1 0 0,-1 0 0,1 0 0,-1 11 0,2-13 0,0 0 0,1 0 0,-1 1 0,1-1 0,0 0 0,1 1 0,-1-1 0,1 0 0,0 0 0,0 0 0,1 0 0,3 9 0,-2-10 0,0 0 0,0 0 0,1 0 0,-1 0 0,1 0 0,0-1 0,0 1 0,8 4 0,41 21 0,-9-7 0,-21-8 0,-11-8 0,-1 1 0,0 0 0,17 14 0,-26-19 0,0 0 0,0 0 0,0 0 0,-1-1 0,1 2 0,-1-1 0,1 0 0,-1 0 0,0 0 0,0 1 0,0-1 0,0 1 0,0-1 0,0 0 0,-1 1 0,1 0 0,-1-1 0,1 1 0,-1-1 0,0 1 0,0 0 0,-1-1 0,1 1 0,-1 2 0,-1-1 7,1 0 0,-1 0-1,0 0 1,-1 0 0,1-1-1,0 1 1,-1-1-1,0 1 1,0-1 0,0 0-1,0 0 1,-1-1 0,1 1-1,-1-1 1,0 0 0,1 1-1,-5 0 1,-5 3-378,0-1-1,0-1 1,-26 7 0,14-7-6455</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5.627"/>
    </inkml:context>
    <inkml:brush xml:id="br0">
      <inkml:brushProperty name="width" value="0.05" units="cm"/>
      <inkml:brushProperty name="height" value="0.05" units="cm"/>
      <inkml:brushProperty name="color" value="#00A0D7"/>
    </inkml:brush>
  </inkml:definitions>
  <inkml:trace contextRef="#ctx0" brushRef="#br0">1 6 24575,'10'-2'0,"3"-2"-8191</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6.670"/>
    </inkml:context>
    <inkml:brush xml:id="br0">
      <inkml:brushProperty name="width" value="0.05" units="cm"/>
      <inkml:brushProperty name="height" value="0.05" units="cm"/>
      <inkml:brushProperty name="color" value="#00A0D7"/>
    </inkml:brush>
  </inkml:definitions>
  <inkml:trace contextRef="#ctx0" brushRef="#br0">1 101 24575,'0'-31'0,"1"-30"0,-1 61 0,0-1 0,0 1 0,0 0 0,0-1 0,0 1 0,0 0 0,0-1 0,0 1 0,0 0 0,0-1 0,0 1 0,0 0 0,0-1 0,0 1 0,0 0 0,1-1 0,-1 1 0,0 0 0,0-1 0,0 1 0,0 0 0,1 0 0,-1-1 0,0 1 0,1 0 0,3 6 0,3 16 0,8 41 0,93 335 0,-105-389 0,9 26 0,-11-32 0,1 0 0,-1-1 0,0 1 0,1-1 0,0 1 0,-1-1 0,1 0 0,0 1 0,3 1 0,-1-3-1365</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6.855"/>
    </inkml:context>
    <inkml:brush xml:id="br0">
      <inkml:brushProperty name="width" value="0.05" units="cm"/>
      <inkml:brushProperty name="height" value="0.05" units="cm"/>
      <inkml:brushProperty name="color" value="#00A0D7"/>
    </inkml:brush>
  </inkml:definitions>
  <inkml:trace contextRef="#ctx0" brushRef="#br0">386 61 24575,'-31'-10'0,"-11"-3"0,-5 0 0,4 3 0,6 3 0,8 2 0,3 3 0,3 3 0,4 3 0,2-1 0,4 3 0,2-1 0,0 3 0,-1-1 0,3 1 0,1 1 0,4 3 0,1-2-8191</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7.294"/>
    </inkml:context>
    <inkml:brush xml:id="br0">
      <inkml:brushProperty name="width" value="0.05" units="cm"/>
      <inkml:brushProperty name="height" value="0.05" units="cm"/>
      <inkml:brushProperty name="color" value="#00A0D7"/>
    </inkml:brush>
  </inkml:definitions>
  <inkml:trace contextRef="#ctx0" brushRef="#br0">106 98 24575,'-6'-6'0,"-1"0"0,1 1 0,-1 0 0,0 0 0,-14-7 0,20 11 0,-1 0 0,0 1 0,0-1 0,1 0 0,-1 1 0,0 0 0,0-1 0,0 1 0,1 0 0,-1 0 0,0 0 0,0 0 0,0 0 0,-2 1 0,3 0 0,0-1 0,-1 1 0,1 0 0,0-1 0,0 1 0,0 0 0,0 0 0,0 0 0,0 0 0,0 0 0,0 0 0,0 0 0,0 0 0,0 1 0,1-1 0,-1 0 0,0 0 0,1 1 0,-1-1 0,1 0 0,-1 3 0,1-2 0,-1 1 0,0-1 0,1 1 0,0 0 0,0 0 0,0-1 0,0 1 0,0 0 0,0-1 0,1 1 0,-1 0 0,1-1 0,0 1 0,1 3 0,0-2 0,1 1 0,-1-1 0,1 0 0,0-1 0,0 1 0,0-1 0,6 7 0,0-4 0,0 1 0,0-1 0,0 0 0,1-1 0,0 0 0,15 5 0,-16-7 0,-1 0 0,1-1 0,0 0 0,0-1 0,0 0 0,0 0 0,16-2 0,-22 1 0,0 0 0,0-1 0,-1 1 0,1-1 0,0 0 0,0 0 0,0 0 0,-1 0 0,1 0 0,0-1 0,-1 1 0,1-1 0,-1 0 0,0 1 0,0-1 0,1 0 0,-1-1 0,0 1 0,-1 0 0,1 0 0,0-1 0,-1 1 0,1-1 0,-1 0 0,0 1 0,0-1 0,1-3 0,2-5 0,-2-1 0,1 0 0,-1 1 0,-1-1 0,0 0 0,-2-22 0,1 31 0,0 0 0,-1 0 0,1 1 0,-1-1 0,1 0 0,-1 0 0,0 1 0,0-1 0,-1 1 0,1-1 0,0 1 0,-1 0 0,1-1 0,-1 1 0,0 0 0,0 0 0,0 0 0,0 0 0,0 0 0,0 1 0,-1-1 0,1 1 0,0-1 0,-1 1 0,1 0 0,-1 0 0,0 0 0,1 0 0,-1 0 0,0 1 0,1-1 0,-1 1 0,0 0 0,0-1 0,-3 2 0,-3-1-195,0 1 0,0 0 0,-1 1 0,1 0 0,0 1 0,-15 6 0,7-2-6631</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8.198"/>
    </inkml:context>
    <inkml:brush xml:id="br0">
      <inkml:brushProperty name="width" value="0.05" units="cm"/>
      <inkml:brushProperty name="height" value="0.05" units="cm"/>
      <inkml:brushProperty name="color" value="#00A0D7"/>
    </inkml:brush>
  </inkml:definitions>
  <inkml:trace contextRef="#ctx0" brushRef="#br0">214 121 24575,'-14'-6'0,"-65"-19"0,70 23 0,1 0 0,-1 1 0,1 0 0,-1 0 0,1 1 0,-1 0 0,-11 2 0,18-2 0,0 1 0,0-1 0,0 0 0,1 1 0,-1-1 0,0 1 0,0 0 0,1 0 0,-1 0 0,0-1 0,1 2 0,-1-1 0,0 0 0,1 0 0,0 0 0,-1 1 0,1-1 0,0 1 0,0-1 0,-1 1 0,1-1 0,0 1 0,1 0 0,-1-1 0,0 1 0,0 0 0,1 0 0,-1 0 0,1-1 0,0 1 0,-1 0 0,1 0 0,0 0 0,0 0 0,0 0 0,0 0 0,1 3 0,0 0 0,1 1 0,-1-1 0,1 0 0,0 0 0,0 0 0,0 0 0,1 0 0,0 0 0,0-1 0,0 1 0,0-1 0,6 5 0,-2-2 0,1-1 0,0 0 0,1 0 0,0 0 0,0-1 0,0-1 0,0 0 0,1 0 0,0-1 0,-1 0 0,1 0 0,0-1 0,1-1 0,-1 1 0,14-1 0,-21-2 0,0 1 0,0 0 0,0-1 0,1 1 0,-1-1 0,0 0 0,0 0 0,0 0 0,-1 0 0,1-1 0,0 1 0,0-1 0,-1 0 0,1 0 0,-1 0 0,4-3 0,-4 2 0,1 0 0,-1-1 0,0 1 0,0-1 0,0 1 0,0-1 0,-1 0 0,1 0 0,-1 1 0,0-1 0,0-6 0,0 1 0,0 0 0,-1 1 0,0-1 0,-1 0 0,0 1 0,0-1 0,-1 1 0,0-1 0,-1 1 0,1 0 0,-6-11 0,5 14 0,0-1 0,0 1 0,-1-1 0,1 1 0,-1 0 0,0 1 0,0-1 0,-1 1 0,0-1 0,1 1 0,-1 1 0,-1-1 0,1 1 0,0 0 0,-1 0 0,0 0 0,0 1 0,1 0 0,-1 0 0,-1 0 0,1 1 0,0 0 0,0 0 0,0 1 0,-1 0 0,1 0 0,0 0 0,0 1 0,-1-1 0,1 2 0,0-1 0,0 1 0,-10 4 0,-14 8-1365,18-7-5461</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8.905"/>
    </inkml:context>
    <inkml:brush xml:id="br0">
      <inkml:brushProperty name="width" value="0.05" units="cm"/>
      <inkml:brushProperty name="height" value="0.05" units="cm"/>
      <inkml:brushProperty name="color" value="#00A0D7"/>
    </inkml:brush>
  </inkml:definitions>
  <inkml:trace contextRef="#ctx0" brushRef="#br0">1 35 24575,'0'-2'0,"0"-1"0,0 1 0,0 0 0,0 0 0,1-1 0,-1 1 0,1 0 0,-1 0 0,1 0 0,0 0 0,0-1 0,0 1 0,0 0 0,1-2 0,-2 5 0,1-1 0,-1 0 0,0 0 0,0 0 0,0 0 0,1 0 0,-1 0 0,0 0 0,0 0 0,0 1 0,1-1 0,-1 0 0,0 0 0,0 0 0,0 0 0,0 1 0,0-1 0,1 0 0,-1 0 0,0 0 0,0 1 0,0-1 0,0 0 0,0 0 0,0 1 0,0-1 0,0 0 0,0 0 0,0 0 0,0 1 0,0-1 0,0 0 0,0 0 0,0 1 0,0-1 0,2 11 0,3 43 0,20 85 0,24 24 0,-39-133 0,-9-26 0,0-1 0,0 1 0,1-1 0,-1 0 0,1 0 0,3 6 0,-5-8 0,1-1 0,-1 1 0,1-1 0,-1 1 0,0-1 0,1 0 0,0 1 0,-1-1 0,1 0 0,-1 1 0,1-1 0,-1 0 0,1 0 0,-1 0 0,1 0 0,0 1 0,-1-1 0,1 0 0,0 0 0,-1 0 0,1 0 0,-1 0 0,1 0 0,0 0 0,-1-1 0,1 1 0,-1 0 0,1 0 0,0 0 0,-1-1 0,1 1 0,-1 0 0,1 0 0,-1-1 0,1 1 0,-1-1 0,1 1 0,-1 0 0,1-1 0,0 0 0,10-9 0,-3 3 0,0 0 0,0 1 0,1 0 0,18-10 0,-24 15 0,-1 0 0,1 0 0,-1 0 0,1 1 0,0-1 0,-1 1 0,1-1 0,0 1 0,0 0 0,-1 0 0,1 0 0,0 0 0,0 1 0,-1-1 0,1 1 0,0 0 0,-1 0 0,1 0 0,-1 0 0,1 0 0,-1 0 0,0 0 0,1 1 0,2 2 0,1 1 0,0 1 0,-1-1 0,1 1 0,-1 0 0,0 1 0,-1-1 0,1 1 0,5 12 0,-9-16 0,1 0 0,-1 1 0,0-1 0,0 0 0,0 0 0,0 0 0,-1 1 0,1-1 0,-1 0 0,0 1 0,0-1 0,0 1 0,0-1 0,-1 0 0,0 1 0,1-1 0,-1 0 0,0 0 0,0 1 0,-1-1 0,1 0 0,-1 0 0,-2 3 0,1-3 0,0 0 0,0 0 0,-1 0 0,1 0 0,-1-1 0,0 0 0,0 0 0,0 0 0,0 0 0,-8 2 0,-2 0 0,1-1 0,-17 2 0,10-3-195,-1-1 0,0-1 0,1-1 0,-1-1 0,1-1 0,-39-11 0,41 10-6631</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9.390"/>
    </inkml:context>
    <inkml:brush xml:id="br0">
      <inkml:brushProperty name="width" value="0.05" units="cm"/>
      <inkml:brushProperty name="height" value="0.05" units="cm"/>
      <inkml:brushProperty name="color" value="#00A0D7"/>
    </inkml:brush>
  </inkml:definitions>
  <inkml:trace contextRef="#ctx0" brushRef="#br0">1 1 24575,'2'1'0,"1"1"0,-1 0 0,0-1 0,0 1 0,0 0 0,0 0 0,0 0 0,0 1 0,0-1 0,-1 0 0,2 4 0,14 30 0,-12-25 0,50 150 0,-30-79 0,-13-39 0,-9-31 0,0 1 0,1-1 0,0-1 0,10 20 0,-13-29-45,0-1-1,0 0 1,0 0-1,-1 0 1,1 0-1,0 0 1,1 0-1,-1 0 1,0 0-1,0 0 1,0 0-1,0-1 1,1 1-1,-1 0 1,0-1-1,1 1 1,-1-1-1,1 0 1,-1 1-1,0-1 1,1 0-1,-1 0 1,1 0-1,-1 0 0,1 0 1,-1 0-1,0 0 1,1-1-1,2 0 1,7-1-6781</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29.593"/>
    </inkml:context>
    <inkml:brush xml:id="br0">
      <inkml:brushProperty name="width" value="0.05" units="cm"/>
      <inkml:brushProperty name="height" value="0.05" units="cm"/>
      <inkml:brushProperty name="color" value="#00A0D7"/>
    </inkml:brush>
  </inkml:definitions>
  <inkml:trace contextRef="#ctx0" brushRef="#br0">390 62 24575,'-30'-12'0,"-1"1"0,0 1 0,0 2 0,-1 1 0,0 2 0,-1 1 0,-59 0 0,90 4 0,-4 0 0,1 0 0,-1 0 0,1 1 0,-1-1 0,0 1 0,1 1 0,0-1 0,-1 1 0,1 0 0,0 0 0,-6 3 0,11-5-36,0 0 0,-1 0 0,1 0 1,0 1-1,0-1 0,-1 0 0,1 0 0,0 0 0,0 0 0,0 1 0,-1-1 0,1 0 0,0 0 0,0 1 0,0-1 0,0 0 0,-1 0 1,1 1-1,0-1 0,0 0 0,0 0 0,0 1 0,0-1 0,0 0 0,0 0 0,0 1 0,0-1 0,0 0 0,0 1 0,0-1 0,0 0 1,0 0-1,0 1 0,0-1 0,0 0 0,0 0 0,1 1 0</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0.066"/>
    </inkml:context>
    <inkml:brush xml:id="br0">
      <inkml:brushProperty name="width" value="0.05" units="cm"/>
      <inkml:brushProperty name="height" value="0.05" units="cm"/>
      <inkml:brushProperty name="color" value="#00A0D7"/>
    </inkml:brush>
  </inkml:definitions>
  <inkml:trace contextRef="#ctx0" brushRef="#br0">169 52 24575,'-20'-12'0,"-23"-11"0,37 20 0,-1 1 0,0-1 0,1 1 0,-1 0 0,0 1 0,0 0 0,-13-1 0,19 2 0,-1 0 0,1 0 0,-1 0 0,1 0 0,-1 0 0,1 0 0,-1 1 0,1-1 0,-1 0 0,1 1 0,-1 0 0,1-1 0,0 1 0,-1 0 0,1-1 0,0 1 0,0 0 0,-1 0 0,1 0 0,0 0 0,0 0 0,0 1 0,0-1 0,0 0 0,1 0 0,-1 1 0,0-1 0,1 0 0,-1 1 0,0-1 0,1 0 0,0 1 0,-1-1 0,1 1 0,0-1 0,0 1 0,0-1 0,0 1 0,0-1 0,0 1 0,0 2 0,1 1 0,0 1 0,0-1 0,0 1 0,1-1 0,0 0 0,0 1 0,0-1 0,1 0 0,-1 0 0,5 4 0,-2-3 0,0 0 0,1-1 0,-1 1 0,1-1 0,1-1 0,-1 1 0,1-1 0,-1 0 0,1-1 0,1 0 0,-1 0 0,0 0 0,1-1 0,-1 0 0,1 0 0,-1-1 0,10 0 0,-15 0 0,1-2 0,-1 1 0,0 0 0,0 0 0,0-1 0,1 1 0,-1-1 0,0 1 0,0-1 0,0 0 0,0 0 0,0 0 0,0 0 0,0-1 0,-1 1 0,4-3 0,-3 2 0,0-1 0,0 0 0,0 1 0,0-1 0,-1 0 0,1 0 0,-1 0 0,1 0 0,-1 0 0,1-4 0,0-3 0,-1-1 0,0 1 0,0 0 0,-1-1 0,0 1 0,-2-12 0,-1 7 0,3 14 0,0 1 0,0-1 0,0 0 0,0 1 0,0-1 0,0 1 0,-1-1 0,1 1 0,0-1 0,0 1 0,-1-1 0,1 1 0,0-1 0,-1 1 0,1-1 0,0 1 0,-1-1 0,1 1 0,-1-1 0,1 1 0,-1 0 0,0-1 0,1 1 0,-1 1 0,1-1 0,0 0 0,-1 0 0,1 1 0,0-1 0,0 1 0,-1-1 0,1 0 0,0 1 0,0-1 0,-1 1 0,1-1 0,0 0 0,0 1 0,0-1 0,0 1 0,0-1 0,-1 1 0,1-1 0,0 1 0,0-1 0,0 1 0,0 12 0,1-4 14,0 1-1,1-1 0,0 0 0,0 0 1,1-1-1,0 1 0,1 0 1,8 14-1,1-2-508,1 0 0,16 19 0,-22-31-6331</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0.303"/>
    </inkml:context>
    <inkml:brush xml:id="br0">
      <inkml:brushProperty name="width" value="0.05" units="cm"/>
      <inkml:brushProperty name="height" value="0.05" units="cm"/>
      <inkml:brushProperty name="color" value="#00A0D7"/>
    </inkml:brush>
  </inkml:definitions>
  <inkml:trace contextRef="#ctx0" brushRef="#br0">1 1 24575,'5'17'0,"2"9"0,1 2 0,1 2 0,0-2 0,-1-4 0,-1-3 0,-3-2 0,1-2 0,-1-2 0,0-3-8191</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0.509"/>
    </inkml:context>
    <inkml:brush xml:id="br0">
      <inkml:brushProperty name="width" value="0.05" units="cm"/>
      <inkml:brushProperty name="height" value="0.05" units="cm"/>
      <inkml:brushProperty name="color" value="#00A0D7"/>
    </inkml:brush>
  </inkml:definitions>
  <inkml:trace contextRef="#ctx0" brushRef="#br0">1 1 24575,'0'2'0,"0"4"0,0 3 0,0 3 0,0 4 0,0 1 0,0 2 0,0-1 0,0-3-8191</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0.943"/>
    </inkml:context>
    <inkml:brush xml:id="br0">
      <inkml:brushProperty name="width" value="0.05" units="cm"/>
      <inkml:brushProperty name="height" value="0.05" units="cm"/>
      <inkml:brushProperty name="color" value="#00A0D7"/>
    </inkml:brush>
  </inkml:definitions>
  <inkml:trace contextRef="#ctx0" brushRef="#br0">0 103 24575,'17'26'0,"21"30"0,-33-51 0,-1 1 0,1-1 0,0-1 0,0 1 0,0-1 0,1 1 0,8 3 0,-13-7 0,1 0 0,-1 0 0,1 0 0,-1-1 0,1 1 0,0-1 0,-1 1 0,1-1 0,0 0 0,-1 0 0,1 1 0,0-1 0,0 0 0,-1-1 0,1 1 0,0 0 0,-1 0 0,1-1 0,0 1 0,-1-1 0,1 1 0,0-1 0,-1 0 0,1 0 0,-1 0 0,1 1 0,-1-1 0,0-1 0,1 1 0,-1 0 0,0 0 0,0 0 0,0-1 0,0 1 0,0-1 0,1-1 0,3-6 0,0-1 0,-1 1 0,0-1 0,5-18 0,-5 14 0,-1 4 0,2-5 0,1-1 0,12-26 0,-16 38 0,0 1 0,0-1 0,0 1 0,0 0 0,1 0 0,-1 0 0,1 1 0,0-1 0,0 0 0,0 1 0,0 0 0,0 0 0,0 0 0,1 0 0,-1 0 0,1 1 0,6-3 0,-6 4 0,-1 0 0,1 0 0,-1 0 0,1 0 0,-1 0 0,1 1 0,-1 0 0,1 0 0,-1 0 0,0 0 0,1 0 0,-1 1 0,0-1 0,6 5 0,3 2 0,1 2 0,11 10 0,-20-16 0,127 113 0,-114-101-455,-1 0 0,24 33 0,-33-38-6371</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2.811"/>
    </inkml:context>
    <inkml:brush xml:id="br0">
      <inkml:brushProperty name="width" value="0.05" units="cm"/>
      <inkml:brushProperty name="height" value="0.05" units="cm"/>
      <inkml:brushProperty name="color" value="#00A0D7"/>
    </inkml:brush>
  </inkml:definitions>
  <inkml:trace contextRef="#ctx0" brushRef="#br0">59 40 24575,'-4'-5'0,"-15"-17"0,18 21 0,-1-1 0,1 1 0,0 0 0,-1 0 0,1 0 0,-1 0 0,1 1 0,-1-1 0,1 0 0,-1 0 0,1 1 0,-1-1 0,-2 1 0,3 0 0,1 0 0,-1 0 0,1 0 0,-1 0 0,1 0 0,-1 0 0,1 1 0,-1-1 0,1 0 0,-1 0 0,1 1 0,-1-1 0,1 0 0,-1 0 0,1 1 0,-1-1 0,1 1 0,0-1 0,-1 1 0,1-1 0,-1 0 0,1 1 0,0-1 0,0 1 0,-1-1 0,1 1 0,0-1 0,0 1 0,0 0 0,0-1 0,-1 1 0,1-1 0,0 1 0,0-1 0,0 1 0,0 0 0,0-1 0,1 2 0,1 24 0,-1-25 0,5 21 0,1-1 0,0 0 0,2 0 0,18 32 0,0 0 0,13 26 0,-17-37 0,26 73 0,-45-96 0,-6-11 0,2-8 0,0 0 0,-1 0 0,1 0 0,0 0 0,-1 0 0,1 0 0,0 0 0,-1 0 0,1 0 0,0 0 0,-1 0 0,1-1 0,0 1 0,-1 0 0,1 0 0,0 0 0,0 0 0,-1 0 0,1-1 0,0 1 0,-1 0 0,1 0 0,0 0 0,0-1 0,0 1 0,-1-1 0,-2-3 0,-1 0 0,1 0 0,0 0 0,0 0 0,1-1 0,-1 0 0,1 1 0,0-1 0,0 0 0,1 0 0,0 0 0,-1 0 0,1-10 0,0 10 0,0 0 0,1 0 0,0 0 0,0 0 0,1 0 0,-1 0 0,1 0 0,0 0 0,1 0 0,-1 0 0,1 1 0,0-1 0,0 0 0,4-5 0,-4 7 0,0 1 0,0 0 0,1 0 0,-1 0 0,1 0 0,0 1 0,-1-1 0,1 1 0,0-1 0,0 1 0,0 0 0,0 0 0,0 0 0,0 1 0,0-1 0,0 1 0,0 0 0,0-1 0,0 1 0,1 1 0,2-1 0,3 1 0,-1 1 0,0-1 0,0 1 0,0 0 0,0 1 0,14 7 0,-10-4 0,0 1 0,0 1 0,-1 0 0,0 1 0,0 0 0,12 14 0,-20-19 0,1 0 0,-1 0 0,-1 1 0,1-1 0,-1 1 0,1-1 0,-1 1 0,-1 0 0,3 5 0,-4-7 0,1 1 0,-1-1 0,0 0 0,0 0 0,0 1 0,0-1 0,-1 0 0,1 0 0,-1 0 0,0 0 0,1 1 0,-2-1 0,1 0 0,0 0 0,-3 4 0,1-3 0,0-1 0,1 0 0,-1 0 0,0 0 0,-1 0 0,1 0 0,-1 0 0,1-1 0,-1 0 0,1 0 0,-1 0 0,0 0 0,0-1 0,0 1 0,0-1 0,-1 0 0,-7 1 0,3-1 0,1 0 0,0-1 0,-1 0 0,1 0 0,-1-1 0,1 0 0,-1-1 0,-8-2 0,15 3 0,-1 1 0,1-1 0,0 0 0,-1 0 0,1 0 0,0 0 0,0-1 0,0 1 0,0 0 0,0-1 0,-3-2 0,5 3 0,0 1 0,0-1 0,-1 1 0,1 0 0,0-1 0,0 1 0,0-1 0,0 1 0,0 0 0,0-1 0,0 1 0,-1-1 0,1 1 0,0-1 0,0 1 0,1-1 0,-1 1 0,0 0 0,0-1 0,0 1 0,0-1 0,0 1 0,0-1 0,1 0 0,0 0 0,0 0 0,0 0 0,0 0 0,0 0 0,0 0 0,0 0 0,0 0 0,1 0 0,-1 0 0,3-1 0,22-10 0,0 1 0,1 2 0,49-12 0,-10 3 0,-35 10 0,-6 1 0,0-1 0,-1-1 0,30-14 0,-52 21 0,1 1 0,-1 0 0,0-1 0,0 1 0,0-1 0,0 1 0,0-1 0,-1 0 0,1 0 0,0 0 0,-1 0 0,1 0 0,-1-1 0,0 1 0,0 0 0,0-1 0,0 1 0,0 0 0,0-1 0,-1 1 0,1-1 0,-1-3 0,0 3 0,0 1 0,0-1 0,-1 0 0,1 0 0,-1 1 0,0-1 0,0 0 0,0 1 0,0-1 0,-1 1 0,1-1 0,-1 1 0,1 0 0,-1 0 0,0-1 0,0 1 0,0 0 0,0 1 0,0-1 0,-3-2 0,-1 1 0,1 0 0,-1 0 0,0 0 0,0 1 0,0 0 0,0 0 0,0 1 0,0-1 0,0 1 0,0 1 0,-1-1 0,1 1 0,0 0 0,-1 1 0,1 0 0,0-1 0,0 2 0,-1-1 0,-5 3 0,10-3 0,0 0 0,0 0 0,0 0 0,1 0 0,-1 1 0,0-1 0,0 1 0,1-1 0,-1 1 0,1-1 0,-1 1 0,1 0 0,0 0 0,-1 0 0,1-1 0,0 1 0,0 1 0,0 2 0,0-2 0,0 0 0,1 1 0,0-1 0,0 0 0,0 1 0,0-1 0,0 0 0,1 1 0,0-1 0,-1 0 0,3 4 0,1 3 0,0-1 0,1 1 0,0-1 0,0-1 0,1 1 0,14 15 0,-11-15 0,1 0 0,0-1 0,1 0 0,0-1 0,0 0 0,1 0 0,0-1 0,0-1 0,18 7 0,-18-9 0,-1 0 0,1 0 0,0-1 0,0 0 0,0-1 0,0-1 0,1 0 0,-1 0 0,0-1 0,17-4 0,-11-1-1365,-3 0-5461</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3.187"/>
    </inkml:context>
    <inkml:brush xml:id="br0">
      <inkml:brushProperty name="width" value="0.05" units="cm"/>
      <inkml:brushProperty name="height" value="0.05" units="cm"/>
      <inkml:brushProperty name="color" value="#00A0D7"/>
    </inkml:brush>
  </inkml:definitions>
  <inkml:trace contextRef="#ctx0" brushRef="#br0">0 1 24575,'10'22'0,"6"13"0,3 6 0,0 0 0,0-4 0,2-3 0,-1-3 0,-1-1 0,-1-3 0,-1-2 0,-1-2 0,-1-2 0,-3-3 0,0-4 0,-4-5-8191</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3.435"/>
    </inkml:context>
    <inkml:brush xml:id="br0">
      <inkml:brushProperty name="width" value="0.05" units="cm"/>
      <inkml:brushProperty name="height" value="0.05" units="cm"/>
      <inkml:brushProperty name="color" value="#00A0D7"/>
    </inkml:brush>
  </inkml:definitions>
  <inkml:trace contextRef="#ctx0" brushRef="#br0">0 1 24575,'253'386'0,"-221"-344"-30,-16-21-415,0 1 0,16 31 0,-27-43-6381</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4.123"/>
    </inkml:context>
    <inkml:brush xml:id="br0">
      <inkml:brushProperty name="width" value="0.05" units="cm"/>
      <inkml:brushProperty name="height" value="0.05" units="cm"/>
      <inkml:brushProperty name="color" value="#00A0D7"/>
    </inkml:brush>
  </inkml:definitions>
  <inkml:trace contextRef="#ctx0" brushRef="#br0">226 255 24575,'-58'1'0,"21"0"0,-67-6 0,102 5 0,-2-1 0,1 1 0,0-1 0,-1 0 0,1 1 0,-5-3 0,39 6 0,319 45 0,-333-47 0,-1-1 0,1 0 0,0-1 0,-1-1 0,1 0 0,27-9 0,-38 9 0,0 0 0,-1 0 0,1-1 0,0 0 0,-1 0 0,1 0 0,-1-1 0,0 0 0,0 0 0,0 0 0,-1 0 0,0-1 0,1 0 0,-2 0 0,1 0 0,0 0 0,-1-1 0,0 1 0,-1-1 0,4-9 0,-2 1 0,0 1 0,-1-1 0,-1 0 0,1-14 0,-3 22 0,0-1 0,0 1 0,-1-1 0,0 1 0,0-1 0,0 1 0,-1-1 0,0 1 0,0 0 0,-6-11 0,8 16 0,-1 0 0,0 0 0,1 0 0,-1 0 0,0 0 0,0 0 0,1 0 0,-1 0 0,0 0 0,0 0 0,0 0 0,0 0 0,0 1 0,0-1 0,0 0 0,-1 1 0,1-1 0,0 1 0,0-1 0,0 1 0,-1 0 0,1 0 0,0-1 0,0 1 0,-1 0 0,1 0 0,0 0 0,0 0 0,-1 0 0,1 1 0,0-1 0,0 0 0,-1 0 0,1 1 0,0-1 0,0 1 0,0-1 0,-2 2 0,1-1 0,-1 1 0,0 0 0,1 0 0,-1 0 0,1 1 0,-1-1 0,1 1 0,0-1 0,0 1 0,0 0 0,1 0 0,-1-1 0,-1 7 0,-1 1 0,1 1 0,1 0 0,0 0 0,1 0 0,0 0 0,0 0 0,1 0 0,1 0 0,2 17 0,-1-20 0,0 0 0,0 0 0,0 0 0,1 0 0,0 0 0,1-1 0,-1 1 0,2-1 0,-1 0 0,1 0 0,0-1 0,0 1 0,9 7 0,-5-7 0,0 0 0,1-1 0,0 0 0,1-1 0,-1 0 0,1 0 0,0-1 0,0-1 0,0 0 0,1 0 0,-1-1 0,16 1 0,-5-2 0,-1-1 0,1 0 0,-1-2 0,0 0 0,39-11 0,-54 12 0,0-1 0,-1 0 0,1 0 0,-1 0 0,0-1 0,0 0 0,1 0 0,-2-1 0,1 1 0,6-7 0,-9 8 0,0 0 0,0-1 0,0 1 0,-1 0 0,1-1 0,-1 0 0,0 1 0,0-1 0,0 0 0,0 0 0,0 1 0,0-1 0,-1 0 0,1 0 0,-1 0 0,0 0 0,0 0 0,0 0 0,0 0 0,-1 0 0,1 1 0,-1-1 0,-1-3 0,0-1 0,-1 0 0,1 0 0,-2 1 0,1-1 0,-1 1 0,-7-9 0,-30-30 0,27 31 0,-17-21 0,29 32 0,0 0 0,0-1 0,0 1 0,0 0 0,1-1 0,-1 1 0,1-1 0,0 1 0,0-1 0,-1-6 0,2 9 0,0 0 0,0-1 0,0 1 0,1 0 0,-1 0 0,0-1 0,0 1 0,1 0 0,-1 0 0,1 0 0,-1 0 0,1 0 0,-1 0 0,1-1 0,-1 1 0,1 0 0,0 1 0,0-1 0,0 0 0,0 0 0,-1 0 0,1 0 0,0 1 0,0-1 0,0 0 0,1 1 0,-1-1 0,0 1 0,0-1 0,0 1 0,0-1 0,0 1 0,1 0 0,-1 0 0,2 0 0,2-1 11,1 0 0,0 1 0,0 0 0,0 0 0,-1 0 0,1 1-1,0 0 1,-1 0 0,1 1 0,9 3 0,-7-2-259,1 1 1,-1 1-1,0 0 1,0 0-1,12 11 1,-12-9-6579</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4.964"/>
    </inkml:context>
    <inkml:brush xml:id="br0">
      <inkml:brushProperty name="width" value="0.05" units="cm"/>
      <inkml:brushProperty name="height" value="0.05" units="cm"/>
      <inkml:brushProperty name="color" value="#00A0D7"/>
    </inkml:brush>
  </inkml:definitions>
  <inkml:trace contextRef="#ctx0" brushRef="#br0">30 310 24575,'22'-19'0,"0"-1"0,19-26 0,-34 38 0,-1 0 0,-1 0 0,0-1 0,0 1 0,0-1 0,-1 0 0,-1 0 0,1-1 0,-1 1 0,1-12 0,-3 14 0,-1-1 0,-1 1 0,1 0 0,-1-1 0,-1 1 0,1 0 0,-1-1 0,-1 1 0,1 0 0,-1 1 0,-6-12 0,8 17 0,0-1 0,0 1 0,1 0 0,-1 0 0,0-1 0,0 1 0,0 0 0,0 0 0,-1 0 0,1 0 0,0 0 0,0 1 0,-1-1 0,1 0 0,0 1 0,-1-1 0,1 0 0,-1 1 0,1 0 0,-3-1 0,2 1 0,0 0 0,0 0 0,-1 0 0,1 1 0,0-1 0,0 1 0,0-1 0,-1 1 0,1 0 0,0 0 0,0 0 0,-2 1 0,-3 3 0,1-1 0,0 1 0,1 0 0,-1 0 0,1 1 0,0-1 0,-5 7 0,6-5 0,-1 0 0,1 1 0,0-1 0,0 1 0,1-1 0,0 1 0,1 0 0,-3 14 0,4-19 0,1 1 0,0 0 0,0 0 0,0-1 0,0 1 0,1 0 0,-1-1 0,1 1 0,0-1 0,0 1 0,0-1 0,0 1 0,1-1 0,0 0 0,-1 1 0,1-1 0,0 0 0,1 0 0,-1 0 0,0-1 0,6 6 0,5 2 0,-1-1 0,1-1 0,1 0 0,21 10 0,63 18 0,-71-26 0,-9-4 0,0-1 0,0 0 0,0-1 0,1-1 0,-1-1 0,1-1 0,0 0 0,22-3 0,-29-1-1365,-2 0-5461</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5.339"/>
    </inkml:context>
    <inkml:brush xml:id="br0">
      <inkml:brushProperty name="width" value="0.05" units="cm"/>
      <inkml:brushProperty name="height" value="0.05" units="cm"/>
      <inkml:brushProperty name="color" value="#00A0D7"/>
    </inkml:brush>
  </inkml:definitions>
  <inkml:trace contextRef="#ctx0" brushRef="#br0">178 0 24575,'-11'2'0,"0"0"0,0 1 0,1 0 0,0 0 0,-1 1 0,-13 8 0,22-11 0,-1 1 0,0 0 0,1 0 0,-1 0 0,1 0 0,0 0 0,0 0 0,0 1 0,0-1 0,0 1 0,-3 4 0,5-5 0,-1 0 0,0 0 0,1 0 0,-1 1 0,1-1 0,0 0 0,0 0 0,0 0 0,0 0 0,0 0 0,0 1 0,0-1 0,1 0 0,-1 0 0,1 0 0,0 0 0,-1 0 0,1 0 0,1 2 0,5 7 0,0 0 0,0-1 0,1 0 0,1 0 0,0-1 0,0 0 0,12 9 0,1 2 0,-6-5 0,0 0 0,16 23 0,-32-38 0,1 1 0,0 0 0,-1-1 0,1 1 0,-1 0 0,1 0 0,-1-1 0,1 1 0,-1 0 0,0 0 0,1 0 0,-1 0 0,0 0 0,0 0 0,0 0 0,0-1 0,0 1 0,0 0 0,0 0 0,0 0 0,0 0 0,0 0 0,0 0 0,0 0 0,-1 0 0,1 0 0,0-1 0,-1 1 0,1 0 0,0 0 0,-1 0 0,1-1 0,-1 1 0,0 0 0,1 0 0,-1-1 0,0 1 0,1 0 0,-1-1 0,0 1 0,0-1 0,1 1 0,-1-1 0,-1 1 0,-3 1 0,0 0 0,0 0 0,0-1 0,0 1 0,0-1 0,-9 0 0,-98 0 29,64-2-1423,34 1-5432</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5.997"/>
    </inkml:context>
    <inkml:brush xml:id="br0">
      <inkml:brushProperty name="width" value="0.05" units="cm"/>
      <inkml:brushProperty name="height" value="0.05" units="cm"/>
      <inkml:brushProperty name="color" value="#00A0D7"/>
    </inkml:brush>
  </inkml:definitions>
  <inkml:trace contextRef="#ctx0" brushRef="#br0">0 1 24575,'2'55'0,"3"-1"0,2 1 0,2-1 0,3 0 0,2-1 0,2-1 0,32 69 0,-46-115 0,0-2 0,-1 0 0,1 0 0,0-1 0,0 1 0,0-1 0,1 1 0,-1-1 0,4 4 0,-6-7 0,0 0 0,0 0 0,0 0 0,0 0 0,0 0 0,0 0 0,0 0 0,0 0 0,1 0 0,-1 0 0,0 0 0,0 0 0,0 0 0,0 0 0,0 0 0,0 0 0,0 0 0,0 0 0,0 0 0,0 0 0,0 0 0,0 0 0,0 0 0,0 0 0,0 0 0,0 0 0,0 0 0,0 0 0,1 0 0,-1 0 0,0 0 0,0 0 0,0 0 0,0 0 0,0 0 0,0 0 0,0 0 0,0 0 0,0 0 0,0 0 0,0 0 0,0 0 0,0 0 0,0 0 0,0 0 0,0 0 0,0 0 0,0 0 0,0 0 0,0 0 0,0 0 0,0 0 0,0 0 0,1 0 0,-1 0 0,0-1 0,0 1 0,0 0 0,0 0 0,0 0 0,0 0 0,0 0 0,0 0 0,0 0 0,0 0 0,0 0 0,0 0 0,-1-7 0,-3-8 0,-21-60 0,-5-13 0,29 84 0,0 0 0,0-1 0,0 1 0,1 0 0,-1-1 0,1-7 0,0 11 0,0 0 0,1 0 0,-1 1 0,0-1 0,0 0 0,1 0 0,-1 0 0,0 1 0,1-1 0,-1 0 0,1 0 0,-1 1 0,1-1 0,-1 0 0,1 1 0,0-1 0,-1 1 0,1-1 0,0 1 0,-1-1 0,1 1 0,0-1 0,-1 1 0,1 0 0,0-1 0,0 1 0,0 0 0,0 0 0,-1-1 0,1 1 0,0 0 0,0 0 0,0 0 0,0 0 0,-1 0 0,1 0 0,0 0 0,0 1 0,0-1 0,0 0 0,1 1 0,7 2 0,1 0 0,0 0 0,-1 1 0,0 1 0,0 0 0,15 10 0,20 11 0,-12-10 0,1 1 0,46 16 0,-69-29 0,-1-1 0,1-1 0,-1 0 0,1 0 0,0-1 0,0 0 0,0-1 0,0 0 0,18-3 0,-27 3 0,-1 0 0,1 0 0,-1 0 0,1 0 0,-1 0 0,1 0 0,-1 0 0,1 0 0,-1 0 0,1 0 0,-1 0 0,1 0 0,0 0 0,-1 0 0,1 0 0,-1 0 0,1 1 0,-1-1 0,1 0 0,-1 0 0,0 1 0,1-1 0,-1 0 0,1 0 0,-1 1 0,0-1 0,1 1 0,0 0 0,-1 0 0,1 0 0,-1 0 0,0 0 0,0 0 0,1 0 0,-1 1 0,0-1 0,0 0 0,0 0 0,0 0 0,-1 0 0,1 2 0,-2 5 0,0-1 0,-1 0 0,-3 8 0,4-11-91,0 0 0,0 1 0,0-1 0,0 0 0,0 0 0,-1 0 0,0-1 0,0 1 0,0-1 0,0 1 0,-1-1 0,1 0 0,-1 0 0,-6 4 0,-1-4-6735</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6.195"/>
    </inkml:context>
    <inkml:brush xml:id="br0">
      <inkml:brushProperty name="width" value="0.05" units="cm"/>
      <inkml:brushProperty name="height" value="0.05" units="cm"/>
      <inkml:brushProperty name="color" value="#00A0D7"/>
    </inkml:brush>
  </inkml:definitions>
  <inkml:trace contextRef="#ctx0" brushRef="#br0">24 10 24575,'0'-5'0,"0"1"0,0 3 0,-3 5 0,0 4 0,0 6 0,-2 2 0,0 2 0,0-2-8191</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6.819"/>
    </inkml:context>
    <inkml:brush xml:id="br0">
      <inkml:brushProperty name="width" value="0.05" units="cm"/>
      <inkml:brushProperty name="height" value="0.05" units="cm"/>
      <inkml:brushProperty name="color" value="#00A0D7"/>
    </inkml:brush>
  </inkml:definitions>
  <inkml:trace contextRef="#ctx0" brushRef="#br0">0 1 24575,'42'50'0,"78"73"0,-118-121 0,0 0 0,0-1 0,0 1 0,0-1 0,1 1 0,-1-1 0,1 0 0,-1 0 0,1 0 0,0 0 0,-1 0 0,1 0 0,0-1 0,-1 1 0,1-1 0,0 0 0,0 0 0,5 0 0,-6-1 0,0 0 0,0 1 0,0-1 0,-1 0 0,1 0 0,0 0 0,0 0 0,-1-1 0,1 1 0,0 0 0,-1-1 0,1 1 0,-1-1 0,0 1 0,0-1 0,1 0 0,-1 1 0,0-1 0,0 0 0,-1 0 0,1 0 0,0 0 0,-1 0 0,1 0 0,0-3 0,0-6 0,0 1 0,0-1 0,-1 0 0,-2-15 0,1 15 0,1-1 0,0 1 0,2-16 0,-2 26 0,0 1 0,0 0 0,0 0 0,0 0 0,0 0 0,0 0 0,0-1 0,0 1 0,0 0 0,1 0 0,-1 0 0,0 0 0,0 0 0,0 0 0,0-1 0,0 1 0,0 0 0,1 0 0,-1 0 0,0 0 0,0 0 0,0 0 0,0 0 0,1 0 0,-1 0 0,0 0 0,0 0 0,0 0 0,0 0 0,1 0 0,-1 0 0,0 0 0,0 0 0,0 0 0,0 0 0,1 0 0,-1 0 0,0 0 0,0 0 0,0 0 0,0 0 0,0 0 0,1 0 0,-1 0 0,0 1 0,0-1 0,0 0 0,0 0 0,0 0 0,0 0 0,1 0 0,-1 0 0,0 1 0,9 7 0,-8-7 0,23 23 0,-6-5 0,1 0 0,25 18 0,-39-33 0,1 0 0,1 0 0,-1 0 0,0-1 0,1 0 0,0 0 0,0-1 0,-1 0 0,1 0 0,1 0 0,-1-1 0,13 0 0,-18-1 0,-1 0 0,1 0 0,0 0 0,-1 0 0,1 0 0,-1 0 0,1-1 0,-1 1 0,1-1 0,-1 1 0,1-1 0,-1 0 0,1 0 0,-1 1 0,0-1 0,1 0 0,-1 0 0,0 0 0,0 0 0,0-1 0,0 1 0,0 0 0,0 0 0,0-1 0,0 1 0,0-2 0,1-3 0,0 1 0,-1-1 0,0 0 0,0 1 0,0-12 0,0 11 0,-1-1 0,1 1 0,2-9 0,-3 15 0,0-1 0,0 0 0,1 0 0,-1 1 0,0-1 0,1 0 0,-1 1 0,0-1 0,1 1 0,-1-1 0,1 0 0,-1 1 0,1-1 0,-1 1 0,1-1 0,-1 1 0,1 0 0,0-1 0,-1 1 0,1-1 0,-1 1 0,1 0 0,0 0 0,0-1 0,-1 1 0,1 0 0,0 0 0,-1 0 0,1 0 0,0 0 0,0 0 0,-1 0 0,1 0 0,0 0 0,-1 0 0,1 0 0,0 0 0,0 1 0,-1-1 0,1 0 0,0 0 0,-1 1 0,1-1 0,0 0 0,-1 1 0,1-1 0,0 1 0,5 4 0,1 0 0,-1 0 0,9 9 0,-6-5 0,7 4-341,0 0 0,1-2-1,20 12 1,-24-17-6485</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7.223"/>
    </inkml:context>
    <inkml:brush xml:id="br0">
      <inkml:brushProperty name="width" value="0.05" units="cm"/>
      <inkml:brushProperty name="height" value="0.05" units="cm"/>
      <inkml:brushProperty name="color" value="#00A0D7"/>
    </inkml:brush>
  </inkml:definitions>
  <inkml:trace contextRef="#ctx0" brushRef="#br0">79 17 24575,'-3'-2'0,"0"0"0,0 1 0,0-1 0,0 0 0,0 1 0,0-1 0,-1 1 0,1 0 0,0 0 0,-1 1 0,-5-2 0,7 2 0,1 0 0,0 1 0,-1-1 0,1 0 0,0 0 0,-1 1 0,1-1 0,0 0 0,0 1 0,-1-1 0,1 1 0,0 0 0,0-1 0,0 1 0,0 0 0,0 0 0,0 0 0,0 0 0,0 0 0,0 0 0,0 0 0,1 0 0,-1 0 0,0 0 0,1 0 0,-1 1 0,1-1 0,-1 0 0,1 0 0,-1 1 0,1-1 0,0 0 0,0 2 0,-2 6 0,1 0 0,1-1 0,0 16 0,0-21 0,0 0 0,0 1 0,1-1 0,0 0 0,-1 0 0,1 1 0,1-1 0,-1 0 0,0 0 0,1 0 0,-1 0 0,4 4 0,-4-6 0,0 0 0,-1 0 0,1-1 0,0 1 0,0 0 0,-1-1 0,1 1 0,0-1 0,0 1 0,0-1 0,0 1 0,0-1 0,0 0 0,0 1 0,0-1 0,0 0 0,0 0 0,0 0 0,0 0 0,0 0 0,0 0 0,0 0 0,1 0 0,0-1 0,0 1 0,0-1 0,-1 0 0,1 0 0,0 0 0,-1 0 0,1 0 0,0 0 0,-1-1 0,1 1 0,1-2 0,1-3 0,1 0 0,-1 0 0,0 0 0,-1 0 0,6-11 0,-9 16 0,0-1 0,1 1 0,-1 0 0,1-1 0,-1 1 0,1 0 0,0 0 0,0 0 0,-1-1 0,1 1 0,0 0 0,0 0 0,0 0 0,0 0 0,0 0 0,1 1 0,-1-1 0,0 0 0,0 0 0,2 0 0,-1 1 0,-1 0 0,1 0 0,0 1 0,-1-1 0,1 0 0,0 1 0,-1-1 0,1 1 0,-1-1 0,1 1 0,-1 0 0,1 0 0,-1-1 0,0 1 0,1 0 0,-1 0 0,2 3 0,8 6-11,0 2 0,-1 0 0,-1 0-1,0 1 1,12 21 0,0 0-1287,-15-24-5528</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7.943"/>
    </inkml:context>
    <inkml:brush xml:id="br0">
      <inkml:brushProperty name="width" value="0.05" units="cm"/>
      <inkml:brushProperty name="height" value="0.05" units="cm"/>
      <inkml:brushProperty name="color" value="#00A0D7"/>
    </inkml:brush>
  </inkml:definitions>
  <inkml:trace contextRef="#ctx0" brushRef="#br0">0 1 24575,'5'1'0,"-1"1"0,0 0 0,1 0 0,-1 0 0,0 0 0,0 1 0,0-1 0,-1 1 0,1 0 0,0 0 0,-1 1 0,0-1 0,0 1 0,4 6 0,3 6 0,-1 0 0,10 25 0,-9-19 0,110 261 0,-94-216 0,-24-64 0,-1 1 0,1 0 0,-1 0 0,0 0 0,-1 1 0,1-1 0,-1 5 0,0-9 0,0 1 0,0 0 0,0 0 0,0-1 0,0 1 0,0 0 0,0 0 0,-1-1 0,1 1 0,0 0 0,0 0 0,-1-1 0,1 1 0,-1 0 0,1-1 0,-1 1 0,1-1 0,-1 1 0,1 0 0,-1-1 0,1 1 0,-1-1 0,0 0 0,1 1 0,-1-1 0,0 1 0,1-1 0,-1 0 0,0 1 0,1-1 0,-1 0 0,0 0 0,0 0 0,0 0 0,1 0 0,-1 0 0,0 0 0,0 0 0,1 0 0,-1 0 0,0 0 0,0 0 0,1 0 0,-1-1 0,-1 1 0,-2-1 0,1-1 0,-1 1 0,0-1 0,0 0 0,1 0 0,-1-1 0,1 1 0,0 0 0,0-1 0,-1 0 0,2 0 0,-6-6 0,-3-5 0,-14-23 0,24 35 0,-4-6 0,0-1 0,0 0 0,1 0 0,-5-13 0,9 21 0,-1-1 0,1 0 0,0 0 0,-1 0 0,1 0 0,0 0 0,0 0 0,0 0 0,0 0 0,1 0 0,-1 0 0,1-3 0,0 4 0,0 0 0,-1 0 0,1 0 0,0-1 0,0 1 0,0 0 0,0 0 0,0 0 0,0 1 0,0-1 0,0 0 0,0 0 0,0 1 0,0-1 0,1 0 0,-1 1 0,0-1 0,0 1 0,1-1 0,1 1 0,4-2 0,1 1 0,-1 0 0,1 1 0,0 0 0,-1 0 0,1 0 0,12 4 0,5 1 0,24 10 0,-31-9 0,0 0 0,37 5 0,-51-10 0,0-1 0,1 0 0,-1 0 0,0 0 0,1-1 0,-1 1 0,0-1 0,0 0 0,0 0 0,0-1 0,0 1 0,0-1 0,0 0 0,4-2 0,-5 1 0,0 1 0,-1 0 0,1-1 0,0 0 0,-1 0 0,0 0 0,1 0 0,-1 0 0,0 0 0,-1-1 0,1 1 0,0 0 0,-1-1 0,0 0 0,0 1 0,1-6 0,0-1 0,-1 0 0,0-13 0,0 21 0,-1 0 0,0-1 0,-1 1 0,1-1 0,0 1 0,-1 0 0,1-1 0,-1 1 0,0 0 0,1 0 0,-1 0 0,0-1 0,0 1 0,-1 0 0,-1-3 0,2 5 0,1 0 0,-1-1 0,0 1 0,1 0 0,-1-1 0,0 1 0,0 0 0,1 0 0,-1 0 0,0-1 0,0 1 0,1 0 0,-1 0 0,0 0 0,0 0 0,1 1 0,-1-1 0,0 0 0,0 0 0,1 0 0,-1 0 0,0 1 0,0-1 0,1 0 0,-1 1 0,0-1 0,1 1 0,-1-1 0,1 1 0,-1-1 0,0 1 0,1-1 0,-1 1 0,1-1 0,-1 1 0,1 1 0,-3 1 0,0 0 0,0 1 0,1 0 0,-5 7 0,3-1 0,0 0 0,1 0 0,0 0 0,0 1 0,1-1 0,1 1 0,-1 16 0,2-23 0,0 1 0,0-1 0,1 1 0,-1-1 0,1 0 0,0 1 0,1-1 0,-1 0 0,1 0 0,-1 0 0,1 0 0,1 0 0,-1 0 0,0-1 0,1 1 0,0-1 0,0 1 0,0-1 0,0 0 0,7 5 0,6 2 0,0 1 0,1-2 0,0 0 0,0-2 0,1 0 0,30 8 0,-34-11-1365,-1 0-5461</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38.775"/>
    </inkml:context>
    <inkml:brush xml:id="br0">
      <inkml:brushProperty name="width" value="0.05" units="cm"/>
      <inkml:brushProperty name="height" value="0.05" units="cm"/>
      <inkml:brushProperty name="color" value="#00A0D7"/>
    </inkml:brush>
  </inkml:definitions>
  <inkml:trace contextRef="#ctx0" brushRef="#br0">197 22 24575,'-5'-3'0,"-1"0"0,1 0 0,-1 0 0,0 1 0,0 0 0,0 0 0,-9-1 0,14 3 0,-1-1 0,1 1 0,-1 0 0,1 0 0,0 0 0,-1 1 0,1-1 0,0 0 0,-1 0 0,1 1 0,0-1 0,0 1 0,-1-1 0,1 1 0,0 0 0,0-1 0,0 1 0,0 0 0,-1 0 0,1 0 0,1-1 0,-1 1 0,0 1 0,0-1 0,0 0 0,0 0 0,1 0 0,-1 0 0,0 0 0,1 1 0,-1-1 0,1 0 0,0 0 0,-1 1 0,1-1 0,0 0 0,0 1 0,0-1 0,0 3 0,-1 0 0,1 1 0,0-1 0,1 1 0,-1-1 0,1 0 0,0 1 0,0-1 0,0 0 0,1 1 0,0-1 0,-1 0 0,1 0 0,1 0 0,-1 0 0,5 5 0,5 5 0,0-1 0,25 20 0,-1 0 0,-29-25 0,-3-5 0,-1 0 0,1 1 0,-1 0 0,0-1 0,0 1 0,3 7 0,-6-10 0,1 0 0,-1 0 0,0 0 0,0 0 0,1 0 0,-1 0 0,0 0 0,0 0 0,0 0 0,0 0 0,-1 0 0,1 0 0,0 0 0,0 0 0,-1 0 0,1 0 0,0 0 0,-1 0 0,1 0 0,-1 0 0,1 0 0,-1-1 0,1 1 0,-1 0 0,0 0 0,1 0 0,-1-1 0,0 1 0,0 0 0,0-1 0,0 1 0,1-1 0,-1 1 0,0-1 0,0 1 0,-2-1 0,-3 3 0,-1 0 0,0 0 0,0-1 0,0 0 0,-1-1 0,-13 2 0,-48-1 0,45-3 0,-38 1-1365,38 0-5461</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0.680"/>
    </inkml:context>
    <inkml:brush xml:id="br0">
      <inkml:brushProperty name="width" value="0.05" units="cm"/>
      <inkml:brushProperty name="height" value="0.05" units="cm"/>
      <inkml:brushProperty name="color" value="#00A0D7"/>
    </inkml:brush>
  </inkml:definitions>
  <inkml:trace contextRef="#ctx0" brushRef="#br0">32 0 24575,'54'12'0,"25"6"0,-69-15 0,0 1 0,0 0 0,0 0 0,-1 1 0,14 8 0,-22-12 0,1 0 0,-1 0 0,0 0 0,1 1 0,-1-1 0,0 0 0,0 1 0,0-1 0,0 0 0,0 1 0,0 0 0,0-1 0,0 1 0,0-1 0,-1 1 0,1 0 0,-1 0 0,1-1 0,-1 1 0,0 0 0,0 0 0,0 0 0,0-1 0,0 1 0,0 0 0,0 0 0,0-1 0,-1 1 0,1 0 0,-1 0 0,0 1 0,-1 1 0,1-1 0,-1 0 0,0 0 0,0 0 0,-1 0 0,1 0 0,0 0 0,-1-1 0,0 1 0,1-1 0,-1 0 0,0 0 0,0 0 0,-5 3 0,-4-1 0,0 0 0,0 0 0,0-1 0,0-1 0,-1 0 0,1 0 0,0-1 0,-1-1 0,0 0 0,-15-2 0,25 1 0,0 1 0,0-1 0,0 1 0,0-1 0,0 0 0,0 0 0,0 0 0,0-1 0,0 1 0,1-1 0,-1 1 0,0-1 0,1 0 0,-1 0 0,1 0 0,0 0 0,-4-5 0,5 5 0,0 0 0,0 0 0,0-1 0,0 1 0,0 0 0,1 0 0,-1-1 0,1 1 0,-1 0 0,1-1 0,0 1 0,0 0 0,0-1 0,0 1 0,1 0 0,-1-1 0,1 1 0,-1 0 0,1-1 0,0 1 0,0 0 0,0 0 0,0 0 0,1-3 0,7-7-1365,1 2-5461</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1.099"/>
    </inkml:context>
    <inkml:brush xml:id="br0">
      <inkml:brushProperty name="width" value="0.05" units="cm"/>
      <inkml:brushProperty name="height" value="0.05" units="cm"/>
      <inkml:brushProperty name="color" value="#00A0D7"/>
    </inkml:brush>
  </inkml:definitions>
  <inkml:trace contextRef="#ctx0" brushRef="#br0">277 210 24575,'-24'-33'0,"0"0"0,0 2 0,-53-52 0,74 79 0,-1 1 0,0 0 0,-1 0 0,1 0 0,-1 0 0,1 1 0,-1 0 0,-6-3 0,9 5 0,0-1 0,1 1 0,-1 0 0,0 0 0,0 0 0,0 0 0,1 0 0,-1 0 0,0 0 0,0 1 0,1-1 0,-1 0 0,0 1 0,1 0 0,-1-1 0,0 1 0,1 0 0,-1 0 0,1 0 0,-1 0 0,1 0 0,0 0 0,-1 0 0,1 1 0,0-1 0,0 0 0,-2 3 0,-1 3 0,-1 1 0,1-1 0,1 1 0,0-1 0,0 1 0,0 0 0,1 0 0,-2 13 0,1-1 0,1 0 0,1 30 0,4-10-76,2 1 0,1-1-1,2-1 1,26 76 0,-5-39-109,57 105 1,-14-61 27,-62-105 293,1-2 1,0 1-1,1-2 1,0 1-1,28 20 0,-28-26-1430,-3-4-5514</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1.258"/>
    </inkml:context>
    <inkml:brush xml:id="br0">
      <inkml:brushProperty name="width" value="0.05" units="cm"/>
      <inkml:brushProperty name="height" value="0.05" units="cm"/>
      <inkml:brushProperty name="color" value="#00A0D7"/>
    </inkml:brush>
  </inkml:definitions>
  <inkml:trace contextRef="#ctx0" brushRef="#br0">263 62 24575,'-28'-10'0,"-11"-3"0,-4 0 0,2 3 0,6 3 0,4 2 0,5 3 0,6 1-8191</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2.081"/>
    </inkml:context>
    <inkml:brush xml:id="br0">
      <inkml:brushProperty name="width" value="0.05" units="cm"/>
      <inkml:brushProperty name="height" value="0.05" units="cm"/>
      <inkml:brushProperty name="color" value="#00A0D7"/>
    </inkml:brush>
  </inkml:definitions>
  <inkml:trace contextRef="#ctx0" brushRef="#br0">77 278 24575,'2'-14'0,"1"11"0,2 9 0,16 46 0,-6-13 0,0-7 0,1-2 0,23 36 0,-32-57 0,-5-7 0,0 1 0,0 0 0,0 0 0,0 0 0,0 1 0,-1-1 0,3 6 0,-6-7 0,-2-5 0,-3-5 0,-43-45 0,36 40 0,1-2 0,0 1 0,1-2 0,0 1 0,-13-26 0,11 12 0,2 0 0,-13-48 0,21 63 0,1 0 0,0 0 0,2-1 0,-1 1 0,2-1 0,0 0 0,4-26 0,-4 37 0,1 1 0,0-1 0,0 1 0,0-1 0,0 1 0,1-1 0,0 1 0,-1 0 0,1 0 0,0 0 0,1 0 0,-1 0 0,0 0 0,1 1 0,0-1 0,-1 1 0,1 0 0,0 0 0,0 0 0,0 0 0,0 0 0,1 1 0,-1-1 0,1 1 0,-1 0 0,0 0 0,1 0 0,0 0 0,-1 1 0,1-1 0,-1 1 0,1 0 0,5 1 0,5 1 0,0 0 0,-1 2 0,0-1 0,0 2 0,14 6 0,-19-7 0,1 0 0,-1 0 0,0 1 0,-1 1 0,1-1 0,-1 1 0,0 0 0,8 11 0,-13-14 0,0-1 0,0 1 0,0-1 0,-1 1 0,1 0 0,-1-1 0,0 1 0,1 0 0,-1 0 0,-1 0 0,1 0 0,0 0 0,-1 1 0,0-1 0,0 0 0,1 0 0,-2 0 0,1 0 0,0 0 0,-1 0 0,1 0 0,-1 0 0,0 0 0,0 0 0,-3 6 0,1-4 0,-1 0 0,0 1 0,0-1 0,0-1 0,0 1 0,-1-1 0,1 1 0,-1-1 0,0-1 0,-1 1 0,-9 4 0,-9 3-13,-1-1 0,1-2 0,-48 10 0,19-5-1300,40-10-5513</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2.645"/>
    </inkml:context>
    <inkml:brush xml:id="br0">
      <inkml:brushProperty name="width" value="0.05" units="cm"/>
      <inkml:brushProperty name="height" value="0.05" units="cm"/>
      <inkml:brushProperty name="color" value="#00A0D7"/>
    </inkml:brush>
  </inkml:definitions>
  <inkml:trace contextRef="#ctx0" brushRef="#br0">166 9 24575,'-6'-2'0,"-1"0"0,1 1 0,-1-1 0,0 1 0,0 1 0,0-1 0,1 1 0,-1 0 0,0 1 0,-7 1 0,10-1 0,0 0 0,1 0 0,-1 0 0,0 1 0,1-1 0,-1 1 0,1 0 0,0 0 0,-1 0 0,1 1 0,0-1 0,0 1 0,1 0 0,-1-1 0,1 1 0,-1 0 0,1 1 0,-4 6 0,2 0 0,0 0 0,1 0 0,0 0 0,1 1 0,0 0 0,0-1 0,1 1 0,1 0 0,0 0 0,3 20 0,-3-26 0,1-1 0,0 1 0,1-1 0,-1 0 0,1 1 0,0-1 0,0 0 0,0 0 0,1 0 0,-1-1 0,1 1 0,0 0 0,7 5 0,4 3 0,0 0 0,20 11 0,0 2 0,-13-9 0,33 34 0,-52-49 0,-1 1 0,0-1 0,1 1 0,-1 0 0,0 0 0,0 0 0,0-1 0,0 1 0,-1 0 0,1 0 0,0 0 0,-1 0 0,1 0 0,-1 0 0,0 1 0,0-1 0,0 3 0,0-4 0,0 0 0,-1 1 0,1-1 0,-1 0 0,1 1 0,-1-1 0,1 0 0,-1 0 0,0 0 0,0 0 0,1 0 0,-1 0 0,0 0 0,0 0 0,0 0 0,0 0 0,0 0 0,0 0 0,-1 0 0,1-1 0,0 1 0,0-1 0,0 1 0,-1-1 0,1 1 0,0-1 0,-3 1 0,-11 1-124,0-1 0,1 0 0,-1-1 0,0 0 0,0-1 0,0-1-1,1 0 1,-1-1 0,1-1 0,-17-6 0,18 5-6702</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3.233"/>
    </inkml:context>
    <inkml:brush xml:id="br0">
      <inkml:brushProperty name="width" value="0.05" units="cm"/>
      <inkml:brushProperty name="height" value="0.05" units="cm"/>
      <inkml:brushProperty name="color" value="#00A0D7"/>
    </inkml:brush>
  </inkml:definitions>
  <inkml:trace contextRef="#ctx0" brushRef="#br0">51 234 24575,'-1'15'0,"5"96"0,-2-95 0,1 0 0,0-1 0,1 1 0,0-1 0,8 15 0,-11-26 0,2 3 0,0 0 0,0-1 0,0 1 0,1-1 0,-1 0 0,2 0 0,-1 0 0,6 5 0,-10-10 0,1-1 0,-1 0 0,0 0 0,1 1 0,-1-1 0,0 0 0,1 0 0,-1 0 0,0 1 0,1-1 0,-1 0 0,0 0 0,1 0 0,-1 0 0,1 0 0,-1 0 0,0 0 0,1 0 0,-1 0 0,1 0 0,-1 0 0,0 0 0,1 0 0,-1 0 0,1 0 0,-1 0 0,0 0 0,1 0 0,-1-1 0,0 1 0,1 0 0,-1 0 0,0 0 0,1-1 0,-1 1 0,0 0 0,1 0 0,-1-1 0,0 1 0,0 0 0,1-1 0,-1 1 0,0 0 0,0-1 0,0 1 0,1 0 0,-1-1 0,0 1 0,0 0 0,0-1 0,0 1 0,0-1 0,0 1 0,0-1 0,3-25 0,-3 25 0,0-16 0,0 1 0,-2-1 0,0 0 0,-6-19 0,-22-65 0,23 79 0,-19-46 0,-6-20 0,28 76 0,1-1 0,1 0 0,0 0 0,-1-25 0,3 37 0,0 0 0,0-1 0,0 1 0,0 0 0,0 0 0,0 0 0,0-1 0,0 1 0,1 0 0,-1 0 0,1 0 0,-1-1 0,1 1 0,-1 0 0,1 0 0,-1 0 0,1 0 0,0 0 0,0 0 0,-1 0 0,1 0 0,0 1 0,2-2 0,-2 1 0,0 1 0,1 0 0,-1-1 0,1 1 0,-1 0 0,1 0 0,-1 0 0,0 0 0,1 0 0,-1 0 0,1 1 0,-1-1 0,0 0 0,1 1 0,-1-1 0,3 2 0,6 3 0,-1 1 0,1 0 0,15 14 0,-23-19 0,40 36 0,-2 2 0,37 48 0,-58-65 0,-1 1 0,-1 0 0,-2 1 0,0 1 0,-2 0 0,14 35 0,-25-55 0,-1-1 0,1 1 0,-1-1 0,0 1 0,-1-1 0,1 1 0,-1-1 0,0 1 0,0 0 0,-1-1 0,1 1 0,-1-1 0,0 1 0,0-1 0,0 1 0,-1-1 0,0 0 0,1 1 0,-2-1 0,1 0 0,0 0 0,-1 0 0,0-1 0,0 1 0,0-1 0,0 1 0,-6 3 0,-2 2 0,0 0 0,0-1 0,-1-1 0,0 0 0,-1 0 0,0-1 0,0-1 0,0 0 0,-20 4 0,-14 1 0,-66 5 0,105-15 0,-21 3-1365,5-1-5461</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4.436"/>
    </inkml:context>
    <inkml:brush xml:id="br0">
      <inkml:brushProperty name="width" value="0.05" units="cm"/>
      <inkml:brushProperty name="height" value="0.05" units="cm"/>
      <inkml:brushProperty name="color" value="#00A0D7"/>
    </inkml:brush>
  </inkml:definitions>
  <inkml:trace contextRef="#ctx0" brushRef="#br0">230 184 24575,'-42'-43'0,"9"9"0,-68-55 0,98 86 0,0 1 0,0 0 0,-1 0 0,1 0 0,-1 0 0,0 0 0,-4 0 0,8 1 0,-1 1 0,0 0 0,0 0 0,1 0 0,-1 0 0,0 0 0,0 0 0,1 1 0,-1-1 0,0 0 0,1 0 0,-1 0 0,0 1 0,0-1 0,1 0 0,-1 1 0,1-1 0,-1 0 0,0 1 0,1-1 0,-1 1 0,1-1 0,-1 1 0,1 0 0,-1-1 0,1 1 0,-1-1 0,1 1 0,0 0 0,-1-1 0,1 1 0,0 0 0,0-1 0,-1 1 0,1 0 0,0 0 0,0-1 0,0 1 0,0 0 0,0 0 0,0 1 0,-1 10 0,1 0 0,0 0 0,0 0 0,2 0 0,-1 0 0,7 20 0,26 70 0,-17-62 0,38 66 0,33 32 0,-31-63 0,-39-52 0,0 0 0,-1 1 0,17 34 0,-23-25-1365,-8-20-5461</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4.669"/>
    </inkml:context>
    <inkml:brush xml:id="br0">
      <inkml:brushProperty name="width" value="0.05" units="cm"/>
      <inkml:brushProperty name="height" value="0.05" units="cm"/>
      <inkml:brushProperty name="color" value="#00A0D7"/>
    </inkml:brush>
  </inkml:definitions>
  <inkml:trace contextRef="#ctx0" brushRef="#br0">323 32 24575,'-30'-5'0,"-15"-2"0,-2 1 0,4 0 0,7 3 0,7 0 0,6 2 0,4 1 0,6 2 0,2 2 0,1-1 0,2 3 0,-1-1 0</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5.105"/>
    </inkml:context>
    <inkml:brush xml:id="br0">
      <inkml:brushProperty name="width" value="0.05" units="cm"/>
      <inkml:brushProperty name="height" value="0.05" units="cm"/>
      <inkml:brushProperty name="color" value="#00A0D7"/>
    </inkml:brush>
  </inkml:definitions>
  <inkml:trace contextRef="#ctx0" brushRef="#br0">262 107 24575,'-30'-8'0,"-12"-3"0,-1 2 0,-58-6 0,100 15 0,-1 0 0,1 0 0,-1-1 0,1 1 0,-1 0 0,1 1 0,-1-1 0,1 0 0,-1 0 0,1 1 0,0-1 0,-1 1 0,1-1 0,-1 1 0,1 0 0,0-1 0,0 1 0,-1 0 0,1 0 0,-2 2 0,2-2 0,1 0 0,0 0 0,0 0 0,-1 0 0,1 0 0,0 0 0,0 1 0,0-1 0,0 0 0,0 0 0,0 0 0,0 0 0,1 0 0,-1 0 0,0 0 0,0 1 0,1-1 0,-1 0 0,1 0 0,-1 0 0,1 0 0,0-1 0,-1 1 0,1 0 0,0 0 0,-1 0 0,3 1 0,4 5 0,0 1 0,1-1 0,0 0 0,0-1 0,1 0 0,-1-1 0,13 6 0,-1-1 0,1-1 0,28 7 0,-49-15 0,82 20 0,-70-19 0,-1 0 0,1-1 0,-1 0 0,0-1 0,16-1 0,-24 0 0,0 1 0,0-1 0,1 0 0,-1 0 0,0 0 0,0 0 0,0 0 0,-1-1 0,1 0 0,0 1 0,-1-1 0,1 0 0,4-4 0,-6 4 0,0 1 0,0-1 0,0 1 0,0-1 0,0 1 0,0-1 0,0 0 0,-1 1 0,1-1 0,-1 0 0,1 1 0,-1-1 0,0 0 0,0 0 0,1 0 0,-1 1 0,-1-1 0,1 0 0,0 0 0,0 0 0,-1 1 0,1-1 0,0 0 0,-1 1 0,0-1 0,0-2 0,-3-2 0,0-1 0,0 1 0,-1 0 0,0 0 0,0 0 0,0 1 0,-1-1 0,-10-7 0,-5-2 0,-28-15 0,34 23 0,0 0 0,0 0 0,0 2 0,-1 0 0,0 0 0,0 2 0,0 0 0,0 1 0,-1 0 0,1 1 0,-1 1 0,-21 3 0,33-3 24,-1 1 0,1 0 0,-1 1 0,-4 1 0,8-3-89,1 1 1,0-1-1,0 1 1,0-1-1,-1 1 1,1 0-1,0-1 0,0 1 1,0 0-1,0 0 1,0 0-1,0 0 1,0 0-1,1 0 0,-1 0 1,0 0-1,1 0 1,-1 0-1,0 0 1,1 1-1,-1-1 1,0 2-1</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5.385"/>
    </inkml:context>
    <inkml:brush xml:id="br0">
      <inkml:brushProperty name="width" value="0.05" units="cm"/>
      <inkml:brushProperty name="height" value="0.05" units="cm"/>
      <inkml:brushProperty name="color" value="#00A0D7"/>
    </inkml:brush>
  </inkml:definitions>
  <inkml:trace contextRef="#ctx0" brushRef="#br0">74 253 24575,'111'77'0,"-100"-70"0,-12-10 0,-16-13 0,-14-8 0,-33-35 0,53 47 0,-1 0 0,2-1 0,0 0 0,1-1 0,-13-24 0,21 34 0,-1 0 0,1 0 0,0 1 0,0-1 0,0 0 0,0-1 0,1 1 0,0 0 0,0 0 0,0 0 0,0 0 0,1 0 0,-1 0 0,1 0 0,0 0 0,0 0 0,1 0 0,-1 0 0,1 1 0,0-1 0,0 0 0,0 1 0,0 0 0,0-1 0,1 1 0,0 0 0,0 0 0,-1 0 0,2 1 0,-1-1 0,0 1 0,0-1 0,1 1 0,0 0 0,-1 1 0,1-1 0,0 0 0,0 1 0,0 0 0,0 0 0,0 0 0,0 1 0,0-1 0,0 1 0,8 0 0,-6 1-105,0 0 0,0-1 0,-1 2 0,1-1 0,0 1 0,-1 0 0,1 0 0,-1 0 0,0 1 0,1 0 0,-1 0 0,8 7 0,-1 1-6721</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6.228"/>
    </inkml:context>
    <inkml:brush xml:id="br0">
      <inkml:brushProperty name="width" value="0.05" units="cm"/>
      <inkml:brushProperty name="height" value="0.05" units="cm"/>
      <inkml:brushProperty name="color" value="#00A0D7"/>
    </inkml:brush>
  </inkml:definitions>
  <inkml:trace contextRef="#ctx0" brushRef="#br0">1 13 24575,'-1'6'0,"2"0"0,-1-1 0,1 1 0,0 0 0,0-1 0,0 1 0,1-1 0,-1 1 0,2-1 0,-1 0 0,0 0 0,1 0 0,0 0 0,0 0 0,4 4 0,2 3 0,1 0 0,0 0 0,0-1 0,1 0 0,1-1 0,-1-1 0,2 1 0,-1-2 0,1 0 0,23 11 0,-34-19 0,0 1 0,-1 0 0,1 0 0,0-1 0,-1 1 0,1-1 0,0 0 0,0 1 0,-1-1 0,1 0 0,0 0 0,0 0 0,0 0 0,-1 0 0,1-1 0,0 1 0,0-1 0,-1 1 0,1-1 0,0 1 0,-1-1 0,1 0 0,-1 0 0,3-1 0,-2 0 0,-1 0 0,1 0 0,-1 0 0,1 0 0,-1 0 0,0-1 0,0 1 0,0 0 0,0-1 0,0 1 0,0-1 0,-1 1 0,1-1 0,-1 0 0,0 1 0,0-4 0,0-3 0,0 1 0,-1-1 0,0 1 0,0-1 0,-6-14 0,-17-41 0,21 57 0,-2-5 0,3 10 0,1-1 0,-1 0 0,1 1 0,0-1 0,0 0 0,0 0 0,0-5 0,1 8 0,0 0 0,0 0 0,0 0 0,0 0 0,0 0 0,0 0 0,0-1 0,0 1 0,0 0 0,0 0 0,0 0 0,0 0 0,0 0 0,0 0 0,0 0 0,0 0 0,0 0 0,0 0 0,0 0 0,0-1 0,0 1 0,0 0 0,0 0 0,0 0 0,0 0 0,0 0 0,0 0 0,1 0 0,-1 0 0,0 0 0,0 0 0,0 0 0,0 0 0,0 0 0,0 0 0,0 0 0,0 0 0,0 0 0,0 0 0,0 0 0,1 0 0,-1 0 0,0 0 0,0 0 0,0 0 0,0 0 0,0 0 0,0 0 0,0 0 0,0 0 0,0 0 0,7 3 0,3 7 0,23 26 0,63 53 0,-71-69 0,1-1 0,0-1 0,48 23 0,-69-39 17,-1-1 0,1 1 1,0-1-1,0 1 0,-1-1 0,7 0 0,-10-1-28,0 0 1,0 0-1,-1 0 1,1 0-1,0 0 1,0 0-1,0 0 0,-1 0 1,1-1-1,0 1 1,0 0-1,-1 0 0,1-1 1,0 1-1,-1-1 1,1 1-1,0-1 1,0 0-1,0 0-47,-1 1-1,0-1 1,1 0 0,-1 0-1,0 0 1,0 0-1,1 1 1,-1-1 0,0 0-1,0 0 1,0 0 0,0 0-1,0 0 1,0 1 0,0-1-1,-1 0 1,1 0-1,0 0 1,0 0 0,-1 1-1,0-2 1,-4-10-6768</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6.664"/>
    </inkml:context>
    <inkml:brush xml:id="br0">
      <inkml:brushProperty name="width" value="0.05" units="cm"/>
      <inkml:brushProperty name="height" value="0.05" units="cm"/>
      <inkml:brushProperty name="color" value="#00A0D7"/>
    </inkml:brush>
  </inkml:definitions>
  <inkml:trace contextRef="#ctx0" brushRef="#br0">298 271 24575,'-96'-136'0,"79"116"0,-1 0 0,0 1 0,-1 1 0,-27-19 0,42 34 0,-1 0 0,1 1 0,0-1 0,-1 1 0,1 0 0,-8-2 0,10 3 0,1 1 0,0 0 0,0 0 0,-1 0 0,1 0 0,0-1 0,0 2 0,-1-1 0,1 0 0,0 0 0,0 0 0,-1 0 0,1 1 0,0-1 0,0 1 0,0-1 0,0 1 0,0-1 0,-1 1 0,1 0 0,0-1 0,0 1 0,1 0 0,-1 0 0,0 0 0,0 0 0,0 0 0,0 0 0,1 0 0,-1 0 0,0 1 0,-1 2 0,0 1 0,1-1 0,0 0 0,-1 1 0,1-1 0,1 1 0,-1-1 0,1 1 0,0-1 0,0 1 0,0-1 0,1 1 0,-1 0 0,1-1 0,0 1 0,0-1 0,1 0 0,0 1 0,-1-1 0,1 0 0,4 5 0,3 6 0,1 0 0,1-1 0,0 0 0,14 13 0,-13-16 0,-1 0 0,2 0 0,0-2 0,0 1 0,15 7 0,-21-13 0,1-1 0,-1 1 0,1-1 0,0 0 0,0-1 0,0 0 0,1 0 0,-1-1 0,0 0 0,1 0 0,11-1 0,-17-1 0,0 1 0,-1 0 0,1-1 0,-1 1 0,1-1 0,-1 0 0,1 0 0,-1 0 0,0 0 0,1 0 0,-1-1 0,0 1 0,0-1 0,0 1 0,0-1 0,0 0 0,0 0 0,0 0 0,-1 0 0,1 0 0,-1 0 0,1 0 0,-1-1 0,0 1 0,0-1 0,0 1 0,0 0 0,0-1 0,-1 0 0,1 1 0,-1-1 0,0 1 0,1-1 0,-1 0 0,-1-2 0,1-4 0,-1 1 0,0-1 0,0 1 0,-1 0 0,0-1 0,-1 1 0,0 0 0,0 0 0,-7-12 0,3 9 0,0 0 0,-1 1 0,0-1 0,-1 2 0,0 0 0,-1 0 0,1 0 0,-16-9 0,20 15 0,-1 0 0,1 0 0,-1 0 0,1 1 0,-1 0 0,0 0 0,0 1 0,-10-2 0,11 3 0,1 0 0,0 0 0,0 0 0,0 0 0,0 1 0,0 0 0,0 0 0,0 0 0,0 0 0,0 1 0,1 0 0,-1-1 0,0 1 0,-3 3 0,-2 3-1365</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6.917"/>
    </inkml:context>
    <inkml:brush xml:id="br0">
      <inkml:brushProperty name="width" value="0.05" units="cm"/>
      <inkml:brushProperty name="height" value="0.05" units="cm"/>
      <inkml:brushProperty name="color" value="#00A0D7"/>
    </inkml:brush>
  </inkml:definitions>
  <inkml:trace contextRef="#ctx0" brushRef="#br0">1 0 24575,'20'23'0,"6"10"0,2 1 0,-4-2 0,-9-6 0,-6-8-8191</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7.101"/>
    </inkml:context>
    <inkml:brush xml:id="br0">
      <inkml:brushProperty name="width" value="0.05" units="cm"/>
      <inkml:brushProperty name="height" value="0.05" units="cm"/>
      <inkml:brushProperty name="color" value="#00A0D7"/>
    </inkml:brush>
  </inkml:definitions>
  <inkml:trace contextRef="#ctx0" brushRef="#br0">1 0 24575,'2'8'0,"2"4"0,-1 4 0,-1 1 0,0 0 0,-1-1 0,0 1 0,-1-4-8191</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7.463"/>
    </inkml:context>
    <inkml:brush xml:id="br0">
      <inkml:brushProperty name="width" value="0.05" units="cm"/>
      <inkml:brushProperty name="height" value="0.05" units="cm"/>
      <inkml:brushProperty name="color" value="#00A0D7"/>
    </inkml:brush>
  </inkml:definitions>
  <inkml:trace contextRef="#ctx0" brushRef="#br0">278 77 24575,'-14'-11'0,"-1"1"0,0 0 0,-1 0 0,0 2 0,0 0 0,-27-9 0,42 17 0,-1-1 0,0 1 0,1-1 0,-1 1 0,0 0 0,1 0 0,-1 0 0,0 0 0,1 0 0,-1 0 0,1 0 0,-1 0 0,0 1 0,1-1 0,-1 1 0,1-1 0,-1 1 0,1 0 0,-3 1 0,3-1 0,0 0 0,0 0 0,0 0 0,0 0 0,1 0 0,-1 1 0,0-1 0,1 0 0,-1 1 0,1-1 0,-1 0 0,1 1 0,0-1 0,0 1 0,-1-1 0,1 0 0,0 1 0,0-1 0,0 1 0,1-1 0,-1 3 0,2 6 0,0-1 0,1 0 0,0 0 0,0 0 0,1-1 0,0 1 0,1-1 0,0 0 0,10 13 0,6 4 0,34 33 0,-46-49 0,2 1 0,54 59 0,-64-69 0,-1 1 0,0-1 0,1 0 0,-1 1 0,0-1 0,1 0 0,-1 1 0,0-1 0,1 0 0,-1 1 0,0-1 0,0 1 0,0-1 0,1 0 0,-1 1 0,0-1 0,0 1 0,0-1 0,0 1 0,0-1 0,0 1 0,0-1 0,0 0 0,0 1 0,0-1 0,0 1 0,0-1 0,0 1 0,0-1 0,0 1 0,0-1 0,-1 0 0,1 1 0,0-1 0,0 1 0,0-1 0,-1 0 0,1 1 0,0-1 0,-1 0 0,1 1 0,0-1 0,-1 0 0,1 1 0,0-1 0,-1 0 0,1 0 0,0 1 0,-1-1 0,1 0 0,-1 0 0,1 0 0,-1 0 0,1 1 0,-1-1 0,1 0 0,0 0 0,-1 0 0,-5 1 0,0-1 0,0 1 0,-9-1 0,11 0 0,-31-3 65,-61-11 0,58 8-813,-42-3 1,64 8-6079</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8.134"/>
    </inkml:context>
    <inkml:brush xml:id="br0">
      <inkml:brushProperty name="width" value="0.05" units="cm"/>
      <inkml:brushProperty name="height" value="0.05" units="cm"/>
      <inkml:brushProperty name="color" value="#00A0D7"/>
    </inkml:brush>
  </inkml:definitions>
  <inkml:trace contextRef="#ctx0" brushRef="#br0">72 10 24575,'-4'-2'0,"-1"1"0,0-1 0,1 1 0,-1 0 0,0 0 0,0 0 0,0 1 0,1 0 0,-1-1 0,0 2 0,-9 0 0,14-1 0,0 0 0,-1 1 0,1-1 0,0 0 0,0 0 0,-1 0 0,1 0 0,0 0 0,0 0 0,-1 1 0,1-1 0,0 0 0,0 0 0,0 0 0,-1 1 0,1-1 0,0 0 0,0 0 0,0 0 0,0 1 0,0-1 0,-1 0 0,1 0 0,0 1 0,0-1 0,0 0 0,0 1 0,0-1 0,0 0 0,0 0 0,0 1 0,0-1 0,5 10 0,12 7 0,-7-9 0,2 0 0,-1-1 0,1 0 0,1-1 0,22 8 0,-26-11 0,-1 0 0,1-1 0,1 0 0,-1-1 0,0 1 0,0-2 0,0 0 0,1 0 0,13-2 0,-20 1 0,1 0 0,0 0 0,0 0 0,-1 0 0,1-1 0,0 0 0,-1 0 0,0 0 0,1 0 0,-1-1 0,0 1 0,0-1 0,0 1 0,-1-1 0,1 0 0,-1 0 0,1-1 0,-1 1 0,3-7 0,-5 10 0,0 0 0,0 0 0,0 0 0,0 0 0,0-1 0,0 1 0,0 0 0,1 0 0,-1 0 0,0 0 0,0 0 0,0 0 0,0-1 0,0 1 0,0 0 0,0 0 0,0 0 0,0 0 0,1 0 0,-1 0 0,0 0 0,0 0 0,0 0 0,0 0 0,0-1 0,0 1 0,1 0 0,-1 0 0,0 0 0,0 0 0,0 0 0,0 0 0,0 0 0,1 0 0,-1 0 0,0 0 0,0 0 0,0 0 0,0 0 0,0 0 0,1 0 0,-1 1 0,0-1 0,0 0 0,4 8 0,1 20 0,-5-22 0,44 180 0,-15-71 0,-21-84 0,-3-14 0,4 31 0,-9-47 0,0-1 0,0 1 0,0 0 0,0-1 0,0 1 0,0 0 0,0 0 0,0-1 0,0 1 0,0 0 0,0-1 0,-1 1 0,1 0 0,0-1 0,0 1 0,-1 0 0,1-1 0,0 1 0,-1 0 0,1-1 0,-1 1 0,1-1 0,0 1 0,-1-1 0,0 1 0,1-1 0,-1 1 0,0 0 0,-1-1 0,1 1 0,-1-1 0,1 0 0,-1 0 0,1 0 0,-1 0 0,1 0 0,-1 0 0,1 0 0,-1 0 0,1-1 0,-4 0 0,-4-2 0,0-1 0,1 0 0,-11-6 0,-5-4 0,12 8 0,-1-1 0,1-1 0,0 0 0,1 0 0,0-1 0,-11-12 0,21 20 0,0 0 0,-1 0 0,1-1 0,0 1 0,0 0 0,0-1 0,0 1 0,1-1 0,-1 1 0,0-1 0,1 0 0,-1 1 0,1-1 0,-1 1 0,1-1 0,0 0 0,0 0 0,0 1 0,0-1 0,0 0 0,0 1 0,0-1 0,0 0 0,1 0 0,-1 1 0,1-1 0,-1 1 0,1-1 0,0 0 0,0 1 0,1-3 0,0 1 0,1 1 0,-1 0 0,1 0 0,0-1 0,0 1 0,0 1 0,0-1 0,0 0 0,0 1 0,0 0 0,0 0 0,1 0 0,-1 0 0,7-1 0,7 0-344,35 2 0,-45 0-333,6 1-6149</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8.895"/>
    </inkml:context>
    <inkml:brush xml:id="br0">
      <inkml:brushProperty name="width" value="0.05" units="cm"/>
      <inkml:brushProperty name="height" value="0.05" units="cm"/>
      <inkml:brushProperty name="color" value="#00A0D7"/>
    </inkml:brush>
  </inkml:definitions>
  <inkml:trace contextRef="#ctx0" brushRef="#br0">238 49 24575,'-7'-4'0,"-6"-3"0,-1 0 0,1 1 0,-1 1 0,0 0 0,-1 0 0,-25-3 0,39 7 0,-1 1 0,1 0 0,-1 0 0,0 0 0,1 0 0,-1 0 0,0 0 0,1 0 0,-1 1 0,1-1 0,-1 0 0,1 1 0,-1-1 0,1 1 0,-1 0 0,1 0 0,-1-1 0,1 1 0,0 0 0,-1 0 0,1 0 0,0 0 0,0 1 0,0-1 0,0 0 0,0 0 0,0 1 0,0-1 0,0 0 0,0 1 0,1-1 0,-1 1 0,1-1 0,-1 1 0,1 0 0,-1-1 0,1 1 0,0-1 0,0 4 0,0 1 0,0 0 0,1 1 0,-1-1 0,2 0 0,-1 0 0,1 0 0,0 0 0,0 0 0,3 6 0,1-1 0,1-1 0,-1 0 0,2 0 0,-1-1 0,12 11 0,48 39 0,-62-55 0,26 20 0,-19-15 0,-1-1 0,0 2 0,15 16 0,-25-25 0,0-1 0,-1 1 0,1 0 0,0 0 0,-1 0 0,1 0 0,-1 0 0,1 0 0,-1 0 0,1 0 0,-1 0 0,0 0 0,1 0 0,-1 0 0,0 1 0,0-1 0,0 0 0,0 0 0,0 0 0,0 2 0,-1-2 0,1 0 0,0 0 0,-1 0 0,0 0 0,1-1 0,-1 1 0,0 0 0,1 0 0,-1 0 0,0-1 0,0 1 0,0 0 0,0-1 0,1 1 0,-1-1 0,0 1 0,-2 0 0,-3 1 0,1-1 0,-1 1 0,0-1 0,0 0 0,-1 0 0,-5-1 0,-4 0 0,0-1 0,-1-1 0,1 0 0,-29-9 0,16 2 0,-47-23 0,75 32-80,-1-1 0,1 0-1,-1 0 1,1 0 0,0 0-1,-1 0 1,1 0 0,0 0-1,0-1 1,0 1 0,0 0 0,0-1-1,0 1 1,0-1 0,0 1-1,-1-3 1,0-6-6746</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9.105"/>
    </inkml:context>
    <inkml:brush xml:id="br0">
      <inkml:brushProperty name="width" value="0.05" units="cm"/>
      <inkml:brushProperty name="height" value="0.05" units="cm"/>
      <inkml:brushProperty name="color" value="#00A0D7"/>
    </inkml:brush>
  </inkml:definitions>
  <inkml:trace contextRef="#ctx0" brushRef="#br0">0 1 24575,'0'7'0,"0"6"0,0 2 0,3 2 0,0 0 0,3 0 0,2 2 0,1 0 0,0 0 0,-1-4-8191</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9.293"/>
    </inkml:context>
    <inkml:brush xml:id="br0">
      <inkml:brushProperty name="width" value="0.05" units="cm"/>
      <inkml:brushProperty name="height" value="0.05" units="cm"/>
      <inkml:brushProperty name="color" value="#00A0D7"/>
    </inkml:brush>
  </inkml:definitions>
  <inkml:trace contextRef="#ctx0" brushRef="#br0">1 22 24575,'2'-10'0,"2"2"0,-1 4 0,0 6 0,-2 8 0,3 4 0,0 5 0,-1 1 0,0 1 0,1-2 0,0-3-8191</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49.827"/>
    </inkml:context>
    <inkml:brush xml:id="br0">
      <inkml:brushProperty name="width" value="0.05" units="cm"/>
      <inkml:brushProperty name="height" value="0.05" units="cm"/>
      <inkml:brushProperty name="color" value="#00A0D7"/>
    </inkml:brush>
  </inkml:definitions>
  <inkml:trace contextRef="#ctx0" brushRef="#br0">210 56 24575,'-8'-4'0,"-12"-8"0,0 2 0,-27-10 0,42 18 0,0 0 0,-1 0 0,1 1 0,0 0 0,0 0 0,-1 1 0,1-1 0,0 1 0,0 0 0,-1 1 0,1-1 0,0 1 0,-1 0 0,1 0 0,-8 4 0,11-5 0,1 1 0,0 0 0,-1 0 0,1 0 0,-1 0 0,1 0 0,0 0 0,0 0 0,0 1 0,-1-1 0,1 0 0,1 1 0,-1-1 0,0 1 0,0-1 0,0 1 0,1-1 0,-1 1 0,1-1 0,-1 1 0,1 0 0,0-1 0,-1 1 0,1 0 0,0-1 0,0 1 0,0 0 0,0-1 0,1 1 0,-1 0 0,0-1 0,1 1 0,-1 0 0,1-1 0,0 1 0,-1-1 0,2 3 0,-1-2 0,0 0 0,0 0 0,1 0 0,-1-1 0,0 1 0,1 0 0,-1 0 0,1-1 0,-1 1 0,1-1 0,0 0 0,0 1 0,0-1 0,0 0 0,0 0 0,0 0 0,0 0 0,0 0 0,0-1 0,0 1 0,0-1 0,0 1 0,1-1 0,-1 0 0,0 0 0,0 0 0,1 0 0,2 0 0,-1-2 0,1 0 0,-1 0 0,1 0 0,-1-1 0,0 0 0,0 1 0,0-1 0,0-1 0,-1 1 0,1 0 0,-1-1 0,0 0 0,0 0 0,4-5 0,7-10 0,-13 19 0,-1-1 0,1 0 0,-1 1 0,1-1 0,-1 1 0,1-1 0,0 1 0,-1-1 0,1 1 0,0 0 0,-1-1 0,1 1 0,0 0 0,-1-1 0,1 1 0,0 0 0,0 0 0,-1 0 0,1 0 0,0 0 0,0-1 0,0 1 0,0 1 0,0-1 0,1 0 0,-1 1 0,0-1 0,0 1 0,0 0 0,1-1 0,-1 1 0,0 0 0,0 0 0,0 0 0,0-1 0,1 3 0,3 4 0,0-1 0,-1 1 0,6 13 0,-6-13 0,18 40 0,21 63 0,-7-16 0,-16-46 0,25 64 0,-44-110 0,0 0 0,-1 0 0,1 0 0,-1 0 0,0 0 0,1 0 0,-1 0 0,0 0 0,0 0 0,0 0 0,-1 1 0,1-1 0,0 0 0,-1 0 0,1 0 0,-2 3 0,1-4 0,0 0 0,0 1 0,0-1 0,0 0 0,-1 0 0,1 0 0,0 1 0,0-1 0,-1-1 0,1 1 0,-1 0 0,1 0 0,-1 0 0,1-1 0,-1 1 0,1-1 0,-1 1 0,0-1 0,1 0 0,-1 0 0,-2 1 0,-2-1 0,0-1 0,0 1 0,-1-1 0,1 0 0,0 0 0,0-1 0,1 0 0,-1 0 0,-7-4 0,-49-28 0,57 31 0,-9-8-195,1 0 0,-1-1 0,2 0 0,0-1 0,0 0 0,-15-24 0,18 24-6631</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50.250"/>
    </inkml:context>
    <inkml:brush xml:id="br0">
      <inkml:brushProperty name="width" value="0.05" units="cm"/>
      <inkml:brushProperty name="height" value="0.05" units="cm"/>
      <inkml:brushProperty name="color" value="#00A0D7"/>
    </inkml:brush>
  </inkml:definitions>
  <inkml:trace contextRef="#ctx0" brushRef="#br0">1 45 24575,'1'-2'0,"4"6"0,2 7 0,-6-11 0,0 3 0,1 0 0,0 0 0,0 0 0,1 0 0,-1-1 0,0 0 0,1 1 0,0-1 0,-1 0 0,1 0 0,0 0 0,0 0 0,0-1 0,0 1 0,1-1 0,-1 0 0,0 0 0,0 0 0,1 0 0,-1-1 0,1 1 0,-1-1 0,1 0 0,-1 0 0,0 0 0,1 0 0,-1-1 0,1 1 0,-1-1 0,0 0 0,1 0 0,-1 0 0,0-1 0,0 1 0,0-1 0,6-3 0,-3 0 0,1-1 0,-1 1 0,0-1 0,6-8 0,-5 6 0,0 0 0,11-8 0,-16 14 0,0 0 0,0 1 0,1-1 0,-1 1 0,1 0 0,-1-1 0,1 1 0,0 0 0,-1 1 0,1-1 0,0 0 0,5 0 0,-4 2 0,-1-1 0,1 0 0,-1 1 0,0 0 0,1 0 0,-1 0 0,0 0 0,0 1 0,1-1 0,-1 1 0,0 0 0,-1-1 0,6 5 0,3 4 0,20 21 0,-20-19 0,-2-2-195,1 2 0,-2-1 0,1 1 0,-2 0 0,1 1 0,7 21 0,-10-20-6631</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50.957"/>
    </inkml:context>
    <inkml:brush xml:id="br0">
      <inkml:brushProperty name="width" value="0.05" units="cm"/>
      <inkml:brushProperty name="height" value="0.05" units="cm"/>
      <inkml:brushProperty name="color" value="#00A0D7"/>
    </inkml:brush>
  </inkml:definitions>
  <inkml:trace contextRef="#ctx0" brushRef="#br0">118 504 24575,'-5'-5'0,"0"0"0,0 1 0,0 0 0,-1 0 0,0 0 0,0 0 0,-11-4 0,16 8 0,-1-1 0,1 0 0,-1 1 0,0 0 0,0-1 0,1 1 0,-1 0 0,0 0 0,0 0 0,1 0 0,-1 0 0,0 0 0,1 0 0,-1 1 0,0-1 0,0 1 0,1-1 0,-1 1 0,1 0 0,-1 0 0,1-1 0,-1 1 0,1 0 0,-1 0 0,1 1 0,0-1 0,-1 0 0,1 0 0,0 1 0,0-1 0,0 0 0,0 1 0,0-1 0,0 1 0,0 2 0,-1 0 0,0 1 0,1-1 0,0 1 0,0-1 0,0 1 0,0 0 0,1-1 0,0 1 0,0 0 0,0-1 0,0 1 0,1 0 0,0-1 0,0 1 0,0-1 0,1 1 0,-1-1 0,1 1 0,0-1 0,0 0 0,1 0 0,-1 0 0,1 0 0,0 0 0,0-1 0,0 1 0,0-1 0,1 0 0,-1 0 0,1 0 0,0 0 0,0-1 0,0 1 0,0-1 0,1 0 0,-1-1 0,0 1 0,10 2 0,-11-4 0,1 1 0,-1-1 0,1 0 0,-1 0 0,1 0 0,-1 0 0,1 0 0,-1-1 0,0 0 0,1 0 0,-1 0 0,0 0 0,0 0 0,6-4 0,-6 3 0,-1 0 0,1 0 0,-1 0 0,0-1 0,0 1 0,0-1 0,0 0 0,0 1 0,0-1 0,-1 0 0,1 0 0,-1 0 0,0 0 0,0 0 0,1-7 0,3-29 0,-5 39 0,0 0 0,0 0 0,0 0 0,0 0 0,0 0 0,0 0 0,0 0 0,0-1 0,0 1 0,0 0 0,0 0 0,0 0 0,0 0 0,0 0 0,0 0 0,0 0 0,0 0 0,0 0 0,1 0 0,-1 0 0,0 0 0,0-1 0,0 1 0,0 0 0,0 0 0,0 0 0,0 0 0,0 0 0,0 0 0,0 0 0,0 0 0,0 0 0,1 0 0,-1 0 0,0 0 0,0 0 0,0 0 0,0 0 0,0 0 0,0 0 0,0 0 0,0 0 0,0 0 0,1 0 0,-1 0 0,0 0 0,0 0 0,0 0 0,0 0 0,0 0 0,6 6 0,3 8 0,-8-13 0,4 7 0,1 0 0,0 0 0,0-1 0,1 1 0,0-2 0,0 1 0,1-1 0,-1 0 0,13 7 0,-16-11 0,1 1 0,-1-1 0,1 0 0,0 0 0,0-1 0,0 1 0,0-1 0,0 0 0,0-1 0,1 1 0,-1-1 0,0 0 0,0 0 0,0 0 0,1-1 0,-1 0 0,0 0 0,0 0 0,7-4 0,-6 3 0,-1-1 0,1-1 0,-1 1 0,0-1 0,1 0 0,-2 0 0,1 0 0,0-1 0,-1 0 0,0 0 0,0 0 0,-1 0 0,1 0 0,-1-1 0,0 0 0,0 0 0,-1 0 0,0 0 0,0 0 0,2-12 0,0-8 0,-2 0 0,0 0 0,-4-47 0,2 66 0,-4-29 0,-1 0 0,-2 0 0,-1 0 0,-1 1 0,-3 1 0,0-1 0,-31-54 0,43 88 0,-2-3 0,0-1 0,-1 1 0,0 0 0,0 0 0,-4-5 0,7 9 0,-1-1 0,1 1 0,-1-1 0,0 1 0,1-1 0,-1 1 0,1 0 0,-1-1 0,0 1 0,1 0 0,-1-1 0,0 1 0,1 0 0,-1 0 0,0 0 0,1 0 0,-1 0 0,0 0 0,1 0 0,-1 0 0,0 0 0,0 0 0,1 0 0,-1 0 0,0 0 0,1 0 0,-1 1 0,0-1 0,1 0 0,-1 1 0,1-1 0,-1 0 0,0 1 0,1-1 0,-1 1 0,1-1 0,-1 0 0,1 1 0,-1 0 0,1-1 0,0 1 0,-1-1 0,1 1 0,-1-1 0,1 1 0,0 0 0,-1 1 0,-1 3 0,-1 0 0,1 0 0,0 0 0,0 1 0,1-1 0,0 1 0,-2 9 0,1 42 0,2-41 0,-1 11 0,2 1 0,1 0 0,1-1 0,1 0 0,1 0 0,11 32 0,-8-36 0,3 8 0,19 41 0,-25-63 0,-1-1 0,1 0 0,1 0 0,-1-1 0,1 1 0,0-1 0,1-1 0,0 1 0,12 8 0,-14-11-117,-3-3 27,0 1 1,1 0 0,-1-1 0,0 1 0,1-1 0,0 0 0,-1 0 0,1 0 0,-1 0-1,1 0 1,0 0 0,0-1 0,4 1 0</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51.316"/>
    </inkml:context>
    <inkml:brush xml:id="br0">
      <inkml:brushProperty name="width" value="0.05" units="cm"/>
      <inkml:brushProperty name="height" value="0.05" units="cm"/>
      <inkml:brushProperty name="color" value="#00A0D7"/>
    </inkml:brush>
  </inkml:definitions>
  <inkml:trace contextRef="#ctx0" brushRef="#br0">210 116 24575,'-10'-17'0,"1"1"0,-1 1 0,-1 1 0,0 0 0,-18-18 0,29 31 0,-1 0 0,1 1 0,-1-1 0,0 1 0,1-1 0,-1 1 0,1-1 0,-1 1 0,0-1 0,0 1 0,1 0 0,-1-1 0,0 1 0,0 0 0,1 0 0,-1-1 0,0 1 0,0 0 0,0 0 0,1 0 0,-1 0 0,-1 0 0,1 1 0,1-1 0,-1 1 0,1-1 0,-1 0 0,0 1 0,1-1 0,0 1 0,-1 0 0,1-1 0,-1 1 0,1-1 0,0 1 0,-1 0 0,1-1 0,0 1 0,0 0 0,0-1 0,-1 1 0,1 1 0,-1 4 0,1 0 0,0-1 0,0 1 0,1 10 0,3 6 0,1 0 0,16 43 0,24 39 0,-45-102 0,2 1 0,0 1 0,0 0 0,-1 0 0,0 0 0,0 0 0,0 1 0,0-1 0,-1 0 0,1 0 0,-1 1 0,0-1 0,-1 4 0,1-5 0,-1-1 0,0 1 0,0-1 0,0 1 0,0-1 0,-1 0 0,1 1 0,0-1 0,-1 0 0,0 0 0,1 0 0,-1 0 0,0 0 0,0-1 0,0 1 0,0 0 0,0-1 0,-1 0 0,1 1 0,-4 0 0,-11 5-227,0-2-1,0-1 1,0 0-1,-1-1 1,-28 2-1,24-3-6598</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1:53.137"/>
    </inkml:context>
    <inkml:brush xml:id="br0">
      <inkml:brushProperty name="width" value="0.05" units="cm"/>
      <inkml:brushProperty name="height" value="0.05" units="cm"/>
      <inkml:brushProperty name="color" value="#00A0D7"/>
    </inkml:brush>
  </inkml:definitions>
  <inkml:trace contextRef="#ctx0" brushRef="#br0">382 114 24575,'-46'-41'0,"31"27"0,-1 0 0,-28-19 0,42 32 0,0-1 0,-1 1 0,1 0 0,0-1 0,-1 1 0,1 1 0,-1-1 0,1 0 0,-1 0 0,0 1 0,1 0 0,-1-1 0,0 1 0,1 0 0,-1 0 0,-2 1 0,3 0 0,0-1 0,0 1 0,0 0 0,0 0 0,0 0 0,0 1 0,0-1 0,1 0 0,-1 1 0,1-1 0,-1 1 0,1-1 0,-1 1 0,1 0 0,0 0 0,0-1 0,0 1 0,0 0 0,-2 4 0,-1 3 0,1 0 0,0 0 0,0 0 0,0 0 0,-1 17 0,4-21 0,0 0 0,0 0 0,0 0 0,1 1 0,0-1 0,0 0 0,0 0 0,1 0 0,0 0 0,0-1 0,0 1 0,3 5 0,28 37 0,-24-35 0,-1 1 0,0 0 0,11 21 0,-18-32 0,0 1 0,0-1 0,-1 1 0,1-1 0,0 1 0,-1 0 0,0-1 0,0 1 0,1 0 0,-1-1 0,-1 1 0,1 0 0,0-1 0,-1 1 0,1 0 0,-1-1 0,0 1 0,0-1 0,0 1 0,0-1 0,0 1 0,-1-1 0,1 0 0,-1 1 0,0-1 0,1 0 0,-1 0 0,-4 3 0,1-2 0,1 1 0,-1-1 0,0 0 0,0-1 0,0 1 0,-1-1 0,1 0 0,0-1 0,-1 1 0,1-1 0,-1 0 0,-10 0 0,7 0-90,-20 0-335,0-1 0,-49-6 0,63 3-6401</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8:29:39.494"/>
    </inkml:context>
    <inkml:brush xml:id="br0">
      <inkml:brushProperty name="width" value="0.05" units="cm"/>
      <inkml:brushProperty name="height" value="0.05" units="cm"/>
    </inkml:brush>
  </inkml:definitions>
  <inkml:trace contextRef="#ctx0" brushRef="#br0">205 23 3649,'1'2'15888,"2"8"-14891,44 57 269,26 41-652,-72-108-610,-1 1-1,1 0 1,-1 0-1,1 0 1,-1 0-1,1 0 1,-1 0-1,1 0 1,-1 0-1,0 0 1,0 0-1,0 0 1,1 0-1,-1 0 0,0 0 1,0 0-1,-1 0 1,1 0-1,0 0 1,0 0-1,0 0 1,-1 0-1,1 0 1,-1 1-1,0 0 26,0-1 0,0 0-1,0 0 1,0 0-1,0 0 1,-1 0 0,1 0-1,0-1 1,-1 1 0,1 0-1,0 0 1,-1-1-1,1 1 1,-3 0 0,-4 0 128,1 1 0,-1-2 1,0 1-1,0-1 0,-12-1 0,1-1 50,1-1 0,0 0 0,1-2 0,-1 0 0,-28-13 0,38 14-119,-1 0 1,1-1 0,0 0-1,0 0 1,0-1 0,1 0-1,0-1 1,0 0 0,0 0-1,1 0 1,0 0 0,-7-14-1,11 17-72,0 0-1,0 0 0,0 0 0,1 0 1,0-1-1,0 1 0,0 0 0,0-1 1,1 1-1,0-1 0,0 1 1,0-1-1,0 1 0,1 0 0,1-7 1,-2 8-56,1 1 1,0-1 0,1 0-1,-1 1 1,0-1-1,1 1 1,-1 0 0,1-1-1,0 1 1,0 0-1,0 0 1,0 0 0,0 0-1,0 0 1,1 0 0,-1 1-1,1-1 1,-1 1-1,1 0 1,-1 0 0,1 0-1,0 0 1,0 0-1,4-1 1,3 1-263,-1 0 0,1 1 0,-1 0 1,1 1-1,0 0 0,-1 0 0,14 4 0,65 24-7298,-69-22 4234,7 2-1698,-2 1-2011</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7:22.942"/>
    </inkml:context>
    <inkml:brush xml:id="br0">
      <inkml:brushProperty name="width" value="0.05" units="cm"/>
      <inkml:brushProperty name="height" value="0.05" units="cm"/>
    </inkml:brush>
  </inkml:definitions>
  <inkml:trace contextRef="#ctx0" brushRef="#br0">35 131 24575,'-12'-7'0,"11"7"0,-1-1 0,0 0 0,0 0 0,0 0 0,0 0 0,1 0 0,-1-1 0,1 1 0,-1 0 0,1-1 0,-3-2 0,4 3 0,0 1 0,0-1 0,1 1 0,-1 0 0,0-1 0,0 1 0,1-1 0,-1 1 0,0 0 0,0-1 0,1 1 0,-1 0 0,0-1 0,1 1 0,-1 0 0,1-1 0,-1 1 0,0 0 0,1 0 0,-1 0 0,1-1 0,-1 1 0,1 0 0,0 0 0,14-6 0,-14 6 0,12-3 0,1 0 0,0 1 0,21-1 0,17-3 0,-32 3 0,0 1 0,0 1 0,26 1 0,60 11 0,-69-6 0,5 0 0,-10 0 0,45 0 0,-32-5 0,184-10 0,-148 4 0,100 5 0,-84 2 0,-22-1 0,83 1 0,-84 6 0,25 1 0,49-10 0,100 4 0,-160 5 0,26 0 0,83 2 0,-88-3 0,-7 1 0,75 1 0,63-9 0,185 2 0,-266 6 0,60 1 0,121-26 0,-178 6 0,263-4 0,480 17 0,-656-17 0,-1-21 0,-84 12 0,266-13 0,24 40 0,-1 33 0,9 0 0,-372-29 0,460 37 0,-296-23 0,72 11 0,-142-13 0,-158-15-1365,-7 1-5461</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7:37.991"/>
    </inkml:context>
    <inkml:brush xml:id="br0">
      <inkml:brushProperty name="width" value="0.05" units="cm"/>
      <inkml:brushProperty name="height" value="0.05" units="cm"/>
      <inkml:brushProperty name="color" value="#00A0D7"/>
    </inkml:brush>
  </inkml:definitions>
  <inkml:trace contextRef="#ctx0" brushRef="#br0">59 1047 24575,'-11'-28'0,"2"-1"0,0-1 0,-4-32 0,1-26 0,10 69 0,1 0 0,0 0 0,1 0 0,1 0 0,6-30 0,-3 5 0,-1-50 0,2-23 0,0 65 0,23-162 0,-25 198 0,0-1 0,1 1 0,1 0 0,0 0 0,15-29 0,-19 44 0,0 0 0,0-1 0,0 1 0,0-1 0,0 1 0,0 0 0,0 0 0,0 0 0,1 0 0,-1 0 0,0 0 0,1 0 0,-1 0 0,2-1 0,-2 2 0,1 0 0,-1 0 0,0-1 0,0 1 0,0 0 0,0 0 0,0 0 0,0 0 0,0 0 0,0 1 0,0-1 0,0 0 0,0 0 0,0 1 0,0-1 0,0 0 0,1 1 0,1 1 0,0 0 0,-1 0 0,1 1 0,-1-1 0,0 0 0,1 1 0,-1-1 0,0 1 0,0 0 0,-1 0 0,1 0 0,1 4 0,10 25 0,-2 1 0,-2 1 0,0 0 0,-3 0 0,5 54 0,45 360 0,-38-349 0,16 79 0,-20-85 0,-8-49 0,0 53 0,2 2 0,-6-84 0,14 77 0,-13-81 0,0 0 0,0-1 0,2 1 0,-1-1 0,1 0 0,7 11 0,-7-16 0,-1 0 0,1-1 0,0 1 0,1-1 0,-1 0 0,0-1 0,8 4 0,10 9 0,-11-7 0,-8-5 0,1 0 0,0 0 0,0-1 0,10 6 0,-14-9 0,0 1 0,0-1 0,0 0 0,1 1 0,-1-1 0,0 0 0,0 0 0,0 1 0,0-1 0,1 0 0,-1 0 0,0 0 0,0-1 0,0 1 0,0 0 0,1 0 0,-1-1 0,0 1 0,0 0 0,0-1 0,0 1 0,0-1 0,0 0 0,0 1 0,0-1 0,0 0 0,0 1 0,0-1 0,0 0 0,1-1 0,1-3 0,0 0 0,-1 1 0,1-1 0,-1 0 0,0 0 0,0 0 0,0-1 0,-1 1 0,1 0 0,-1-1 0,0-7 0,0-9 0,-2-34 0,-1 21 0,3-87 0,-3-70 0,-5 113 0,-1-29 0,9-226 0,1 302 0,1 1 0,11-46 0,-4 23 0,20-80 0,-29 127 0,1-1 0,0 0 0,1 1 0,0 0 0,0-1 0,1 1 0,5-7 0,-8 12 0,0 1 0,0-1 0,0 1 0,0 0 0,1 0 0,-1-1 0,0 1 0,1 0 0,-1 0 0,1 1 0,-1-1 0,1 0 0,0 0 0,-1 1 0,3-1 0,-2 0 0,0 1 0,0 0 0,0 1 0,0-1 0,-1 0 0,1 0 0,0 1 0,0-1 0,0 1 0,-1 0 0,1-1 0,0 1 0,-1 0 0,1 0 0,-1 0 0,1 0 0,-1 0 0,2 2 0,0 1 0,1-1 0,-1 1 0,-1 0 0,1 0 0,0 0 0,-1 0 0,0 1 0,0-1 0,0 1 0,2 7 0,1 8 0,3 21 0,-8-38 0,59 433 0,-54-303 0,1 13 0,1-78 0,-3-15 0,3 0 0,25 97 0,50 87 0,-62-182 0,-17-50 0,-1 0 0,1 0 0,0 0 0,0 0 0,1 0 0,0-1 0,0 1 0,0-1 0,0 0 0,1 0 0,-1-1 0,8 5 0,16 14 0,-28-21 0,1 0 0,0 0 0,0 0 0,0 0 0,0 0 0,1-1 0,-1 1 0,0 0 0,0-1 0,0 1 0,1-1 0,-1 1 0,0-1 0,0 1 0,1-1 0,-1 0 0,0 0 0,1 0 0,-1 0 0,0 0 0,1 0 0,-1 0 0,0 0 0,1 0 0,-1-1 0,3 0 0,-3 0 0,1 0 0,-1 0 0,1 0 0,-1-1 0,0 1 0,0 0 0,1-1 0,-1 1 0,0-1 0,0 1 0,0-1 0,-1 0 0,1 0 0,0 1 0,-1-1 0,1 0 0,-1 0 0,1 1 0,-1-3 0,2-11 0,-2 1 0,0-1 0,0 0 0,-2 1 0,-3-21 0,-3-24 0,-9-180 0,2-16 0,1 77 0,-19-65 0,27 207 0,3 14 0,1 0 0,0-1 0,3-27 0,0 35 0,1 1 0,0 0 0,1 0 0,1 0 0,0 0 0,7-15 0,-4 12 0,-5 12 0,0 0 0,0 0 0,0 1 0,0-1 0,1 0 0,0 1 0,5-7 0,-8 11-3,0 0 1,1 0-1,-1-1 0,0 1 0,1 0 1,-1 0-1,0-1 0,1 1 0,-1 0 1,1 0-1,-1 0 0,0 0 0,1 0 0,-1 0 1,1 0-1,-1 0 0,1 0 0,-1 0 1,0 0-1,1 0 0,-1 0 0,1 0 0,-1 0 1,1 0-1,-1 0 0,0 0 0,1 0 1,0 1-1,11 10 203,4 16-1685,-12-17-5341</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7:48.697"/>
    </inkml:context>
    <inkml:brush xml:id="br0">
      <inkml:brushProperty name="width" value="0.05" units="cm"/>
      <inkml:brushProperty name="height" value="0.05" units="cm"/>
      <inkml:brushProperty name="color" value="#008C3A"/>
    </inkml:brush>
  </inkml:definitions>
  <inkml:trace contextRef="#ctx0" brushRef="#br0">6 419 24575,'-1'-2'0,"0"1"0,1 0 0,-1-1 0,0 1 0,1-1 0,0 1 0,-1-1 0,1 1 0,0-1 0,-1 1 0,1-1 0,0 0 0,0 1 0,0-1 0,1 1 0,-1-1 0,0 1 0,0-1 0,1 1 0,-1-1 0,1 1 0,0-1 0,-1 1 0,1 0 0,0-1 0,0 1 0,0 0 0,-1-1 0,1 1 0,1 0 0,-1 0 0,0 0 0,0 0 0,0 0 0,1 0 0,-1 0 0,0 1 0,1-1 0,-1 0 0,1 1 0,-1-1 0,1 1 0,2-1 0,-1 0 0,0 0 0,0 1 0,0-1 0,0 1 0,0 0 0,0-1 0,0 1 0,0 1 0,1-1 0,-1 0 0,0 1 0,0 0 0,0 0 0,0 0 0,0 0 0,-1 0 0,1 0 0,0 1 0,0-1 0,-1 1 0,6 4 0,-6-3 0,1 0 0,-1 1 0,1-1 0,-1 1 0,0 0 0,-1 0 0,1 0 0,-1 0 0,2 4 0,4 41 0,-5-37 0,-1 0 0,6 18 0,10 15 0,-12-32 0,0-1 0,0 1 0,-1 0 0,-1 0 0,3 25 0,-4-16 0,1 1 0,7 22 0,-6-25 0,0 0 0,-1 0 0,1 23 0,-3-17 0,5 28 0,-3-28 0,1 30 0,-4-40 0,0 1 0,1-1 0,6 29 0,0-15 0,-1-1 0,3 54 0,-10-68 0,0-1 0,-5 25 0,3-23 0,0 0 0,1 17 0,1-5 0,3 62 0,1-70 0,1 0 0,2-1 0,0 1 0,16 34 0,-19-47 0,1 1 0,0-1 0,0 0 0,0 0 0,10 11 0,-13-17 0,0 0 0,0 1 0,1-1 0,-1 0 0,0 0 0,1 0 0,-1 0 0,1 0 0,-1 0 0,1 0 0,-1-1 0,1 1 0,-1 0 0,1-1 0,0 1 0,-1-1 0,1 0 0,0 1 0,0-1 0,-1 0 0,1 0 0,0 0 0,0 0 0,-1-1 0,1 1 0,0 0 0,-1-1 0,1 1 0,0-1 0,-1 0 0,1 1 0,-1-1 0,3-1 0,-2 0 0,1 0 0,-1-1 0,0 1 0,0-1 0,0 1 0,0-1 0,0 1 0,-1-1 0,1 0 0,-1 0 0,0 0 0,0 0 0,1-5 0,1-3 0,-1 0 0,1-18 0,-2-96 0,-2 61 0,-7-45 0,1 7 0,6-331 0,2 206 0,0 205 0,6-32 0,0-16 0,-7 20 0,0 19 0,1 0 0,7-41 0,13-81 0,-21 149 0,5-33 0,-5 35 0,1 0 0,-1-1 0,1 1 0,0 0 0,-1 0 0,1 0 0,0-1 0,0 1 0,0 0 0,1 1 0,-1-1 0,3-3 0,-4 5 0,0 0 0,0 0 0,1 0 0,-1 0 0,0 0 0,1 0 0,-1 0 0,0-1 0,0 1 0,1 0 0,-1 1 0,0-1 0,1 0 0,-1 0 0,0 0 0,1 0 0,-1 0 0,0 0 0,0 0 0,1 0 0,-1 0 0,0 1 0,0-1 0,1 0 0,-1 0 0,0 0 0,0 0 0,0 1 0,1-1 0,-1 0 0,0 0 0,0 1 0,0-1 0,1 0 0,-1 0 0,0 1 0,0-1 0,6 12 0,3 20 0,-1 1 0,-1 0 0,3 63 0,-3-30 0,20 200 0,8 61 0,-10-89 0,-16-143 0,-3-20 0,4 34 0,-7-87 0,1 0 0,13 39 0,-6-25 0,-7-23 0,0 1 0,1-1 0,1 0 0,9 16 0,-13-26 0,0-1 0,1 1 0,-1-1 0,1 1 0,-1-1 0,1 0 0,0 0 0,0 0 0,0-1 0,0 1 0,0-1 0,0 1 0,0-1 0,1 0 0,-1 0 0,1-1 0,-1 1 0,0-1 0,1 1 0,-1-1 0,1 0 0,-1-1 0,1 1 0,-1 0 0,0-1 0,1 0 0,-1 0 0,0 0 0,1 0 0,-1 0 0,0-1 0,0 0 0,0 1 0,0-1 0,0 0 0,-1 0 0,1-1 0,2-2 0,-1-1 0,0 0 0,0 0 0,-1 0 0,0-1 0,0 1 0,-1-1 0,1 0 0,-2 0 0,3-13 0,-1-5 0,0-37 0,-6 16 0,-1 0 0,-18-75 0,11 63 0,-23-69 0,3 8 0,-18-147 0,45 245 0,2 1 0,0-1 0,1 0 0,2 1 0,0-1 0,1 0 0,1 1 0,0-1 0,2 1 0,1 0 0,0 0 0,1 1 0,11-21 0,64-113 0,-74 139 0,0 0 0,17-20 0,10-15 0,-26 25 0,-7 18 0,-2 12 0,0 1 0,0-1 0,1 0 0,3 13 0,0 8 0,11 149 0,6 174 0,-16-247 0,24 137 0,15-60 0,-43-177 0,12 37 0,19 39 0,-12-31 0,-11-23 0,2 0 0,1-1 0,22 35 0,-33-58 0,-1 0 0,1 0 0,0 0 0,0 1 0,0-1 0,0 0 0,1 0 0,-1 0 0,0-1 0,0 1 0,0 0 0,1 0 0,-1-1 0,0 1 0,1 0 0,-1-1 0,1 0 0,-1 1 0,1-1 0,-1 0 0,1 0 0,-1 1 0,1-1 0,-1 0 0,0-1 0,1 1 0,-1 0 0,1 0 0,-1-1 0,1 1 0,-1 0 0,1-1 0,-1 0 0,0 1 0,1-1 0,1-1 0,0 0 0,0 0 0,-1-1 0,1 1 0,-1-1 0,1 1 0,-1-1 0,0 0 0,0 0 0,0 0 0,0 0 0,-1 0 0,1 0 0,-1 0 0,2-6 0,-1-5 0,0 1 0,-1 0 0,-1-1 0,0 1 0,0 0 0,-4-17 0,-20-81 0,16 79 0,-65-283 0,21-5 0,49 288 0,0-1 0,3 1 0,0-1 0,2 1 0,2-1 0,1 1 0,1 0 0,2 1 0,1-1 0,21-47 0,-26 72 0,0-1 0,0 1 0,1-1 0,0 1 0,1 1 0,-1-1 0,13-10 0,-15 15 0,-1-1 0,1 1 0,0 0 0,0 0 0,0 1 0,0-1 0,1 0 0,-1 1 0,0 0 0,1 0 0,-1 0 0,0 0 0,1 1 0,-1-1 0,1 1 0,-1 0 0,1 0 0,0 0 0,-1 0 0,1 1 0,5 1 0,-7-1 0,1 0 0,-1 0 0,1 1 0,-1-1 0,0 1 0,1 0 0,-1 0 0,0-1 0,0 1 0,-1 0 0,1 1 0,0-1 0,0 0 0,-1 1 0,0-1 0,1 0 0,-1 1 0,0 0 0,0-1 0,0 4 0,3 7 0,-2 0 0,3 27 0,-2-19 0,11 100 0,8 52 0,44 190 0,28 91 0,-84-420 0,1 1 0,2-1 0,25 48 0,-34-76 20,0 0 0,0 0 0,1-1 0,-1 0 0,7 6 0,-8-9-126,-1 0 0,1 0 0,-1 0 0,1-1 0,0 1 0,0-1-1,-1 1 1,1-1 0,0 0 0,0 0 0,1 0 0,-1 0 0,3 0 0,4-2-6720</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7:51.640"/>
    </inkml:context>
    <inkml:brush xml:id="br0">
      <inkml:brushProperty name="width" value="0.05" units="cm"/>
      <inkml:brushProperty name="height" value="0.05" units="cm"/>
      <inkml:brushProperty name="color" value="#008C3A"/>
    </inkml:brush>
  </inkml:definitions>
  <inkml:trace contextRef="#ctx0" brushRef="#br0">130 74 24575,'-2'-6'0,"-1"0"0,0 0 0,-1 0 0,1 0 0,-1 1 0,0 0 0,-9-10 0,11 14 0,0-1 0,0 0 0,0 1 0,0-1 0,0 1 0,0-1 0,-1 1 0,1 0 0,0 0 0,-1 0 0,1 0 0,0 1 0,-1-1 0,1 1 0,-1-1 0,1 1 0,-1 0 0,1 0 0,-1 0 0,0 0 0,1 0 0,-1 1 0,-3 0 0,4 0 0,1 0 0,-1 0 0,1-1 0,0 1 0,-1 0 0,1 0 0,0 1 0,0-1 0,0 0 0,0 0 0,0 0 0,0 1 0,0-1 0,0 0 0,0 1 0,1-1 0,-1 1 0,0-1 0,0 3 0,-5 33 0,4-25 0,0 7 0,1-1 0,1 0 0,0 0 0,1 0 0,5 22 0,24 89 0,-21-93 0,54 163 0,-38-125 0,-24-70 0,7 23 0,-8-26 0,0 0 0,0 0 0,1 0 0,-1 0 0,0 1 0,0-1 0,0 0 0,0 0 0,0 0 0,0 0 0,-1 0 0,1 1 0,0-1 0,0 0 0,-1 0 0,1 0 0,-1 0 0,0 1 0,1-2 0,-1 0 0,1 0 0,0 0 0,-1 0 0,1 0 0,0 0 0,0 0 0,-1 0 0,1 0 0,0 0 0,-1 0 0,1 0 0,0-1 0,0 1 0,-1 0 0,1 0 0,0 0 0,0 0 0,0-1 0,-1 1 0,1 0 0,0 0 0,0-1 0,0 1 0,-1 0 0,1 0 0,0-1 0,0 1 0,0 0 0,0 0 0,0-1 0,-7-10 0,7 10 0,-7-14 26,1 0 1,0-1-1,-3-18 0,-5-13-1496,9 34-5356</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7:51.826"/>
    </inkml:context>
    <inkml:brush xml:id="br0">
      <inkml:brushProperty name="width" value="0.05" units="cm"/>
      <inkml:brushProperty name="height" value="0.05" units="cm"/>
      <inkml:brushProperty name="color" value="#008C3A"/>
    </inkml:brush>
  </inkml:definitions>
  <inkml:trace contextRef="#ctx0" brushRef="#br0">356 61 24575,'-30'-5'0,"-15"-2"0,-3-1 0,3-1 0,6 2 0,6 2 0,8 0 0,4 0 0,5 1 0,1 2 0,1 0 0,1 1 0,2 1-8191</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7:52.483"/>
    </inkml:context>
    <inkml:brush xml:id="br0">
      <inkml:brushProperty name="width" value="0.05" units="cm"/>
      <inkml:brushProperty name="height" value="0.05" units="cm"/>
      <inkml:brushProperty name="color" value="#008C3A"/>
    </inkml:brush>
  </inkml:definitions>
  <inkml:trace contextRef="#ctx0" brushRef="#br0">0 1 24575,'5'0'0,"13"0"0,31 4 0,-46-4 0,1 1 0,0 0 0,0-1 0,-1 2 0,1-1 0,0 0 0,-1 1 0,0-1 0,1 1 0,-1 0 0,0 0 0,0 1 0,0-1 0,5 5 0,-7-4 0,1 0 0,0 0 0,-1 0 0,0 0 0,0 1 0,0-1 0,0 0 0,0 1 0,0-1 0,-1 1 0,0-1 0,0 6 0,-1 6 0,-3 22 0,3-35 0,1 0 0,0 0 0,-1 0 0,1-1 0,-1 1 0,0 0 0,0 0 0,0 0 0,0-1 0,0 1 0,0 0 0,0-1 0,-1 1 0,1-1 0,0 0 0,-1 1 0,1-1 0,-1 0 0,0 0 0,-2 2 0,-12 10 0,15-12 0,1-1 0,0 1 0,0-1 0,0 1 0,0-1 0,0 1 0,0-1 0,0 1 0,0-1 0,0 1 0,0 0 0,0-1 0,0 1 0,0-1 0,0 1 0,0-1 0,0 1 0,0-1 0,1 0 0,-1 1 0,0-1 0,0 1 0,1-1 0,-1 1 0,0-1 0,1 0 0,-1 1 0,0-1 0,1 1 0,-1-1 0,1 0 0,-1 0 0,1 1 0,16 11 0,-3-4 0,0-1 0,0 0 0,16 5 0,-21-9 0,0-1 0,-1 0 0,1 0 0,0-1 0,0 0 0,0-1 0,9 0 0,-16 0-151,1 0-1,-1-1 0,1 1 0,-1-1 1,1 0-1,-1 0 0,1 0 1,3-2-1,3-4-6674</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02.216"/>
    </inkml:context>
    <inkml:brush xml:id="br0">
      <inkml:brushProperty name="width" value="0.05" units="cm"/>
      <inkml:brushProperty name="height" value="0.05" units="cm"/>
      <inkml:brushProperty name="color" value="#00A0D7"/>
    </inkml:brush>
  </inkml:definitions>
  <inkml:trace contextRef="#ctx0" brushRef="#br0">250 145 24575,'-43'-32'0,"-89"-60"0,130 91 0,-3-2 0,-1-1 0,1 2 0,-1-1 0,-10-3 0,15 6 0,0-1 0,0 1 0,0 0 0,1 0 0,-1 0 0,0-1 0,0 1 0,0 0 0,0 0 0,1 1 0,-1-1 0,0 0 0,0 0 0,0 0 0,1 0 0,-1 1 0,0-1 0,0 0 0,0 1 0,1-1 0,-1 1 0,0-1 0,1 1 0,-1-1 0,0 1 0,1-1 0,-1 1 0,1-1 0,-1 1 0,1 0 0,-1-1 0,1 1 0,-1 0 0,1 0 0,0-1 0,-1 1 0,1 0 0,0 0 0,0 0 0,0-1 0,-1 1 0,1 0 0,0 0 0,0 1 0,-4 38 0,1 0 0,3-1 0,0 1 0,12 73 0,51 150 0,4 26 0,-60-251 0,-4-27 0,0 1 0,-1 0 0,0 0 0,-1 0 0,-1 0 0,-1 22 0,1-33 0,0 0 0,-1 0 0,1 0 0,0 1 0,-1-1 0,1 0 0,0 0 0,-1 0 0,0 0 0,1 1 0,-1-1 0,0 0 0,1 0 0,-1 0 0,0-1 0,-1 2 0,1-1 0,1-1 0,-1 0 0,1 0 0,-1 0 0,1 1 0,-1-1 0,0 0 0,1 0 0,-1 0 0,1 0 0,-1 0 0,0 0 0,1 0 0,-1 0 0,1 0 0,-1 0 0,0-1 0,1 1 0,-1 0 0,1 0 0,-1 0 0,1-1 0,-2 1 0,0-2 0,-1 0 0,1 0 0,-1 0 0,1-1 0,0 1 0,0 0 0,0-1 0,0 0 0,0 1 0,-2-6 0,0-2-227,0 1-1,1-1 1,0 1-1,0-1 1,-1-20-1,3 17-6598</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02.433"/>
    </inkml:context>
    <inkml:brush xml:id="br0">
      <inkml:brushProperty name="width" value="0.05" units="cm"/>
      <inkml:brushProperty name="height" value="0.05" units="cm"/>
      <inkml:brushProperty name="color" value="#00A0D7"/>
    </inkml:brush>
  </inkml:definitions>
  <inkml:trace contextRef="#ctx0" brushRef="#br0">355 90 24575,'-30'-13'0,"-15"-3"0,-3-3 0,3 3 0,5 4 0,8 3 0,7 5 0,4 4 0,4 2 0,3 4 0,2 4 0,2-1 0,3 1 0,-1-1 0</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03.307"/>
    </inkml:context>
    <inkml:brush xml:id="br0">
      <inkml:brushProperty name="width" value="0.05" units="cm"/>
      <inkml:brushProperty name="height" value="0.05" units="cm"/>
      <inkml:brushProperty name="color" value="#00A0D7"/>
    </inkml:brush>
  </inkml:definitions>
  <inkml:trace contextRef="#ctx0" brushRef="#br0">0 1 24575,'6'18'0,"0"1"0,1-1 0,1 0 0,13 22 0,11 34 0,-26-69 0,-5-12 0,-4-13 0,-26-78 0,24 84 0,2 6 0,4 16 0,4 14 0,1-10-121,1 1 0,12 18-1,-12-21-879,-1-1-5825</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05.969"/>
    </inkml:context>
    <inkml:brush xml:id="br0">
      <inkml:brushProperty name="width" value="0.05" units="cm"/>
      <inkml:brushProperty name="height" value="0.05" units="cm"/>
      <inkml:brushProperty name="color" value="#00A0D7"/>
    </inkml:brush>
  </inkml:definitions>
  <inkml:trace contextRef="#ctx0" brushRef="#br0">535 213 24575,'-57'-59'0,"-74"-59"0,110 100 0,19 16 0,0 0 0,-1 0 0,1 0 0,0 1 0,-1-1 0,1 1 0,-1 0 0,0-1 0,1 1 0,-6-1 0,7 2 0,-1 0 0,1 0 0,0 0 0,-1 0 0,1 1 0,0-1 0,0 0 0,-1 1 0,1-1 0,0 0 0,0 1 0,-1 0 0,1-1 0,0 1 0,0 0 0,0-1 0,0 1 0,0 0 0,0 0 0,0 0 0,0 0 0,0 0 0,0 0 0,1 0 0,-2 2 0,-2 4 0,1 0 0,0 0 0,0 0 0,1 0 0,-1 1 0,2-1 0,-1 1 0,0 10 0,1-10 0,0 0 0,-1 0 0,1 0 0,-2-1 0,1 1 0,-1 0 0,-5 9 0,7-15 0,-1 0 0,1 0 0,0 0 0,-1 0 0,1-1 0,-1 1 0,0 0 0,0-1 0,1 1 0,-1-1 0,0 0 0,0 0 0,0 0 0,0 0 0,-1 0 0,1 0 0,0 0 0,-4 0 0,3 0 0,-1-1 0,0 0 0,1 0 0,-1-1 0,1 1 0,-1-1 0,1 0 0,-1 0 0,1 0 0,-7-3 0,-3-2 0,1-2 0,0 1 0,0-2 0,-19-18 0,-18-20-1365,41 39-5461</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06.390"/>
    </inkml:context>
    <inkml:brush xml:id="br0">
      <inkml:brushProperty name="width" value="0.05" units="cm"/>
      <inkml:brushProperty name="height" value="0.05" units="cm"/>
      <inkml:brushProperty name="color" value="#00A0D7"/>
    </inkml:brush>
  </inkml:definitions>
  <inkml:trace contextRef="#ctx0" brushRef="#br0">441 214 24575,'-14'-27'0,"-37"-61"0,44 76 0,-2 1 0,1 0 0,-2 0 0,1 1 0,-13-10 0,19 17 0,-1 1 0,0-1 0,0 1 0,0 0 0,0 0 0,0 0 0,0 0 0,-1 1 0,1 0 0,-1 0 0,1 0 0,-8-1 0,8 2 0,1 0 0,0 1 0,0-1 0,0 0 0,0 1 0,0 0 0,0 0 0,0 0 0,0 0 0,0 0 0,0 0 0,0 1 0,0 0 0,1-1 0,-1 1 0,1 0 0,-1 0 0,-3 5 0,-17 23 0,18-21 0,-1-1 0,0 0 0,-1 0 0,-11 10 0,15-16 0,1 0 0,-1 0 0,1-1 0,-1 1 0,0-1 0,1 0 0,-1 0 0,0 0 0,0 0 0,0 0 0,0-1 0,0 1 0,0-1 0,0 0 0,0 0 0,0 0 0,0 0 0,0 0 0,0-1 0,-3 0 0,-45-14-1365,39 10-5461</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18.351"/>
    </inkml:context>
    <inkml:brush xml:id="br0">
      <inkml:brushProperty name="width" value="0.05" units="cm"/>
      <inkml:brushProperty name="height" value="0.05" units="cm"/>
    </inkml:brush>
  </inkml:definitions>
  <inkml:trace contextRef="#ctx0" brushRef="#br0">1325 1 24575,'0'0'0,"0"0"0,0 0 0,1 0 0,-1 0 0,0-1 0,0 1 0,0 0 0,0 0 0,0 0 0,1 0 0,-1 0 0,0 0 0,0 0 0,0 0 0,0 0 0,0 0 0,1 0 0,-1 0 0,0 0 0,0 0 0,0 0 0,0 0 0,1 1 0,-1-1 0,0 0 0,0 0 0,0 0 0,0 0 0,0 0 0,0 0 0,1 0 0,-1 0 0,0 0 0,0 1 0,0-1 0,0 0 0,0 0 0,0 0 0,0 0 0,0 0 0,0 1 0,0-1 0,0 0 0,1 0 0,-1 0 0,0 0 0,0 0 0,0 1 0,0-1 0,0 0 0,0 0 0,0 0 0,0 0 0,0 1 0,0-1 0,-1 0 0,1 0 0,0 0 0,0 0 0,0 0 0,0 1 0,0-1 0,0 0 0,-10 6 0,-7-3 0,-2-1 0,1 0 0,0-2 0,-25-2 0,-2 1 0,-974 1 0,998 1 0,-32 5 0,32-2 0,-24 0 0,79 1-1365,-21-1-5461</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19.283"/>
    </inkml:context>
    <inkml:brush xml:id="br0">
      <inkml:brushProperty name="width" value="0.05" units="cm"/>
      <inkml:brushProperty name="height" value="0.05" units="cm"/>
    </inkml:brush>
  </inkml:definitions>
  <inkml:trace contextRef="#ctx0" brushRef="#br0">46 92 24575,'-10'-33'0,"9"26"0,-1 1 0,0-1 0,0 1 0,-1 0 0,1 0 0,-8-11 0,10 17 0,0-1 0,0 1 0,0 0 0,-1 0 0,1 0 0,0 0 0,0-1 0,0 1 0,0 0 0,0 0 0,0 0 0,0 0 0,-1-1 0,1 1 0,0 0 0,0 0 0,0 0 0,0 0 0,-1 0 0,1 0 0,0-1 0,0 1 0,0 0 0,-1 0 0,1 0 0,0 0 0,0 0 0,0 0 0,-1 0 0,1 0 0,0 0 0,0 0 0,0 0 0,-1 0 0,1 0 0,0 0 0,0 0 0,-1 0 0,1 0 0,0 0 0,0 1 0,0-1 0,0 0 0,-1 0 0,1 0 0,-4 13 0,3 18 0,1-30 0,0 22 0,-1 24 0,3-1 0,9 62 0,31 103 0,-42-210 0,8 56 0,-7-50 0,-1 0 0,0-1 0,0 1 0,-1 0 0,0-1 0,-2 11 0,2-15-68,1-1 0,-1 1-1,0 0 1,0-1 0,0 1 0,0-1-1,0 1 1,0-1 0,0 0 0,0 1-1,-1-1 1,1 0 0,0 0 0,-1 0-1,1 0 1,-1 0 0,1 0-1,-1 0 1,-3 0 0,-6 3-6758</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19.969"/>
    </inkml:context>
    <inkml:brush xml:id="br0">
      <inkml:brushProperty name="width" value="0.05" units="cm"/>
      <inkml:brushProperty name="height" value="0.05" units="cm"/>
    </inkml:brush>
  </inkml:definitions>
  <inkml:trace contextRef="#ctx0" brushRef="#br0">1 30 24575,'0'-1'0,"0"1"0,1-1 0,-1 0 0,0 1 0,1-1 0,-1 1 0,0-1 0,1 0 0,-1 1 0,1-1 0,-1 1 0,1-1 0,-1 1 0,1-1 0,0 1 0,-1 0 0,1-1 0,-1 1 0,1 0 0,0-1 0,-1 1 0,1 0 0,0 0 0,-1 0 0,1 0 0,0-1 0,1 1 0,22-2 0,-21 2 0,144-15 0,-111 15 0,56 7 0,-39-1 0,111 9 0,250 16 0,-296-26 0,276 5 0,-263-9 0,179-3 0,-295 2 0,0-1 0,1 0 0,-1-1 0,27-8 0,-32 4 116,-10 6-147,0 0 0,0 0 1,0-1-1,0 1 0,0 0 0,0 0 0,0 0 0,0 0 0,0-1 1,0 1-1,0 0 0,0 0 0,0 0 0,0-1 0,0 1 0,0 0 1,0 0-1,0 0 0,0-1 0,0 1 0,0 0 0,0 0 0,0 0 1,0 0-1,-1-1 0,1 1 0,0 0 0,0 0 0,0 0 0,0 0 1,0 0-1,-1-1 0,1 1 0,0 0 0,0 0 0,0 0 0,0 0 0,-1 0 1,1 0-1,0 0 0,0 0 0,0 0 0,-1 0 0,1 0 0,0 0 1,0 0-1,-1 0 0,-7-3-6795</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21.093"/>
    </inkml:context>
    <inkml:brush xml:id="br0">
      <inkml:brushProperty name="width" value="0.05" units="cm"/>
      <inkml:brushProperty name="height" value="0.05" units="cm"/>
    </inkml:brush>
  </inkml:definitions>
  <inkml:trace contextRef="#ctx0" brushRef="#br0">216 50 24575,'-22'-9'0,"-57"-22"0,71 29 0,0 0 0,-1 0 0,1 0 0,0 1 0,-1 1 0,0-1 0,-11 2 0,18-1 0,0 1 0,0-1 0,1 0 0,-1 1 0,1 0 0,-1-1 0,0 1 0,1 0 0,-1 0 0,1 0 0,-1 0 0,1 0 0,0 0 0,-1 0 0,1 0 0,0 1 0,0-1 0,0 0 0,0 1 0,0-1 0,0 1 0,0-1 0,1 1 0,-1-1 0,0 1 0,1 0 0,-1-1 0,1 1 0,0 0 0,0 0 0,-1-1 0,2 4 0,-1 6 0,0-1 0,1 0 0,0 0 0,4 13 0,-4-17 0,13 45 0,3-1 0,42 92 0,-7-22 0,-44-101 0,-3-6 0,0-1 0,0 1 0,-2 0 0,5 23 0,-8-35-5,0 0 0,0 0 0,0 0 0,0 0 0,0 0 0,0 0 0,0 0 0,0 0 0,0-1 0,-1 1 0,1 0 0,0 0 0,-1 0 0,1 0 0,-1 1 0,1-2 13,-1 0 1,1 1-1,0-1 0,-1 0 1,1 0-1,0 1 0,-1-1 1,1 0-1,-1 0 0,1 0 1,0 1-1,-1-1 0,1 0 1,-1 0-1,1 0 0,-1 0 1,1 0-1,0 0 0,-1 0 1,1 0-1,-1 0 0,1 0 1,-1 0-1,-1-1-143,0 0 0,0 0 0,0 0 0,0 0 0,0 0 0,0 0 0,0 0 0,0-1 0,0 1 0,-2-3 0,-6-8-6691</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21.265"/>
    </inkml:context>
    <inkml:brush xml:id="br0">
      <inkml:brushProperty name="width" value="0.05" units="cm"/>
      <inkml:brushProperty name="height" value="0.05" units="cm"/>
    </inkml:brush>
  </inkml:definitions>
  <inkml:trace contextRef="#ctx0" brushRef="#br0">417 47 24575,'-30'-5'0,"-16"-2"0,-3-2 0,-3 1 0,4 1 0,4 2 0,8 2 0,4 2 0,6 0 0,4 1 0,4 0 0,4 3 0</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21.559"/>
    </inkml:context>
    <inkml:brush xml:id="br0">
      <inkml:brushProperty name="width" value="0.05" units="cm"/>
      <inkml:brushProperty name="height" value="0.05" units="cm"/>
    </inkml:brush>
  </inkml:definitions>
  <inkml:trace contextRef="#ctx0" brushRef="#br0">0 1 24575,'0'30'0,"3"12"0,0 2 0,3-4 0,-1-6 0,3-7 0,2-5 0,1-7 0,-1-5-8191</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22.512"/>
    </inkml:context>
    <inkml:brush xml:id="br0">
      <inkml:brushProperty name="width" value="0.05" units="cm"/>
      <inkml:brushProperty name="height" value="0.05" units="cm"/>
    </inkml:brush>
  </inkml:definitions>
  <inkml:trace contextRef="#ctx0" brushRef="#br0">327 136 24575,'-16'-16'0,"-2"1"0,0 0 0,0 2 0,-27-15 0,31 20 0,-1 1 0,0 0 0,-1 1 0,1 1 0,-1 0 0,-29-4 0,42 8 0,0 1 0,1 0 0,-1 0 0,0 0 0,1 0 0,-1 0 0,0 0 0,1 0 0,-1 1 0,1 0 0,-1-1 0,0 1 0,1 0 0,0 0 0,-1 0 0,1 1 0,0-1 0,-1 1 0,1-1 0,0 1 0,0 0 0,0-1 0,0 1 0,1 0 0,-1 0 0,0 1 0,1-1 0,0 0 0,-1 0 0,1 1 0,0-1 0,0 1 0,0-1 0,0 1 0,1-1 0,-1 1 0,1 0 0,-1 4 0,1 4 0,0 0 0,0 0 0,1 0 0,1 0 0,0-1 0,0 1 0,1 0 0,0-1 0,1 0 0,5 10 0,9 15 0,32 47 0,-24-42 0,131 214 0,-140-226 0,20 42 0,-32-57 0,0 0 0,0 0 0,-2 0 0,1 1 0,-2-1 0,2 16 0,-4-27 0,0 0 0,0 0 0,0 0 0,0 0 0,0 1 0,-1-1 0,1 0 0,-2 3 0,2-5 0,0 1 0,0-1 0,0 0 0,-1 0 0,1 0 0,0 1 0,0-1 0,0 0 0,-1 0 0,1 1 0,0-1 0,0 0 0,0 0 0,-1 0 0,1 0 0,0 1 0,0-1 0,-1 0 0,1 0 0,0 0 0,0 0 0,-1 0 0,1 0 0,0 0 0,-1 0 0,1 0 0,-1 0 0,0 0 0,1 0 0,-1-1 0,0 1 0,0 0 0,1-1 0,-1 1 0,0-1 0,1 1 0,-1-1 0,0 1 0,1-1 0,-1 1 0,0-2 0,-14-19-1365,9 9-5461</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22.666"/>
    </inkml:context>
    <inkml:brush xml:id="br0">
      <inkml:brushProperty name="width" value="0.05" units="cm"/>
      <inkml:brushProperty name="height" value="0.05" units="cm"/>
    </inkml:brush>
  </inkml:definitions>
  <inkml:trace contextRef="#ctx0" brushRef="#br0">308 46 24575,'-27'-5'0,"-15"-4"0,-2-1 0,3 2 0,7 1 0,6 3 0,6 2 0,4 3 0,2 2 0,2 3 0,3 3 0,0 0 0</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38:23.132"/>
    </inkml:context>
    <inkml:brush xml:id="br0">
      <inkml:brushProperty name="width" value="0.05" units="cm"/>
      <inkml:brushProperty name="height" value="0.05" units="cm"/>
    </inkml:brush>
  </inkml:definitions>
  <inkml:trace contextRef="#ctx0" brushRef="#br0">1 10 24575,'1'-1'0,"0"0"0,0 0 0,1 0 0,-1 0 0,0 1 0,1-1 0,-1 0 0,1 1 0,-1-1 0,1 1 0,-1-1 0,1 1 0,-1 0 0,1-1 0,-1 1 0,1 0 0,-1 0 0,1 0 0,0 1 0,-1-1 0,1 0 0,-1 0 0,1 1 0,-1-1 0,1 1 0,-1-1 0,0 1 0,1 0 0,-1 0 0,0 0 0,1-1 0,-1 1 0,0 0 0,0 0 0,0 1 0,0-1 0,0 0 0,0 0 0,0 1 0,0-1 0,0 0 0,0 1 0,0 1 0,3 7 0,1 0 0,-2 1 0,0 0 0,4 19 0,-6-23 0,-1-6 0,10 61 0,-10-56 0,0-1 0,0 1 0,0-1 0,0 1 0,-1-1 0,0 1 0,0-1 0,0 0 0,-3 7 0,3-11 0,0 1 0,0-1 0,0 0 0,0 1 0,-1-1 0,1 0 0,0 0 0,0 0 0,-3 2 0,3-2 0,0-1 0,-1 1 0,1 0 0,0 0 0,0 0 0,0 0 0,0 0 0,0 0 0,1 0 0,-2 3 0,2-4 0,0 1 0,0-1 0,0 1 0,0-1 0,1 1 0,-1-1 0,0 0 0,1 1 0,-1-1 0,0 1 0,1-1 0,-1 0 0,0 1 0,1-1 0,-1 0 0,1 1 0,-1-1 0,1 0 0,-1 0 0,0 1 0,1-1 0,-1 0 0,1 0 0,-1 0 0,1 0 0,0 1 0,0-1 0,16 5 0,-16-5 0,80 17 0,26 7 0,-34-4-1365,-55-16-5461</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0:57.723"/>
    </inkml:context>
    <inkml:brush xml:id="br0">
      <inkml:brushProperty name="width" value="0.05" units="cm"/>
      <inkml:brushProperty name="height" value="0.05" units="cm"/>
      <inkml:brushProperty name="color" value="#E71224"/>
    </inkml:brush>
  </inkml:definitions>
  <inkml:trace contextRef="#ctx0" brushRef="#br0">1640 50 24575,'-17'-7'0,"1"1"0,-1 0 0,1 2 0,-1-1 0,-21-1 0,-90-5 0,92 9 0,-702-1-1699,332 24 1888,291-10 1333,75-6-1534,-5 5-1353,35-8-5461</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47.679"/>
    </inkml:context>
    <inkml:brush xml:id="br0">
      <inkml:brushProperty name="width" value="0.05" units="cm"/>
      <inkml:brushProperty name="height" value="0.05" units="cm"/>
      <inkml:brushProperty name="color" value="#E71224"/>
    </inkml:brush>
  </inkml:definitions>
  <inkml:trace contextRef="#ctx0" brushRef="#br0">0 78 24575,'1'5'0,"0"0"0,1 0 0,-1 0 0,1 0 0,0-1 0,1 1 0,-1-1 0,6 7 0,-5-5 0,6 10 0,-1 0 0,-1 0 0,0 1 0,-1 0 0,4 23 0,-6-27 0,-1 2 0,-7-26 0,-1-5 0,1 0 0,1 0 0,0 0 0,1 0 0,1 0 0,0-1 0,1 1 0,1 0 0,3-18 0,-3 29 0,1 1 0,-1-1 0,1 1 0,0-1 0,0 1 0,0 0 0,0 0 0,1 0 0,0 0 0,0 0 0,0 1 0,0-1 0,0 1 0,1-1 0,0 1 0,-1 1 0,1-1 0,0 0 0,0 1 0,1 0 0,-1 0 0,0 0 0,9-2 0,-3 2 0,-1 0 0,0 0 0,1 1 0,-1 0 0,1 1 0,-1 0 0,1 0 0,-1 1 0,1 0 0,-1 1 0,12 3 0,-19-4-72,0-1 1,0 1-1,0 0 0,0-1 0,0 1 0,0 0 0,0 0 0,-1 0 1,1 1-1,0-1 0,-1 0 0,1 1 0,-1-1 0,1 1 0,-1-1 1,1 1-1,-1 0 0,1 2 0,1 7-6754</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08.700"/>
    </inkml:context>
    <inkml:brush xml:id="br0">
      <inkml:brushProperty name="width" value="0.05" units="cm"/>
      <inkml:brushProperty name="height" value="0.05" units="cm"/>
      <inkml:brushProperty name="color" value="#E71224"/>
    </inkml:brush>
  </inkml:definitions>
  <inkml:trace contextRef="#ctx0" brushRef="#br0">20 39 24575,'-20'-38'0,"31"65"0,1 1 0,1-1 0,30 43 0,61 69 0,12 17 0,-99-130 0,-8-13 0,0 0 0,-1 1 0,11 26 0,-18-39-100,-1 0 67,0-1-1,0 0 1,0 0 0,0 0-1,0 0 1,0 1 0,1-1 0,-1 0-1,0 0 1,0 0 0,0 1-1,0-1 1,0 0 0,0 0 0,0 1-1,0-1 1,0 0 0,0 0-1,0 0 1,0 1 0,0-1 0,0 0-1,0 0 1,0 1 0,0-1-1,0 0 1,-1 0 0,1 0 0,0 1-1,0-1 1,0 0 0,0 0-1,0 0 1,0 0 0,-1 1 0,1-1-1,0 0 1</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09.245"/>
    </inkml:context>
    <inkml:brush xml:id="br0">
      <inkml:brushProperty name="width" value="0.05" units="cm"/>
      <inkml:brushProperty name="height" value="0.05" units="cm"/>
      <inkml:brushProperty name="color" value="#E71224"/>
    </inkml:brush>
  </inkml:definitions>
  <inkml:trace contextRef="#ctx0" brushRef="#br0">396 2 24575,'0'0'0,"0"0"0,-1 0 0,1 0 0,0 0 0,0 0 0,0 0 0,0 0 0,0 0 0,0 0 0,0 0 0,0 0 0,0-1 0,0 1 0,0 0 0,0 0 0,0 0 0,0 0 0,0 0 0,0 0 0,0 0 0,0 0 0,0 0 0,0 0 0,-1 0 0,1 0 0,0 0 0,0 0 0,0 0 0,0 0 0,0 0 0,0 0 0,0 0 0,0 0 0,0 0 0,0 0 0,0 0 0,-1 0 0,1 0 0,0 0 0,0 0 0,0 0 0,0 0 0,0 0 0,0 0 0,0 0 0,0 0 0,0 0 0,0 0 0,0 0 0,-1 0 0,1 0 0,0 0 0,0 0 0,0 0 0,0 0 0,-8 6 0,-5 6 0,-31 30 0,26-26 0,0 1 0,1 0 0,1 1 0,-23 36 0,28-35 0,1 1 0,1 1 0,-6 22 0,-14 64 0,-1 5 0,28-107-50,-2 8 85,0-1 1,-1 0-1,0-1 0,-10 17 0,14-26-92,-1 1 0,0-1-1,0 0 1,1 0 0,-1 1-1,-1-2 1,1 1 0,0 0-1,0 0 1,-1-1-1,1 1 1,-1-1 0,1 0-1,-1 1 1,0-1 0,1 0-1,-1-1 1,0 1 0,0 0-1,0-1 1,1 0-1,-1 0 1,0 0 0,0 0-1,-4 0 1,-6-3-6769</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09.915"/>
    </inkml:context>
    <inkml:brush xml:id="br0">
      <inkml:brushProperty name="width" value="0.05" units="cm"/>
      <inkml:brushProperty name="height" value="0.05" units="cm"/>
      <inkml:brushProperty name="color" value="#E71224"/>
    </inkml:brush>
  </inkml:definitions>
  <inkml:trace contextRef="#ctx0" brushRef="#br0">122 13 24575,'-2'-10'0,"-4"7"0,6 4 0,-1-1 0,0 1 0,0-1 0,0 1 0,0 0 0,1-1 0,-1 1 0,0 0 0,1-1 0,-1 1 0,0 0 0,1 0 0,-1 0 0,1 0 0,-1-1 0,1 3 0,-74 180 0,67-162 0,1 0 0,1 0 0,1 1 0,1-1 0,1 1 0,1 0 0,1 0 0,4 42 0,0-49 0,0 0 0,0 0 0,2-1 0,-1 0 0,2 0 0,0 0 0,1-1 0,0 0 0,1-1 0,0 1 0,1-2 0,0 1 0,1-2 0,0 1 0,1-1 0,25 15 0,-23-18-1365,-2-2-5461</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10.948"/>
    </inkml:context>
    <inkml:brush xml:id="br0">
      <inkml:brushProperty name="width" value="0.05" units="cm"/>
      <inkml:brushProperty name="height" value="0.05" units="cm"/>
      <inkml:brushProperty name="color" value="#E71224"/>
    </inkml:brush>
  </inkml:definitions>
  <inkml:trace contextRef="#ctx0" brushRef="#br0">14 74 24575,'0'0'0,"-1"0"0,1 0 0,0-1 0,0 1 0,-1 0 0,1 0 0,0 0 0,-1-1 0,1 1 0,0 0 0,-1 0 0,1 0 0,0 0 0,-1 0 0,1 0 0,-1 0 0,1 0 0,0 0 0,-1 0 0,1 0 0,0 0 0,-1 0 0,1 0 0,0 0 0,-1 0 0,1 1 0,0-1 0,-1 0 0,1 0 0,0 0 0,-1 0 0,1 1 0,-1-1 0,1 1 0,0 0 0,0 0 0,-1 0 0,1-1 0,0 1 0,0 0 0,0 0 0,0 0 0,0 0 0,0 0 0,0 0 0,0-1 0,1 2 0,9 28 0,-4-19 0,1 0 0,-1-1 0,2 0 0,-1 0 0,2 0 0,-1-1 0,12 9 0,-13-13 0,-1 0 0,2 0 0,-1 0 0,1-1 0,-1-1 0,1 1 0,0-1 0,0 0 0,1-1 0,-1 0 0,10 1 0,-10-2 0,0 0 0,-1 0 0,1-1 0,0-1 0,15-1 0,-22 2 0,1-1 0,0 0 0,0 1 0,0-1 0,-1 0 0,1 0 0,0 0 0,-1 0 0,1 0 0,-1 0 0,1 0 0,-1 0 0,0-1 0,1 1 0,-1-1 0,0 1 0,0-1 0,0 1 0,0-1 0,0 0 0,0 1 0,0-1 0,-1 0 0,1 0 0,-1 1 0,1-1 0,-1 0 0,0 0 0,0-2 0,0-11 0,0 13 0,0-1 0,-1 1 0,1-1 0,0 1 0,1-1 0,-1 1 0,0-1 0,1 1 0,-1-1 0,2-1 0,-2 4 0,0 0 0,0-1 0,1 1 0,-1 0 0,0 0 0,0 0 0,1 0 0,-1 0 0,0 0 0,0 0 0,1 0 0,-1 0 0,0 0 0,0 0 0,1 1 0,-1-1 0,0 0 0,0 0 0,0 0 0,1 0 0,-1 0 0,0 0 0,0 0 0,0 1 0,1-1 0,-1 0 0,0 0 0,0 0 0,0 0 0,0 1 0,1-1 0,7 9 0,-7-8 0,7 6 0,-1-1 0,1 0 0,0 0 0,0-1 0,1 0 0,0 0 0,0-1 0,0-1 0,0 1 0,1-1 0,-1-1 0,1 0 0,-1 0 0,1-1 0,0 0 0,0-1 0,11 0 0,-19 0 0,0-1 0,0 1 0,0 0 0,0-1 0,0 0 0,0 1 0,-1-1 0,1 0 0,0 0 0,0 0 0,0 0 0,-1 0 0,1 0 0,-1 0 0,1-1 0,-1 1 0,1-1 0,-1 1 0,0-1 0,0 1 0,0-1 0,0 0 0,0 0 0,0 1 0,0-1 0,0 0 0,-1 0 0,1 0 0,-1 0 0,1 0 0,-1 0 0,0 0 0,0 0 0,0-2 0,0-2 0,0 1 0,0-1 0,-1 1 0,0-1 0,0 1 0,-1 0 0,1 0 0,-1-1 0,0 1 0,0 0 0,-5-7 0,0 2-105,0 0 0,-1 0 0,-1 1 0,1 0 0,-1 0 0,-1 1 0,0 0 0,0 1 0,0 0 0,-1 0 0,0 2 0,-19-9 0,15 10-6721</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12.505"/>
    </inkml:context>
    <inkml:brush xml:id="br0">
      <inkml:brushProperty name="width" value="0.05" units="cm"/>
      <inkml:brushProperty name="height" value="0.05" units="cm"/>
      <inkml:brushProperty name="color" value="#E71224"/>
    </inkml:brush>
  </inkml:definitions>
  <inkml:trace contextRef="#ctx0" brushRef="#br0">130 1 24575,'-1'0'0,"0"1"0,-1 0 0,1 0 0,0 0 0,1 0 0,-1 0 0,0 0 0,0 0 0,0 0 0,0 0 0,1 0 0,-1 1 0,1-1 0,-1 0 0,1 0 0,-1 1 0,1-1 0,0 0 0,0 0 0,-1 1 0,1-1 0,0 0 0,0 1 0,1 1 0,-1 6 0,1-1 0,4 16 0,-1-8 0,1 10 0,-3-21 0,-1 0 0,0 0 0,0 0 0,-1 0 0,1 7 0,-1-9 0,-1-1 0,1 0 0,-1 0 0,1 0 0,-1 1 0,0-1 0,0 0 0,0 0 0,0 0 0,0 0 0,-1 0 0,1 0 0,0-1 0,-1 1 0,1 0 0,-3 1 0,1-1 10,0 1-1,0-1 0,0 0 0,-1 0 1,1-1-1,-1 1 0,1-1 0,-1 1 1,1-1-1,-1-1 0,-6 2 0,-4 0-616,-24-1 0,35-1 345,-13-1-6564</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13.159"/>
    </inkml:context>
    <inkml:brush xml:id="br0">
      <inkml:brushProperty name="width" value="0.05" units="cm"/>
      <inkml:brushProperty name="height" value="0.05" units="cm"/>
      <inkml:brushProperty name="color" value="#E71224"/>
    </inkml:brush>
  </inkml:definitions>
  <inkml:trace contextRef="#ctx0" brushRef="#br0">0 63 24575,'109'174'0,"-95"-158"0,-14-15 0,0-1 0,0 0 0,0 0 0,0 0 0,1 0 0,-1 0 0,0 0 0,0 0 0,0 0 0,0 1 0,0-1 0,0 0 0,1 0 0,-1 0 0,0 0 0,0 0 0,0 0 0,0 0 0,0 0 0,1 0 0,-1 0 0,0 0 0,0 0 0,0 0 0,0 0 0,0 0 0,1 0 0,-1 0 0,0 0 0,0 0 0,0 0 0,0 0 0,0 0 0,0-1 0,1 1 0,-1 0 0,0 0 0,0 0 0,0-12 0,-4-4 0,-1-1 0,-11-25 0,11 31 0,0-1 0,1 0 0,0 0 0,1 0 0,0 0 0,-1-22 0,3 31 0,1 1 0,1 0 0,-1-1 0,0 1 0,0 0 0,1 0 0,0-1 0,-1 1 0,1 0 0,0 0 0,0 0 0,0 0 0,0 0 0,0 0 0,1 0 0,-1 0 0,3-2 0,-1 1 0,0 1 0,0 0 0,0 1 0,0-1 0,0 1 0,0-1 0,0 1 0,0 0 0,1 0 0,5-1 0,5 0 0,0 1 0,0 1 0,0 0 0,22 4 0,-33-4-124,0 1 0,0-1 0,-1 1 0,1 0 0,0-1 0,0 2-1,0-1 1,-1 0 0,1 0 0,2 3 0</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13.799"/>
    </inkml:context>
    <inkml:brush xml:id="br0">
      <inkml:brushProperty name="width" value="0.05" units="cm"/>
      <inkml:brushProperty name="height" value="0.05" units="cm"/>
      <inkml:brushProperty name="color" value="#E71224"/>
    </inkml:brush>
  </inkml:definitions>
  <inkml:trace contextRef="#ctx0" brushRef="#br0">0 0 24575,'32'9'0,"-2"0"0,1 2 0,50 26 0,-69-30 0,-1 0 0,0 1 0,0 0 0,-1 0 0,0 1 0,-1 1 0,0 0 0,0 0 0,-1 0 0,0 1 0,12 23 0,-13-19 0,-1 1 0,0 0 0,-1 0 0,0 0 0,-1 1 0,-1-1 0,1 27 0,-3-34 0,-1 1 0,-1 0 0,0-1 0,0 1 0,0 0 0,-1-1 0,-1 0 0,0 1 0,0-1 0,-1 0 0,0-1 0,0 1 0,-1-1 0,-8 12 0,6-12-91,-1 0 0,1 0 0,-1-1 0,-1 0 0,1 0 0,-1-1 0,0-1 0,-1 1 0,1-1 0,-1-1 0,0 0 0,0 0 0,-1-1 0,-14 3 0,11-4-6735</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14.505"/>
    </inkml:context>
    <inkml:brush xml:id="br0">
      <inkml:brushProperty name="width" value="0.05" units="cm"/>
      <inkml:brushProperty name="height" value="0.05" units="cm"/>
      <inkml:brushProperty name="color" value="#E71224"/>
    </inkml:brush>
  </inkml:definitions>
  <inkml:trace contextRef="#ctx0" brushRef="#br0">13 1 24575,'-4'20'0,"0"1"0,2 0 0,0-1 0,1 1 0,5 40 0,24 103 0,-7-62 0,-21-99-19,18 128 160,-17-111-438,0 0-1,-2 0 1,0 0-1,-7 31 1,6-38-6529</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15.206"/>
    </inkml:context>
    <inkml:brush xml:id="br0">
      <inkml:brushProperty name="width" value="0.05" units="cm"/>
      <inkml:brushProperty name="height" value="0.05" units="cm"/>
      <inkml:brushProperty name="color" value="#E71224"/>
    </inkml:brush>
  </inkml:definitions>
  <inkml:trace contextRef="#ctx0" brushRef="#br0">8 34 24575,'-2'-9'0,"-2"-14"0,3 22 0,1 2 0,1 12 0,11 91 0,-3 109 0,0-37 0,-3-43-1365,-6-115-5461</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15.973"/>
    </inkml:context>
    <inkml:brush xml:id="br0">
      <inkml:brushProperty name="width" value="0.05" units="cm"/>
      <inkml:brushProperty name="height" value="0.05" units="cm"/>
      <inkml:brushProperty name="color" value="#E71224"/>
    </inkml:brush>
  </inkml:definitions>
  <inkml:trace contextRef="#ctx0" brushRef="#br0">0 16 24575,'22'-5'0,"-6"2"0,0 0 0,-1 1 0,1 1 0,0 0 0,18 1 0,-32 0 0,-1 1 0,1-1 0,-1 0 0,1 0 0,-1 0 0,1 1 0,-1-1 0,0 1 0,1-1 0,-1 1 0,0 0 0,1-1 0,-1 1 0,0 0 0,0 0 0,1 0 0,-1 0 0,0 0 0,0 0 0,0 0 0,0 0 0,-1 1 0,1-1 0,0 0 0,0 0 0,-1 1 0,1-1 0,-1 0 0,1 1 0,-1-1 0,1 1 0,-1-1 0,0 1 0,0-1 0,0 1 0,0-1 0,0 1 0,0-1 0,0 1 0,0-1 0,-1 3 0,-2 6 0,0 0 0,0 0 0,-1 0 0,-9 16 0,10-20 0,-1 1 0,1-1 0,0 1 0,1 0 0,-1-1 0,2 1 0,-1 0 0,1 1 0,-1 7 0,2-13 0,0 0 0,0 0 0,0 0 0,0 0 0,1 0 0,-1 0 0,1 0 0,-1 0 0,1 0 0,0-1 0,0 1 0,0 0 0,0 0 0,0-1 0,0 1 0,0 0 0,0-1 0,1 1 0,-1-1 0,1 0 0,-1 1 0,1-1 0,0 0 0,-1 0 0,1 0 0,0 0 0,0 0 0,-1 0 0,1-1 0,0 1 0,0-1 0,0 1 0,3-1 0,32 7 0,50 1 0,-61-8 45,0-1-1,28-5 1,30-1-1544,-71 6-5327</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13.649"/>
    </inkml:context>
    <inkml:brush xml:id="br0">
      <inkml:brushProperty name="width" value="0.05" units="cm"/>
      <inkml:brushProperty name="height" value="0.05" units="cm"/>
      <inkml:brushProperty name="color" value="#E71224"/>
    </inkml:brush>
  </inkml:definitions>
  <inkml:trace contextRef="#ctx0" brushRef="#br0">0 0 24575,'11'0'0,"-1"1"0,1 0 0,0 0 0,-1 1 0,0 0 0,1 1 0,-1 0 0,16 8 0,12 8 0,65 43 0,17 11 0,63 12 0,-117-56 0,44 29 0,-56-28 0,-11-7 0,1-2 0,60 18 0,-72-29 0,-10-4 0,27 12 0,-42-15 0,0 0 0,0 1 0,-1 0 0,0 0 0,1 1 0,-2-1 0,11 12 0,-45-60 0,14 26 0,1 0 0,-13-25 0,24 37 0,-1 0 0,2-1 0,-1 0 0,1 1 0,0-1 0,0 0 0,1 0 0,0 0 0,0 0 0,0 0 0,2-12 0,-1 18 0,0 0 0,0-1 0,0 1 0,0 0 0,1 0 0,-1-1 0,0 1 0,1 0 0,-1-1 0,1 1 0,0 0 0,-1 0 0,1 0 0,0 0 0,0 0 0,-1 0 0,3-2 0,-2 3 0,0-1 0,-1 1 0,1-1 0,0 1 0,0 0 0,0-1 0,0 1 0,0 0 0,0 0 0,0 0 0,0 0 0,0 0 0,0 0 0,0 0 0,0 0 0,0 0 0,2 1 0,1 0 0,-1 0 0,1 0 0,-1 1 0,0 0 0,1 0 0,-1 0 0,0 0 0,0 0 0,-1 1 0,1-1 0,2 4 0,8 11 0,0 0 0,16 34 0,-2-3 0,-10-18 0,18 44 0,-23-46 0,1 0 0,22 33 0,-33-60 0,-1 1 0,0-1 0,0 1 0,0-1 0,-1 1 0,1 0 0,0-1 0,0 1 0,-1 0 0,1-1 0,-1 1 0,0 0 0,1 0 0,-1-1 0,0 1 0,0 2 0,-1-3 0,1 0 0,-1 0 0,0 0 0,1 0 0,-1 0 0,0 0 0,0-1 0,1 1 0,-1 0 0,0 0 0,0-1 0,0 1 0,0 0 0,0-1 0,0 1 0,0-1 0,0 1 0,0-1 0,0 0 0,0 1 0,-1-1 0,1 0 0,0 0 0,0 0 0,0 0 0,-2 0 0,-9 1 0,1-1 0,-1 0 0,0-1 0,0 0 0,-11-3 0,-60-18 0,64 17 0,-52-18 74,-25-6-1513,83 26-5387</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2.386"/>
    </inkml:context>
    <inkml:brush xml:id="br0">
      <inkml:brushProperty name="width" value="0.05" units="cm"/>
      <inkml:brushProperty name="height" value="0.05" units="cm"/>
      <inkml:brushProperty name="color" value="#E71224"/>
    </inkml:brush>
  </inkml:definitions>
  <inkml:trace contextRef="#ctx0" brushRef="#br0">2561 6 24575,'0'0'0,"1"-1"0,-1 1 0,1-1 0,-1 1 0,0-1 0,1 1 0,-1 0 0,1-1 0,0 1 0,-1 0 0,1 0 0,-1-1 0,1 1 0,-1 0 0,1 0 0,0 0 0,-1 0 0,1 0 0,0-1 0,-1 1 0,1 0 0,-1 1 0,1-1 0,0 0 0,0 0 0,1 5 0,-10 3 0,-53 30 0,18-14 0,8-3 0,-2-2 0,0-1 0,-1-3 0,-1-1 0,-1-1 0,-56 10 0,-296 45 0,-87 37 0,341-70 0,0-7 0,-176 14 0,25-25 0,134-6 0,118-6 0,-1 1 0,-38 13 0,67-17-136,1 0-1,0 1 1,-1 1-1,1-1 1,1 1-1,-1 0 1,0 1-1,1 0 0,-8 7 1</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3.991"/>
    </inkml:context>
    <inkml:brush xml:id="br0">
      <inkml:brushProperty name="width" value="0.05" units="cm"/>
      <inkml:brushProperty name="height" value="0.05" units="cm"/>
      <inkml:brushProperty name="color" value="#E71224"/>
    </inkml:brush>
  </inkml:definitions>
  <inkml:trace contextRef="#ctx0" brushRef="#br0">86 1 24575,'0'0'0,"1"0"0,-1 0 0,1 1 0,0-1 0,-1 0 0,1 0 0,-1 1 0,1-1 0,-1 0 0,1 1 0,-1-1 0,1 1 0,-1-1 0,0 1 0,1-1 0,-1 0 0,0 1 0,1 0 0,-1-1 0,0 1 0,1-1 0,-1 1 0,0-1 0,0 1 0,0 0 0,0-1 0,1 2 0,2 20 0,-2-15 0,12 51 0,-8-42 0,-1 0 0,-1 0 0,2 28 0,-6 83 0,3-126 0,2-5 0,6-8 0,-6 7 0,-1 2 0,-1 0 0,1 0 0,0 1 0,0-1 0,0 1 0,1-1 0,-1 1 0,1 0 0,-1 0 0,6-1 0,-3 1 0,0 0 0,0 1 0,0 0 0,1 0 0,11 1 0,-1-1 0,4 1 0,21 2 0,-36-1 0,0-1 0,-1 2 0,1-1 0,0 1 0,-1-1 0,1 1 0,-1 1 0,8 3 0,-12-5 0,0 0 0,0-1 0,0 1 0,0 0 0,0-1 0,0 1 0,0 0 0,0 0 0,-1 0 0,1 0 0,0 0 0,0 0 0,-1 0 0,1 0 0,-1 0 0,1 0 0,-1 1 0,1-1 0,-1 0 0,1 0 0,-1 0 0,0 1 0,0 0 0,0 0 0,0 0 0,-1 0 0,1-1 0,-1 1 0,0 0 0,1-1 0,-1 1 0,0 0 0,0-1 0,0 1 0,0-1 0,0 0 0,-1 1 0,0 0 0,-5 4 0,0 0 0,0-1 0,0 0 0,-1 0 0,-10 4 0,-10 3 0,-2-1 0,1-2 0,-1-1 0,0-2 0,-1 0 0,0-2 0,-33 0 0,61-4-66,-1 0 93,0 0 1,-1 0 0,1 0 0,0 0 0,0-1 0,-6-1 0,10 2-74,-1-1 1,0 1 0,0-1 0,0 1-1,0-1 1,1 1 0,-1-1 0,0 1-1,0-1 1,1 0 0,-1 1-1,0-1 1,1 0 0,-1 0 0,1 1-1,-1-1 1,1 0 0,-1 0 0,1 0-1,0 0 1,0 0 0,-1 0 0,1 0-1,0 0 1,0 0 0,0 1 0,0-1-1,0 0 1,0 0 0,0 0-1,0 0 1,0-2 0,2-8-6781</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4.519"/>
    </inkml:context>
    <inkml:brush xml:id="br0">
      <inkml:brushProperty name="width" value="0.05" units="cm"/>
      <inkml:brushProperty name="height" value="0.05" units="cm"/>
      <inkml:brushProperty name="color" value="#E71224"/>
    </inkml:brush>
  </inkml:definitions>
  <inkml:trace contextRef="#ctx0" brushRef="#br0">144 1 24575,'-22'4'0,"-28"10"0,44-12 0,0 0 0,1 1 0,-1 0 0,1 0 0,-1 0 0,1 0 0,0 1 0,0 0 0,-7 7 0,11-10 0,0 0 0,0 0 0,0 1 0,0-1 0,1 0 0,-1 1 0,0-1 0,1 1 0,-1-1 0,0 1 0,1-1 0,0 1 0,-1 0 0,1-1 0,0 1 0,0-1 0,0 1 0,0 0 0,0-1 0,0 1 0,0-1 0,1 1 0,-1-1 0,1 1 0,-1 0 0,1-1 0,-1 0 0,1 1 0,0-1 0,0 1 0,0-1 0,0 0 0,0 1 0,0-1 0,2 2 0,4 4 0,1-1 0,0 0 0,0 0 0,14 7 0,-17-9 0,13 6 0,-1-1 0,2 0 0,19 6 0,-28-12 0,0 0 0,0 0 0,1-1 0,0-1 0,-1 0 0,1 0 0,15-2 0,-24 1 0,0 0 0,0 0 0,0 0 0,0-1 0,-1 1 0,1-1 0,0 1 0,0-1 0,0 0 0,0 0 0,-1 0 0,1 0 0,0 0 0,-1 0 0,1 0 0,-1-1 0,1 1 0,-1 0 0,0-1 0,0 1 0,1-1 0,-1 0 0,1-2 0,-1 1 0,0 0 0,0 1 0,-1-1 0,1 0 0,-1 0 0,0-1 0,0 1 0,0 0 0,0 0 0,0 0 0,-1 0 0,1 0 0,-1 0 0,-1-4 0,-2-5 0,-1 0 0,0 1 0,-1-1 0,0 1 0,-11-16 0,17 27 0,0 1 0,0-1 0,0 0 0,0 0 0,0 0 0,0 0 0,0 0 0,0 0 0,0 0 0,0 0 0,0 0 0,0 0 0,0 0 0,0 0 0,0 0 0,0 0 0,0 0 0,0 0 0,0 0 0,0 0 0,-1 1 0,1-1 0,0 0 0,0 0 0,0 0 0,0 0 0,0 0 0,0 0 0,0 0 0,0 0 0,0 0 0,0 0 0,0 0 0,0 0 0,0 0 0,0 0 0,0 0 0,0 0 0,0 0 0,0 0 0,-1 0 0,1 0 0,0 0 0,0 0 0,0 0 0,0 0 0,0 0 0,0 0 0,0 0 0,0 0 0,0 0 0,0 0 0,0 0 0,0 0 0,0 0 0,1 10 0,5 13 0,-2-16 0,0 1 0,0-1 0,0 1 0,1-1 0,0-1 0,0 1 0,1-1 0,0 1 0,0-2 0,11 9 0,-16-13 11,0 0 0,1 0 0,-1-1 0,0 1 0,0-1 0,1 1-1,-1-1 1,1 1 0,-1-1 0,2 1 0,-2-1-50,-1 0 0,1 0 0,-1-1 0,1 1 0,-1 0 0,0 0-1,1 0 1,-1 0 0,1 0 0,-1 0 0,0-1 0,1 1 0,-1 0 0,0 0 0,1-1 0,-1 1 0,0 0 0,1 0-1,-1-1 1,0 1 0,0 0 0,1-1 0,-1 1 0,0-1 0,0 1 0,0 0 0,1-1 0,-1 1 0,0 0 0,0-1 0,0 1-1,0-1 1,0 1 0,0-1 0,0 1 0,0 0 0,0-2 0,0-6-6787</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4.829"/>
    </inkml:context>
    <inkml:brush xml:id="br0">
      <inkml:brushProperty name="width" value="0.05" units="cm"/>
      <inkml:brushProperty name="height" value="0.05" units="cm"/>
      <inkml:brushProperty name="color" value="#E71224"/>
    </inkml:brush>
  </inkml:definitions>
  <inkml:trace contextRef="#ctx0" brushRef="#br0">0 0 24575,'1'13'0,"0"0"0,0 0 0,2 0 0,0 0 0,7 22 0,32 60 0,-21-50 0,-18-37 0,16 34 0,41 69 0,-51-99-1365,-1-3-5461</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5.034"/>
    </inkml:context>
    <inkml:brush xml:id="br0">
      <inkml:brushProperty name="width" value="0.05" units="cm"/>
      <inkml:brushProperty name="height" value="0.05" units="cm"/>
      <inkml:brushProperty name="color" value="#E71224"/>
    </inkml:brush>
  </inkml:definitions>
  <inkml:trace contextRef="#ctx0" brushRef="#br0">160 1 24575,'-18'5'0,"-8"1"0,1 3 0,1 0 0,3 0 0,2-1 0,5 1 0,1-2 0</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5.706"/>
    </inkml:context>
    <inkml:brush xml:id="br0">
      <inkml:brushProperty name="width" value="0.05" units="cm"/>
      <inkml:brushProperty name="height" value="0.05" units="cm"/>
      <inkml:brushProperty name="color" value="#E71224"/>
    </inkml:brush>
  </inkml:definitions>
  <inkml:trace contextRef="#ctx0" brushRef="#br0">130 314 24575,'-16'0'0,"-32"4"0,44-3 0,0 0 0,0 0 0,-1 0 0,1 0 0,0 0 0,0 1 0,0 0 0,0 0 0,1 0 0,-1 1 0,1-1 0,-5 5 0,7-6 0,0 0 0,0 0 0,0 0 0,0 0 0,1 0 0,-1 0 0,0 1 0,1-1 0,-1 0 0,1 1 0,-1-1 0,1 0 0,0 1 0,-1-1 0,1 0 0,0 1 0,0-1 0,0 1 0,0-1 0,0 2 0,1 0 0,0 0 0,0 0 0,0-1 0,0 1 0,0 0 0,1 0 0,-1-1 0,1 1 0,1 2 0,4 3 0,1 0 0,0 0 0,17 13 0,-13-12 0,0 0 0,1-1 0,0-1 0,16 7 0,-23-11 0,0-1 0,1 0 0,-1 0 0,1 0 0,-1-1 0,1 0 0,-1 0 0,1-1 0,-1 0 0,1 0 0,11-2 0,-16 1 0,0 1 0,-1-1 0,1 1 0,0-1 0,-1 0 0,1 1 0,-1-1 0,1 0 0,-1 0 0,0 0 0,1 0 0,-1-1 0,0 1 0,0 0 0,0 0 0,0-1 0,0 1 0,1-2 0,0-1 0,-1 1 0,0 0 0,1-1 0,-2 1 0,1-1 0,0 1 0,-1-1 0,1-4 0,-1-4 0,-1 1 0,0 0 0,-1-1 0,-5-17 0,-14-34 0,-38-79 0,43 106 0,8 16 0,-1 0 0,0 0 0,-1 0 0,-23-33 0,37 60 0,0 1 0,-1-1 0,4 14 0,2 1 0,61 122 0,-41-90 0,-18-32 0,1 2 0,0 0 0,2-1 0,32 41 0,-43-61 0,-1 0 0,1-1 0,0 1 0,0-1 0,0 0 0,1 0 0,-1 0 0,6 2 0,-8-3 0,0-1 0,0 1 0,0-1 0,1 0 0,-1 0 0,0 1 0,0-1 0,0 0 0,0 0 0,0 0 0,0 0 0,0 0 0,0-1 0,0 1 0,1 0 0,-1 0 0,0-1 0,0 1 0,0-1 0,0 1 0,0-1 0,0 1 0,0-1 0,-1 1 0,1-1 0,0 0 0,0 0 0,0 1 0,-1-1 0,1 0 0,0 0 0,-1 0 0,2-2 0,1-4 0,0 0 0,-1 0 0,0 0 0,0 0 0,-1 0 0,0-1 0,0 1 0,0-1 0,-1-11 0,2-24 0,-2 43 0,0-1 0,0 1 0,0 0 0,0 0 0,0 0 0,1 0 0,-1-1 0,0 1 0,0 0 0,0 0 0,0 0 0,0 0 0,0 0 0,0 0 0,0-1 0,1 1 0,-1 0 0,0 0 0,0 0 0,0 0 0,0 0 0,0 0 0,1 0 0,-1 0 0,0 0 0,0 0 0,0 0 0,0 0 0,1 0 0,-1 0 0,0 0 0,0 0 0,0 0 0,0 0 0,0 0 0,1 0 0,-1 0 0,0 0 0,0 0 0,0 0 0,0 0 0,1 0 0,-1 0 0,0 0 0,0 0 0,0 0 0,0 1 0,0-1 0,0 0 0,1 0 0,-1 0 0,0 0 0,0 0 0,0 0 0,0 1 0,9 7 0,-8-7 0,66 77 0,1 1 0,-17-27-1365,-40-38-5461</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6.375"/>
    </inkml:context>
    <inkml:brush xml:id="br0">
      <inkml:brushProperty name="width" value="0.05" units="cm"/>
      <inkml:brushProperty name="height" value="0.05" units="cm"/>
      <inkml:brushProperty name="color" value="#E71224"/>
    </inkml:brush>
  </inkml:definitions>
  <inkml:trace contextRef="#ctx0" brushRef="#br0">169 25 24575,'-9'-3'0,"-59"-15"0,62 17 0,0 0 0,-1 0 0,1 1 0,-1 0 0,1 0 0,0 1 0,-1-1 0,-7 3 0,12-3 0,1 1 0,-1-1 0,1 1 0,0-1 0,-1 1 0,1 0 0,0-1 0,0 1 0,-1 0 0,1 0 0,0 0 0,0 0 0,0 0 0,0 0 0,0 0 0,0 0 0,0 1 0,1-1 0,-1 0 0,0 1 0,1-1 0,-1 0 0,1 1 0,-1-1 0,1 0 0,0 1 0,-1-1 0,1 1 0,0-1 0,0 1 0,0-1 0,0 1 0,0-1 0,1 1 0,-1-1 0,0 1 0,1-1 0,-1 0 0,1 2 0,2 4 0,0 1 0,0-1 0,1 0 0,-1 0 0,10 11 0,10 9 0,0-1 0,2-1 0,51 39 0,-75-63 0,15 15 0,-16-16 0,0 0 0,0 0 0,0 1 0,0-1 0,1 0 0,-1 0 0,0 1 0,0-1 0,0 0 0,0 1 0,0-1 0,0 0 0,0 0 0,0 1 0,0-1 0,0 0 0,0 0 0,0 1 0,0-1 0,0 0 0,0 1 0,0-1 0,0 0 0,-1 0 0,1 1 0,0-1 0,0 1 0,-1-1 0,0 0 0,1 1 0,-1-1 0,1 1 0,-1-1 0,0 0 0,0 0 0,1 1 0,-1-1 0,0 0 0,1 0 0,-1 0 0,0 0 0,0 0 0,-16 1 0,0-2 0,0 0 0,0-1 0,0 0 0,0-1 0,-16-7 0,6 1-1365,17 3-5461</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6.609"/>
    </inkml:context>
    <inkml:brush xml:id="br0">
      <inkml:brushProperty name="width" value="0.05" units="cm"/>
      <inkml:brushProperty name="height" value="0.05" units="cm"/>
      <inkml:brushProperty name="color" value="#E71224"/>
    </inkml:brush>
  </inkml:definitions>
  <inkml:trace contextRef="#ctx0" brushRef="#br0">22 0 24575,'-5'5'0,"-2"5"0,1 2 0,3 2 0,3 1 0,3-2 0,2 0 0,2-3 0,2-1 0,3-1 0,1 0 0,-1-1-8191</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6.796"/>
    </inkml:context>
    <inkml:brush xml:id="br0">
      <inkml:brushProperty name="width" value="0.05" units="cm"/>
      <inkml:brushProperty name="height" value="0.05" units="cm"/>
      <inkml:brushProperty name="color" value="#E71224"/>
    </inkml:brush>
  </inkml:definitions>
  <inkml:trace contextRef="#ctx0" brushRef="#br0">1 0 24575,'2'0'0,"1"3"0,1 3 0,1 0 0,0 3 0,-1 1 0,-1-1-8191</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7.217"/>
    </inkml:context>
    <inkml:brush xml:id="br0">
      <inkml:brushProperty name="width" value="0.05" units="cm"/>
      <inkml:brushProperty name="height" value="0.05" units="cm"/>
      <inkml:brushProperty name="color" value="#E71224"/>
    </inkml:brush>
  </inkml:definitions>
  <inkml:trace contextRef="#ctx0" brushRef="#br0">0 1 24575,'8'-1'0,"0"2"0,0-1 0,0 1 0,0 1 0,0-1 0,0 1 0,-1 1 0,1 0 0,7 3 0,-11-4 0,-1 0 0,0 0 0,0 0 0,1 1 0,-1-1 0,-1 1 0,1 0 0,0 0 0,-1 0 0,1 0 0,-1 0 0,0 1 0,0-1 0,0 1 0,-1-1 0,1 1 0,-1 0 0,0-1 0,0 1 0,1 5 0,12 126 0,-14-133 5,1 1-1,-1-1 1,1 1 0,0-1-1,0 1 1,0-1-1,0 0 1,0 0 0,0 1-1,1-1 1,-1 0 0,1 0-1,-1 0 1,1 0-1,0 0 1,0-1 0,0 1-1,0 0 1,0-1-1,0 0 1,0 1 0,1-1-1,-1 0 1,0 0-1,5 1 1,3 1-253,0-1 1,1 0-1,-1-1 1,0 0-1,12-1 1,-9 0-6579</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27.670"/>
    </inkml:context>
    <inkml:brush xml:id="br0">
      <inkml:brushProperty name="width" value="0.05" units="cm"/>
      <inkml:brushProperty name="height" value="0.05" units="cm"/>
      <inkml:brushProperty name="color" value="#E71224"/>
    </inkml:brush>
  </inkml:definitions>
  <inkml:trace contextRef="#ctx0" brushRef="#br0">0 222 24575,'39'-3'0,"60"-6"0,-88 7 0,1-1 0,-1 0 0,1 0 0,-1-1 0,0-1 0,12-6 0,-20 9 0,0-1 0,0 1 0,0 0 0,0-1 0,-1 0 0,1 1 0,-1-1 0,0 0 0,0 0 0,0-1 0,0 1 0,0 0 0,-1-1 0,1 1 0,-1-1 0,0 1 0,1-6 0,-1 2 0,0 0 0,-1 0 0,0 0 0,0 0 0,0 0 0,-1 0 0,0 1 0,-3-12 0,3 15 0,0 1 0,0-1 0,0 0 0,-1 1 0,1-1 0,-1 1 0,1 0 0,-1-1 0,0 1 0,0 0 0,0 0 0,-1 0 0,1 0 0,0 1 0,-1-1 0,1 1 0,-1-1 0,1 1 0,-1 0 0,0 0 0,1 0 0,-6-1 0,5 1 0,1 1 0,0 0 0,0 0 0,-1-1 0,1 1 0,0 0 0,-1 1 0,1-1 0,0 0 0,-1 1 0,1-1 0,0 1 0,0 0 0,0 0 0,0 0 0,-1 0 0,1 0 0,0 0 0,1 0 0,-1 1 0,0-1 0,0 1 0,1 0 0,-1-1 0,0 1 0,1 0 0,0 0 0,-2 3 0,0 1 0,0 1 0,0 0 0,1-1 0,0 1 0,1 0 0,0 0 0,0 0 0,0 0 0,1 0 0,0 0 0,0 1 0,1-1 0,0 0 0,0 0 0,0 0 0,1 0 0,0-1 0,1 1 0,0 0 0,0-1 0,7 12 0,-4-8 0,1-1 0,0 1 0,0-1 0,1-1 0,1 0 0,-1 0 0,1 0 0,0-1 0,1 0 0,0-1 0,0 0 0,20 8 0,-16-9 17,1 0 0,-1-1 1,1-1-1,0 0 0,1-1 0,17 0 0,-24-2-141,0 0 0,0-1 1,0 0-1,0 0 0,0-1 0,0-1 1,-1 1-1,1-1 0,-1-1 0,0 0 1,15-8-1,-10 2-6702</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39.651"/>
    </inkml:context>
    <inkml:brush xml:id="br0">
      <inkml:brushProperty name="width" value="0.05" units="cm"/>
      <inkml:brushProperty name="height" value="0.05" units="cm"/>
      <inkml:brushProperty name="color" value="#E71224"/>
    </inkml:brush>
  </inkml:definitions>
  <inkml:trace contextRef="#ctx0" brushRef="#br0">1 0 24575,'1'8'0,"0"0"0,0 0 0,1 0 0,1 0 0,-1 0 0,8 14 0,2 8 0,-2-1 0,2 0 0,2 0 0,0-1 0,2-1 0,27 37 0,74 92 0,-117-155-56,1 0-9,0 0-1,1 0 1,-2 0-1,1 1 1,0-1-1,0 0 1,0 1-1,-1-1 1,1 1 0,0-1-1,-1 1 1,1-1-1,-1 1 1,0-1-1,0 1 1,1-1-1,-1 1 1,0 0-1,-1 2 1</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37.076"/>
    </inkml:context>
    <inkml:brush xml:id="br0">
      <inkml:brushProperty name="width" value="0.05" units="cm"/>
      <inkml:brushProperty name="height" value="0.05" units="cm"/>
      <inkml:brushProperty name="color" value="#E71224"/>
    </inkml:brush>
  </inkml:definitions>
  <inkml:trace contextRef="#ctx0" brushRef="#br0">337 4 24575,'1'-1'0,"-1"1"0,1 0 0,-1-1 0,1 1 0,-1 0 0,1 0 0,0-1 0,-1 1 0,1 0 0,0 0 0,-1 0 0,1 0 0,0-1 0,-1 1 0,1 0 0,0 0 0,-1 0 0,1 1 0,0-1 0,-1 0 0,1 0 0,0 0 0,-1 0 0,1 1 0,0-1 0,-1 0 0,1 1 0,-1-1 0,1 0 0,-1 1 0,1-1 0,-1 1 0,1-1 0,-1 1 0,1-1 0,-1 1 0,1-1 0,-1 1 0,0-1 0,1 1 0,-1-1 0,0 1 0,0 0 0,1-1 0,-1 1 0,0 0 0,0-1 0,0 1 0,0 0 0,0-1 0,0 1 0,0 0 0,0-1 0,0 2 0,0 2 0,0 0 0,0 0 0,0 0 0,-1 0 0,1 0 0,-1 0 0,-3 7 0,-1-2 0,0-1 0,-1 0 0,0 0 0,-1 0 0,1-1 0,-1 1 0,-16 11 0,12-11 0,1 2 0,0-1 0,-13 18 0,-9 20 0,17-23 0,-1 0 0,-2-2 0,0 0 0,-31 30 0,-13-12 0,59-37-95,1 0 0,-1 0 0,1 1-1,0-1 1,0 1 0,0-1 0,0 1-1,-1 4 1,2-6-413,-3 7-6318</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1:38.292"/>
    </inkml:context>
    <inkml:brush xml:id="br0">
      <inkml:brushProperty name="width" value="0.05" units="cm"/>
      <inkml:brushProperty name="height" value="0.05" units="cm"/>
      <inkml:brushProperty name="color" value="#E71224"/>
    </inkml:brush>
  </inkml:definitions>
  <inkml:trace contextRef="#ctx0" brushRef="#br0">1 30 24575,'1'23'0,"2"0"0,0-1 0,1 1 0,2-1 0,0 0 0,15 34 0,-20-54 0,0-1 0,-1 1 0,1 0 0,0 0 0,0 0 0,0-1 0,1 1 0,-1 0 0,0-1 0,1 1 0,-1-1 0,1 0 0,-1 1 0,1-1 0,0 0 0,-1 0 0,1 0 0,0 0 0,0 0 0,0 0 0,0-1 0,0 1 0,-1-1 0,1 1 0,1-1 0,-1 0 0,0 0 0,0 0 0,0 0 0,0 0 0,0 0 0,2-1 0,6-2 0,-1 0 0,0 0 0,0-1 0,0-1 0,14-8 0,16-8 0,-35 19 0,-1 1 0,1 0 0,-1 0 0,1 0 0,0 1 0,-1-1 0,1 1 0,0 0 0,0 0 0,-1 0 0,1 0 0,0 1 0,-1-1 0,6 3 0,-4-1 0,0 0 0,-1 1 0,1-1 0,-1 1 0,0 0 0,0 1 0,0-1 0,0 1 0,5 6 0,-6-7 0,1 0 0,0 0 0,-1 0 0,1 0 0,0 0 0,1-1 0,-1 1 0,0-1 0,1 0 0,-1-1 0,1 1 0,-1-1 0,11 2 0,-1-2 0,0 0 0,0-1 0,22-2 0,-32 2 0,-1-1 0,1 1 0,0-1 0,0 0 0,-1 0 0,1 0 0,-1-1 0,1 1 0,-1-1 0,1 0 0,-1 0 0,0 0 0,5-4 0,-6 4 0,0 0 0,-1-1 0,1 1 0,0-1 0,-1 1 0,1-1 0,-1 1 0,0-1 0,0 0 0,0 1 0,0-1 0,0 0 0,-1 0 0,1 0 0,-1 0 0,0 0 0,0 0 0,0-3 0,-1-3 9,-1 0 1,1 0-1,-2 1 0,1-1 0,-1 1 1,0-1-1,-1 1 0,0 0 0,0 0 0,-1 1 1,0-1-1,-7-7 0,6 8-133,0 0 0,-1 0 1,0 1-1,0-1 0,-1 1 0,0 1 1,0 0-1,0 0 0,0 0 0,-1 1 1,-11-4-1,8 5-6702</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1.863"/>
    </inkml:context>
    <inkml:brush xml:id="br0">
      <inkml:brushProperty name="width" value="0.05" units="cm"/>
      <inkml:brushProperty name="height" value="0.05" units="cm"/>
      <inkml:brushProperty name="color" value="#E71224"/>
    </inkml:brush>
  </inkml:definitions>
  <inkml:trace contextRef="#ctx0" brushRef="#br0">1401 1 24575,'4'-1'0,"-13"3"0,-18 11 0,-1 1 0,-31 24 0,-20 9 0,69-41 0,0 1 0,-15 12 0,17-12 0,0-1 0,0 0 0,-1 0 0,-10 5 0,6-5 0,0-1 0,0 0 0,-1-1 0,-23 3 0,22-3 0,-1 0 0,1 1 0,1 1 0,-1 0 0,1 1 0,-18 11 0,1-1 0,-73 47 0,79-48 0,-12 7 0,-22 15 0,50-31 0,-152 103 0,112-79 0,-72 58 0,7 22 0,63-58 0,-31 27 0,42-39-1365,28-30-5461</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2.881"/>
    </inkml:context>
    <inkml:brush xml:id="br0">
      <inkml:brushProperty name="width" value="0.05" units="cm"/>
      <inkml:brushProperty name="height" value="0.05" units="cm"/>
      <inkml:brushProperty name="color" value="#E71224"/>
    </inkml:brush>
  </inkml:definitions>
  <inkml:trace contextRef="#ctx0" brushRef="#br0">1 1 24575,'1'26'0,"2"1"0,1-1 0,1 0 0,16 47 0,-12-46-682,10 55-1</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3.208"/>
    </inkml:context>
    <inkml:brush xml:id="br0">
      <inkml:brushProperty name="width" value="0.05" units="cm"/>
      <inkml:brushProperty name="height" value="0.05" units="cm"/>
      <inkml:brushProperty name="color" value="#E71224"/>
    </inkml:brush>
  </inkml:definitions>
  <inkml:trace contextRef="#ctx0" brushRef="#br0">1 1 24575,'0'21'0,"2"-1"0,0 1 0,1 0 0,1-1 0,1 0 0,1 0 0,1 0 0,0-1 0,18 30 0,9 8 0,10 20 0,-44-76 5,1 0 1,-1 0-1,1-1 0,-1 1 0,0 0 0,1 0 1,-1 0-1,0 0 0,0 0 0,0-1 1,1 1-1,-1 0 0,0 0 0,0 0 0,0 0 1,-1 0-1,1 0 0,0 0 0,0-1 0,0 1 1,-1 0-1,0 1 0,1-1-62,-1-1 0,0 1 0,1-1 0,-1 0-1,0 1 1,1-1 0,-1 0 0,0 1 0,0-1 0,1 0 0,-1 0 0,0 0-1,0 0 1,0 0 0,1 0 0,-1 0 0,0 0 0,0 0 0,1 0 0,-1 0 0,0 0-1,0-1 1,1 1 0,-1 0 0,-1-1 0,-9-4-6769</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3.691"/>
    </inkml:context>
    <inkml:brush xml:id="br0">
      <inkml:brushProperty name="width" value="0.05" units="cm"/>
      <inkml:brushProperty name="height" value="0.05" units="cm"/>
      <inkml:brushProperty name="color" value="#E71224"/>
    </inkml:brush>
  </inkml:definitions>
  <inkml:trace contextRef="#ctx0" brushRef="#br0">507 20 24575,'67'15'0,"-149"-18"0,-15-5 0,-115 4 0,150 4 0,46 0-273,0-1 0,0 0 0,1-1 0,-28-8 0,29 5-6553</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4.145"/>
    </inkml:context>
    <inkml:brush xml:id="br0">
      <inkml:brushProperty name="width" value="0.05" units="cm"/>
      <inkml:brushProperty name="height" value="0.05" units="cm"/>
      <inkml:brushProperty name="color" value="#E71224"/>
    </inkml:brush>
  </inkml:definitions>
  <inkml:trace contextRef="#ctx0" brushRef="#br0">549 76 24575,'0'-1'0,"0"1"0,0-1 0,0 1 0,-1-1 0,1 1 0,0-1 0,0 1 0,-1-1 0,1 1 0,0-1 0,-1 1 0,1 0 0,0-1 0,-1 1 0,1-1 0,-1 1 0,1 0 0,-1-1 0,1 1 0,-1 0 0,1 0 0,-1-1 0,1 1 0,-1 0 0,1 0 0,-1 0 0,0 0 0,-18-3 0,17 3 0,-80-4 0,-16 0 0,-41-22 0,8 1 0,77 21-1365,42 4-5461</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4.583"/>
    </inkml:context>
    <inkml:brush xml:id="br0">
      <inkml:brushProperty name="width" value="0.05" units="cm"/>
      <inkml:brushProperty name="height" value="0.05" units="cm"/>
      <inkml:brushProperty name="color" value="#E71224"/>
    </inkml:brush>
  </inkml:definitions>
  <inkml:trace contextRef="#ctx0" brushRef="#br0">1 0 24575,'0'16'0,"1"-1"0,1 0 0,0 1 0,1-1 0,0 0 0,2 0 0,0-1 0,0 1 0,1-1 0,1 0 0,11 17 0,85 129 0,-89-129-1365,-10-19-5461</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5.841"/>
    </inkml:context>
    <inkml:brush xml:id="br0">
      <inkml:brushProperty name="width" value="0.05" units="cm"/>
      <inkml:brushProperty name="height" value="0.05" units="cm"/>
      <inkml:brushProperty name="color" value="#E71224"/>
    </inkml:brush>
  </inkml:definitions>
  <inkml:trace contextRef="#ctx0" brushRef="#br0">72 0 24575,'40'19'0,"-23"-11"0,0 0 0,0 0 0,-1 2 0,0 0 0,-1 1 0,22 20 0,-36-30 0,1 0 0,-1 0 0,0 0 0,0 0 0,0 0 0,0 0 0,-1 1 0,1-1 0,0 0 0,-1 1 0,1-1 0,0 1 0,-1-1 0,0 1 0,1-1 0,-1 1 0,0-1 0,0 1 0,1-1 0,-1 1 0,-1-1 0,1 1 0,0-1 0,0 1 0,0-1 0,-1 1 0,1-1 0,-1 1 0,1-1 0,-1 0 0,0 1 0,1-1 0,-2 2 0,0-1 0,-1 1 0,1-1 0,0 0 0,0 0 0,-1 0 0,1-1 0,-1 1 0,0-1 0,1 1 0,-1-1 0,0 0 0,0 0 0,0 0 0,0 0 0,0-1 0,-3 1 0,-12 1 0,0-1 0,0-1 0,-19-2 0,29 1 0,-1 0 0,1-1 0,0 0 0,-1 0 0,1-1 0,0 0 0,0 0 0,-11-8 0,16 9 0,1 1 0,0-1 0,0 0 0,0 0 0,0 0 0,0 0 0,0 0 0,1 0 0,-1 0 0,1-1 0,-1 1 0,1-1 0,0 1 0,0-1 0,0 1 0,0-1 0,0-4 0,1 6 0,-1-1 0,1 0 0,1 0 0,-1 0 0,0 1 0,0-1 0,1 0 0,-1 0 0,1 0 0,-1 1 0,1-1 0,0 0 0,0 1 0,0-1 0,0 1 0,0-1 0,0 1 0,0-1 0,0 1 0,0 0 0,1 0 0,-1-1 0,1 1 0,-1 0 0,1 0 0,-1 0 0,3 0 0,3-3 16,1 1-1,0 1 0,0-1 1,0 1-1,0 1 0,9-1 1,22-5-1489,-29 4-5353</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6.199"/>
    </inkml:context>
    <inkml:brush xml:id="br0">
      <inkml:brushProperty name="width" value="0.05" units="cm"/>
      <inkml:brushProperty name="height" value="0.05" units="cm"/>
      <inkml:brushProperty name="color" value="#E71224"/>
    </inkml:brush>
  </inkml:definitions>
  <inkml:trace contextRef="#ctx0" brushRef="#br0">169 52 24575,'-55'-34'0,"49"31"0,-1 1 0,1-1 0,-1 1 0,1 0 0,-1 0 0,0 1 0,-7-1 0,13 2 0,-1 0 0,0 0 0,0 0 0,0 0 0,0 0 0,1 0 0,-1 1 0,0-1 0,0 1 0,1-1 0,-1 1 0,0 0 0,1 0 0,-1 0 0,1 0 0,-1 0 0,1 0 0,-1 0 0,-2 2 0,3 0 0,-1 0 0,0-1 0,0 1 0,1 0 0,-1 0 0,1 0 0,0 0 0,0 0 0,0 0 0,0 5 0,0 5 0,0 0 0,1 0 0,0 0 0,3 19 0,3 1 0,1 0 0,1 0 0,2-1 0,1 0 0,2-1 0,1 0 0,1-1 0,37 53 0,-45-74-170,0 0-1,1-1 0,-1 0 1,2 0-1,-1-1 0,1 0 1,10 6-1,-6-6-6655</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6.324"/>
    </inkml:context>
    <inkml:brush xml:id="br0">
      <inkml:brushProperty name="width" value="0.05" units="cm"/>
      <inkml:brushProperty name="height" value="0.05" units="cm"/>
      <inkml:brushProperty name="color" value="#E71224"/>
    </inkml:brush>
  </inkml:definitions>
  <inkml:trace contextRef="#ctx0" brushRef="#br0">154 0 24575,'-18'0'0,"-8"0"0,-5 0 0,1 0 0,3 0 0,5 0-8191</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6.824"/>
    </inkml:context>
    <inkml:brush xml:id="br0">
      <inkml:brushProperty name="width" value="0.05" units="cm"/>
      <inkml:brushProperty name="height" value="0.05" units="cm"/>
      <inkml:brushProperty name="color" value="#E71224"/>
    </inkml:brush>
  </inkml:definitions>
  <inkml:trace contextRef="#ctx0" brushRef="#br0">50 0 24575,'-2'1'0,"-1"-1"0,0 1 0,1 0 0,-1 0 0,1 0 0,0 0 0,-1 0 0,1 1 0,0-1 0,-1 1 0,1-1 0,0 1 0,0 0 0,0 0 0,1 0 0,-1 0 0,0 0 0,1 0 0,-1 1 0,1-1 0,-2 5 0,2-4 0,1 0 0,-1 1 0,1-1 0,-1 0 0,1 0 0,1 1 0,-1-1 0,0 0 0,1 0 0,-1 1 0,1-1 0,0 0 0,0 0 0,0 0 0,1 0 0,-1 0 0,4 4 0,-1 1 0,1-1 0,1-1 0,-1 1 0,1-1 0,0 0 0,1 0 0,0 0 0,-1-1 0,2 0 0,-1-1 0,0 0 0,1 0 0,0 0 0,0-1 0,0 0 0,0-1 0,1 1 0,-1-2 0,1 1 0,-1-1 0,1-1 0,10 1 0,-18-1-21,9 0-147,0 0 0,1 0 0,-1-1 0,0 0 0,1-1 0,-1 0 0,15-5 0,-13 1-6658</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7.294"/>
    </inkml:context>
    <inkml:brush xml:id="br0">
      <inkml:brushProperty name="width" value="0.05" units="cm"/>
      <inkml:brushProperty name="height" value="0.05" units="cm"/>
      <inkml:brushProperty name="color" value="#E71224"/>
    </inkml:brush>
  </inkml:definitions>
  <inkml:trace contextRef="#ctx0" brushRef="#br0">1 1 24575,'57'131'0,"-44"-105"0,38 67 0,-45-84 0,0 0 0,1 0 0,0-1 0,0 0 0,1-1 0,0 0 0,14 11 0,-19-17 0,-1 1 0,0-1 0,1 1 0,-1-1 0,1 0 0,0 0 0,-1-1 0,1 1 0,0 0 0,0-1 0,4 1 0,-6-2 0,0 1 0,0 0 0,0 0 0,1 0 0,-1-1 0,0 1 0,0-1 0,0 1 0,0-1 0,0 1 0,-1-1 0,1 1 0,0-1 0,0 0 0,0 0 0,0 1 0,-1-1 0,1 0 0,0 0 0,-1 0 0,1 0 0,0 0 0,-1 0 0,0 0 0,1 0 0,-1 0 0,1 0 0,-1 0 0,0 0 0,0 0 0,0-2 0,2-29 0,-2 10 0,0 22 0,0-1 0,0 1 0,0 0 0,0 0 0,0-1 0,0 1 0,0 0 0,0 0 0,0 0 0,0-1 0,0 1 0,0 0 0,0 0 0,0 0 0,0-1 0,0 1 0,1 0 0,-1 0 0,0 0 0,0 0 0,0-1 0,0 1 0,0 0 0,1 0 0,-1 0 0,0 0 0,0 0 0,0 0 0,0-1 0,1 1 0,-1 0 0,0 0 0,0 0 0,0 0 0,1 0 0,-1 0 0,0 0 0,0 0 0,0 0 0,1 0 0,-1 0 0,0 0 0,0 0 0,0 0 0,1 0 0,-1 0 0,0 0 0,0 0 0,0 0 0,1 0 0,-1 0 0,0 1 0,0-1 0,0 0 0,1 0 0,-1 0 0,0 0 0,0 0 0,0 1 0,0-1 0,0 0 0,1 0 0,-1 0 0,14 15 0,-8-10 0,95 81-1365,-88-76-5461</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7.754"/>
    </inkml:context>
    <inkml:brush xml:id="br0">
      <inkml:brushProperty name="width" value="0.05" units="cm"/>
      <inkml:brushProperty name="height" value="0.05" units="cm"/>
      <inkml:brushProperty name="color" value="#E71224"/>
    </inkml:brush>
  </inkml:definitions>
  <inkml:trace contextRef="#ctx0" brushRef="#br0">59 1 24575,'-12'19'0,"4"-6"0,0 0 0,1 0 0,0 1 0,-4 14 0,9-25 0,1 1 0,0-1 0,1 1 0,-1 0 0,1-1 0,-1 1 0,1-1 0,0 1 0,0 0 0,1-1 0,-1 1 0,1 0 0,0-1 0,0 1 0,0-1 0,0 0 0,1 1 0,-1-1 0,1 0 0,0 0 0,4 6 0,-3-6 0,-1 1 0,1-1 0,1 0 0,-1-1 0,0 1 0,0-1 0,1 1 0,0-1 0,-1 0 0,1 0 0,0-1 0,0 1 0,0-1 0,0 0 0,0 0 0,9 1 0,-10-2 0,0 0 0,0 0 0,-1 0 0,1-1 0,0 1 0,0-1 0,0 0 0,0 0 0,0 0 0,-1 0 0,1-1 0,0 1 0,-1-1 0,1 1 0,-1-1 0,0 0 0,0 0 0,1 0 0,-1 0 0,0-1 0,-1 1 0,1 0 0,0-1 0,2-4 0,-2 3 0,-1 0 0,1 0 0,-1 0 0,1 0 0,-1 0 0,0 0 0,-1 0 0,1 0 0,-1 0 0,1 0 0,-1 0 0,-1-1 0,1 1 0,0 0 0,-1 0 0,0 0 0,0 0 0,0 0 0,-1 0 0,1 0 0,-1 0 0,0 1 0,0-1 0,0 1 0,-4-5 0,14 34 0,1-7 0,1 0 0,1 0 0,0-2 0,24 29 0,-27-39-1365</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8.225"/>
    </inkml:context>
    <inkml:brush xml:id="br0">
      <inkml:brushProperty name="width" value="0.05" units="cm"/>
      <inkml:brushProperty name="height" value="0.05" units="cm"/>
      <inkml:brushProperty name="color" value="#E71224"/>
    </inkml:brush>
  </inkml:definitions>
  <inkml:trace contextRef="#ctx0" brushRef="#br0">0 1 24575,'1'5'0,"-1"0"0,1 1 0,1-1 0,-1 0 0,1 0 0,0 0 0,0 0 0,0-1 0,5 8 0,1 1 0,0-1 0,12 13 0,-16-21 0,0 0 0,0 0 0,1 0 0,-1-1 0,1 0 0,0 0 0,0 0 0,0 0 0,9 3 0,-12-6 0,-1 1 0,1-1 0,-1 1 0,1-1 0,-1 0 0,1 1 0,-1-1 0,1 0 0,-1 0 0,1 0 0,-1 0 0,1 0 0,-1 0 0,1-1 0,-1 1 0,1 0 0,-1-1 0,1 1 0,-1-1 0,1 0 0,-1 1 0,0-1 0,1 0 0,-1 0 0,0 0 0,0 0 0,0 0 0,0 0 0,0 0 0,0 0 0,0-1 0,0 1 0,0 0 0,0-1 0,-1 1 0,1 0 0,0-1 0,-1 1 0,1-1 0,-1-2 0,2-1 0,-1-1 0,-1 0 0,1 0 0,-2-7 0,1 7 0,0 0 0,1 0 0,1-9 0,-2 15 0,0-1 0,0 1 0,0-1 0,0 1 0,0 0 0,0-1 0,0 1 0,1-1 0,-1 1 0,0 0 0,0-1 0,0 1 0,1 0 0,-1-1 0,0 1 0,0 0 0,1-1 0,-1 1 0,0 0 0,1 0 0,-1-1 0,0 1 0,1 0 0,-1 0 0,0 0 0,1-1 0,-1 1 0,1 0 0,0 0 0,0 0 0,0 0 0,-1 1 0,1-1 0,0 0 0,0 0 0,-1 1 0,1-1 0,0 0 0,-1 1 0,1-1 0,0 1 0,-1-1 0,1 1 0,20 23 0,-19-22 0,51 63-1365,-44-53-5461</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8.726"/>
    </inkml:context>
    <inkml:brush xml:id="br0">
      <inkml:brushProperty name="width" value="0.05" units="cm"/>
      <inkml:brushProperty name="height" value="0.05" units="cm"/>
      <inkml:brushProperty name="color" value="#E71224"/>
    </inkml:brush>
  </inkml:definitions>
  <inkml:trace contextRef="#ctx0" brushRef="#br0">1 5 24575,'0'1'0,"0"1"0,0-1 0,1 0 0,-1 1 0,1-1 0,-1 0 0,1 0 0,-1 1 0,1-1 0,0 0 0,-1 0 0,1 0 0,2 2 0,16 15 0,-7-7 0,-11-9 0,17 16 0,25 23 0,-38-36 0,1-1 0,-1 0 0,1-1 0,0 1 0,-1-1 0,2 0 0,-1-1 0,0 1 0,0-1 0,11 2 0,-16-4 0,0 0 0,1 0 0,-1 0 0,0 0 0,0 0 0,0 0 0,0 0 0,1-1 0,-1 1 0,0 0 0,0-1 0,0 1 0,0-1 0,0 1 0,0-1 0,0 1 0,0-1 0,0 0 0,0 1 0,0-1 0,-1 0 0,1 0 0,0 0 0,0 0 0,-1 0 0,1 0 0,0 0 0,-1 0 0,1 0 0,-1 0 0,0 0 0,1 0 0,-1 0 0,0 0 0,1 0 0,-1-2 0,1-5 0,0 0 0,-1-1 0,0 1 0,-1-10 0,0 8 0,0-4 0,1 10 0,-1 0 0,1-1 0,0 1 0,0-1 0,0 1 0,1 0 0,0-1 0,1-4 0,-2 9 0,0 0 0,0-1 0,0 1 0,1-1 0,-1 1 0,0 0 0,0-1 0,1 1 0,-1 0 0,0-1 0,1 1 0,-1 0 0,0-1 0,1 1 0,-1 0 0,0 0 0,1-1 0,-1 1 0,1 0 0,-1 0 0,0 0 0,1 0 0,-1-1 0,1 1 0,-1 0 0,1 0 0,0 0 0,14 6 0,11 16 0,-24-20 0,44 41-1365,-33-32-5461</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9.256"/>
    </inkml:context>
    <inkml:brush xml:id="br0">
      <inkml:brushProperty name="width" value="0.05" units="cm"/>
      <inkml:brushProperty name="height" value="0.05" units="cm"/>
      <inkml:brushProperty name="color" value="#E71224"/>
    </inkml:brush>
  </inkml:definitions>
  <inkml:trace contextRef="#ctx0" brushRef="#br0">42 53 24575,'2'-4'0,"1"0"0,-1 0 0,1-1 0,-1 1 0,2-9 0,-3 12 0,-1 1 0,0-1 0,0 0 0,0 0 0,0 1 0,0-1 0,0 0 0,0 0 0,0 1 0,0-1 0,0 0 0,0 0 0,0 1 0,0-1 0,-1 0 0,1 0 0,0 1 0,-1-2 0,0 2 0,1-1 0,-1 1 0,1-1 0,-1 1 0,0 0 0,1-1 0,-1 1 0,0 0 0,1 0 0,-1 0 0,0 0 0,0-1 0,1 1 0,-1 0 0,0 0 0,0 0 0,1 0 0,-1 1 0,0-1 0,1 0 0,-1 0 0,0 0 0,-1 1 0,0 0 0,0 0 0,-1 0 0,1 0 0,0 0 0,0 0 0,0 1 0,0-1 0,0 0 0,0 1 0,1 0 0,-1-1 0,0 1 0,1 0 0,0 0 0,-1 0 0,1 0 0,0 0 0,0 1 0,0-1 0,0 0 0,0 0 0,0 1 0,1-1 0,-1 0 0,1 1 0,0-1 0,0 1 0,0-1 0,0 0 0,0 1 0,0-1 0,0 1 0,1-1 0,-1 0 0,1 1 0,0-1 0,0 0 0,0 0 0,0 0 0,0 1 0,0-1 0,1 0 0,-1 0 0,1-1 0,-1 1 0,1 0 0,0 0 0,-1-1 0,1 1 0,3 1 0,6 2 0,1 0 0,-1-1 0,1-1 0,13 3 0,8 2 0,0 0-682,36 5-1,-55-11-6143</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49.831"/>
    </inkml:context>
    <inkml:brush xml:id="br0">
      <inkml:brushProperty name="width" value="0.05" units="cm"/>
      <inkml:brushProperty name="height" value="0.05" units="cm"/>
      <inkml:brushProperty name="color" value="#E71224"/>
    </inkml:brush>
  </inkml:definitions>
  <inkml:trace contextRef="#ctx0" brushRef="#br0">91 440 24575,'8'-23'0,"-2"0"0,8-46 0,-13 59 0,-1-1 0,1 1 0,-2-1 0,1 0 0,-2 1 0,1-1 0,-2 1 0,1 0 0,-5-11 0,-49-96 0,21 48 0,32 61 0,-4-7 0,4 15 0,2 9 0,2 3 0,0-1 0,1 1 0,0-1 0,1 0 0,5 16 0,26 53 0,-18-51 0,1 0 0,1-2 0,1 0 0,2-2 0,32 33 0,-18-21-1365,-25-28-5461</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50.207"/>
    </inkml:context>
    <inkml:brush xml:id="br0">
      <inkml:brushProperty name="width" value="0.05" units="cm"/>
      <inkml:brushProperty name="height" value="0.05" units="cm"/>
      <inkml:brushProperty name="color" value="#E71224"/>
    </inkml:brush>
  </inkml:definitions>
  <inkml:trace contextRef="#ctx0" brushRef="#br0">59 1 24575,'-3'0'0,"0"1"0,0 0 0,0 0 0,1 0 0,-1 1 0,0-1 0,0 1 0,1-1 0,-1 1 0,1 0 0,-1 0 0,1 0 0,0 0 0,0 1 0,0-1 0,0 1 0,-2 3 0,2-2 0,0 0 0,1 0 0,-1 0 0,1 0 0,0 0 0,0 1 0,1-1 0,-1 0 0,1 1 0,0-1 0,1 6 0,0-1 0,0 1 0,1-1 0,0 0 0,1 0 0,0 0 0,1-1 0,-1 1 0,2-1 0,-1 0 0,1 0 0,6 8 0,-8-13 0,0 0 0,-1 0 0,1 0 0,-1 0 0,0 1 0,0-1 0,2 6 0,-3-8 0,-1 0 0,0 1 0,0-1 0,1 0 0,-1 0 0,0 0 0,0 1 0,-1-1 0,1 0 0,0 0 0,0 0 0,-1 1 0,1-1 0,0 0 0,-1 0 0,1 0 0,-1 0 0,1 0 0,-1 0 0,0 0 0,0 0 0,1 0 0,-1 0 0,0 0 0,-1 1 0,-2 1-195,-1 1 0,1-1 0,0 0 0,-1-1 0,0 1 0,-7 2 0,-2 0-6631</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2:50.603"/>
    </inkml:context>
    <inkml:brush xml:id="br0">
      <inkml:brushProperty name="width" value="0.05" units="cm"/>
      <inkml:brushProperty name="height" value="0.05" units="cm"/>
      <inkml:brushProperty name="color" value="#E71224"/>
    </inkml:brush>
  </inkml:definitions>
  <inkml:trace contextRef="#ctx0" brushRef="#br0">58 29 24575,'-8'-10'0,"-4"-1"0,-1 5 0,0 4 0,1 7 0</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3:35.886"/>
    </inkml:context>
    <inkml:brush xml:id="br0">
      <inkml:brushProperty name="width" value="0.05" units="cm"/>
      <inkml:brushProperty name="height" value="0.05" units="cm"/>
      <inkml:brushProperty name="color" value="#E71224"/>
    </inkml:brush>
  </inkml:definitions>
  <inkml:trace contextRef="#ctx0" brushRef="#br0">3507 0 24575,'-385'0'0,"372"1"0,0 0 0,-1 2 0,1-1 0,-16 6 0,16-4 0,-1 0 0,0-2 0,-24 3 0,23-5 0,0-2 0,-24-4 0,23 3 0,0 1 0,-16-1 0,-353 4 0,374-1 0,0 2 0,-20 3 0,19-2 0,0-1 0,-14 1 0,12-3 0,-149-1 0,113-6 0,30 4 0,-25-2 0,-160 5 0,96 1 0,98-1 0,0 2 0,-20 3 0,19-2 0,0-1 0,-14 1 0,10-3 0,-1 1 0,-30 7 0,23-5 0,-1 0 0,1-1 0,-49-3 0,18-1 0,-624 2 0,668 0 0,0-1 0,-20-5 0,19 3 0,0 1 0,-14-1 0,-4 3 0,12 0 0,1-1 0,-1 0 0,-23-5 0,17 2 0,0 1 0,0 1 0,0 1 0,-27 3 0,-3 0 0,30-2 0,0-1 0,-1 1 0,0 2 0,0 0 0,-44 11 0,28 0-1365,31-8-5461</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3:39.684"/>
    </inkml:context>
    <inkml:brush xml:id="br0">
      <inkml:brushProperty name="width" value="0.05" units="cm"/>
      <inkml:brushProperty name="height" value="0.05" units="cm"/>
      <inkml:brushProperty name="color" value="#E71224"/>
    </inkml:brush>
  </inkml:definitions>
  <inkml:trace contextRef="#ctx0" brushRef="#br0">0 1 24575,'8'70'0,"-1"131"0,-7-191 0,0-4-227,-1-1-1,1 1 1,-1-1-1,0 0 1,-2 6-1,0-1-6598</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3:40.463"/>
    </inkml:context>
    <inkml:brush xml:id="br0">
      <inkml:brushProperty name="width" value="0.05" units="cm"/>
      <inkml:brushProperty name="height" value="0.05" units="cm"/>
      <inkml:brushProperty name="color" value="#E71224"/>
    </inkml:brush>
  </inkml:definitions>
  <inkml:trace contextRef="#ctx0" brushRef="#br0">2885 0 24575,'-56'7'0,"-64"0"0,58-5 0,-69 14 0,52-4 0,-123 4 0,-333-17 0,515 2 0,-30 6 0,-10 0 0,-17 0 0,-18 1 0,49-7 0,-76-3 0,73-5 0,31 4 0,-33-2 0,-229 6 0,264-2 0,0-1 0,0 0 0,-26-8 0,26 6 0,-1 0 0,1 1 0,-22-1 0,-366 3 91,188 3-1547,182-2-5370</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16:43:42.196"/>
    </inkml:context>
    <inkml:brush xml:id="br0">
      <inkml:brushProperty name="width" value="0.05" units="cm"/>
      <inkml:brushProperty name="height" value="0.05" units="cm"/>
      <inkml:brushProperty name="color" value="#E71224"/>
    </inkml:brush>
  </inkml:definitions>
  <inkml:trace contextRef="#ctx0" brushRef="#br0">3560 175 24575,'-359'-16'0,"-2"16"0,147 1 0,194-1 0,-202-9 0,138 3 0,-102 5 0,84 2 0,-14-2 0,-126 3 0,160 5 0,-29 1 0,98-8 0,-46 0 0,-74-10 0,70 5 0,-110 3 0,83 4 0,64-3 0,0 2 0,-40 7 0,-28 8 0,70-13 0,0 0 0,0-1 0,-49-4 0,17 1 0,-209 1 0,255-1 0,0-1 0,0 0 0,0 0 0,0-1 0,1 0 0,-1-1 0,1 0 0,-17-11 0,-2 1 0,17 8 24,0 0 0,0-1 0,0 0 0,-13-13 0,18 15-173,1 0 1,0 0-1,0-1 1,1 1-1,0-1 1,0 0-1,0 0 1,0-1-1,-2-7 1,2 1-6678</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17" Type="http://schemas.openxmlformats.org/officeDocument/2006/relationships/image" Target="../media/image62.png"/><Relationship Id="rId21" Type="http://schemas.openxmlformats.org/officeDocument/2006/relationships/image" Target="../media/image14.png"/><Relationship Id="rId63" Type="http://schemas.openxmlformats.org/officeDocument/2006/relationships/image" Target="../media/image35.png"/><Relationship Id="rId159" Type="http://schemas.openxmlformats.org/officeDocument/2006/relationships/image" Target="../media/image83.png"/><Relationship Id="rId170" Type="http://schemas.openxmlformats.org/officeDocument/2006/relationships/customXml" Target="../ink/ink87.xml"/><Relationship Id="rId226" Type="http://schemas.openxmlformats.org/officeDocument/2006/relationships/customXml" Target="../ink/ink115.xml"/><Relationship Id="rId268" Type="http://schemas.openxmlformats.org/officeDocument/2006/relationships/image" Target="../media/image137.png"/><Relationship Id="rId32" Type="http://schemas.openxmlformats.org/officeDocument/2006/relationships/customXml" Target="../ink/ink18.xml"/><Relationship Id="rId74" Type="http://schemas.openxmlformats.org/officeDocument/2006/relationships/customXml" Target="../ink/ink39.xml"/><Relationship Id="rId128" Type="http://schemas.openxmlformats.org/officeDocument/2006/relationships/customXml" Target="../ink/ink66.xml"/><Relationship Id="rId5" Type="http://schemas.openxmlformats.org/officeDocument/2006/relationships/image" Target="../media/image6.png"/><Relationship Id="rId181" Type="http://schemas.openxmlformats.org/officeDocument/2006/relationships/image" Target="../media/image94.png"/><Relationship Id="rId237" Type="http://schemas.openxmlformats.org/officeDocument/2006/relationships/image" Target="../media/image122.png"/><Relationship Id="rId279" Type="http://schemas.openxmlformats.org/officeDocument/2006/relationships/image" Target="../media/image142.png"/><Relationship Id="rId43" Type="http://schemas.openxmlformats.org/officeDocument/2006/relationships/image" Target="../media/image25.png"/><Relationship Id="rId139" Type="http://schemas.openxmlformats.org/officeDocument/2006/relationships/image" Target="../media/image73.png"/><Relationship Id="rId85" Type="http://schemas.openxmlformats.org/officeDocument/2006/relationships/image" Target="../media/image46.png"/><Relationship Id="rId150" Type="http://schemas.openxmlformats.org/officeDocument/2006/relationships/customXml" Target="../ink/ink77.xml"/><Relationship Id="rId171" Type="http://schemas.openxmlformats.org/officeDocument/2006/relationships/image" Target="../media/image89.png"/><Relationship Id="rId192" Type="http://schemas.openxmlformats.org/officeDocument/2006/relationships/customXml" Target="../ink/ink98.xml"/><Relationship Id="rId206" Type="http://schemas.openxmlformats.org/officeDocument/2006/relationships/customXml" Target="../ink/ink105.xml"/><Relationship Id="rId227" Type="http://schemas.openxmlformats.org/officeDocument/2006/relationships/image" Target="../media/image117.png"/><Relationship Id="rId248" Type="http://schemas.openxmlformats.org/officeDocument/2006/relationships/customXml" Target="../ink/ink126.xml"/><Relationship Id="rId269" Type="http://schemas.openxmlformats.org/officeDocument/2006/relationships/customXml" Target="../ink/ink137.xml"/><Relationship Id="rId12" Type="http://schemas.openxmlformats.org/officeDocument/2006/relationships/customXml" Target="../ink/ink8.xml"/><Relationship Id="rId33" Type="http://schemas.openxmlformats.org/officeDocument/2006/relationships/image" Target="../media/image20.png"/><Relationship Id="rId108" Type="http://schemas.openxmlformats.org/officeDocument/2006/relationships/customXml" Target="../ink/ink56.xml"/><Relationship Id="rId129" Type="http://schemas.openxmlformats.org/officeDocument/2006/relationships/image" Target="../media/image68.png"/><Relationship Id="rId280" Type="http://schemas.openxmlformats.org/officeDocument/2006/relationships/customXml" Target="../ink/ink143.xml"/><Relationship Id="rId54" Type="http://schemas.openxmlformats.org/officeDocument/2006/relationships/customXml" Target="../ink/ink29.xml"/><Relationship Id="rId75" Type="http://schemas.openxmlformats.org/officeDocument/2006/relationships/image" Target="../media/image41.png"/><Relationship Id="rId96" Type="http://schemas.openxmlformats.org/officeDocument/2006/relationships/customXml" Target="../ink/ink50.xml"/><Relationship Id="rId140" Type="http://schemas.openxmlformats.org/officeDocument/2006/relationships/customXml" Target="../ink/ink72.xml"/><Relationship Id="rId161" Type="http://schemas.openxmlformats.org/officeDocument/2006/relationships/image" Target="../media/image84.png"/><Relationship Id="rId182" Type="http://schemas.openxmlformats.org/officeDocument/2006/relationships/customXml" Target="../ink/ink93.xml"/><Relationship Id="rId217" Type="http://schemas.openxmlformats.org/officeDocument/2006/relationships/image" Target="../media/image112.png"/><Relationship Id="rId6" Type="http://schemas.openxmlformats.org/officeDocument/2006/relationships/customXml" Target="../ink/ink5.xml"/><Relationship Id="rId238" Type="http://schemas.openxmlformats.org/officeDocument/2006/relationships/customXml" Target="../ink/ink121.xml"/><Relationship Id="rId259" Type="http://schemas.openxmlformats.org/officeDocument/2006/relationships/customXml" Target="../ink/ink132.xml"/><Relationship Id="rId23" Type="http://schemas.openxmlformats.org/officeDocument/2006/relationships/image" Target="../media/image15.png"/><Relationship Id="rId119" Type="http://schemas.openxmlformats.org/officeDocument/2006/relationships/image" Target="../media/image63.png"/><Relationship Id="rId270" Type="http://schemas.openxmlformats.org/officeDocument/2006/relationships/image" Target="../media/image138.png"/><Relationship Id="rId44" Type="http://schemas.openxmlformats.org/officeDocument/2006/relationships/customXml" Target="../ink/ink24.xml"/><Relationship Id="rId65" Type="http://schemas.openxmlformats.org/officeDocument/2006/relationships/image" Target="../media/image36.png"/><Relationship Id="rId86" Type="http://schemas.openxmlformats.org/officeDocument/2006/relationships/customXml" Target="../ink/ink45.xml"/><Relationship Id="rId130" Type="http://schemas.openxmlformats.org/officeDocument/2006/relationships/customXml" Target="../ink/ink67.xml"/><Relationship Id="rId151" Type="http://schemas.openxmlformats.org/officeDocument/2006/relationships/image" Target="../media/image79.png"/><Relationship Id="rId172" Type="http://schemas.openxmlformats.org/officeDocument/2006/relationships/customXml" Target="../ink/ink88.xml"/><Relationship Id="rId193" Type="http://schemas.openxmlformats.org/officeDocument/2006/relationships/image" Target="../media/image100.png"/><Relationship Id="rId207" Type="http://schemas.openxmlformats.org/officeDocument/2006/relationships/image" Target="../media/image107.png"/><Relationship Id="rId228" Type="http://schemas.openxmlformats.org/officeDocument/2006/relationships/customXml" Target="../ink/ink116.xml"/><Relationship Id="rId249" Type="http://schemas.openxmlformats.org/officeDocument/2006/relationships/image" Target="../media/image128.png"/><Relationship Id="rId13" Type="http://schemas.openxmlformats.org/officeDocument/2006/relationships/image" Target="../media/image10.png"/><Relationship Id="rId109" Type="http://schemas.openxmlformats.org/officeDocument/2006/relationships/image" Target="../media/image58.png"/><Relationship Id="rId260" Type="http://schemas.openxmlformats.org/officeDocument/2006/relationships/image" Target="../media/image133.png"/><Relationship Id="rId281" Type="http://schemas.openxmlformats.org/officeDocument/2006/relationships/image" Target="../media/image143.png"/><Relationship Id="rId34" Type="http://schemas.openxmlformats.org/officeDocument/2006/relationships/customXml" Target="../ink/ink19.xml"/><Relationship Id="rId55" Type="http://schemas.openxmlformats.org/officeDocument/2006/relationships/image" Target="../media/image31.png"/><Relationship Id="rId76" Type="http://schemas.openxmlformats.org/officeDocument/2006/relationships/customXml" Target="../ink/ink40.xml"/><Relationship Id="rId97" Type="http://schemas.openxmlformats.org/officeDocument/2006/relationships/image" Target="../media/image52.png"/><Relationship Id="rId120" Type="http://schemas.openxmlformats.org/officeDocument/2006/relationships/customXml" Target="../ink/ink62.xml"/><Relationship Id="rId141" Type="http://schemas.openxmlformats.org/officeDocument/2006/relationships/image" Target="../media/image74.png"/><Relationship Id="rId7" Type="http://schemas.openxmlformats.org/officeDocument/2006/relationships/image" Target="../media/image7.png"/><Relationship Id="rId162" Type="http://schemas.openxmlformats.org/officeDocument/2006/relationships/customXml" Target="../ink/ink83.xml"/><Relationship Id="rId183" Type="http://schemas.openxmlformats.org/officeDocument/2006/relationships/image" Target="../media/image95.png"/><Relationship Id="rId218" Type="http://schemas.openxmlformats.org/officeDocument/2006/relationships/customXml" Target="../ink/ink111.xml"/><Relationship Id="rId239" Type="http://schemas.openxmlformats.org/officeDocument/2006/relationships/image" Target="../media/image123.png"/><Relationship Id="rId250" Type="http://schemas.openxmlformats.org/officeDocument/2006/relationships/customXml" Target="../ink/ink127.xml"/><Relationship Id="rId271" Type="http://schemas.openxmlformats.org/officeDocument/2006/relationships/customXml" Target="../ink/ink138.xml"/><Relationship Id="rId24" Type="http://schemas.openxmlformats.org/officeDocument/2006/relationships/customXml" Target="../ink/ink14.xml"/><Relationship Id="rId45" Type="http://schemas.openxmlformats.org/officeDocument/2006/relationships/image" Target="../media/image26.png"/><Relationship Id="rId66" Type="http://schemas.openxmlformats.org/officeDocument/2006/relationships/customXml" Target="../ink/ink35.xml"/><Relationship Id="rId87" Type="http://schemas.openxmlformats.org/officeDocument/2006/relationships/image" Target="../media/image47.png"/><Relationship Id="rId110" Type="http://schemas.openxmlformats.org/officeDocument/2006/relationships/customXml" Target="../ink/ink57.xml"/><Relationship Id="rId131" Type="http://schemas.openxmlformats.org/officeDocument/2006/relationships/image" Target="../media/image69.png"/><Relationship Id="rId152" Type="http://schemas.openxmlformats.org/officeDocument/2006/relationships/customXml" Target="../ink/ink78.xml"/><Relationship Id="rId173" Type="http://schemas.openxmlformats.org/officeDocument/2006/relationships/image" Target="../media/image90.png"/><Relationship Id="rId194" Type="http://schemas.openxmlformats.org/officeDocument/2006/relationships/customXml" Target="../ink/ink99.xml"/><Relationship Id="rId208" Type="http://schemas.openxmlformats.org/officeDocument/2006/relationships/customXml" Target="../ink/ink106.xml"/><Relationship Id="rId229" Type="http://schemas.openxmlformats.org/officeDocument/2006/relationships/image" Target="../media/image118.png"/><Relationship Id="rId240" Type="http://schemas.openxmlformats.org/officeDocument/2006/relationships/customXml" Target="../ink/ink122.xml"/><Relationship Id="rId261" Type="http://schemas.openxmlformats.org/officeDocument/2006/relationships/customXml" Target="../ink/ink133.xml"/><Relationship Id="rId14" Type="http://schemas.openxmlformats.org/officeDocument/2006/relationships/customXml" Target="../ink/ink9.xml"/><Relationship Id="rId35" Type="http://schemas.openxmlformats.org/officeDocument/2006/relationships/image" Target="../media/image21.png"/><Relationship Id="rId56" Type="http://schemas.openxmlformats.org/officeDocument/2006/relationships/customXml" Target="../ink/ink30.xml"/><Relationship Id="rId77" Type="http://schemas.openxmlformats.org/officeDocument/2006/relationships/image" Target="../media/image42.png"/><Relationship Id="rId100" Type="http://schemas.openxmlformats.org/officeDocument/2006/relationships/customXml" Target="../ink/ink52.xml"/><Relationship Id="rId282" Type="http://schemas.openxmlformats.org/officeDocument/2006/relationships/customXml" Target="../ink/ink144.xml"/><Relationship Id="rId8" Type="http://schemas.openxmlformats.org/officeDocument/2006/relationships/customXml" Target="../ink/ink6.xml"/><Relationship Id="rId98" Type="http://schemas.openxmlformats.org/officeDocument/2006/relationships/customXml" Target="../ink/ink51.xml"/><Relationship Id="rId121" Type="http://schemas.openxmlformats.org/officeDocument/2006/relationships/image" Target="../media/image64.png"/><Relationship Id="rId142" Type="http://schemas.openxmlformats.org/officeDocument/2006/relationships/customXml" Target="../ink/ink73.xml"/><Relationship Id="rId163" Type="http://schemas.openxmlformats.org/officeDocument/2006/relationships/image" Target="../media/image85.png"/><Relationship Id="rId184" Type="http://schemas.openxmlformats.org/officeDocument/2006/relationships/customXml" Target="../ink/ink94.xml"/><Relationship Id="rId219" Type="http://schemas.openxmlformats.org/officeDocument/2006/relationships/image" Target="../media/image113.png"/><Relationship Id="rId230" Type="http://schemas.openxmlformats.org/officeDocument/2006/relationships/customXml" Target="../ink/ink117.xml"/><Relationship Id="rId251" Type="http://schemas.openxmlformats.org/officeDocument/2006/relationships/image" Target="../media/image129.png"/><Relationship Id="rId25" Type="http://schemas.openxmlformats.org/officeDocument/2006/relationships/image" Target="../media/image16.png"/><Relationship Id="rId46" Type="http://schemas.openxmlformats.org/officeDocument/2006/relationships/customXml" Target="../ink/ink25.xml"/><Relationship Id="rId67" Type="http://schemas.openxmlformats.org/officeDocument/2006/relationships/image" Target="../media/image37.png"/><Relationship Id="rId272" Type="http://schemas.openxmlformats.org/officeDocument/2006/relationships/image" Target="../media/image139.png"/><Relationship Id="rId88" Type="http://schemas.openxmlformats.org/officeDocument/2006/relationships/customXml" Target="../ink/ink46.xml"/><Relationship Id="rId111" Type="http://schemas.openxmlformats.org/officeDocument/2006/relationships/image" Target="../media/image59.png"/><Relationship Id="rId132" Type="http://schemas.openxmlformats.org/officeDocument/2006/relationships/customXml" Target="../ink/ink68.xml"/><Relationship Id="rId153" Type="http://schemas.openxmlformats.org/officeDocument/2006/relationships/image" Target="../media/image80.png"/><Relationship Id="rId174" Type="http://schemas.openxmlformats.org/officeDocument/2006/relationships/customXml" Target="../ink/ink89.xml"/><Relationship Id="rId195" Type="http://schemas.openxmlformats.org/officeDocument/2006/relationships/image" Target="../media/image101.png"/><Relationship Id="rId209" Type="http://schemas.openxmlformats.org/officeDocument/2006/relationships/image" Target="../media/image108.png"/><Relationship Id="rId220" Type="http://schemas.openxmlformats.org/officeDocument/2006/relationships/customXml" Target="../ink/ink112.xml"/><Relationship Id="rId241" Type="http://schemas.openxmlformats.org/officeDocument/2006/relationships/image" Target="../media/image124.png"/><Relationship Id="rId15" Type="http://schemas.openxmlformats.org/officeDocument/2006/relationships/image" Target="../media/image11.png"/><Relationship Id="rId36" Type="http://schemas.openxmlformats.org/officeDocument/2006/relationships/customXml" Target="../ink/ink20.xml"/><Relationship Id="rId57" Type="http://schemas.openxmlformats.org/officeDocument/2006/relationships/image" Target="../media/image32.png"/><Relationship Id="rId262" Type="http://schemas.openxmlformats.org/officeDocument/2006/relationships/image" Target="../media/image134.png"/><Relationship Id="rId283" Type="http://schemas.openxmlformats.org/officeDocument/2006/relationships/image" Target="../media/image144.png"/><Relationship Id="rId78" Type="http://schemas.openxmlformats.org/officeDocument/2006/relationships/customXml" Target="../ink/ink41.xml"/><Relationship Id="rId99" Type="http://schemas.openxmlformats.org/officeDocument/2006/relationships/image" Target="../media/image53.png"/><Relationship Id="rId101" Type="http://schemas.openxmlformats.org/officeDocument/2006/relationships/image" Target="../media/image54.png"/><Relationship Id="rId122" Type="http://schemas.openxmlformats.org/officeDocument/2006/relationships/customXml" Target="../ink/ink63.xml"/><Relationship Id="rId143" Type="http://schemas.openxmlformats.org/officeDocument/2006/relationships/image" Target="../media/image75.png"/><Relationship Id="rId164" Type="http://schemas.openxmlformats.org/officeDocument/2006/relationships/customXml" Target="../ink/ink84.xml"/><Relationship Id="rId185" Type="http://schemas.openxmlformats.org/officeDocument/2006/relationships/image" Target="../media/image96.png"/><Relationship Id="rId9" Type="http://schemas.openxmlformats.org/officeDocument/2006/relationships/image" Target="../media/image8.png"/><Relationship Id="rId210" Type="http://schemas.openxmlformats.org/officeDocument/2006/relationships/customXml" Target="../ink/ink107.xml"/><Relationship Id="rId26" Type="http://schemas.openxmlformats.org/officeDocument/2006/relationships/customXml" Target="../ink/ink15.xml"/><Relationship Id="rId231" Type="http://schemas.openxmlformats.org/officeDocument/2006/relationships/image" Target="../media/image119.png"/><Relationship Id="rId252" Type="http://schemas.openxmlformats.org/officeDocument/2006/relationships/customXml" Target="../ink/ink128.xml"/><Relationship Id="rId273" Type="http://schemas.openxmlformats.org/officeDocument/2006/relationships/customXml" Target="../ink/ink139.xml"/><Relationship Id="rId47" Type="http://schemas.openxmlformats.org/officeDocument/2006/relationships/image" Target="../media/image27.png"/><Relationship Id="rId68" Type="http://schemas.openxmlformats.org/officeDocument/2006/relationships/customXml" Target="../ink/ink36.xml"/><Relationship Id="rId89" Type="http://schemas.openxmlformats.org/officeDocument/2006/relationships/image" Target="../media/image48.png"/><Relationship Id="rId112" Type="http://schemas.openxmlformats.org/officeDocument/2006/relationships/customXml" Target="../ink/ink58.xml"/><Relationship Id="rId133" Type="http://schemas.openxmlformats.org/officeDocument/2006/relationships/image" Target="../media/image70.png"/><Relationship Id="rId154" Type="http://schemas.openxmlformats.org/officeDocument/2006/relationships/customXml" Target="../ink/ink79.xml"/><Relationship Id="rId175" Type="http://schemas.openxmlformats.org/officeDocument/2006/relationships/image" Target="../media/image91.png"/><Relationship Id="rId196" Type="http://schemas.openxmlformats.org/officeDocument/2006/relationships/customXml" Target="../ink/ink100.xml"/><Relationship Id="rId200" Type="http://schemas.openxmlformats.org/officeDocument/2006/relationships/customXml" Target="../ink/ink102.xml"/><Relationship Id="rId16" Type="http://schemas.openxmlformats.org/officeDocument/2006/relationships/customXml" Target="../ink/ink10.xml"/><Relationship Id="rId221" Type="http://schemas.openxmlformats.org/officeDocument/2006/relationships/image" Target="../media/image114.png"/><Relationship Id="rId242" Type="http://schemas.openxmlformats.org/officeDocument/2006/relationships/customXml" Target="../ink/ink123.xml"/><Relationship Id="rId263" Type="http://schemas.openxmlformats.org/officeDocument/2006/relationships/customXml" Target="../ink/ink134.xml"/><Relationship Id="rId284" Type="http://schemas.openxmlformats.org/officeDocument/2006/relationships/customXml" Target="../ink/ink145.xml"/><Relationship Id="rId37" Type="http://schemas.openxmlformats.org/officeDocument/2006/relationships/image" Target="../media/image22.png"/><Relationship Id="rId58" Type="http://schemas.openxmlformats.org/officeDocument/2006/relationships/customXml" Target="../ink/ink31.xml"/><Relationship Id="rId79" Type="http://schemas.openxmlformats.org/officeDocument/2006/relationships/image" Target="../media/image43.png"/><Relationship Id="rId102" Type="http://schemas.openxmlformats.org/officeDocument/2006/relationships/customXml" Target="../ink/ink53.xml"/><Relationship Id="rId123" Type="http://schemas.openxmlformats.org/officeDocument/2006/relationships/image" Target="../media/image65.png"/><Relationship Id="rId144" Type="http://schemas.openxmlformats.org/officeDocument/2006/relationships/customXml" Target="../ink/ink74.xml"/><Relationship Id="rId90" Type="http://schemas.openxmlformats.org/officeDocument/2006/relationships/customXml" Target="../ink/ink47.xml"/><Relationship Id="rId165" Type="http://schemas.openxmlformats.org/officeDocument/2006/relationships/image" Target="../media/image86.png"/><Relationship Id="rId186" Type="http://schemas.openxmlformats.org/officeDocument/2006/relationships/customXml" Target="../ink/ink95.xml"/><Relationship Id="rId211" Type="http://schemas.openxmlformats.org/officeDocument/2006/relationships/image" Target="../media/image109.png"/><Relationship Id="rId232" Type="http://schemas.openxmlformats.org/officeDocument/2006/relationships/customXml" Target="../ink/ink118.xml"/><Relationship Id="rId253" Type="http://schemas.openxmlformats.org/officeDocument/2006/relationships/image" Target="../media/image130.png"/><Relationship Id="rId274" Type="http://schemas.openxmlformats.org/officeDocument/2006/relationships/customXml" Target="../ink/ink140.xml"/><Relationship Id="rId27" Type="http://schemas.openxmlformats.org/officeDocument/2006/relationships/image" Target="../media/image17.png"/><Relationship Id="rId48" Type="http://schemas.openxmlformats.org/officeDocument/2006/relationships/customXml" Target="../ink/ink26.xml"/><Relationship Id="rId69" Type="http://schemas.openxmlformats.org/officeDocument/2006/relationships/image" Target="../media/image38.png"/><Relationship Id="rId113" Type="http://schemas.openxmlformats.org/officeDocument/2006/relationships/image" Target="../media/image60.png"/><Relationship Id="rId134" Type="http://schemas.openxmlformats.org/officeDocument/2006/relationships/customXml" Target="../ink/ink69.xml"/><Relationship Id="rId80" Type="http://schemas.openxmlformats.org/officeDocument/2006/relationships/customXml" Target="../ink/ink42.xml"/><Relationship Id="rId155" Type="http://schemas.openxmlformats.org/officeDocument/2006/relationships/image" Target="../media/image81.png"/><Relationship Id="rId176" Type="http://schemas.openxmlformats.org/officeDocument/2006/relationships/customXml" Target="../ink/ink90.xml"/><Relationship Id="rId197" Type="http://schemas.openxmlformats.org/officeDocument/2006/relationships/image" Target="../media/image102.png"/><Relationship Id="rId201" Type="http://schemas.openxmlformats.org/officeDocument/2006/relationships/image" Target="../media/image104.png"/><Relationship Id="rId222" Type="http://schemas.openxmlformats.org/officeDocument/2006/relationships/customXml" Target="../ink/ink113.xml"/><Relationship Id="rId243" Type="http://schemas.openxmlformats.org/officeDocument/2006/relationships/image" Target="../media/image125.png"/><Relationship Id="rId264" Type="http://schemas.openxmlformats.org/officeDocument/2006/relationships/image" Target="../media/image135.png"/><Relationship Id="rId285" Type="http://schemas.openxmlformats.org/officeDocument/2006/relationships/image" Target="../media/image145.png"/><Relationship Id="rId17" Type="http://schemas.openxmlformats.org/officeDocument/2006/relationships/image" Target="../media/image12.png"/><Relationship Id="rId38" Type="http://schemas.openxmlformats.org/officeDocument/2006/relationships/customXml" Target="../ink/ink21.xml"/><Relationship Id="rId59" Type="http://schemas.openxmlformats.org/officeDocument/2006/relationships/image" Target="../media/image33.png"/><Relationship Id="rId103" Type="http://schemas.openxmlformats.org/officeDocument/2006/relationships/image" Target="../media/image55.png"/><Relationship Id="rId124" Type="http://schemas.openxmlformats.org/officeDocument/2006/relationships/customXml" Target="../ink/ink64.xml"/><Relationship Id="rId70" Type="http://schemas.openxmlformats.org/officeDocument/2006/relationships/customXml" Target="../ink/ink37.xml"/><Relationship Id="rId91" Type="http://schemas.openxmlformats.org/officeDocument/2006/relationships/image" Target="../media/image49.png"/><Relationship Id="rId145" Type="http://schemas.openxmlformats.org/officeDocument/2006/relationships/image" Target="../media/image76.png"/><Relationship Id="rId166" Type="http://schemas.openxmlformats.org/officeDocument/2006/relationships/customXml" Target="../ink/ink85.xml"/><Relationship Id="rId187" Type="http://schemas.openxmlformats.org/officeDocument/2006/relationships/image" Target="../media/image97.png"/><Relationship Id="rId1" Type="http://schemas.openxmlformats.org/officeDocument/2006/relationships/slideLayout" Target="../slideLayouts/slideLayout7.xml"/><Relationship Id="rId212" Type="http://schemas.openxmlformats.org/officeDocument/2006/relationships/customXml" Target="../ink/ink108.xml"/><Relationship Id="rId233" Type="http://schemas.openxmlformats.org/officeDocument/2006/relationships/image" Target="../media/image120.png"/><Relationship Id="rId254" Type="http://schemas.openxmlformats.org/officeDocument/2006/relationships/customXml" Target="../ink/ink129.xml"/><Relationship Id="rId28" Type="http://schemas.openxmlformats.org/officeDocument/2006/relationships/customXml" Target="../ink/ink16.xml"/><Relationship Id="rId49" Type="http://schemas.openxmlformats.org/officeDocument/2006/relationships/image" Target="../media/image28.png"/><Relationship Id="rId114" Type="http://schemas.openxmlformats.org/officeDocument/2006/relationships/customXml" Target="../ink/ink59.xml"/><Relationship Id="rId275" Type="http://schemas.openxmlformats.org/officeDocument/2006/relationships/image" Target="../media/image140.png"/><Relationship Id="rId60" Type="http://schemas.openxmlformats.org/officeDocument/2006/relationships/customXml" Target="../ink/ink32.xml"/><Relationship Id="rId81" Type="http://schemas.openxmlformats.org/officeDocument/2006/relationships/image" Target="../media/image44.png"/><Relationship Id="rId135" Type="http://schemas.openxmlformats.org/officeDocument/2006/relationships/image" Target="../media/image71.png"/><Relationship Id="rId156" Type="http://schemas.openxmlformats.org/officeDocument/2006/relationships/customXml" Target="../ink/ink80.xml"/><Relationship Id="rId177" Type="http://schemas.openxmlformats.org/officeDocument/2006/relationships/image" Target="../media/image92.png"/><Relationship Id="rId198" Type="http://schemas.openxmlformats.org/officeDocument/2006/relationships/customXml" Target="../ink/ink101.xml"/><Relationship Id="rId202" Type="http://schemas.openxmlformats.org/officeDocument/2006/relationships/customXml" Target="../ink/ink103.xml"/><Relationship Id="rId223" Type="http://schemas.openxmlformats.org/officeDocument/2006/relationships/image" Target="../media/image115.png"/><Relationship Id="rId244" Type="http://schemas.openxmlformats.org/officeDocument/2006/relationships/customXml" Target="../ink/ink124.xml"/><Relationship Id="rId18" Type="http://schemas.openxmlformats.org/officeDocument/2006/relationships/customXml" Target="../ink/ink11.xml"/><Relationship Id="rId39" Type="http://schemas.openxmlformats.org/officeDocument/2006/relationships/image" Target="../media/image23.png"/><Relationship Id="rId265" Type="http://schemas.openxmlformats.org/officeDocument/2006/relationships/customXml" Target="../ink/ink135.xml"/><Relationship Id="rId50" Type="http://schemas.openxmlformats.org/officeDocument/2006/relationships/customXml" Target="../ink/ink27.xml"/><Relationship Id="rId104" Type="http://schemas.openxmlformats.org/officeDocument/2006/relationships/customXml" Target="../ink/ink54.xml"/><Relationship Id="rId125" Type="http://schemas.openxmlformats.org/officeDocument/2006/relationships/image" Target="../media/image66.png"/><Relationship Id="rId146" Type="http://schemas.openxmlformats.org/officeDocument/2006/relationships/customXml" Target="../ink/ink75.xml"/><Relationship Id="rId167" Type="http://schemas.openxmlformats.org/officeDocument/2006/relationships/image" Target="../media/image87.png"/><Relationship Id="rId188" Type="http://schemas.openxmlformats.org/officeDocument/2006/relationships/customXml" Target="../ink/ink96.xml"/><Relationship Id="rId71" Type="http://schemas.openxmlformats.org/officeDocument/2006/relationships/image" Target="../media/image39.png"/><Relationship Id="rId92" Type="http://schemas.openxmlformats.org/officeDocument/2006/relationships/customXml" Target="../ink/ink48.xml"/><Relationship Id="rId213" Type="http://schemas.openxmlformats.org/officeDocument/2006/relationships/image" Target="../media/image110.png"/><Relationship Id="rId234" Type="http://schemas.openxmlformats.org/officeDocument/2006/relationships/customXml" Target="../ink/ink119.xml"/><Relationship Id="rId2" Type="http://schemas.openxmlformats.org/officeDocument/2006/relationships/customXml" Target="../ink/ink3.xml"/><Relationship Id="rId29" Type="http://schemas.openxmlformats.org/officeDocument/2006/relationships/image" Target="../media/image18.png"/><Relationship Id="rId255" Type="http://schemas.openxmlformats.org/officeDocument/2006/relationships/image" Target="../media/image131.png"/><Relationship Id="rId276" Type="http://schemas.openxmlformats.org/officeDocument/2006/relationships/customXml" Target="../ink/ink141.xml"/><Relationship Id="rId40" Type="http://schemas.openxmlformats.org/officeDocument/2006/relationships/customXml" Target="../ink/ink22.xml"/><Relationship Id="rId115" Type="http://schemas.openxmlformats.org/officeDocument/2006/relationships/image" Target="../media/image61.png"/><Relationship Id="rId136" Type="http://schemas.openxmlformats.org/officeDocument/2006/relationships/customXml" Target="../ink/ink70.xml"/><Relationship Id="rId157" Type="http://schemas.openxmlformats.org/officeDocument/2006/relationships/image" Target="../media/image82.png"/><Relationship Id="rId178" Type="http://schemas.openxmlformats.org/officeDocument/2006/relationships/customXml" Target="../ink/ink91.xml"/><Relationship Id="rId61" Type="http://schemas.openxmlformats.org/officeDocument/2006/relationships/image" Target="../media/image34.png"/><Relationship Id="rId82" Type="http://schemas.openxmlformats.org/officeDocument/2006/relationships/customXml" Target="../ink/ink43.xml"/><Relationship Id="rId199" Type="http://schemas.openxmlformats.org/officeDocument/2006/relationships/image" Target="../media/image103.png"/><Relationship Id="rId203" Type="http://schemas.openxmlformats.org/officeDocument/2006/relationships/image" Target="../media/image105.png"/><Relationship Id="rId19" Type="http://schemas.openxmlformats.org/officeDocument/2006/relationships/image" Target="../media/image13.png"/><Relationship Id="rId224" Type="http://schemas.openxmlformats.org/officeDocument/2006/relationships/customXml" Target="../ink/ink114.xml"/><Relationship Id="rId245" Type="http://schemas.openxmlformats.org/officeDocument/2006/relationships/image" Target="../media/image126.png"/><Relationship Id="rId266" Type="http://schemas.openxmlformats.org/officeDocument/2006/relationships/image" Target="../media/image136.png"/><Relationship Id="rId30" Type="http://schemas.openxmlformats.org/officeDocument/2006/relationships/customXml" Target="../ink/ink17.xml"/><Relationship Id="rId105" Type="http://schemas.openxmlformats.org/officeDocument/2006/relationships/image" Target="../media/image56.png"/><Relationship Id="rId126" Type="http://schemas.openxmlformats.org/officeDocument/2006/relationships/customXml" Target="../ink/ink65.xml"/><Relationship Id="rId147" Type="http://schemas.openxmlformats.org/officeDocument/2006/relationships/image" Target="../media/image77.png"/><Relationship Id="rId168" Type="http://schemas.openxmlformats.org/officeDocument/2006/relationships/customXml" Target="../ink/ink86.xml"/><Relationship Id="rId51" Type="http://schemas.openxmlformats.org/officeDocument/2006/relationships/image" Target="../media/image29.png"/><Relationship Id="rId72" Type="http://schemas.openxmlformats.org/officeDocument/2006/relationships/customXml" Target="../ink/ink38.xml"/><Relationship Id="rId93" Type="http://schemas.openxmlformats.org/officeDocument/2006/relationships/image" Target="../media/image50.png"/><Relationship Id="rId189" Type="http://schemas.openxmlformats.org/officeDocument/2006/relationships/image" Target="../media/image98.png"/><Relationship Id="rId3" Type="http://schemas.openxmlformats.org/officeDocument/2006/relationships/image" Target="../media/image5.png"/><Relationship Id="rId214" Type="http://schemas.openxmlformats.org/officeDocument/2006/relationships/customXml" Target="../ink/ink109.xml"/><Relationship Id="rId235" Type="http://schemas.openxmlformats.org/officeDocument/2006/relationships/image" Target="../media/image121.png"/><Relationship Id="rId256" Type="http://schemas.openxmlformats.org/officeDocument/2006/relationships/customXml" Target="../ink/ink130.xml"/><Relationship Id="rId277" Type="http://schemas.openxmlformats.org/officeDocument/2006/relationships/image" Target="../media/image141.png"/><Relationship Id="rId116" Type="http://schemas.openxmlformats.org/officeDocument/2006/relationships/customXml" Target="../ink/ink60.xml"/><Relationship Id="rId137" Type="http://schemas.openxmlformats.org/officeDocument/2006/relationships/image" Target="../media/image72.png"/><Relationship Id="rId158" Type="http://schemas.openxmlformats.org/officeDocument/2006/relationships/customXml" Target="../ink/ink81.xml"/><Relationship Id="rId20" Type="http://schemas.openxmlformats.org/officeDocument/2006/relationships/customXml" Target="../ink/ink12.xml"/><Relationship Id="rId41" Type="http://schemas.openxmlformats.org/officeDocument/2006/relationships/image" Target="../media/image24.png"/><Relationship Id="rId62" Type="http://schemas.openxmlformats.org/officeDocument/2006/relationships/customXml" Target="../ink/ink33.xml"/><Relationship Id="rId83" Type="http://schemas.openxmlformats.org/officeDocument/2006/relationships/image" Target="../media/image45.png"/><Relationship Id="rId179" Type="http://schemas.openxmlformats.org/officeDocument/2006/relationships/image" Target="../media/image93.png"/><Relationship Id="rId190" Type="http://schemas.openxmlformats.org/officeDocument/2006/relationships/customXml" Target="../ink/ink97.xml"/><Relationship Id="rId204" Type="http://schemas.openxmlformats.org/officeDocument/2006/relationships/customXml" Target="../ink/ink104.xml"/><Relationship Id="rId225" Type="http://schemas.openxmlformats.org/officeDocument/2006/relationships/image" Target="../media/image116.png"/><Relationship Id="rId246" Type="http://schemas.openxmlformats.org/officeDocument/2006/relationships/customXml" Target="../ink/ink125.xml"/><Relationship Id="rId267" Type="http://schemas.openxmlformats.org/officeDocument/2006/relationships/customXml" Target="../ink/ink136.xml"/><Relationship Id="rId106" Type="http://schemas.openxmlformats.org/officeDocument/2006/relationships/customXml" Target="../ink/ink55.xml"/><Relationship Id="rId127" Type="http://schemas.openxmlformats.org/officeDocument/2006/relationships/image" Target="../media/image67.png"/><Relationship Id="rId10" Type="http://schemas.openxmlformats.org/officeDocument/2006/relationships/customXml" Target="../ink/ink7.xml"/><Relationship Id="rId31" Type="http://schemas.openxmlformats.org/officeDocument/2006/relationships/image" Target="../media/image19.png"/><Relationship Id="rId52" Type="http://schemas.openxmlformats.org/officeDocument/2006/relationships/customXml" Target="../ink/ink28.xml"/><Relationship Id="rId73" Type="http://schemas.openxmlformats.org/officeDocument/2006/relationships/image" Target="../media/image40.png"/><Relationship Id="rId94" Type="http://schemas.openxmlformats.org/officeDocument/2006/relationships/customXml" Target="../ink/ink49.xml"/><Relationship Id="rId148" Type="http://schemas.openxmlformats.org/officeDocument/2006/relationships/customXml" Target="../ink/ink76.xml"/><Relationship Id="rId169" Type="http://schemas.openxmlformats.org/officeDocument/2006/relationships/image" Target="../media/image88.png"/><Relationship Id="rId4" Type="http://schemas.openxmlformats.org/officeDocument/2006/relationships/customXml" Target="../ink/ink4.xml"/><Relationship Id="rId180" Type="http://schemas.openxmlformats.org/officeDocument/2006/relationships/customXml" Target="../ink/ink92.xml"/><Relationship Id="rId215" Type="http://schemas.openxmlformats.org/officeDocument/2006/relationships/image" Target="../media/image111.png"/><Relationship Id="rId236" Type="http://schemas.openxmlformats.org/officeDocument/2006/relationships/customXml" Target="../ink/ink120.xml"/><Relationship Id="rId257" Type="http://schemas.openxmlformats.org/officeDocument/2006/relationships/customXml" Target="../ink/ink131.xml"/><Relationship Id="rId278" Type="http://schemas.openxmlformats.org/officeDocument/2006/relationships/customXml" Target="../ink/ink142.xml"/><Relationship Id="rId42" Type="http://schemas.openxmlformats.org/officeDocument/2006/relationships/customXml" Target="../ink/ink23.xml"/><Relationship Id="rId84" Type="http://schemas.openxmlformats.org/officeDocument/2006/relationships/customXml" Target="../ink/ink44.xml"/><Relationship Id="rId138" Type="http://schemas.openxmlformats.org/officeDocument/2006/relationships/customXml" Target="../ink/ink71.xml"/><Relationship Id="rId191" Type="http://schemas.openxmlformats.org/officeDocument/2006/relationships/image" Target="../media/image99.png"/><Relationship Id="rId205" Type="http://schemas.openxmlformats.org/officeDocument/2006/relationships/image" Target="../media/image106.png"/><Relationship Id="rId247" Type="http://schemas.openxmlformats.org/officeDocument/2006/relationships/image" Target="../media/image127.png"/><Relationship Id="rId107" Type="http://schemas.openxmlformats.org/officeDocument/2006/relationships/image" Target="../media/image57.png"/><Relationship Id="rId11" Type="http://schemas.openxmlformats.org/officeDocument/2006/relationships/image" Target="../media/image9.png"/><Relationship Id="rId53" Type="http://schemas.openxmlformats.org/officeDocument/2006/relationships/image" Target="../media/image30.png"/><Relationship Id="rId149" Type="http://schemas.openxmlformats.org/officeDocument/2006/relationships/image" Target="../media/image78.png"/><Relationship Id="rId95" Type="http://schemas.openxmlformats.org/officeDocument/2006/relationships/image" Target="../media/image51.png"/><Relationship Id="rId160" Type="http://schemas.openxmlformats.org/officeDocument/2006/relationships/customXml" Target="../ink/ink82.xml"/><Relationship Id="rId216" Type="http://schemas.openxmlformats.org/officeDocument/2006/relationships/customXml" Target="../ink/ink110.xml"/><Relationship Id="rId258" Type="http://schemas.openxmlformats.org/officeDocument/2006/relationships/image" Target="../media/image132.png"/><Relationship Id="rId22" Type="http://schemas.openxmlformats.org/officeDocument/2006/relationships/customXml" Target="../ink/ink13.xml"/><Relationship Id="rId64" Type="http://schemas.openxmlformats.org/officeDocument/2006/relationships/customXml" Target="../ink/ink34.xml"/><Relationship Id="rId118" Type="http://schemas.openxmlformats.org/officeDocument/2006/relationships/customXml" Target="../ink/ink61.xml"/></Relationships>
</file>

<file path=ppt/slides/_rels/slide6.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17" Type="http://schemas.openxmlformats.org/officeDocument/2006/relationships/image" Target="../media/image206.png"/><Relationship Id="rId21" Type="http://schemas.openxmlformats.org/officeDocument/2006/relationships/image" Target="../media/image158.png"/><Relationship Id="rId42" Type="http://schemas.openxmlformats.org/officeDocument/2006/relationships/customXml" Target="../ink/ink166.xml"/><Relationship Id="rId63" Type="http://schemas.openxmlformats.org/officeDocument/2006/relationships/image" Target="../media/image179.png"/><Relationship Id="rId84" Type="http://schemas.openxmlformats.org/officeDocument/2006/relationships/customXml" Target="../ink/ink187.xml"/><Relationship Id="rId138" Type="http://schemas.openxmlformats.org/officeDocument/2006/relationships/customXml" Target="../ink/ink214.xml"/><Relationship Id="rId159" Type="http://schemas.openxmlformats.org/officeDocument/2006/relationships/image" Target="../media/image227.png"/><Relationship Id="rId170" Type="http://schemas.openxmlformats.org/officeDocument/2006/relationships/customXml" Target="../ink/ink230.xml"/><Relationship Id="rId107" Type="http://schemas.openxmlformats.org/officeDocument/2006/relationships/image" Target="../media/image201.png"/><Relationship Id="rId11" Type="http://schemas.openxmlformats.org/officeDocument/2006/relationships/image" Target="../media/image153.png"/><Relationship Id="rId32" Type="http://schemas.openxmlformats.org/officeDocument/2006/relationships/customXml" Target="../ink/ink161.xml"/><Relationship Id="rId53" Type="http://schemas.openxmlformats.org/officeDocument/2006/relationships/image" Target="../media/image174.png"/><Relationship Id="rId74" Type="http://schemas.openxmlformats.org/officeDocument/2006/relationships/customXml" Target="../ink/ink182.xml"/><Relationship Id="rId128" Type="http://schemas.openxmlformats.org/officeDocument/2006/relationships/customXml" Target="../ink/ink209.xml"/><Relationship Id="rId149" Type="http://schemas.openxmlformats.org/officeDocument/2006/relationships/image" Target="../media/image222.png"/><Relationship Id="rId5" Type="http://schemas.openxmlformats.org/officeDocument/2006/relationships/image" Target="../media/image150.png"/><Relationship Id="rId95" Type="http://schemas.openxmlformats.org/officeDocument/2006/relationships/image" Target="../media/image195.png"/><Relationship Id="rId160" Type="http://schemas.openxmlformats.org/officeDocument/2006/relationships/customXml" Target="../ink/ink225.xml"/><Relationship Id="rId22" Type="http://schemas.openxmlformats.org/officeDocument/2006/relationships/customXml" Target="../ink/ink156.xml"/><Relationship Id="rId43" Type="http://schemas.openxmlformats.org/officeDocument/2006/relationships/image" Target="../media/image169.png"/><Relationship Id="rId64" Type="http://schemas.openxmlformats.org/officeDocument/2006/relationships/customXml" Target="../ink/ink177.xml"/><Relationship Id="rId118" Type="http://schemas.openxmlformats.org/officeDocument/2006/relationships/customXml" Target="../ink/ink204.xml"/><Relationship Id="rId139" Type="http://schemas.openxmlformats.org/officeDocument/2006/relationships/image" Target="../media/image217.png"/><Relationship Id="rId85" Type="http://schemas.openxmlformats.org/officeDocument/2006/relationships/image" Target="../media/image190.png"/><Relationship Id="rId150" Type="http://schemas.openxmlformats.org/officeDocument/2006/relationships/customXml" Target="../ink/ink220.xml"/><Relationship Id="rId171" Type="http://schemas.openxmlformats.org/officeDocument/2006/relationships/image" Target="../media/image233.png"/><Relationship Id="rId12" Type="http://schemas.openxmlformats.org/officeDocument/2006/relationships/customXml" Target="../ink/ink151.xml"/><Relationship Id="rId33" Type="http://schemas.openxmlformats.org/officeDocument/2006/relationships/image" Target="../media/image164.png"/><Relationship Id="rId108" Type="http://schemas.openxmlformats.org/officeDocument/2006/relationships/customXml" Target="../ink/ink199.xml"/><Relationship Id="rId129" Type="http://schemas.openxmlformats.org/officeDocument/2006/relationships/image" Target="../media/image212.png"/><Relationship Id="rId54" Type="http://schemas.openxmlformats.org/officeDocument/2006/relationships/customXml" Target="../ink/ink172.xml"/><Relationship Id="rId75" Type="http://schemas.openxmlformats.org/officeDocument/2006/relationships/image" Target="../media/image185.png"/><Relationship Id="rId96" Type="http://schemas.openxmlformats.org/officeDocument/2006/relationships/customXml" Target="../ink/ink193.xml"/><Relationship Id="rId140" Type="http://schemas.openxmlformats.org/officeDocument/2006/relationships/customXml" Target="../ink/ink215.xml"/><Relationship Id="rId161" Type="http://schemas.openxmlformats.org/officeDocument/2006/relationships/image" Target="../media/image228.png"/><Relationship Id="rId1" Type="http://schemas.openxmlformats.org/officeDocument/2006/relationships/slideLayout" Target="../slideLayouts/slideLayout7.xml"/><Relationship Id="rId6" Type="http://schemas.openxmlformats.org/officeDocument/2006/relationships/customXml" Target="../ink/ink148.xml"/><Relationship Id="rId23" Type="http://schemas.openxmlformats.org/officeDocument/2006/relationships/image" Target="../media/image159.png"/><Relationship Id="rId28" Type="http://schemas.openxmlformats.org/officeDocument/2006/relationships/customXml" Target="../ink/ink159.xml"/><Relationship Id="rId49" Type="http://schemas.openxmlformats.org/officeDocument/2006/relationships/image" Target="../media/image172.png"/><Relationship Id="rId114" Type="http://schemas.openxmlformats.org/officeDocument/2006/relationships/customXml" Target="../ink/ink202.xml"/><Relationship Id="rId119" Type="http://schemas.openxmlformats.org/officeDocument/2006/relationships/image" Target="../media/image207.png"/><Relationship Id="rId44" Type="http://schemas.openxmlformats.org/officeDocument/2006/relationships/customXml" Target="../ink/ink167.xml"/><Relationship Id="rId60" Type="http://schemas.openxmlformats.org/officeDocument/2006/relationships/customXml" Target="../ink/ink175.xml"/><Relationship Id="rId65" Type="http://schemas.openxmlformats.org/officeDocument/2006/relationships/image" Target="../media/image180.png"/><Relationship Id="rId81" Type="http://schemas.openxmlformats.org/officeDocument/2006/relationships/image" Target="../media/image188.png"/><Relationship Id="rId86" Type="http://schemas.openxmlformats.org/officeDocument/2006/relationships/customXml" Target="../ink/ink188.xml"/><Relationship Id="rId130" Type="http://schemas.openxmlformats.org/officeDocument/2006/relationships/customXml" Target="../ink/ink210.xml"/><Relationship Id="rId135" Type="http://schemas.openxmlformats.org/officeDocument/2006/relationships/image" Target="../media/image215.png"/><Relationship Id="rId151" Type="http://schemas.openxmlformats.org/officeDocument/2006/relationships/image" Target="../media/image223.png"/><Relationship Id="rId156" Type="http://schemas.openxmlformats.org/officeDocument/2006/relationships/customXml" Target="../ink/ink223.xml"/><Relationship Id="rId172" Type="http://schemas.openxmlformats.org/officeDocument/2006/relationships/customXml" Target="../ink/ink231.xml"/><Relationship Id="rId13" Type="http://schemas.openxmlformats.org/officeDocument/2006/relationships/image" Target="../media/image154.png"/><Relationship Id="rId18" Type="http://schemas.openxmlformats.org/officeDocument/2006/relationships/customXml" Target="../ink/ink154.xml"/><Relationship Id="rId39" Type="http://schemas.openxmlformats.org/officeDocument/2006/relationships/image" Target="../media/image167.png"/><Relationship Id="rId109" Type="http://schemas.openxmlformats.org/officeDocument/2006/relationships/image" Target="../media/image202.png"/><Relationship Id="rId34" Type="http://schemas.openxmlformats.org/officeDocument/2006/relationships/customXml" Target="../ink/ink162.xml"/><Relationship Id="rId50" Type="http://schemas.openxmlformats.org/officeDocument/2006/relationships/customXml" Target="../ink/ink170.xml"/><Relationship Id="rId55" Type="http://schemas.openxmlformats.org/officeDocument/2006/relationships/image" Target="../media/image175.png"/><Relationship Id="rId76" Type="http://schemas.openxmlformats.org/officeDocument/2006/relationships/customXml" Target="../ink/ink183.xml"/><Relationship Id="rId97" Type="http://schemas.openxmlformats.org/officeDocument/2006/relationships/image" Target="../media/image196.png"/><Relationship Id="rId104" Type="http://schemas.openxmlformats.org/officeDocument/2006/relationships/customXml" Target="../ink/ink197.xml"/><Relationship Id="rId120" Type="http://schemas.openxmlformats.org/officeDocument/2006/relationships/customXml" Target="../ink/ink205.xml"/><Relationship Id="rId125" Type="http://schemas.openxmlformats.org/officeDocument/2006/relationships/image" Target="../media/image210.png"/><Relationship Id="rId141" Type="http://schemas.openxmlformats.org/officeDocument/2006/relationships/image" Target="../media/image218.png"/><Relationship Id="rId146" Type="http://schemas.openxmlformats.org/officeDocument/2006/relationships/customXml" Target="../ink/ink218.xml"/><Relationship Id="rId167" Type="http://schemas.openxmlformats.org/officeDocument/2006/relationships/image" Target="../media/image231.png"/><Relationship Id="rId7" Type="http://schemas.openxmlformats.org/officeDocument/2006/relationships/image" Target="../media/image151.png"/><Relationship Id="rId71" Type="http://schemas.openxmlformats.org/officeDocument/2006/relationships/image" Target="../media/image183.png"/><Relationship Id="rId92" Type="http://schemas.openxmlformats.org/officeDocument/2006/relationships/customXml" Target="../ink/ink191.xml"/><Relationship Id="rId162" Type="http://schemas.openxmlformats.org/officeDocument/2006/relationships/customXml" Target="../ink/ink226.xml"/><Relationship Id="rId2" Type="http://schemas.openxmlformats.org/officeDocument/2006/relationships/customXml" Target="../ink/ink146.xml"/><Relationship Id="rId29" Type="http://schemas.openxmlformats.org/officeDocument/2006/relationships/image" Target="../media/image162.png"/><Relationship Id="rId24" Type="http://schemas.openxmlformats.org/officeDocument/2006/relationships/customXml" Target="../ink/ink157.xml"/><Relationship Id="rId40" Type="http://schemas.openxmlformats.org/officeDocument/2006/relationships/customXml" Target="../ink/ink165.xml"/><Relationship Id="rId45" Type="http://schemas.openxmlformats.org/officeDocument/2006/relationships/image" Target="../media/image170.png"/><Relationship Id="rId66" Type="http://schemas.openxmlformats.org/officeDocument/2006/relationships/customXml" Target="../ink/ink178.xml"/><Relationship Id="rId87" Type="http://schemas.openxmlformats.org/officeDocument/2006/relationships/image" Target="../media/image191.png"/><Relationship Id="rId110" Type="http://schemas.openxmlformats.org/officeDocument/2006/relationships/customXml" Target="../ink/ink200.xml"/><Relationship Id="rId115" Type="http://schemas.openxmlformats.org/officeDocument/2006/relationships/image" Target="../media/image205.png"/><Relationship Id="rId131" Type="http://schemas.openxmlformats.org/officeDocument/2006/relationships/image" Target="../media/image213.png"/><Relationship Id="rId136" Type="http://schemas.openxmlformats.org/officeDocument/2006/relationships/customXml" Target="../ink/ink213.xml"/><Relationship Id="rId157" Type="http://schemas.openxmlformats.org/officeDocument/2006/relationships/image" Target="../media/image226.png"/><Relationship Id="rId61" Type="http://schemas.openxmlformats.org/officeDocument/2006/relationships/image" Target="../media/image178.png"/><Relationship Id="rId82" Type="http://schemas.openxmlformats.org/officeDocument/2006/relationships/customXml" Target="../ink/ink186.xml"/><Relationship Id="rId152" Type="http://schemas.openxmlformats.org/officeDocument/2006/relationships/customXml" Target="../ink/ink221.xml"/><Relationship Id="rId173" Type="http://schemas.openxmlformats.org/officeDocument/2006/relationships/image" Target="../media/image234.png"/><Relationship Id="rId19" Type="http://schemas.openxmlformats.org/officeDocument/2006/relationships/image" Target="../media/image157.png"/><Relationship Id="rId14" Type="http://schemas.openxmlformats.org/officeDocument/2006/relationships/customXml" Target="../ink/ink152.xml"/><Relationship Id="rId30" Type="http://schemas.openxmlformats.org/officeDocument/2006/relationships/customXml" Target="../ink/ink160.xml"/><Relationship Id="rId35" Type="http://schemas.openxmlformats.org/officeDocument/2006/relationships/image" Target="../media/image165.png"/><Relationship Id="rId56" Type="http://schemas.openxmlformats.org/officeDocument/2006/relationships/customXml" Target="../ink/ink173.xml"/><Relationship Id="rId77" Type="http://schemas.openxmlformats.org/officeDocument/2006/relationships/image" Target="../media/image186.png"/><Relationship Id="rId100" Type="http://schemas.openxmlformats.org/officeDocument/2006/relationships/customXml" Target="../ink/ink195.xml"/><Relationship Id="rId105" Type="http://schemas.openxmlformats.org/officeDocument/2006/relationships/image" Target="../media/image200.png"/><Relationship Id="rId126" Type="http://schemas.openxmlformats.org/officeDocument/2006/relationships/customXml" Target="../ink/ink208.xml"/><Relationship Id="rId147" Type="http://schemas.openxmlformats.org/officeDocument/2006/relationships/image" Target="../media/image221.png"/><Relationship Id="rId168" Type="http://schemas.openxmlformats.org/officeDocument/2006/relationships/customXml" Target="../ink/ink229.xml"/><Relationship Id="rId8" Type="http://schemas.openxmlformats.org/officeDocument/2006/relationships/customXml" Target="../ink/ink149.xml"/><Relationship Id="rId51" Type="http://schemas.openxmlformats.org/officeDocument/2006/relationships/image" Target="../media/image173.png"/><Relationship Id="rId72" Type="http://schemas.openxmlformats.org/officeDocument/2006/relationships/customXml" Target="../ink/ink181.xml"/><Relationship Id="rId93" Type="http://schemas.openxmlformats.org/officeDocument/2006/relationships/image" Target="../media/image194.png"/><Relationship Id="rId98" Type="http://schemas.openxmlformats.org/officeDocument/2006/relationships/customXml" Target="../ink/ink194.xml"/><Relationship Id="rId121" Type="http://schemas.openxmlformats.org/officeDocument/2006/relationships/image" Target="../media/image208.png"/><Relationship Id="rId142" Type="http://schemas.openxmlformats.org/officeDocument/2006/relationships/customXml" Target="../ink/ink216.xml"/><Relationship Id="rId163" Type="http://schemas.openxmlformats.org/officeDocument/2006/relationships/image" Target="../media/image229.png"/><Relationship Id="rId3" Type="http://schemas.openxmlformats.org/officeDocument/2006/relationships/image" Target="../media/image149.png"/><Relationship Id="rId25" Type="http://schemas.openxmlformats.org/officeDocument/2006/relationships/image" Target="../media/image160.png"/><Relationship Id="rId46" Type="http://schemas.openxmlformats.org/officeDocument/2006/relationships/customXml" Target="../ink/ink168.xml"/><Relationship Id="rId67" Type="http://schemas.openxmlformats.org/officeDocument/2006/relationships/image" Target="../media/image181.png"/><Relationship Id="rId116" Type="http://schemas.openxmlformats.org/officeDocument/2006/relationships/customXml" Target="../ink/ink203.xml"/><Relationship Id="rId137" Type="http://schemas.openxmlformats.org/officeDocument/2006/relationships/image" Target="../media/image216.png"/><Relationship Id="rId158" Type="http://schemas.openxmlformats.org/officeDocument/2006/relationships/customXml" Target="../ink/ink224.xml"/><Relationship Id="rId20" Type="http://schemas.openxmlformats.org/officeDocument/2006/relationships/customXml" Target="../ink/ink155.xml"/><Relationship Id="rId41" Type="http://schemas.openxmlformats.org/officeDocument/2006/relationships/image" Target="../media/image168.png"/><Relationship Id="rId62" Type="http://schemas.openxmlformats.org/officeDocument/2006/relationships/customXml" Target="../ink/ink176.xml"/><Relationship Id="rId83" Type="http://schemas.openxmlformats.org/officeDocument/2006/relationships/image" Target="../media/image189.png"/><Relationship Id="rId88" Type="http://schemas.openxmlformats.org/officeDocument/2006/relationships/customXml" Target="../ink/ink189.xml"/><Relationship Id="rId111" Type="http://schemas.openxmlformats.org/officeDocument/2006/relationships/image" Target="../media/image203.png"/><Relationship Id="rId132" Type="http://schemas.openxmlformats.org/officeDocument/2006/relationships/customXml" Target="../ink/ink211.xml"/><Relationship Id="rId153" Type="http://schemas.openxmlformats.org/officeDocument/2006/relationships/image" Target="../media/image224.png"/><Relationship Id="rId174" Type="http://schemas.openxmlformats.org/officeDocument/2006/relationships/customXml" Target="../ink/ink232.xml"/><Relationship Id="rId15" Type="http://schemas.openxmlformats.org/officeDocument/2006/relationships/image" Target="../media/image155.png"/><Relationship Id="rId36" Type="http://schemas.openxmlformats.org/officeDocument/2006/relationships/customXml" Target="../ink/ink163.xml"/><Relationship Id="rId57" Type="http://schemas.openxmlformats.org/officeDocument/2006/relationships/image" Target="../media/image176.png"/><Relationship Id="rId106" Type="http://schemas.openxmlformats.org/officeDocument/2006/relationships/customXml" Target="../ink/ink198.xml"/><Relationship Id="rId127" Type="http://schemas.openxmlformats.org/officeDocument/2006/relationships/image" Target="../media/image211.png"/><Relationship Id="rId10" Type="http://schemas.openxmlformats.org/officeDocument/2006/relationships/customXml" Target="../ink/ink150.xml"/><Relationship Id="rId31" Type="http://schemas.openxmlformats.org/officeDocument/2006/relationships/image" Target="../media/image163.png"/><Relationship Id="rId52" Type="http://schemas.openxmlformats.org/officeDocument/2006/relationships/customXml" Target="../ink/ink171.xml"/><Relationship Id="rId73" Type="http://schemas.openxmlformats.org/officeDocument/2006/relationships/image" Target="../media/image184.png"/><Relationship Id="rId78" Type="http://schemas.openxmlformats.org/officeDocument/2006/relationships/customXml" Target="../ink/ink184.xml"/><Relationship Id="rId94" Type="http://schemas.openxmlformats.org/officeDocument/2006/relationships/customXml" Target="../ink/ink192.xml"/><Relationship Id="rId99" Type="http://schemas.openxmlformats.org/officeDocument/2006/relationships/image" Target="../media/image197.png"/><Relationship Id="rId101" Type="http://schemas.openxmlformats.org/officeDocument/2006/relationships/image" Target="../media/image198.png"/><Relationship Id="rId122" Type="http://schemas.openxmlformats.org/officeDocument/2006/relationships/customXml" Target="../ink/ink206.xml"/><Relationship Id="rId143" Type="http://schemas.openxmlformats.org/officeDocument/2006/relationships/image" Target="../media/image219.png"/><Relationship Id="rId148" Type="http://schemas.openxmlformats.org/officeDocument/2006/relationships/customXml" Target="../ink/ink219.xml"/><Relationship Id="rId164" Type="http://schemas.openxmlformats.org/officeDocument/2006/relationships/customXml" Target="../ink/ink227.xml"/><Relationship Id="rId169" Type="http://schemas.openxmlformats.org/officeDocument/2006/relationships/image" Target="../media/image232.png"/><Relationship Id="rId4" Type="http://schemas.openxmlformats.org/officeDocument/2006/relationships/customXml" Target="../ink/ink147.xml"/><Relationship Id="rId9" Type="http://schemas.openxmlformats.org/officeDocument/2006/relationships/image" Target="../media/image152.png"/><Relationship Id="rId26" Type="http://schemas.openxmlformats.org/officeDocument/2006/relationships/customXml" Target="../ink/ink158.xml"/><Relationship Id="rId47" Type="http://schemas.openxmlformats.org/officeDocument/2006/relationships/image" Target="../media/image171.png"/><Relationship Id="rId68" Type="http://schemas.openxmlformats.org/officeDocument/2006/relationships/customXml" Target="../ink/ink179.xml"/><Relationship Id="rId89" Type="http://schemas.openxmlformats.org/officeDocument/2006/relationships/image" Target="../media/image192.png"/><Relationship Id="rId112" Type="http://schemas.openxmlformats.org/officeDocument/2006/relationships/customXml" Target="../ink/ink201.xml"/><Relationship Id="rId133" Type="http://schemas.openxmlformats.org/officeDocument/2006/relationships/image" Target="../media/image214.png"/><Relationship Id="rId154" Type="http://schemas.openxmlformats.org/officeDocument/2006/relationships/customXml" Target="../ink/ink222.xml"/><Relationship Id="rId175" Type="http://schemas.openxmlformats.org/officeDocument/2006/relationships/image" Target="../media/image235.png"/><Relationship Id="rId16" Type="http://schemas.openxmlformats.org/officeDocument/2006/relationships/customXml" Target="../ink/ink153.xml"/><Relationship Id="rId37" Type="http://schemas.openxmlformats.org/officeDocument/2006/relationships/image" Target="../media/image166.png"/><Relationship Id="rId58" Type="http://schemas.openxmlformats.org/officeDocument/2006/relationships/customXml" Target="../ink/ink174.xml"/><Relationship Id="rId79" Type="http://schemas.openxmlformats.org/officeDocument/2006/relationships/image" Target="../media/image187.png"/><Relationship Id="rId102" Type="http://schemas.openxmlformats.org/officeDocument/2006/relationships/customXml" Target="../ink/ink196.xml"/><Relationship Id="rId123" Type="http://schemas.openxmlformats.org/officeDocument/2006/relationships/image" Target="../media/image209.png"/><Relationship Id="rId144" Type="http://schemas.openxmlformats.org/officeDocument/2006/relationships/customXml" Target="../ink/ink217.xml"/><Relationship Id="rId90" Type="http://schemas.openxmlformats.org/officeDocument/2006/relationships/customXml" Target="../ink/ink190.xml"/><Relationship Id="rId165" Type="http://schemas.openxmlformats.org/officeDocument/2006/relationships/image" Target="../media/image230.png"/><Relationship Id="rId27" Type="http://schemas.openxmlformats.org/officeDocument/2006/relationships/image" Target="../media/image161.png"/><Relationship Id="rId48" Type="http://schemas.openxmlformats.org/officeDocument/2006/relationships/customXml" Target="../ink/ink169.xml"/><Relationship Id="rId69" Type="http://schemas.openxmlformats.org/officeDocument/2006/relationships/image" Target="../media/image182.png"/><Relationship Id="rId113" Type="http://schemas.openxmlformats.org/officeDocument/2006/relationships/image" Target="../media/image204.png"/><Relationship Id="rId134" Type="http://schemas.openxmlformats.org/officeDocument/2006/relationships/customXml" Target="../ink/ink212.xml"/><Relationship Id="rId80" Type="http://schemas.openxmlformats.org/officeDocument/2006/relationships/customXml" Target="../ink/ink185.xml"/><Relationship Id="rId155" Type="http://schemas.openxmlformats.org/officeDocument/2006/relationships/image" Target="../media/image225.png"/><Relationship Id="rId17" Type="http://schemas.openxmlformats.org/officeDocument/2006/relationships/image" Target="../media/image156.png"/><Relationship Id="rId38" Type="http://schemas.openxmlformats.org/officeDocument/2006/relationships/customXml" Target="../ink/ink164.xml"/><Relationship Id="rId59" Type="http://schemas.openxmlformats.org/officeDocument/2006/relationships/image" Target="../media/image177.png"/><Relationship Id="rId103" Type="http://schemas.openxmlformats.org/officeDocument/2006/relationships/image" Target="../media/image199.png"/><Relationship Id="rId124" Type="http://schemas.openxmlformats.org/officeDocument/2006/relationships/customXml" Target="../ink/ink207.xml"/><Relationship Id="rId70" Type="http://schemas.openxmlformats.org/officeDocument/2006/relationships/customXml" Target="../ink/ink180.xml"/><Relationship Id="rId91" Type="http://schemas.openxmlformats.org/officeDocument/2006/relationships/image" Target="../media/image193.png"/><Relationship Id="rId145" Type="http://schemas.openxmlformats.org/officeDocument/2006/relationships/image" Target="../media/image220.png"/><Relationship Id="rId166" Type="http://schemas.openxmlformats.org/officeDocument/2006/relationships/customXml" Target="../ink/ink228.xml"/></Relationships>
</file>

<file path=ppt/slides/_rels/slide9.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17" Type="http://schemas.openxmlformats.org/officeDocument/2006/relationships/image" Target="../media/image294.png"/><Relationship Id="rId299" Type="http://schemas.openxmlformats.org/officeDocument/2006/relationships/image" Target="../media/image385.png"/><Relationship Id="rId21" Type="http://schemas.openxmlformats.org/officeDocument/2006/relationships/image" Target="../media/image246.png"/><Relationship Id="rId63" Type="http://schemas.openxmlformats.org/officeDocument/2006/relationships/image" Target="../media/image267.png"/><Relationship Id="rId159" Type="http://schemas.openxmlformats.org/officeDocument/2006/relationships/image" Target="../media/image315.png"/><Relationship Id="rId324" Type="http://schemas.openxmlformats.org/officeDocument/2006/relationships/customXml" Target="../ink/ink394.xml"/><Relationship Id="rId366" Type="http://schemas.openxmlformats.org/officeDocument/2006/relationships/customXml" Target="../ink/ink415.xml"/><Relationship Id="rId170" Type="http://schemas.openxmlformats.org/officeDocument/2006/relationships/customXml" Target="../ink/ink317.xml"/><Relationship Id="rId226" Type="http://schemas.openxmlformats.org/officeDocument/2006/relationships/customXml" Target="../ink/ink345.xml"/><Relationship Id="rId268" Type="http://schemas.openxmlformats.org/officeDocument/2006/relationships/customXml" Target="../ink/ink366.xml"/><Relationship Id="rId32" Type="http://schemas.openxmlformats.org/officeDocument/2006/relationships/customXml" Target="../ink/ink248.xml"/><Relationship Id="rId74" Type="http://schemas.openxmlformats.org/officeDocument/2006/relationships/customXml" Target="../ink/ink269.xml"/><Relationship Id="rId128" Type="http://schemas.openxmlformats.org/officeDocument/2006/relationships/customXml" Target="../ink/ink296.xml"/><Relationship Id="rId335" Type="http://schemas.openxmlformats.org/officeDocument/2006/relationships/image" Target="../media/image402.png"/><Relationship Id="rId377" Type="http://schemas.openxmlformats.org/officeDocument/2006/relationships/image" Target="../media/image423.png"/><Relationship Id="rId5" Type="http://schemas.openxmlformats.org/officeDocument/2006/relationships/image" Target="../media/image238.png"/><Relationship Id="rId181" Type="http://schemas.openxmlformats.org/officeDocument/2006/relationships/image" Target="../media/image326.png"/><Relationship Id="rId237" Type="http://schemas.openxmlformats.org/officeDocument/2006/relationships/image" Target="../media/image354.png"/><Relationship Id="rId402" Type="http://schemas.openxmlformats.org/officeDocument/2006/relationships/customXml" Target="../ink/ink433.xml"/><Relationship Id="rId279" Type="http://schemas.openxmlformats.org/officeDocument/2006/relationships/image" Target="../media/image375.png"/><Relationship Id="rId43" Type="http://schemas.openxmlformats.org/officeDocument/2006/relationships/image" Target="../media/image257.png"/><Relationship Id="rId139" Type="http://schemas.openxmlformats.org/officeDocument/2006/relationships/image" Target="../media/image305.png"/><Relationship Id="rId290" Type="http://schemas.openxmlformats.org/officeDocument/2006/relationships/customXml" Target="../ink/ink377.xml"/><Relationship Id="rId304" Type="http://schemas.openxmlformats.org/officeDocument/2006/relationships/customXml" Target="../ink/ink384.xml"/><Relationship Id="rId346" Type="http://schemas.openxmlformats.org/officeDocument/2006/relationships/customXml" Target="../ink/ink405.xml"/><Relationship Id="rId388" Type="http://schemas.openxmlformats.org/officeDocument/2006/relationships/customXml" Target="../ink/ink426.xml"/><Relationship Id="rId85" Type="http://schemas.openxmlformats.org/officeDocument/2006/relationships/image" Target="../media/image278.png"/><Relationship Id="rId150" Type="http://schemas.openxmlformats.org/officeDocument/2006/relationships/customXml" Target="../ink/ink307.xml"/><Relationship Id="rId192" Type="http://schemas.openxmlformats.org/officeDocument/2006/relationships/customXml" Target="../ink/ink328.xml"/><Relationship Id="rId206" Type="http://schemas.openxmlformats.org/officeDocument/2006/relationships/customXml" Target="../ink/ink335.xml"/><Relationship Id="rId413" Type="http://schemas.openxmlformats.org/officeDocument/2006/relationships/image" Target="../media/image441.png"/><Relationship Id="rId248" Type="http://schemas.openxmlformats.org/officeDocument/2006/relationships/customXml" Target="../ink/ink356.xml"/><Relationship Id="rId12" Type="http://schemas.openxmlformats.org/officeDocument/2006/relationships/customXml" Target="../ink/ink238.xml"/><Relationship Id="rId108" Type="http://schemas.openxmlformats.org/officeDocument/2006/relationships/customXml" Target="../ink/ink286.xml"/><Relationship Id="rId315" Type="http://schemas.openxmlformats.org/officeDocument/2006/relationships/image" Target="../media/image392.png"/><Relationship Id="rId357" Type="http://schemas.openxmlformats.org/officeDocument/2006/relationships/image" Target="../media/image413.png"/><Relationship Id="rId54" Type="http://schemas.openxmlformats.org/officeDocument/2006/relationships/customXml" Target="../ink/ink259.xml"/><Relationship Id="rId96" Type="http://schemas.openxmlformats.org/officeDocument/2006/relationships/customXml" Target="../ink/ink280.xml"/><Relationship Id="rId161" Type="http://schemas.openxmlformats.org/officeDocument/2006/relationships/image" Target="../media/image316.png"/><Relationship Id="rId217" Type="http://schemas.openxmlformats.org/officeDocument/2006/relationships/image" Target="../media/image344.png"/><Relationship Id="rId399" Type="http://schemas.openxmlformats.org/officeDocument/2006/relationships/image" Target="../media/image434.png"/><Relationship Id="rId259" Type="http://schemas.openxmlformats.org/officeDocument/2006/relationships/image" Target="../media/image365.png"/><Relationship Id="rId424" Type="http://schemas.openxmlformats.org/officeDocument/2006/relationships/customXml" Target="../ink/ink444.xml"/><Relationship Id="rId23" Type="http://schemas.openxmlformats.org/officeDocument/2006/relationships/image" Target="../media/image247.png"/><Relationship Id="rId119" Type="http://schemas.openxmlformats.org/officeDocument/2006/relationships/image" Target="../media/image295.png"/><Relationship Id="rId270" Type="http://schemas.openxmlformats.org/officeDocument/2006/relationships/customXml" Target="../ink/ink367.xml"/><Relationship Id="rId326" Type="http://schemas.openxmlformats.org/officeDocument/2006/relationships/customXml" Target="../ink/ink395.xml"/><Relationship Id="rId65" Type="http://schemas.openxmlformats.org/officeDocument/2006/relationships/image" Target="../media/image268.png"/><Relationship Id="rId130" Type="http://schemas.openxmlformats.org/officeDocument/2006/relationships/customXml" Target="../ink/ink297.xml"/><Relationship Id="rId368" Type="http://schemas.openxmlformats.org/officeDocument/2006/relationships/customXml" Target="../ink/ink416.xml"/><Relationship Id="rId172" Type="http://schemas.openxmlformats.org/officeDocument/2006/relationships/customXml" Target="../ink/ink318.xml"/><Relationship Id="rId228" Type="http://schemas.openxmlformats.org/officeDocument/2006/relationships/customXml" Target="../ink/ink346.xml"/><Relationship Id="rId281" Type="http://schemas.openxmlformats.org/officeDocument/2006/relationships/image" Target="../media/image376.png"/><Relationship Id="rId337" Type="http://schemas.openxmlformats.org/officeDocument/2006/relationships/image" Target="../media/image403.png"/><Relationship Id="rId34" Type="http://schemas.openxmlformats.org/officeDocument/2006/relationships/customXml" Target="../ink/ink249.xml"/><Relationship Id="rId76" Type="http://schemas.openxmlformats.org/officeDocument/2006/relationships/customXml" Target="../ink/ink270.xml"/><Relationship Id="rId141" Type="http://schemas.openxmlformats.org/officeDocument/2006/relationships/image" Target="../media/image306.png"/><Relationship Id="rId379" Type="http://schemas.openxmlformats.org/officeDocument/2006/relationships/image" Target="../media/image424.png"/><Relationship Id="rId7" Type="http://schemas.openxmlformats.org/officeDocument/2006/relationships/image" Target="../media/image239.png"/><Relationship Id="rId183" Type="http://schemas.openxmlformats.org/officeDocument/2006/relationships/image" Target="../media/image327.png"/><Relationship Id="rId239" Type="http://schemas.openxmlformats.org/officeDocument/2006/relationships/image" Target="../media/image355.png"/><Relationship Id="rId390" Type="http://schemas.openxmlformats.org/officeDocument/2006/relationships/customXml" Target="../ink/ink427.xml"/><Relationship Id="rId404" Type="http://schemas.openxmlformats.org/officeDocument/2006/relationships/customXml" Target="../ink/ink434.xml"/><Relationship Id="rId250" Type="http://schemas.openxmlformats.org/officeDocument/2006/relationships/customXml" Target="../ink/ink357.xml"/><Relationship Id="rId292" Type="http://schemas.openxmlformats.org/officeDocument/2006/relationships/customXml" Target="../ink/ink378.xml"/><Relationship Id="rId306" Type="http://schemas.openxmlformats.org/officeDocument/2006/relationships/customXml" Target="../ink/ink385.xml"/><Relationship Id="rId45" Type="http://schemas.openxmlformats.org/officeDocument/2006/relationships/image" Target="../media/image258.png"/><Relationship Id="rId87" Type="http://schemas.openxmlformats.org/officeDocument/2006/relationships/image" Target="../media/image279.png"/><Relationship Id="rId110" Type="http://schemas.openxmlformats.org/officeDocument/2006/relationships/customXml" Target="../ink/ink287.xml"/><Relationship Id="rId348" Type="http://schemas.openxmlformats.org/officeDocument/2006/relationships/customXml" Target="../ink/ink406.xml"/><Relationship Id="rId152" Type="http://schemas.openxmlformats.org/officeDocument/2006/relationships/customXml" Target="../ink/ink308.xml"/><Relationship Id="rId194" Type="http://schemas.openxmlformats.org/officeDocument/2006/relationships/customXml" Target="../ink/ink329.xml"/><Relationship Id="rId208" Type="http://schemas.openxmlformats.org/officeDocument/2006/relationships/customXml" Target="../ink/ink336.xml"/><Relationship Id="rId415" Type="http://schemas.openxmlformats.org/officeDocument/2006/relationships/image" Target="../media/image442.png"/><Relationship Id="rId261" Type="http://schemas.openxmlformats.org/officeDocument/2006/relationships/image" Target="../media/image366.png"/><Relationship Id="rId14" Type="http://schemas.openxmlformats.org/officeDocument/2006/relationships/customXml" Target="../ink/ink239.xml"/><Relationship Id="rId56" Type="http://schemas.openxmlformats.org/officeDocument/2006/relationships/customXml" Target="../ink/ink260.xml"/><Relationship Id="rId317" Type="http://schemas.openxmlformats.org/officeDocument/2006/relationships/image" Target="../media/image393.png"/><Relationship Id="rId359" Type="http://schemas.openxmlformats.org/officeDocument/2006/relationships/image" Target="../media/image414.png"/><Relationship Id="rId98" Type="http://schemas.openxmlformats.org/officeDocument/2006/relationships/customXml" Target="../ink/ink281.xml"/><Relationship Id="rId121" Type="http://schemas.openxmlformats.org/officeDocument/2006/relationships/image" Target="../media/image296.png"/><Relationship Id="rId163" Type="http://schemas.openxmlformats.org/officeDocument/2006/relationships/image" Target="../media/image317.png"/><Relationship Id="rId219" Type="http://schemas.openxmlformats.org/officeDocument/2006/relationships/image" Target="../media/image345.png"/><Relationship Id="rId370" Type="http://schemas.openxmlformats.org/officeDocument/2006/relationships/customXml" Target="../ink/ink417.xml"/><Relationship Id="rId426" Type="http://schemas.openxmlformats.org/officeDocument/2006/relationships/customXml" Target="../ink/ink445.xml"/><Relationship Id="rId230" Type="http://schemas.openxmlformats.org/officeDocument/2006/relationships/customXml" Target="../ink/ink347.xml"/><Relationship Id="rId25" Type="http://schemas.openxmlformats.org/officeDocument/2006/relationships/image" Target="../media/image248.png"/><Relationship Id="rId67" Type="http://schemas.openxmlformats.org/officeDocument/2006/relationships/image" Target="../media/image269.png"/><Relationship Id="rId272" Type="http://schemas.openxmlformats.org/officeDocument/2006/relationships/customXml" Target="../ink/ink368.xml"/><Relationship Id="rId328" Type="http://schemas.openxmlformats.org/officeDocument/2006/relationships/customXml" Target="../ink/ink396.xml"/><Relationship Id="rId132" Type="http://schemas.openxmlformats.org/officeDocument/2006/relationships/customXml" Target="../ink/ink298.xml"/><Relationship Id="rId174" Type="http://schemas.openxmlformats.org/officeDocument/2006/relationships/customXml" Target="../ink/ink319.xml"/><Relationship Id="rId381" Type="http://schemas.openxmlformats.org/officeDocument/2006/relationships/image" Target="../media/image425.png"/><Relationship Id="rId241" Type="http://schemas.openxmlformats.org/officeDocument/2006/relationships/image" Target="../media/image356.png"/><Relationship Id="rId36" Type="http://schemas.openxmlformats.org/officeDocument/2006/relationships/customXml" Target="../ink/ink250.xml"/><Relationship Id="rId283" Type="http://schemas.openxmlformats.org/officeDocument/2006/relationships/image" Target="../media/image377.png"/><Relationship Id="rId339" Type="http://schemas.openxmlformats.org/officeDocument/2006/relationships/image" Target="../media/image404.png"/><Relationship Id="rId78" Type="http://schemas.openxmlformats.org/officeDocument/2006/relationships/customXml" Target="../ink/ink271.xml"/><Relationship Id="rId101" Type="http://schemas.openxmlformats.org/officeDocument/2006/relationships/image" Target="../media/image286.png"/><Relationship Id="rId143" Type="http://schemas.openxmlformats.org/officeDocument/2006/relationships/image" Target="../media/image307.png"/><Relationship Id="rId185" Type="http://schemas.openxmlformats.org/officeDocument/2006/relationships/image" Target="../media/image328.png"/><Relationship Id="rId350" Type="http://schemas.openxmlformats.org/officeDocument/2006/relationships/customXml" Target="../ink/ink407.xml"/><Relationship Id="rId406" Type="http://schemas.openxmlformats.org/officeDocument/2006/relationships/customXml" Target="../ink/ink435.xml"/><Relationship Id="rId9" Type="http://schemas.openxmlformats.org/officeDocument/2006/relationships/image" Target="../media/image240.png"/><Relationship Id="rId210" Type="http://schemas.openxmlformats.org/officeDocument/2006/relationships/customXml" Target="../ink/ink337.xml"/><Relationship Id="rId392" Type="http://schemas.openxmlformats.org/officeDocument/2006/relationships/customXml" Target="../ink/ink428.xml"/><Relationship Id="rId252" Type="http://schemas.openxmlformats.org/officeDocument/2006/relationships/customXml" Target="../ink/ink358.xml"/><Relationship Id="rId294" Type="http://schemas.openxmlformats.org/officeDocument/2006/relationships/customXml" Target="../ink/ink379.xml"/><Relationship Id="rId308" Type="http://schemas.openxmlformats.org/officeDocument/2006/relationships/customXml" Target="../ink/ink386.xml"/><Relationship Id="rId47" Type="http://schemas.openxmlformats.org/officeDocument/2006/relationships/image" Target="../media/image259.png"/><Relationship Id="rId89" Type="http://schemas.openxmlformats.org/officeDocument/2006/relationships/image" Target="../media/image280.png"/><Relationship Id="rId112" Type="http://schemas.openxmlformats.org/officeDocument/2006/relationships/customXml" Target="../ink/ink288.xml"/><Relationship Id="rId154" Type="http://schemas.openxmlformats.org/officeDocument/2006/relationships/customXml" Target="../ink/ink309.xml"/><Relationship Id="rId361" Type="http://schemas.openxmlformats.org/officeDocument/2006/relationships/image" Target="../media/image415.png"/><Relationship Id="rId196" Type="http://schemas.openxmlformats.org/officeDocument/2006/relationships/customXml" Target="../ink/ink330.xml"/><Relationship Id="rId417" Type="http://schemas.openxmlformats.org/officeDocument/2006/relationships/image" Target="../media/image443.png"/><Relationship Id="rId16" Type="http://schemas.openxmlformats.org/officeDocument/2006/relationships/customXml" Target="../ink/ink240.xml"/><Relationship Id="rId221" Type="http://schemas.openxmlformats.org/officeDocument/2006/relationships/image" Target="../media/image346.png"/><Relationship Id="rId263" Type="http://schemas.openxmlformats.org/officeDocument/2006/relationships/image" Target="../media/image367.png"/><Relationship Id="rId319" Type="http://schemas.openxmlformats.org/officeDocument/2006/relationships/image" Target="../media/image394.png"/><Relationship Id="rId58" Type="http://schemas.openxmlformats.org/officeDocument/2006/relationships/customXml" Target="../ink/ink261.xml"/><Relationship Id="rId123" Type="http://schemas.openxmlformats.org/officeDocument/2006/relationships/image" Target="../media/image297.png"/><Relationship Id="rId330" Type="http://schemas.openxmlformats.org/officeDocument/2006/relationships/customXml" Target="../ink/ink397.xml"/><Relationship Id="rId165" Type="http://schemas.openxmlformats.org/officeDocument/2006/relationships/image" Target="../media/image318.png"/><Relationship Id="rId372" Type="http://schemas.openxmlformats.org/officeDocument/2006/relationships/customXml" Target="../ink/ink418.xml"/><Relationship Id="rId428" Type="http://schemas.openxmlformats.org/officeDocument/2006/relationships/customXml" Target="../ink/ink446.xml"/><Relationship Id="rId232" Type="http://schemas.openxmlformats.org/officeDocument/2006/relationships/customXml" Target="../ink/ink348.xml"/><Relationship Id="rId274" Type="http://schemas.openxmlformats.org/officeDocument/2006/relationships/customXml" Target="../ink/ink369.xml"/><Relationship Id="rId27" Type="http://schemas.openxmlformats.org/officeDocument/2006/relationships/image" Target="../media/image249.png"/><Relationship Id="rId69" Type="http://schemas.openxmlformats.org/officeDocument/2006/relationships/image" Target="../media/image270.png"/><Relationship Id="rId134" Type="http://schemas.openxmlformats.org/officeDocument/2006/relationships/customXml" Target="../ink/ink299.xml"/><Relationship Id="rId80" Type="http://schemas.openxmlformats.org/officeDocument/2006/relationships/customXml" Target="../ink/ink272.xml"/><Relationship Id="rId176" Type="http://schemas.openxmlformats.org/officeDocument/2006/relationships/customXml" Target="../ink/ink320.xml"/><Relationship Id="rId341" Type="http://schemas.openxmlformats.org/officeDocument/2006/relationships/image" Target="../media/image405.png"/><Relationship Id="rId383" Type="http://schemas.openxmlformats.org/officeDocument/2006/relationships/image" Target="../media/image426.png"/><Relationship Id="rId201" Type="http://schemas.openxmlformats.org/officeDocument/2006/relationships/image" Target="../media/image336.png"/><Relationship Id="rId243" Type="http://schemas.openxmlformats.org/officeDocument/2006/relationships/image" Target="../media/image357.png"/><Relationship Id="rId285" Type="http://schemas.openxmlformats.org/officeDocument/2006/relationships/image" Target="../media/image378.png"/><Relationship Id="rId38" Type="http://schemas.openxmlformats.org/officeDocument/2006/relationships/customXml" Target="../ink/ink251.xml"/><Relationship Id="rId103" Type="http://schemas.openxmlformats.org/officeDocument/2006/relationships/image" Target="../media/image287.png"/><Relationship Id="rId310" Type="http://schemas.openxmlformats.org/officeDocument/2006/relationships/customXml" Target="../ink/ink387.xml"/><Relationship Id="rId91" Type="http://schemas.openxmlformats.org/officeDocument/2006/relationships/image" Target="../media/image281.png"/><Relationship Id="rId145" Type="http://schemas.openxmlformats.org/officeDocument/2006/relationships/image" Target="../media/image308.png"/><Relationship Id="rId187" Type="http://schemas.openxmlformats.org/officeDocument/2006/relationships/image" Target="../media/image329.png"/><Relationship Id="rId352" Type="http://schemas.openxmlformats.org/officeDocument/2006/relationships/customXml" Target="../ink/ink408.xml"/><Relationship Id="rId394" Type="http://schemas.openxmlformats.org/officeDocument/2006/relationships/customXml" Target="../ink/ink429.xml"/><Relationship Id="rId408" Type="http://schemas.openxmlformats.org/officeDocument/2006/relationships/customXml" Target="../ink/ink436.xml"/><Relationship Id="rId1" Type="http://schemas.openxmlformats.org/officeDocument/2006/relationships/slideLayout" Target="../slideLayouts/slideLayout7.xml"/><Relationship Id="rId212" Type="http://schemas.openxmlformats.org/officeDocument/2006/relationships/customXml" Target="../ink/ink338.xml"/><Relationship Id="rId233" Type="http://schemas.openxmlformats.org/officeDocument/2006/relationships/image" Target="../media/image352.png"/><Relationship Id="rId254" Type="http://schemas.openxmlformats.org/officeDocument/2006/relationships/customXml" Target="../ink/ink359.xml"/><Relationship Id="rId28" Type="http://schemas.openxmlformats.org/officeDocument/2006/relationships/customXml" Target="../ink/ink246.xml"/><Relationship Id="rId49" Type="http://schemas.openxmlformats.org/officeDocument/2006/relationships/image" Target="../media/image260.png"/><Relationship Id="rId114" Type="http://schemas.openxmlformats.org/officeDocument/2006/relationships/customXml" Target="../ink/ink289.xml"/><Relationship Id="rId275" Type="http://schemas.openxmlformats.org/officeDocument/2006/relationships/image" Target="../media/image373.png"/><Relationship Id="rId296" Type="http://schemas.openxmlformats.org/officeDocument/2006/relationships/customXml" Target="../ink/ink380.xml"/><Relationship Id="rId300" Type="http://schemas.openxmlformats.org/officeDocument/2006/relationships/customXml" Target="../ink/ink382.xml"/><Relationship Id="rId60" Type="http://schemas.openxmlformats.org/officeDocument/2006/relationships/customXml" Target="../ink/ink262.xml"/><Relationship Id="rId81" Type="http://schemas.openxmlformats.org/officeDocument/2006/relationships/image" Target="../media/image276.png"/><Relationship Id="rId135" Type="http://schemas.openxmlformats.org/officeDocument/2006/relationships/image" Target="../media/image303.png"/><Relationship Id="rId156" Type="http://schemas.openxmlformats.org/officeDocument/2006/relationships/customXml" Target="../ink/ink310.xml"/><Relationship Id="rId177" Type="http://schemas.openxmlformats.org/officeDocument/2006/relationships/image" Target="../media/image324.png"/><Relationship Id="rId198" Type="http://schemas.openxmlformats.org/officeDocument/2006/relationships/customXml" Target="../ink/ink331.xml"/><Relationship Id="rId321" Type="http://schemas.openxmlformats.org/officeDocument/2006/relationships/image" Target="../media/image395.png"/><Relationship Id="rId342" Type="http://schemas.openxmlformats.org/officeDocument/2006/relationships/customXml" Target="../ink/ink403.xml"/><Relationship Id="rId363" Type="http://schemas.openxmlformats.org/officeDocument/2006/relationships/image" Target="../media/image416.png"/><Relationship Id="rId384" Type="http://schemas.openxmlformats.org/officeDocument/2006/relationships/customXml" Target="../ink/ink424.xml"/><Relationship Id="rId419" Type="http://schemas.openxmlformats.org/officeDocument/2006/relationships/image" Target="../media/image444.png"/><Relationship Id="rId202" Type="http://schemas.openxmlformats.org/officeDocument/2006/relationships/customXml" Target="../ink/ink333.xml"/><Relationship Id="rId223" Type="http://schemas.openxmlformats.org/officeDocument/2006/relationships/image" Target="../media/image347.png"/><Relationship Id="rId244" Type="http://schemas.openxmlformats.org/officeDocument/2006/relationships/customXml" Target="../ink/ink354.xml"/><Relationship Id="rId430" Type="http://schemas.openxmlformats.org/officeDocument/2006/relationships/customXml" Target="../ink/ink447.xml"/><Relationship Id="rId18" Type="http://schemas.openxmlformats.org/officeDocument/2006/relationships/customXml" Target="../ink/ink241.xml"/><Relationship Id="rId39" Type="http://schemas.openxmlformats.org/officeDocument/2006/relationships/image" Target="../media/image255.png"/><Relationship Id="rId265" Type="http://schemas.openxmlformats.org/officeDocument/2006/relationships/image" Target="../media/image368.png"/><Relationship Id="rId286" Type="http://schemas.openxmlformats.org/officeDocument/2006/relationships/customXml" Target="../ink/ink375.xml"/><Relationship Id="rId50" Type="http://schemas.openxmlformats.org/officeDocument/2006/relationships/customXml" Target="../ink/ink257.xml"/><Relationship Id="rId104" Type="http://schemas.openxmlformats.org/officeDocument/2006/relationships/customXml" Target="../ink/ink284.xml"/><Relationship Id="rId125" Type="http://schemas.openxmlformats.org/officeDocument/2006/relationships/image" Target="../media/image298.png"/><Relationship Id="rId146" Type="http://schemas.openxmlformats.org/officeDocument/2006/relationships/customXml" Target="../ink/ink305.xml"/><Relationship Id="rId167" Type="http://schemas.openxmlformats.org/officeDocument/2006/relationships/image" Target="../media/image319.png"/><Relationship Id="rId188" Type="http://schemas.openxmlformats.org/officeDocument/2006/relationships/customXml" Target="../ink/ink326.xml"/><Relationship Id="rId311" Type="http://schemas.openxmlformats.org/officeDocument/2006/relationships/image" Target="../media/image390.png"/><Relationship Id="rId332" Type="http://schemas.openxmlformats.org/officeDocument/2006/relationships/customXml" Target="../ink/ink398.xml"/><Relationship Id="rId353" Type="http://schemas.openxmlformats.org/officeDocument/2006/relationships/image" Target="../media/image411.png"/><Relationship Id="rId374" Type="http://schemas.openxmlformats.org/officeDocument/2006/relationships/customXml" Target="../ink/ink419.xml"/><Relationship Id="rId395" Type="http://schemas.openxmlformats.org/officeDocument/2006/relationships/image" Target="../media/image432.png"/><Relationship Id="rId409" Type="http://schemas.openxmlformats.org/officeDocument/2006/relationships/image" Target="../media/image439.png"/><Relationship Id="rId71" Type="http://schemas.openxmlformats.org/officeDocument/2006/relationships/image" Target="../media/image271.png"/><Relationship Id="rId92" Type="http://schemas.openxmlformats.org/officeDocument/2006/relationships/customXml" Target="../ink/ink278.xml"/><Relationship Id="rId213" Type="http://schemas.openxmlformats.org/officeDocument/2006/relationships/image" Target="../media/image342.png"/><Relationship Id="rId234" Type="http://schemas.openxmlformats.org/officeDocument/2006/relationships/customXml" Target="../ink/ink349.xml"/><Relationship Id="rId420" Type="http://schemas.openxmlformats.org/officeDocument/2006/relationships/customXml" Target="../ink/ink442.xml"/><Relationship Id="rId2" Type="http://schemas.openxmlformats.org/officeDocument/2006/relationships/customXml" Target="../ink/ink233.xml"/><Relationship Id="rId29" Type="http://schemas.openxmlformats.org/officeDocument/2006/relationships/image" Target="../media/image250.png"/><Relationship Id="rId255" Type="http://schemas.openxmlformats.org/officeDocument/2006/relationships/image" Target="../media/image363.png"/><Relationship Id="rId276" Type="http://schemas.openxmlformats.org/officeDocument/2006/relationships/customXml" Target="../ink/ink370.xml"/><Relationship Id="rId297" Type="http://schemas.openxmlformats.org/officeDocument/2006/relationships/image" Target="../media/image384.png"/><Relationship Id="rId40" Type="http://schemas.openxmlformats.org/officeDocument/2006/relationships/customXml" Target="../ink/ink252.xml"/><Relationship Id="rId115" Type="http://schemas.openxmlformats.org/officeDocument/2006/relationships/image" Target="../media/image293.png"/><Relationship Id="rId136" Type="http://schemas.openxmlformats.org/officeDocument/2006/relationships/customXml" Target="../ink/ink300.xml"/><Relationship Id="rId157" Type="http://schemas.openxmlformats.org/officeDocument/2006/relationships/image" Target="../media/image314.png"/><Relationship Id="rId178" Type="http://schemas.openxmlformats.org/officeDocument/2006/relationships/customXml" Target="../ink/ink321.xml"/><Relationship Id="rId301" Type="http://schemas.openxmlformats.org/officeDocument/2006/relationships/image" Target="../media/image386.png"/><Relationship Id="rId322" Type="http://schemas.openxmlformats.org/officeDocument/2006/relationships/customXml" Target="../ink/ink393.xml"/><Relationship Id="rId343" Type="http://schemas.openxmlformats.org/officeDocument/2006/relationships/image" Target="../media/image406.png"/><Relationship Id="rId364" Type="http://schemas.openxmlformats.org/officeDocument/2006/relationships/customXml" Target="../ink/ink414.xml"/><Relationship Id="rId61" Type="http://schemas.openxmlformats.org/officeDocument/2006/relationships/image" Target="../media/image266.png"/><Relationship Id="rId82" Type="http://schemas.openxmlformats.org/officeDocument/2006/relationships/customXml" Target="../ink/ink273.xml"/><Relationship Id="rId199" Type="http://schemas.openxmlformats.org/officeDocument/2006/relationships/image" Target="../media/image335.png"/><Relationship Id="rId203" Type="http://schemas.openxmlformats.org/officeDocument/2006/relationships/image" Target="../media/image337.png"/><Relationship Id="rId385" Type="http://schemas.openxmlformats.org/officeDocument/2006/relationships/image" Target="../media/image427.png"/><Relationship Id="rId19" Type="http://schemas.openxmlformats.org/officeDocument/2006/relationships/image" Target="../media/image245.png"/><Relationship Id="rId224" Type="http://schemas.openxmlformats.org/officeDocument/2006/relationships/customXml" Target="../ink/ink344.xml"/><Relationship Id="rId245" Type="http://schemas.openxmlformats.org/officeDocument/2006/relationships/image" Target="../media/image358.png"/><Relationship Id="rId266" Type="http://schemas.openxmlformats.org/officeDocument/2006/relationships/customXml" Target="../ink/ink365.xml"/><Relationship Id="rId287" Type="http://schemas.openxmlformats.org/officeDocument/2006/relationships/image" Target="../media/image379.png"/><Relationship Id="rId410" Type="http://schemas.openxmlformats.org/officeDocument/2006/relationships/customXml" Target="../ink/ink437.xml"/><Relationship Id="rId431" Type="http://schemas.openxmlformats.org/officeDocument/2006/relationships/image" Target="../media/image450.png"/><Relationship Id="rId30" Type="http://schemas.openxmlformats.org/officeDocument/2006/relationships/customXml" Target="../ink/ink247.xml"/><Relationship Id="rId105" Type="http://schemas.openxmlformats.org/officeDocument/2006/relationships/image" Target="../media/image288.png"/><Relationship Id="rId126" Type="http://schemas.openxmlformats.org/officeDocument/2006/relationships/customXml" Target="../ink/ink295.xml"/><Relationship Id="rId147" Type="http://schemas.openxmlformats.org/officeDocument/2006/relationships/image" Target="../media/image309.png"/><Relationship Id="rId168" Type="http://schemas.openxmlformats.org/officeDocument/2006/relationships/customXml" Target="../ink/ink316.xml"/><Relationship Id="rId312" Type="http://schemas.openxmlformats.org/officeDocument/2006/relationships/customXml" Target="../ink/ink388.xml"/><Relationship Id="rId333" Type="http://schemas.openxmlformats.org/officeDocument/2006/relationships/image" Target="../media/image401.png"/><Relationship Id="rId354" Type="http://schemas.openxmlformats.org/officeDocument/2006/relationships/customXml" Target="../ink/ink409.xml"/><Relationship Id="rId51" Type="http://schemas.openxmlformats.org/officeDocument/2006/relationships/image" Target="../media/image261.png"/><Relationship Id="rId72" Type="http://schemas.openxmlformats.org/officeDocument/2006/relationships/customXml" Target="../ink/ink268.xml"/><Relationship Id="rId93" Type="http://schemas.openxmlformats.org/officeDocument/2006/relationships/image" Target="../media/image282.png"/><Relationship Id="rId189" Type="http://schemas.openxmlformats.org/officeDocument/2006/relationships/image" Target="../media/image330.png"/><Relationship Id="rId375" Type="http://schemas.openxmlformats.org/officeDocument/2006/relationships/image" Target="../media/image422.png"/><Relationship Id="rId396" Type="http://schemas.openxmlformats.org/officeDocument/2006/relationships/customXml" Target="../ink/ink430.xml"/><Relationship Id="rId3" Type="http://schemas.openxmlformats.org/officeDocument/2006/relationships/image" Target="../media/image237.png"/><Relationship Id="rId214" Type="http://schemas.openxmlformats.org/officeDocument/2006/relationships/customXml" Target="../ink/ink339.xml"/><Relationship Id="rId235" Type="http://schemas.openxmlformats.org/officeDocument/2006/relationships/image" Target="../media/image353.png"/><Relationship Id="rId256" Type="http://schemas.openxmlformats.org/officeDocument/2006/relationships/customXml" Target="../ink/ink360.xml"/><Relationship Id="rId277" Type="http://schemas.openxmlformats.org/officeDocument/2006/relationships/image" Target="../media/image374.png"/><Relationship Id="rId298" Type="http://schemas.openxmlformats.org/officeDocument/2006/relationships/customXml" Target="../ink/ink381.xml"/><Relationship Id="rId400" Type="http://schemas.openxmlformats.org/officeDocument/2006/relationships/customXml" Target="../ink/ink432.xml"/><Relationship Id="rId421" Type="http://schemas.openxmlformats.org/officeDocument/2006/relationships/image" Target="../media/image445.png"/><Relationship Id="rId116" Type="http://schemas.openxmlformats.org/officeDocument/2006/relationships/customXml" Target="../ink/ink290.xml"/><Relationship Id="rId137" Type="http://schemas.openxmlformats.org/officeDocument/2006/relationships/image" Target="../media/image304.png"/><Relationship Id="rId158" Type="http://schemas.openxmlformats.org/officeDocument/2006/relationships/customXml" Target="../ink/ink311.xml"/><Relationship Id="rId302" Type="http://schemas.openxmlformats.org/officeDocument/2006/relationships/customXml" Target="../ink/ink383.xml"/><Relationship Id="rId323" Type="http://schemas.openxmlformats.org/officeDocument/2006/relationships/image" Target="../media/image396.png"/><Relationship Id="rId344" Type="http://schemas.openxmlformats.org/officeDocument/2006/relationships/customXml" Target="../ink/ink404.xml"/><Relationship Id="rId20" Type="http://schemas.openxmlformats.org/officeDocument/2006/relationships/customXml" Target="../ink/ink242.xml"/><Relationship Id="rId41" Type="http://schemas.openxmlformats.org/officeDocument/2006/relationships/image" Target="../media/image256.png"/><Relationship Id="rId62" Type="http://schemas.openxmlformats.org/officeDocument/2006/relationships/customXml" Target="../ink/ink263.xml"/><Relationship Id="rId83" Type="http://schemas.openxmlformats.org/officeDocument/2006/relationships/image" Target="../media/image277.png"/><Relationship Id="rId179" Type="http://schemas.openxmlformats.org/officeDocument/2006/relationships/image" Target="../media/image325.png"/><Relationship Id="rId365" Type="http://schemas.openxmlformats.org/officeDocument/2006/relationships/image" Target="../media/image417.png"/><Relationship Id="rId386" Type="http://schemas.openxmlformats.org/officeDocument/2006/relationships/customXml" Target="../ink/ink425.xml"/><Relationship Id="rId190" Type="http://schemas.openxmlformats.org/officeDocument/2006/relationships/customXml" Target="../ink/ink327.xml"/><Relationship Id="rId204" Type="http://schemas.openxmlformats.org/officeDocument/2006/relationships/customXml" Target="../ink/ink334.xml"/><Relationship Id="rId225" Type="http://schemas.openxmlformats.org/officeDocument/2006/relationships/image" Target="../media/image348.png"/><Relationship Id="rId246" Type="http://schemas.openxmlformats.org/officeDocument/2006/relationships/customXml" Target="../ink/ink355.xml"/><Relationship Id="rId267" Type="http://schemas.openxmlformats.org/officeDocument/2006/relationships/image" Target="../media/image369.png"/><Relationship Id="rId288" Type="http://schemas.openxmlformats.org/officeDocument/2006/relationships/customXml" Target="../ink/ink376.xml"/><Relationship Id="rId411" Type="http://schemas.openxmlformats.org/officeDocument/2006/relationships/image" Target="../media/image440.png"/><Relationship Id="rId106" Type="http://schemas.openxmlformats.org/officeDocument/2006/relationships/customXml" Target="../ink/ink285.xml"/><Relationship Id="rId127" Type="http://schemas.openxmlformats.org/officeDocument/2006/relationships/image" Target="../media/image299.png"/><Relationship Id="rId313" Type="http://schemas.openxmlformats.org/officeDocument/2006/relationships/image" Target="../media/image391.png"/><Relationship Id="rId10" Type="http://schemas.openxmlformats.org/officeDocument/2006/relationships/customXml" Target="../ink/ink237.xml"/><Relationship Id="rId31" Type="http://schemas.openxmlformats.org/officeDocument/2006/relationships/image" Target="../media/image251.png"/><Relationship Id="rId52" Type="http://schemas.openxmlformats.org/officeDocument/2006/relationships/customXml" Target="../ink/ink258.xml"/><Relationship Id="rId73" Type="http://schemas.openxmlformats.org/officeDocument/2006/relationships/image" Target="../media/image272.png"/><Relationship Id="rId94" Type="http://schemas.openxmlformats.org/officeDocument/2006/relationships/customXml" Target="../ink/ink279.xml"/><Relationship Id="rId148" Type="http://schemas.openxmlformats.org/officeDocument/2006/relationships/customXml" Target="../ink/ink306.xml"/><Relationship Id="rId169" Type="http://schemas.openxmlformats.org/officeDocument/2006/relationships/image" Target="../media/image320.png"/><Relationship Id="rId334" Type="http://schemas.openxmlformats.org/officeDocument/2006/relationships/customXml" Target="../ink/ink399.xml"/><Relationship Id="rId355" Type="http://schemas.openxmlformats.org/officeDocument/2006/relationships/image" Target="../media/image412.png"/><Relationship Id="rId376" Type="http://schemas.openxmlformats.org/officeDocument/2006/relationships/customXml" Target="../ink/ink420.xml"/><Relationship Id="rId397" Type="http://schemas.openxmlformats.org/officeDocument/2006/relationships/image" Target="../media/image433.png"/><Relationship Id="rId4" Type="http://schemas.openxmlformats.org/officeDocument/2006/relationships/customXml" Target="../ink/ink234.xml"/><Relationship Id="rId180" Type="http://schemas.openxmlformats.org/officeDocument/2006/relationships/customXml" Target="../ink/ink322.xml"/><Relationship Id="rId215" Type="http://schemas.openxmlformats.org/officeDocument/2006/relationships/image" Target="../media/image343.png"/><Relationship Id="rId236" Type="http://schemas.openxmlformats.org/officeDocument/2006/relationships/customXml" Target="../ink/ink350.xml"/><Relationship Id="rId257" Type="http://schemas.openxmlformats.org/officeDocument/2006/relationships/image" Target="../media/image364.png"/><Relationship Id="rId278" Type="http://schemas.openxmlformats.org/officeDocument/2006/relationships/customXml" Target="../ink/ink371.xml"/><Relationship Id="rId401" Type="http://schemas.openxmlformats.org/officeDocument/2006/relationships/image" Target="../media/image435.png"/><Relationship Id="rId422" Type="http://schemas.openxmlformats.org/officeDocument/2006/relationships/customXml" Target="../ink/ink443.xml"/><Relationship Id="rId303" Type="http://schemas.openxmlformats.org/officeDocument/2006/relationships/image" Target="../media/image387.png"/><Relationship Id="rId42" Type="http://schemas.openxmlformats.org/officeDocument/2006/relationships/customXml" Target="../ink/ink253.xml"/><Relationship Id="rId84" Type="http://schemas.openxmlformats.org/officeDocument/2006/relationships/customXml" Target="../ink/ink274.xml"/><Relationship Id="rId138" Type="http://schemas.openxmlformats.org/officeDocument/2006/relationships/customXml" Target="../ink/ink301.xml"/><Relationship Id="rId345" Type="http://schemas.openxmlformats.org/officeDocument/2006/relationships/image" Target="../media/image407.png"/><Relationship Id="rId387" Type="http://schemas.openxmlformats.org/officeDocument/2006/relationships/image" Target="../media/image428.png"/><Relationship Id="rId191" Type="http://schemas.openxmlformats.org/officeDocument/2006/relationships/image" Target="../media/image331.png"/><Relationship Id="rId205" Type="http://schemas.openxmlformats.org/officeDocument/2006/relationships/image" Target="../media/image338.png"/><Relationship Id="rId247" Type="http://schemas.openxmlformats.org/officeDocument/2006/relationships/image" Target="../media/image359.png"/><Relationship Id="rId412" Type="http://schemas.openxmlformats.org/officeDocument/2006/relationships/customXml" Target="../ink/ink438.xml"/><Relationship Id="rId107" Type="http://schemas.openxmlformats.org/officeDocument/2006/relationships/image" Target="../media/image289.png"/><Relationship Id="rId289" Type="http://schemas.openxmlformats.org/officeDocument/2006/relationships/image" Target="../media/image380.png"/><Relationship Id="rId11" Type="http://schemas.openxmlformats.org/officeDocument/2006/relationships/image" Target="../media/image241.png"/><Relationship Id="rId53" Type="http://schemas.openxmlformats.org/officeDocument/2006/relationships/image" Target="../media/image262.png"/><Relationship Id="rId149" Type="http://schemas.openxmlformats.org/officeDocument/2006/relationships/image" Target="../media/image310.png"/><Relationship Id="rId314" Type="http://schemas.openxmlformats.org/officeDocument/2006/relationships/customXml" Target="../ink/ink389.xml"/><Relationship Id="rId356" Type="http://schemas.openxmlformats.org/officeDocument/2006/relationships/customXml" Target="../ink/ink410.xml"/><Relationship Id="rId398" Type="http://schemas.openxmlformats.org/officeDocument/2006/relationships/customXml" Target="../ink/ink431.xml"/><Relationship Id="rId95" Type="http://schemas.openxmlformats.org/officeDocument/2006/relationships/image" Target="../media/image283.png"/><Relationship Id="rId160" Type="http://schemas.openxmlformats.org/officeDocument/2006/relationships/customXml" Target="../ink/ink312.xml"/><Relationship Id="rId216" Type="http://schemas.openxmlformats.org/officeDocument/2006/relationships/customXml" Target="../ink/ink340.xml"/><Relationship Id="rId423" Type="http://schemas.openxmlformats.org/officeDocument/2006/relationships/image" Target="../media/image446.png"/><Relationship Id="rId258" Type="http://schemas.openxmlformats.org/officeDocument/2006/relationships/customXml" Target="../ink/ink361.xml"/><Relationship Id="rId22" Type="http://schemas.openxmlformats.org/officeDocument/2006/relationships/customXml" Target="../ink/ink243.xml"/><Relationship Id="rId64" Type="http://schemas.openxmlformats.org/officeDocument/2006/relationships/customXml" Target="../ink/ink264.xml"/><Relationship Id="rId118" Type="http://schemas.openxmlformats.org/officeDocument/2006/relationships/customXml" Target="../ink/ink291.xml"/><Relationship Id="rId325" Type="http://schemas.openxmlformats.org/officeDocument/2006/relationships/image" Target="../media/image397.png"/><Relationship Id="rId367" Type="http://schemas.openxmlformats.org/officeDocument/2006/relationships/image" Target="../media/image418.png"/><Relationship Id="rId171" Type="http://schemas.openxmlformats.org/officeDocument/2006/relationships/image" Target="../media/image321.png"/><Relationship Id="rId227" Type="http://schemas.openxmlformats.org/officeDocument/2006/relationships/image" Target="../media/image349.png"/><Relationship Id="rId269" Type="http://schemas.openxmlformats.org/officeDocument/2006/relationships/image" Target="../media/image370.png"/><Relationship Id="rId33" Type="http://schemas.openxmlformats.org/officeDocument/2006/relationships/image" Target="../media/image252.png"/><Relationship Id="rId129" Type="http://schemas.openxmlformats.org/officeDocument/2006/relationships/image" Target="../media/image300.png"/><Relationship Id="rId280" Type="http://schemas.openxmlformats.org/officeDocument/2006/relationships/customXml" Target="../ink/ink372.xml"/><Relationship Id="rId336" Type="http://schemas.openxmlformats.org/officeDocument/2006/relationships/customXml" Target="../ink/ink400.xml"/><Relationship Id="rId75" Type="http://schemas.openxmlformats.org/officeDocument/2006/relationships/image" Target="../media/image273.png"/><Relationship Id="rId140" Type="http://schemas.openxmlformats.org/officeDocument/2006/relationships/customXml" Target="../ink/ink302.xml"/><Relationship Id="rId182" Type="http://schemas.openxmlformats.org/officeDocument/2006/relationships/customXml" Target="../ink/ink323.xml"/><Relationship Id="rId378" Type="http://schemas.openxmlformats.org/officeDocument/2006/relationships/customXml" Target="../ink/ink421.xml"/><Relationship Id="rId403" Type="http://schemas.openxmlformats.org/officeDocument/2006/relationships/image" Target="../media/image436.png"/><Relationship Id="rId6" Type="http://schemas.openxmlformats.org/officeDocument/2006/relationships/customXml" Target="../ink/ink235.xml"/><Relationship Id="rId238" Type="http://schemas.openxmlformats.org/officeDocument/2006/relationships/customXml" Target="../ink/ink351.xml"/><Relationship Id="rId291" Type="http://schemas.openxmlformats.org/officeDocument/2006/relationships/image" Target="../media/image381.png"/><Relationship Id="rId305" Type="http://schemas.openxmlformats.org/officeDocument/2006/relationships/image" Target="../media/image388.png"/><Relationship Id="rId347" Type="http://schemas.openxmlformats.org/officeDocument/2006/relationships/image" Target="../media/image408.png"/><Relationship Id="rId44" Type="http://schemas.openxmlformats.org/officeDocument/2006/relationships/customXml" Target="../ink/ink254.xml"/><Relationship Id="rId86" Type="http://schemas.openxmlformats.org/officeDocument/2006/relationships/customXml" Target="../ink/ink275.xml"/><Relationship Id="rId151" Type="http://schemas.openxmlformats.org/officeDocument/2006/relationships/image" Target="../media/image311.png"/><Relationship Id="rId389" Type="http://schemas.openxmlformats.org/officeDocument/2006/relationships/image" Target="../media/image429.png"/><Relationship Id="rId193" Type="http://schemas.openxmlformats.org/officeDocument/2006/relationships/image" Target="../media/image332.png"/><Relationship Id="rId207" Type="http://schemas.openxmlformats.org/officeDocument/2006/relationships/image" Target="../media/image339.png"/><Relationship Id="rId249" Type="http://schemas.openxmlformats.org/officeDocument/2006/relationships/image" Target="../media/image360.png"/><Relationship Id="rId414" Type="http://schemas.openxmlformats.org/officeDocument/2006/relationships/customXml" Target="../ink/ink439.xml"/><Relationship Id="rId13" Type="http://schemas.openxmlformats.org/officeDocument/2006/relationships/image" Target="../media/image242.png"/><Relationship Id="rId109" Type="http://schemas.openxmlformats.org/officeDocument/2006/relationships/image" Target="../media/image290.png"/><Relationship Id="rId260" Type="http://schemas.openxmlformats.org/officeDocument/2006/relationships/customXml" Target="../ink/ink362.xml"/><Relationship Id="rId316" Type="http://schemas.openxmlformats.org/officeDocument/2006/relationships/customXml" Target="../ink/ink390.xml"/><Relationship Id="rId55" Type="http://schemas.openxmlformats.org/officeDocument/2006/relationships/image" Target="../media/image263.png"/><Relationship Id="rId97" Type="http://schemas.openxmlformats.org/officeDocument/2006/relationships/image" Target="../media/image284.png"/><Relationship Id="rId120" Type="http://schemas.openxmlformats.org/officeDocument/2006/relationships/customXml" Target="../ink/ink292.xml"/><Relationship Id="rId358" Type="http://schemas.openxmlformats.org/officeDocument/2006/relationships/customXml" Target="../ink/ink411.xml"/><Relationship Id="rId162" Type="http://schemas.openxmlformats.org/officeDocument/2006/relationships/customXml" Target="../ink/ink313.xml"/><Relationship Id="rId218" Type="http://schemas.openxmlformats.org/officeDocument/2006/relationships/customXml" Target="../ink/ink341.xml"/><Relationship Id="rId425" Type="http://schemas.openxmlformats.org/officeDocument/2006/relationships/image" Target="../media/image447.png"/><Relationship Id="rId271" Type="http://schemas.openxmlformats.org/officeDocument/2006/relationships/image" Target="../media/image371.png"/><Relationship Id="rId24" Type="http://schemas.openxmlformats.org/officeDocument/2006/relationships/customXml" Target="../ink/ink244.xml"/><Relationship Id="rId66" Type="http://schemas.openxmlformats.org/officeDocument/2006/relationships/customXml" Target="../ink/ink265.xml"/><Relationship Id="rId131" Type="http://schemas.openxmlformats.org/officeDocument/2006/relationships/image" Target="../media/image301.png"/><Relationship Id="rId327" Type="http://schemas.openxmlformats.org/officeDocument/2006/relationships/image" Target="../media/image398.png"/><Relationship Id="rId369" Type="http://schemas.openxmlformats.org/officeDocument/2006/relationships/image" Target="../media/image419.png"/><Relationship Id="rId173" Type="http://schemas.openxmlformats.org/officeDocument/2006/relationships/image" Target="../media/image322.png"/><Relationship Id="rId229" Type="http://schemas.openxmlformats.org/officeDocument/2006/relationships/image" Target="../media/image350.png"/><Relationship Id="rId380" Type="http://schemas.openxmlformats.org/officeDocument/2006/relationships/customXml" Target="../ink/ink422.xml"/><Relationship Id="rId240" Type="http://schemas.openxmlformats.org/officeDocument/2006/relationships/customXml" Target="../ink/ink352.xml"/><Relationship Id="rId35" Type="http://schemas.openxmlformats.org/officeDocument/2006/relationships/image" Target="../media/image253.png"/><Relationship Id="rId77" Type="http://schemas.openxmlformats.org/officeDocument/2006/relationships/image" Target="../media/image274.png"/><Relationship Id="rId100" Type="http://schemas.openxmlformats.org/officeDocument/2006/relationships/customXml" Target="../ink/ink282.xml"/><Relationship Id="rId282" Type="http://schemas.openxmlformats.org/officeDocument/2006/relationships/customXml" Target="../ink/ink373.xml"/><Relationship Id="rId338" Type="http://schemas.openxmlformats.org/officeDocument/2006/relationships/customXml" Target="../ink/ink401.xml"/><Relationship Id="rId8" Type="http://schemas.openxmlformats.org/officeDocument/2006/relationships/customXml" Target="../ink/ink236.xml"/><Relationship Id="rId142" Type="http://schemas.openxmlformats.org/officeDocument/2006/relationships/customXml" Target="../ink/ink303.xml"/><Relationship Id="rId184" Type="http://schemas.openxmlformats.org/officeDocument/2006/relationships/customXml" Target="../ink/ink324.xml"/><Relationship Id="rId391" Type="http://schemas.openxmlformats.org/officeDocument/2006/relationships/image" Target="../media/image430.png"/><Relationship Id="rId405" Type="http://schemas.openxmlformats.org/officeDocument/2006/relationships/image" Target="../media/image437.png"/><Relationship Id="rId251" Type="http://schemas.openxmlformats.org/officeDocument/2006/relationships/image" Target="../media/image361.png"/><Relationship Id="rId46" Type="http://schemas.openxmlformats.org/officeDocument/2006/relationships/customXml" Target="../ink/ink255.xml"/><Relationship Id="rId293" Type="http://schemas.openxmlformats.org/officeDocument/2006/relationships/image" Target="../media/image382.png"/><Relationship Id="rId307" Type="http://schemas.openxmlformats.org/officeDocument/2006/relationships/image" Target="../media/image201.png"/><Relationship Id="rId349" Type="http://schemas.openxmlformats.org/officeDocument/2006/relationships/image" Target="../media/image409.png"/><Relationship Id="rId88" Type="http://schemas.openxmlformats.org/officeDocument/2006/relationships/customXml" Target="../ink/ink276.xml"/><Relationship Id="rId111" Type="http://schemas.openxmlformats.org/officeDocument/2006/relationships/image" Target="../media/image291.png"/><Relationship Id="rId153" Type="http://schemas.openxmlformats.org/officeDocument/2006/relationships/image" Target="../media/image312.png"/><Relationship Id="rId195" Type="http://schemas.openxmlformats.org/officeDocument/2006/relationships/image" Target="../media/image333.png"/><Relationship Id="rId209" Type="http://schemas.openxmlformats.org/officeDocument/2006/relationships/image" Target="../media/image340.png"/><Relationship Id="rId360" Type="http://schemas.openxmlformats.org/officeDocument/2006/relationships/customXml" Target="../ink/ink412.xml"/><Relationship Id="rId416" Type="http://schemas.openxmlformats.org/officeDocument/2006/relationships/customXml" Target="../ink/ink440.xml"/><Relationship Id="rId220" Type="http://schemas.openxmlformats.org/officeDocument/2006/relationships/customXml" Target="../ink/ink342.xml"/><Relationship Id="rId15" Type="http://schemas.openxmlformats.org/officeDocument/2006/relationships/image" Target="../media/image243.png"/><Relationship Id="rId57" Type="http://schemas.openxmlformats.org/officeDocument/2006/relationships/image" Target="../media/image264.png"/><Relationship Id="rId262" Type="http://schemas.openxmlformats.org/officeDocument/2006/relationships/customXml" Target="../ink/ink363.xml"/><Relationship Id="rId318" Type="http://schemas.openxmlformats.org/officeDocument/2006/relationships/customXml" Target="../ink/ink391.xml"/><Relationship Id="rId99" Type="http://schemas.openxmlformats.org/officeDocument/2006/relationships/image" Target="../media/image285.png"/><Relationship Id="rId122" Type="http://schemas.openxmlformats.org/officeDocument/2006/relationships/customXml" Target="../ink/ink293.xml"/><Relationship Id="rId164" Type="http://schemas.openxmlformats.org/officeDocument/2006/relationships/customXml" Target="../ink/ink314.xml"/><Relationship Id="rId371" Type="http://schemas.openxmlformats.org/officeDocument/2006/relationships/image" Target="../media/image420.png"/><Relationship Id="rId427" Type="http://schemas.openxmlformats.org/officeDocument/2006/relationships/image" Target="../media/image448.png"/><Relationship Id="rId26" Type="http://schemas.openxmlformats.org/officeDocument/2006/relationships/customXml" Target="../ink/ink245.xml"/><Relationship Id="rId231" Type="http://schemas.openxmlformats.org/officeDocument/2006/relationships/image" Target="../media/image351.png"/><Relationship Id="rId273" Type="http://schemas.openxmlformats.org/officeDocument/2006/relationships/image" Target="../media/image372.png"/><Relationship Id="rId329" Type="http://schemas.openxmlformats.org/officeDocument/2006/relationships/image" Target="../media/image399.png"/><Relationship Id="rId68" Type="http://schemas.openxmlformats.org/officeDocument/2006/relationships/customXml" Target="../ink/ink266.xml"/><Relationship Id="rId133" Type="http://schemas.openxmlformats.org/officeDocument/2006/relationships/image" Target="../media/image302.png"/><Relationship Id="rId175" Type="http://schemas.openxmlformats.org/officeDocument/2006/relationships/image" Target="../media/image323.png"/><Relationship Id="rId340" Type="http://schemas.openxmlformats.org/officeDocument/2006/relationships/customXml" Target="../ink/ink402.xml"/><Relationship Id="rId200" Type="http://schemas.openxmlformats.org/officeDocument/2006/relationships/customXml" Target="../ink/ink332.xml"/><Relationship Id="rId382" Type="http://schemas.openxmlformats.org/officeDocument/2006/relationships/customXml" Target="../ink/ink423.xml"/><Relationship Id="rId242" Type="http://schemas.openxmlformats.org/officeDocument/2006/relationships/customXml" Target="../ink/ink353.xml"/><Relationship Id="rId284" Type="http://schemas.openxmlformats.org/officeDocument/2006/relationships/customXml" Target="../ink/ink374.xml"/><Relationship Id="rId37" Type="http://schemas.openxmlformats.org/officeDocument/2006/relationships/image" Target="../media/image254.png"/><Relationship Id="rId79" Type="http://schemas.openxmlformats.org/officeDocument/2006/relationships/image" Target="../media/image275.png"/><Relationship Id="rId102" Type="http://schemas.openxmlformats.org/officeDocument/2006/relationships/customXml" Target="../ink/ink283.xml"/><Relationship Id="rId144" Type="http://schemas.openxmlformats.org/officeDocument/2006/relationships/customXml" Target="../ink/ink304.xml"/><Relationship Id="rId90" Type="http://schemas.openxmlformats.org/officeDocument/2006/relationships/customXml" Target="../ink/ink277.xml"/><Relationship Id="rId186" Type="http://schemas.openxmlformats.org/officeDocument/2006/relationships/customXml" Target="../ink/ink325.xml"/><Relationship Id="rId351" Type="http://schemas.openxmlformats.org/officeDocument/2006/relationships/image" Target="../media/image410.png"/><Relationship Id="rId393" Type="http://schemas.openxmlformats.org/officeDocument/2006/relationships/image" Target="../media/image431.png"/><Relationship Id="rId407" Type="http://schemas.openxmlformats.org/officeDocument/2006/relationships/image" Target="../media/image438.png"/><Relationship Id="rId211" Type="http://schemas.openxmlformats.org/officeDocument/2006/relationships/image" Target="../media/image341.png"/><Relationship Id="rId253" Type="http://schemas.openxmlformats.org/officeDocument/2006/relationships/image" Target="../media/image362.png"/><Relationship Id="rId295" Type="http://schemas.openxmlformats.org/officeDocument/2006/relationships/image" Target="../media/image383.png"/><Relationship Id="rId309" Type="http://schemas.openxmlformats.org/officeDocument/2006/relationships/image" Target="../media/image389.png"/><Relationship Id="rId48" Type="http://schemas.openxmlformats.org/officeDocument/2006/relationships/customXml" Target="../ink/ink256.xml"/><Relationship Id="rId113" Type="http://schemas.openxmlformats.org/officeDocument/2006/relationships/image" Target="../media/image292.png"/><Relationship Id="rId320" Type="http://schemas.openxmlformats.org/officeDocument/2006/relationships/customXml" Target="../ink/ink392.xml"/><Relationship Id="rId155" Type="http://schemas.openxmlformats.org/officeDocument/2006/relationships/image" Target="../media/image313.png"/><Relationship Id="rId197" Type="http://schemas.openxmlformats.org/officeDocument/2006/relationships/image" Target="../media/image334.png"/><Relationship Id="rId362" Type="http://schemas.openxmlformats.org/officeDocument/2006/relationships/customXml" Target="../ink/ink413.xml"/><Relationship Id="rId418" Type="http://schemas.openxmlformats.org/officeDocument/2006/relationships/customXml" Target="../ink/ink441.xml"/><Relationship Id="rId222" Type="http://schemas.openxmlformats.org/officeDocument/2006/relationships/customXml" Target="../ink/ink343.xml"/><Relationship Id="rId264" Type="http://schemas.openxmlformats.org/officeDocument/2006/relationships/customXml" Target="../ink/ink364.xml"/><Relationship Id="rId17" Type="http://schemas.openxmlformats.org/officeDocument/2006/relationships/image" Target="../media/image244.png"/><Relationship Id="rId59" Type="http://schemas.openxmlformats.org/officeDocument/2006/relationships/image" Target="../media/image265.png"/><Relationship Id="rId124" Type="http://schemas.openxmlformats.org/officeDocument/2006/relationships/customXml" Target="../ink/ink294.xml"/><Relationship Id="rId70" Type="http://schemas.openxmlformats.org/officeDocument/2006/relationships/customXml" Target="../ink/ink267.xml"/><Relationship Id="rId166" Type="http://schemas.openxmlformats.org/officeDocument/2006/relationships/customXml" Target="../ink/ink315.xml"/><Relationship Id="rId331" Type="http://schemas.openxmlformats.org/officeDocument/2006/relationships/image" Target="../media/image400.png"/><Relationship Id="rId373" Type="http://schemas.openxmlformats.org/officeDocument/2006/relationships/image" Target="../media/image421.png"/><Relationship Id="rId429" Type="http://schemas.openxmlformats.org/officeDocument/2006/relationships/image" Target="../media/image449.png"/></Relationships>
</file>

<file path=ppt/slides/_rels/slide11.xml.rels><?xml version="1.0" encoding="UTF-8" standalone="yes"?>
<Relationships xmlns="http://schemas.openxmlformats.org/package/2006/relationships"><Relationship Id="rId2" Type="http://schemas.openxmlformats.org/officeDocument/2006/relationships/image" Target="../media/image45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customXml" Target="../ink/ink451.xml"/><Relationship Id="rId3" Type="http://schemas.openxmlformats.org/officeDocument/2006/relationships/image" Target="../media/image452.png"/><Relationship Id="rId7" Type="http://schemas.openxmlformats.org/officeDocument/2006/relationships/image" Target="../media/image454.png"/><Relationship Id="rId2" Type="http://schemas.openxmlformats.org/officeDocument/2006/relationships/customXml" Target="../ink/ink448.xml"/><Relationship Id="rId1" Type="http://schemas.openxmlformats.org/officeDocument/2006/relationships/slideLayout" Target="../slideLayouts/slideLayout7.xml"/><Relationship Id="rId6" Type="http://schemas.openxmlformats.org/officeDocument/2006/relationships/customXml" Target="../ink/ink450.xml"/><Relationship Id="rId11" Type="http://schemas.openxmlformats.org/officeDocument/2006/relationships/image" Target="../media/image456.png"/><Relationship Id="rId5" Type="http://schemas.openxmlformats.org/officeDocument/2006/relationships/image" Target="../media/image453.png"/><Relationship Id="rId10" Type="http://schemas.openxmlformats.org/officeDocument/2006/relationships/customXml" Target="../ink/ink452.xml"/><Relationship Id="rId4" Type="http://schemas.openxmlformats.org/officeDocument/2006/relationships/customXml" Target="../ink/ink449.xml"/><Relationship Id="rId9" Type="http://schemas.openxmlformats.org/officeDocument/2006/relationships/image" Target="../media/image455.png"/></Relationships>
</file>

<file path=ppt/slides/_rels/slide13.xml.rels><?xml version="1.0" encoding="UTF-8" standalone="yes"?>
<Relationships xmlns="http://schemas.openxmlformats.org/package/2006/relationships"><Relationship Id="rId8" Type="http://schemas.openxmlformats.org/officeDocument/2006/relationships/customXml" Target="../ink/ink456.xml"/><Relationship Id="rId13" Type="http://schemas.openxmlformats.org/officeDocument/2006/relationships/image" Target="../media/image462.png"/><Relationship Id="rId18" Type="http://schemas.openxmlformats.org/officeDocument/2006/relationships/customXml" Target="../ink/ink461.xml"/><Relationship Id="rId26" Type="http://schemas.openxmlformats.org/officeDocument/2006/relationships/customXml" Target="../ink/ink465.xml"/><Relationship Id="rId3" Type="http://schemas.openxmlformats.org/officeDocument/2006/relationships/image" Target="../media/image457.png"/><Relationship Id="rId21" Type="http://schemas.openxmlformats.org/officeDocument/2006/relationships/image" Target="../media/image466.png"/><Relationship Id="rId7" Type="http://schemas.openxmlformats.org/officeDocument/2006/relationships/image" Target="../media/image459.png"/><Relationship Id="rId12" Type="http://schemas.openxmlformats.org/officeDocument/2006/relationships/customXml" Target="../ink/ink458.xml"/><Relationship Id="rId17" Type="http://schemas.openxmlformats.org/officeDocument/2006/relationships/image" Target="../media/image464.png"/><Relationship Id="rId25" Type="http://schemas.openxmlformats.org/officeDocument/2006/relationships/image" Target="../media/image468.png"/><Relationship Id="rId2" Type="http://schemas.openxmlformats.org/officeDocument/2006/relationships/customXml" Target="../ink/ink453.xml"/><Relationship Id="rId16" Type="http://schemas.openxmlformats.org/officeDocument/2006/relationships/customXml" Target="../ink/ink460.xml"/><Relationship Id="rId20" Type="http://schemas.openxmlformats.org/officeDocument/2006/relationships/customXml" Target="../ink/ink462.xml"/><Relationship Id="rId29" Type="http://schemas.openxmlformats.org/officeDocument/2006/relationships/image" Target="../media/image470.png"/><Relationship Id="rId1" Type="http://schemas.openxmlformats.org/officeDocument/2006/relationships/slideLayout" Target="../slideLayouts/slideLayout7.xml"/><Relationship Id="rId6" Type="http://schemas.openxmlformats.org/officeDocument/2006/relationships/customXml" Target="../ink/ink455.xml"/><Relationship Id="rId11" Type="http://schemas.openxmlformats.org/officeDocument/2006/relationships/image" Target="../media/image461.png"/><Relationship Id="rId24" Type="http://schemas.openxmlformats.org/officeDocument/2006/relationships/customXml" Target="../ink/ink464.xml"/><Relationship Id="rId5" Type="http://schemas.openxmlformats.org/officeDocument/2006/relationships/image" Target="../media/image458.png"/><Relationship Id="rId15" Type="http://schemas.openxmlformats.org/officeDocument/2006/relationships/image" Target="../media/image463.png"/><Relationship Id="rId23" Type="http://schemas.openxmlformats.org/officeDocument/2006/relationships/image" Target="../media/image467.png"/><Relationship Id="rId28" Type="http://schemas.openxmlformats.org/officeDocument/2006/relationships/customXml" Target="../ink/ink466.xml"/><Relationship Id="rId10" Type="http://schemas.openxmlformats.org/officeDocument/2006/relationships/customXml" Target="../ink/ink457.xml"/><Relationship Id="rId19" Type="http://schemas.openxmlformats.org/officeDocument/2006/relationships/image" Target="../media/image465.png"/><Relationship Id="rId31" Type="http://schemas.openxmlformats.org/officeDocument/2006/relationships/image" Target="../media/image471.png"/><Relationship Id="rId4" Type="http://schemas.openxmlformats.org/officeDocument/2006/relationships/customXml" Target="../ink/ink454.xml"/><Relationship Id="rId9" Type="http://schemas.openxmlformats.org/officeDocument/2006/relationships/image" Target="../media/image460.png"/><Relationship Id="rId14" Type="http://schemas.openxmlformats.org/officeDocument/2006/relationships/customXml" Target="../ink/ink459.xml"/><Relationship Id="rId22" Type="http://schemas.openxmlformats.org/officeDocument/2006/relationships/customXml" Target="../ink/ink463.xml"/><Relationship Id="rId27" Type="http://schemas.openxmlformats.org/officeDocument/2006/relationships/image" Target="../media/image469.png"/><Relationship Id="rId30" Type="http://schemas.openxmlformats.org/officeDocument/2006/relationships/customXml" Target="../ink/ink467.xml"/></Relationships>
</file>

<file path=ppt/slides/_rels/slide14.xml.rels><?xml version="1.0" encoding="UTF-8" standalone="yes"?>
<Relationships xmlns="http://schemas.openxmlformats.org/package/2006/relationships"><Relationship Id="rId117" Type="http://schemas.openxmlformats.org/officeDocument/2006/relationships/customXml" Target="../ink/ink526.xml"/><Relationship Id="rId21" Type="http://schemas.openxmlformats.org/officeDocument/2006/relationships/image" Target="../media/image481.png"/><Relationship Id="rId324" Type="http://schemas.openxmlformats.org/officeDocument/2006/relationships/customXml" Target="../ink/ink630.xml"/><Relationship Id="rId531" Type="http://schemas.openxmlformats.org/officeDocument/2006/relationships/image" Target="../media/image734.png"/><Relationship Id="rId170" Type="http://schemas.openxmlformats.org/officeDocument/2006/relationships/image" Target="../media/image554.png"/><Relationship Id="rId268" Type="http://schemas.openxmlformats.org/officeDocument/2006/relationships/image" Target="../media/image603.png"/><Relationship Id="rId475" Type="http://schemas.openxmlformats.org/officeDocument/2006/relationships/image" Target="../media/image706.png"/><Relationship Id="rId32" Type="http://schemas.openxmlformats.org/officeDocument/2006/relationships/customXml" Target="../ink/ink483.xml"/><Relationship Id="rId128" Type="http://schemas.openxmlformats.org/officeDocument/2006/relationships/image" Target="../media/image533.png"/><Relationship Id="rId335" Type="http://schemas.openxmlformats.org/officeDocument/2006/relationships/image" Target="../media/image636.png"/><Relationship Id="rId542" Type="http://schemas.openxmlformats.org/officeDocument/2006/relationships/customXml" Target="../ink/ink739.xml"/><Relationship Id="rId181" Type="http://schemas.openxmlformats.org/officeDocument/2006/relationships/customXml" Target="../ink/ink558.xml"/><Relationship Id="rId402" Type="http://schemas.openxmlformats.org/officeDocument/2006/relationships/customXml" Target="../ink/ink669.xml"/><Relationship Id="rId279" Type="http://schemas.openxmlformats.org/officeDocument/2006/relationships/customXml" Target="../ink/ink607.xml"/><Relationship Id="rId486" Type="http://schemas.openxmlformats.org/officeDocument/2006/relationships/customXml" Target="../ink/ink711.xml"/><Relationship Id="rId43" Type="http://schemas.openxmlformats.org/officeDocument/2006/relationships/image" Target="../media/image492.png"/><Relationship Id="rId139" Type="http://schemas.openxmlformats.org/officeDocument/2006/relationships/customXml" Target="../ink/ink537.xml"/><Relationship Id="rId346" Type="http://schemas.openxmlformats.org/officeDocument/2006/relationships/customXml" Target="../ink/ink641.xml"/><Relationship Id="rId553" Type="http://schemas.openxmlformats.org/officeDocument/2006/relationships/image" Target="../media/image745.png"/><Relationship Id="rId192" Type="http://schemas.openxmlformats.org/officeDocument/2006/relationships/image" Target="../media/image565.png"/><Relationship Id="rId206" Type="http://schemas.openxmlformats.org/officeDocument/2006/relationships/image" Target="../media/image572.png"/><Relationship Id="rId413" Type="http://schemas.openxmlformats.org/officeDocument/2006/relationships/image" Target="../media/image675.png"/><Relationship Id="rId497" Type="http://schemas.openxmlformats.org/officeDocument/2006/relationships/image" Target="../media/image717.png"/><Relationship Id="rId357" Type="http://schemas.openxmlformats.org/officeDocument/2006/relationships/image" Target="../media/image647.png"/><Relationship Id="rId54" Type="http://schemas.openxmlformats.org/officeDocument/2006/relationships/customXml" Target="../ink/ink494.xml"/><Relationship Id="rId217" Type="http://schemas.openxmlformats.org/officeDocument/2006/relationships/customXml" Target="../ink/ink576.xml"/><Relationship Id="rId564" Type="http://schemas.openxmlformats.org/officeDocument/2006/relationships/customXml" Target="../ink/ink750.xml"/><Relationship Id="rId424" Type="http://schemas.openxmlformats.org/officeDocument/2006/relationships/customXml" Target="../ink/ink680.xml"/><Relationship Id="rId270" Type="http://schemas.openxmlformats.org/officeDocument/2006/relationships/image" Target="../media/image604.png"/><Relationship Id="rId65" Type="http://schemas.openxmlformats.org/officeDocument/2006/relationships/image" Target="../media/image502.png"/><Relationship Id="rId130" Type="http://schemas.openxmlformats.org/officeDocument/2006/relationships/image" Target="../media/image534.png"/><Relationship Id="rId368" Type="http://schemas.openxmlformats.org/officeDocument/2006/relationships/customXml" Target="../ink/ink652.xml"/><Relationship Id="rId172" Type="http://schemas.openxmlformats.org/officeDocument/2006/relationships/image" Target="../media/image555.png"/><Relationship Id="rId228" Type="http://schemas.openxmlformats.org/officeDocument/2006/relationships/image" Target="../media/image583.png"/><Relationship Id="rId435" Type="http://schemas.openxmlformats.org/officeDocument/2006/relationships/image" Target="../media/image686.png"/><Relationship Id="rId477" Type="http://schemas.openxmlformats.org/officeDocument/2006/relationships/image" Target="../media/image707.png"/><Relationship Id="rId281" Type="http://schemas.openxmlformats.org/officeDocument/2006/relationships/customXml" Target="../ink/ink608.xml"/><Relationship Id="rId337" Type="http://schemas.openxmlformats.org/officeDocument/2006/relationships/image" Target="../media/image637.png"/><Relationship Id="rId502" Type="http://schemas.openxmlformats.org/officeDocument/2006/relationships/customXml" Target="../ink/ink719.xml"/><Relationship Id="rId34" Type="http://schemas.openxmlformats.org/officeDocument/2006/relationships/customXml" Target="../ink/ink484.xml"/><Relationship Id="rId76" Type="http://schemas.openxmlformats.org/officeDocument/2006/relationships/customXml" Target="../ink/ink505.xml"/><Relationship Id="rId141" Type="http://schemas.openxmlformats.org/officeDocument/2006/relationships/customXml" Target="../ink/ink538.xml"/><Relationship Id="rId379" Type="http://schemas.openxmlformats.org/officeDocument/2006/relationships/image" Target="../media/image658.png"/><Relationship Id="rId544" Type="http://schemas.openxmlformats.org/officeDocument/2006/relationships/customXml" Target="../ink/ink740.xml"/><Relationship Id="rId7" Type="http://schemas.openxmlformats.org/officeDocument/2006/relationships/image" Target="../media/image474.png"/><Relationship Id="rId183" Type="http://schemas.openxmlformats.org/officeDocument/2006/relationships/customXml" Target="../ink/ink559.xml"/><Relationship Id="rId239" Type="http://schemas.openxmlformats.org/officeDocument/2006/relationships/customXml" Target="../ink/ink587.xml"/><Relationship Id="rId390" Type="http://schemas.openxmlformats.org/officeDocument/2006/relationships/customXml" Target="../ink/ink663.xml"/><Relationship Id="rId404" Type="http://schemas.openxmlformats.org/officeDocument/2006/relationships/customXml" Target="../ink/ink670.xml"/><Relationship Id="rId446" Type="http://schemas.openxmlformats.org/officeDocument/2006/relationships/customXml" Target="../ink/ink691.xml"/><Relationship Id="rId250" Type="http://schemas.openxmlformats.org/officeDocument/2006/relationships/image" Target="../media/image594.png"/><Relationship Id="rId292" Type="http://schemas.openxmlformats.org/officeDocument/2006/relationships/image" Target="../media/image615.png"/><Relationship Id="rId306" Type="http://schemas.openxmlformats.org/officeDocument/2006/relationships/customXml" Target="../ink/ink621.xml"/><Relationship Id="rId488" Type="http://schemas.openxmlformats.org/officeDocument/2006/relationships/customXml" Target="../ink/ink712.xml"/><Relationship Id="rId45" Type="http://schemas.openxmlformats.org/officeDocument/2006/relationships/image" Target="../media/image493.png"/><Relationship Id="rId87" Type="http://schemas.openxmlformats.org/officeDocument/2006/relationships/image" Target="../media/image513.png"/><Relationship Id="rId110" Type="http://schemas.openxmlformats.org/officeDocument/2006/relationships/customXml" Target="../ink/ink522.xml"/><Relationship Id="rId348" Type="http://schemas.openxmlformats.org/officeDocument/2006/relationships/customXml" Target="../ink/ink642.xml"/><Relationship Id="rId513" Type="http://schemas.openxmlformats.org/officeDocument/2006/relationships/image" Target="../media/image725.png"/><Relationship Id="rId555" Type="http://schemas.openxmlformats.org/officeDocument/2006/relationships/image" Target="../media/image746.png"/><Relationship Id="rId152" Type="http://schemas.openxmlformats.org/officeDocument/2006/relationships/image" Target="../media/image545.png"/><Relationship Id="rId194" Type="http://schemas.openxmlformats.org/officeDocument/2006/relationships/image" Target="../media/image566.png"/><Relationship Id="rId208" Type="http://schemas.openxmlformats.org/officeDocument/2006/relationships/image" Target="../media/image573.png"/><Relationship Id="rId415" Type="http://schemas.openxmlformats.org/officeDocument/2006/relationships/image" Target="../media/image676.png"/><Relationship Id="rId457" Type="http://schemas.openxmlformats.org/officeDocument/2006/relationships/image" Target="../media/image697.png"/><Relationship Id="rId261" Type="http://schemas.openxmlformats.org/officeDocument/2006/relationships/customXml" Target="../ink/ink598.xml"/><Relationship Id="rId499" Type="http://schemas.openxmlformats.org/officeDocument/2006/relationships/image" Target="../media/image718.png"/><Relationship Id="rId14" Type="http://schemas.openxmlformats.org/officeDocument/2006/relationships/customXml" Target="../ink/ink474.xml"/><Relationship Id="rId56" Type="http://schemas.openxmlformats.org/officeDocument/2006/relationships/customXml" Target="../ink/ink495.xml"/><Relationship Id="rId317" Type="http://schemas.openxmlformats.org/officeDocument/2006/relationships/image" Target="../media/image627.png"/><Relationship Id="rId359" Type="http://schemas.openxmlformats.org/officeDocument/2006/relationships/image" Target="../media/image648.png"/><Relationship Id="rId524" Type="http://schemas.openxmlformats.org/officeDocument/2006/relationships/customXml" Target="../ink/ink730.xml"/><Relationship Id="rId98" Type="http://schemas.openxmlformats.org/officeDocument/2006/relationships/customXml" Target="../ink/ink516.xml"/><Relationship Id="rId121" Type="http://schemas.openxmlformats.org/officeDocument/2006/relationships/customXml" Target="../ink/ink528.xml"/><Relationship Id="rId163" Type="http://schemas.openxmlformats.org/officeDocument/2006/relationships/customXml" Target="../ink/ink549.xml"/><Relationship Id="rId219" Type="http://schemas.openxmlformats.org/officeDocument/2006/relationships/customXml" Target="../ink/ink577.xml"/><Relationship Id="rId370" Type="http://schemas.openxmlformats.org/officeDocument/2006/relationships/customXml" Target="../ink/ink653.xml"/><Relationship Id="rId426" Type="http://schemas.openxmlformats.org/officeDocument/2006/relationships/customXml" Target="../ink/ink681.xml"/><Relationship Id="rId230" Type="http://schemas.openxmlformats.org/officeDocument/2006/relationships/image" Target="../media/image584.png"/><Relationship Id="rId468" Type="http://schemas.openxmlformats.org/officeDocument/2006/relationships/customXml" Target="../ink/ink702.xml"/><Relationship Id="rId25" Type="http://schemas.openxmlformats.org/officeDocument/2006/relationships/image" Target="../media/image483.png"/><Relationship Id="rId67" Type="http://schemas.openxmlformats.org/officeDocument/2006/relationships/image" Target="../media/image503.png"/><Relationship Id="rId272" Type="http://schemas.openxmlformats.org/officeDocument/2006/relationships/image" Target="../media/image605.png"/><Relationship Id="rId328" Type="http://schemas.openxmlformats.org/officeDocument/2006/relationships/customXml" Target="../ink/ink632.xml"/><Relationship Id="rId535" Type="http://schemas.openxmlformats.org/officeDocument/2006/relationships/image" Target="../media/image736.png"/><Relationship Id="rId132" Type="http://schemas.openxmlformats.org/officeDocument/2006/relationships/image" Target="../media/image535.png"/><Relationship Id="rId174" Type="http://schemas.openxmlformats.org/officeDocument/2006/relationships/image" Target="../media/image556.png"/><Relationship Id="rId381" Type="http://schemas.openxmlformats.org/officeDocument/2006/relationships/image" Target="../media/image659.png"/><Relationship Id="rId241" Type="http://schemas.openxmlformats.org/officeDocument/2006/relationships/customXml" Target="../ink/ink588.xml"/><Relationship Id="rId437" Type="http://schemas.openxmlformats.org/officeDocument/2006/relationships/image" Target="../media/image687.png"/><Relationship Id="rId479" Type="http://schemas.openxmlformats.org/officeDocument/2006/relationships/image" Target="../media/image708.png"/><Relationship Id="rId36" Type="http://schemas.openxmlformats.org/officeDocument/2006/relationships/customXml" Target="../ink/ink485.xml"/><Relationship Id="rId283" Type="http://schemas.openxmlformats.org/officeDocument/2006/relationships/customXml" Target="../ink/ink609.xml"/><Relationship Id="rId339" Type="http://schemas.openxmlformats.org/officeDocument/2006/relationships/image" Target="../media/image638.png"/><Relationship Id="rId490" Type="http://schemas.openxmlformats.org/officeDocument/2006/relationships/customXml" Target="../ink/ink713.xml"/><Relationship Id="rId504" Type="http://schemas.openxmlformats.org/officeDocument/2006/relationships/customXml" Target="../ink/ink720.xml"/><Relationship Id="rId546" Type="http://schemas.openxmlformats.org/officeDocument/2006/relationships/customXml" Target="../ink/ink741.xml"/><Relationship Id="rId78" Type="http://schemas.openxmlformats.org/officeDocument/2006/relationships/customXml" Target="../ink/ink506.xml"/><Relationship Id="rId101" Type="http://schemas.openxmlformats.org/officeDocument/2006/relationships/image" Target="../media/image520.png"/><Relationship Id="rId143" Type="http://schemas.openxmlformats.org/officeDocument/2006/relationships/customXml" Target="../ink/ink539.xml"/><Relationship Id="rId185" Type="http://schemas.openxmlformats.org/officeDocument/2006/relationships/customXml" Target="../ink/ink560.xml"/><Relationship Id="rId350" Type="http://schemas.openxmlformats.org/officeDocument/2006/relationships/customXml" Target="../ink/ink643.xml"/><Relationship Id="rId406" Type="http://schemas.openxmlformats.org/officeDocument/2006/relationships/customXml" Target="../ink/ink671.xml"/><Relationship Id="rId9" Type="http://schemas.openxmlformats.org/officeDocument/2006/relationships/image" Target="../media/image475.png"/><Relationship Id="rId210" Type="http://schemas.openxmlformats.org/officeDocument/2006/relationships/image" Target="../media/image574.png"/><Relationship Id="rId392" Type="http://schemas.openxmlformats.org/officeDocument/2006/relationships/customXml" Target="../ink/ink664.xml"/><Relationship Id="rId448" Type="http://schemas.openxmlformats.org/officeDocument/2006/relationships/customXml" Target="../ink/ink692.xml"/><Relationship Id="rId252" Type="http://schemas.openxmlformats.org/officeDocument/2006/relationships/image" Target="../media/image595.png"/><Relationship Id="rId294" Type="http://schemas.openxmlformats.org/officeDocument/2006/relationships/image" Target="../media/image616.png"/><Relationship Id="rId308" Type="http://schemas.openxmlformats.org/officeDocument/2006/relationships/customXml" Target="../ink/ink622.xml"/><Relationship Id="rId515" Type="http://schemas.openxmlformats.org/officeDocument/2006/relationships/image" Target="../media/image726.png"/><Relationship Id="rId47" Type="http://schemas.openxmlformats.org/officeDocument/2006/relationships/image" Target="../media/image494.png"/><Relationship Id="rId89" Type="http://schemas.openxmlformats.org/officeDocument/2006/relationships/image" Target="../media/image514.png"/><Relationship Id="rId112" Type="http://schemas.openxmlformats.org/officeDocument/2006/relationships/customXml" Target="../ink/ink523.xml"/><Relationship Id="rId154" Type="http://schemas.openxmlformats.org/officeDocument/2006/relationships/image" Target="../media/image546.png"/><Relationship Id="rId361" Type="http://schemas.openxmlformats.org/officeDocument/2006/relationships/image" Target="../media/image649.png"/><Relationship Id="rId557" Type="http://schemas.openxmlformats.org/officeDocument/2006/relationships/image" Target="../media/image747.png"/><Relationship Id="rId196" Type="http://schemas.openxmlformats.org/officeDocument/2006/relationships/image" Target="../media/image567.png"/><Relationship Id="rId417" Type="http://schemas.openxmlformats.org/officeDocument/2006/relationships/image" Target="../media/image677.png"/><Relationship Id="rId459" Type="http://schemas.openxmlformats.org/officeDocument/2006/relationships/image" Target="../media/image698.png"/><Relationship Id="rId16" Type="http://schemas.openxmlformats.org/officeDocument/2006/relationships/customXml" Target="../ink/ink475.xml"/><Relationship Id="rId221" Type="http://schemas.openxmlformats.org/officeDocument/2006/relationships/customXml" Target="../ink/ink578.xml"/><Relationship Id="rId263" Type="http://schemas.openxmlformats.org/officeDocument/2006/relationships/customXml" Target="../ink/ink599.xml"/><Relationship Id="rId319" Type="http://schemas.openxmlformats.org/officeDocument/2006/relationships/image" Target="../media/image628.png"/><Relationship Id="rId470" Type="http://schemas.openxmlformats.org/officeDocument/2006/relationships/customXml" Target="../ink/ink703.xml"/><Relationship Id="rId526" Type="http://schemas.openxmlformats.org/officeDocument/2006/relationships/customXml" Target="../ink/ink731.xml"/><Relationship Id="rId58" Type="http://schemas.openxmlformats.org/officeDocument/2006/relationships/customXml" Target="../ink/ink496.xml"/><Relationship Id="rId123" Type="http://schemas.openxmlformats.org/officeDocument/2006/relationships/customXml" Target="../ink/ink529.xml"/><Relationship Id="rId330" Type="http://schemas.openxmlformats.org/officeDocument/2006/relationships/customXml" Target="../ink/ink633.xml"/><Relationship Id="rId165" Type="http://schemas.openxmlformats.org/officeDocument/2006/relationships/customXml" Target="../ink/ink550.xml"/><Relationship Id="rId372" Type="http://schemas.openxmlformats.org/officeDocument/2006/relationships/customXml" Target="../ink/ink654.xml"/><Relationship Id="rId428" Type="http://schemas.openxmlformats.org/officeDocument/2006/relationships/customXml" Target="../ink/ink682.xml"/><Relationship Id="rId232" Type="http://schemas.openxmlformats.org/officeDocument/2006/relationships/image" Target="../media/image585.png"/><Relationship Id="rId274" Type="http://schemas.openxmlformats.org/officeDocument/2006/relationships/image" Target="../media/image606.png"/><Relationship Id="rId481" Type="http://schemas.openxmlformats.org/officeDocument/2006/relationships/image" Target="../media/image709.png"/><Relationship Id="rId27" Type="http://schemas.openxmlformats.org/officeDocument/2006/relationships/image" Target="../media/image484.png"/><Relationship Id="rId69" Type="http://schemas.openxmlformats.org/officeDocument/2006/relationships/image" Target="../media/image504.png"/><Relationship Id="rId134" Type="http://schemas.openxmlformats.org/officeDocument/2006/relationships/image" Target="../media/image536.png"/><Relationship Id="rId537" Type="http://schemas.openxmlformats.org/officeDocument/2006/relationships/image" Target="../media/image737.png"/><Relationship Id="rId80" Type="http://schemas.openxmlformats.org/officeDocument/2006/relationships/customXml" Target="../ink/ink507.xml"/><Relationship Id="rId176" Type="http://schemas.openxmlformats.org/officeDocument/2006/relationships/image" Target="../media/image557.png"/><Relationship Id="rId341" Type="http://schemas.openxmlformats.org/officeDocument/2006/relationships/image" Target="../media/image639.png"/><Relationship Id="rId383" Type="http://schemas.openxmlformats.org/officeDocument/2006/relationships/image" Target="../media/image660.png"/><Relationship Id="rId439" Type="http://schemas.openxmlformats.org/officeDocument/2006/relationships/image" Target="../media/image688.png"/><Relationship Id="rId201" Type="http://schemas.openxmlformats.org/officeDocument/2006/relationships/customXml" Target="../ink/ink568.xml"/><Relationship Id="rId243" Type="http://schemas.openxmlformats.org/officeDocument/2006/relationships/customXml" Target="../ink/ink589.xml"/><Relationship Id="rId285" Type="http://schemas.openxmlformats.org/officeDocument/2006/relationships/customXml" Target="../ink/ink610.xml"/><Relationship Id="rId450" Type="http://schemas.openxmlformats.org/officeDocument/2006/relationships/customXml" Target="../ink/ink693.xml"/><Relationship Id="rId506" Type="http://schemas.openxmlformats.org/officeDocument/2006/relationships/customXml" Target="../ink/ink721.xml"/><Relationship Id="rId38" Type="http://schemas.openxmlformats.org/officeDocument/2006/relationships/customXml" Target="../ink/ink486.xml"/><Relationship Id="rId103" Type="http://schemas.openxmlformats.org/officeDocument/2006/relationships/image" Target="../media/image521.png"/><Relationship Id="rId310" Type="http://schemas.openxmlformats.org/officeDocument/2006/relationships/customXml" Target="../ink/ink623.xml"/><Relationship Id="rId492" Type="http://schemas.openxmlformats.org/officeDocument/2006/relationships/customXml" Target="../ink/ink714.xml"/><Relationship Id="rId548" Type="http://schemas.openxmlformats.org/officeDocument/2006/relationships/customXml" Target="../ink/ink742.xml"/><Relationship Id="rId91" Type="http://schemas.openxmlformats.org/officeDocument/2006/relationships/image" Target="../media/image515.png"/><Relationship Id="rId145" Type="http://schemas.openxmlformats.org/officeDocument/2006/relationships/customXml" Target="../ink/ink540.xml"/><Relationship Id="rId187" Type="http://schemas.openxmlformats.org/officeDocument/2006/relationships/customXml" Target="../ink/ink561.xml"/><Relationship Id="rId352" Type="http://schemas.openxmlformats.org/officeDocument/2006/relationships/customXml" Target="../ink/ink644.xml"/><Relationship Id="rId394" Type="http://schemas.openxmlformats.org/officeDocument/2006/relationships/customXml" Target="../ink/ink665.xml"/><Relationship Id="rId408" Type="http://schemas.openxmlformats.org/officeDocument/2006/relationships/customXml" Target="../ink/ink672.xml"/><Relationship Id="rId212" Type="http://schemas.openxmlformats.org/officeDocument/2006/relationships/image" Target="../media/image575.png"/><Relationship Id="rId254" Type="http://schemas.openxmlformats.org/officeDocument/2006/relationships/image" Target="../media/image596.png"/><Relationship Id="rId49" Type="http://schemas.openxmlformats.org/officeDocument/2006/relationships/image" Target="../media/image495.png"/><Relationship Id="rId114" Type="http://schemas.openxmlformats.org/officeDocument/2006/relationships/customXml" Target="../ink/ink524.xml"/><Relationship Id="rId296" Type="http://schemas.openxmlformats.org/officeDocument/2006/relationships/image" Target="../media/image617.png"/><Relationship Id="rId461" Type="http://schemas.openxmlformats.org/officeDocument/2006/relationships/image" Target="../media/image699.png"/><Relationship Id="rId517" Type="http://schemas.openxmlformats.org/officeDocument/2006/relationships/image" Target="../media/image727.png"/><Relationship Id="rId559" Type="http://schemas.openxmlformats.org/officeDocument/2006/relationships/image" Target="../media/image748.png"/><Relationship Id="rId60" Type="http://schemas.openxmlformats.org/officeDocument/2006/relationships/customXml" Target="../ink/ink497.xml"/><Relationship Id="rId156" Type="http://schemas.openxmlformats.org/officeDocument/2006/relationships/image" Target="../media/image547.png"/><Relationship Id="rId198" Type="http://schemas.openxmlformats.org/officeDocument/2006/relationships/image" Target="../media/image568.png"/><Relationship Id="rId321" Type="http://schemas.openxmlformats.org/officeDocument/2006/relationships/image" Target="../media/image629.png"/><Relationship Id="rId363" Type="http://schemas.openxmlformats.org/officeDocument/2006/relationships/image" Target="../media/image650.png"/><Relationship Id="rId419" Type="http://schemas.openxmlformats.org/officeDocument/2006/relationships/image" Target="../media/image678.png"/><Relationship Id="rId223" Type="http://schemas.openxmlformats.org/officeDocument/2006/relationships/customXml" Target="../ink/ink579.xml"/><Relationship Id="rId430" Type="http://schemas.openxmlformats.org/officeDocument/2006/relationships/customXml" Target="../ink/ink683.xml"/><Relationship Id="rId18" Type="http://schemas.openxmlformats.org/officeDocument/2006/relationships/customXml" Target="../ink/ink476.xml"/><Relationship Id="rId265" Type="http://schemas.openxmlformats.org/officeDocument/2006/relationships/customXml" Target="../ink/ink600.xml"/><Relationship Id="rId472" Type="http://schemas.openxmlformats.org/officeDocument/2006/relationships/customXml" Target="../ink/ink704.xml"/><Relationship Id="rId528" Type="http://schemas.openxmlformats.org/officeDocument/2006/relationships/customXml" Target="../ink/ink732.xml"/><Relationship Id="rId125" Type="http://schemas.openxmlformats.org/officeDocument/2006/relationships/customXml" Target="../ink/ink530.xml"/><Relationship Id="rId167" Type="http://schemas.openxmlformats.org/officeDocument/2006/relationships/customXml" Target="../ink/ink551.xml"/><Relationship Id="rId332" Type="http://schemas.openxmlformats.org/officeDocument/2006/relationships/customXml" Target="../ink/ink634.xml"/><Relationship Id="rId374" Type="http://schemas.openxmlformats.org/officeDocument/2006/relationships/customXml" Target="../ink/ink655.xml"/><Relationship Id="rId71" Type="http://schemas.openxmlformats.org/officeDocument/2006/relationships/image" Target="../media/image505.png"/><Relationship Id="rId234" Type="http://schemas.openxmlformats.org/officeDocument/2006/relationships/image" Target="../media/image586.png"/><Relationship Id="rId2" Type="http://schemas.openxmlformats.org/officeDocument/2006/relationships/customXml" Target="../ink/ink468.xml"/><Relationship Id="rId29" Type="http://schemas.openxmlformats.org/officeDocument/2006/relationships/image" Target="../media/image485.png"/><Relationship Id="rId276" Type="http://schemas.openxmlformats.org/officeDocument/2006/relationships/image" Target="../media/image607.png"/><Relationship Id="rId441" Type="http://schemas.openxmlformats.org/officeDocument/2006/relationships/image" Target="../media/image689.png"/><Relationship Id="rId483" Type="http://schemas.openxmlformats.org/officeDocument/2006/relationships/image" Target="../media/image710.png"/><Relationship Id="rId539" Type="http://schemas.openxmlformats.org/officeDocument/2006/relationships/image" Target="../media/image738.png"/><Relationship Id="rId40" Type="http://schemas.openxmlformats.org/officeDocument/2006/relationships/customXml" Target="../ink/ink487.xml"/><Relationship Id="rId136" Type="http://schemas.openxmlformats.org/officeDocument/2006/relationships/image" Target="../media/image537.png"/><Relationship Id="rId178" Type="http://schemas.openxmlformats.org/officeDocument/2006/relationships/image" Target="../media/image558.png"/><Relationship Id="rId301" Type="http://schemas.openxmlformats.org/officeDocument/2006/relationships/image" Target="../media/image619.png"/><Relationship Id="rId343" Type="http://schemas.openxmlformats.org/officeDocument/2006/relationships/image" Target="../media/image640.png"/><Relationship Id="rId550" Type="http://schemas.openxmlformats.org/officeDocument/2006/relationships/customXml" Target="../ink/ink743.xml"/><Relationship Id="rId82" Type="http://schemas.openxmlformats.org/officeDocument/2006/relationships/customXml" Target="../ink/ink508.xml"/><Relationship Id="rId203" Type="http://schemas.openxmlformats.org/officeDocument/2006/relationships/customXml" Target="../ink/ink569.xml"/><Relationship Id="rId385" Type="http://schemas.openxmlformats.org/officeDocument/2006/relationships/image" Target="../media/image661.png"/><Relationship Id="rId245" Type="http://schemas.openxmlformats.org/officeDocument/2006/relationships/customXml" Target="../ink/ink590.xml"/><Relationship Id="rId287" Type="http://schemas.openxmlformats.org/officeDocument/2006/relationships/customXml" Target="../ink/ink611.xml"/><Relationship Id="rId410" Type="http://schemas.openxmlformats.org/officeDocument/2006/relationships/customXml" Target="../ink/ink673.xml"/><Relationship Id="rId452" Type="http://schemas.openxmlformats.org/officeDocument/2006/relationships/customXml" Target="../ink/ink694.xml"/><Relationship Id="rId494" Type="http://schemas.openxmlformats.org/officeDocument/2006/relationships/customXml" Target="../ink/ink715.xml"/><Relationship Id="rId508" Type="http://schemas.openxmlformats.org/officeDocument/2006/relationships/customXml" Target="../ink/ink722.xml"/><Relationship Id="rId105" Type="http://schemas.openxmlformats.org/officeDocument/2006/relationships/image" Target="../media/image522.png"/><Relationship Id="rId147" Type="http://schemas.openxmlformats.org/officeDocument/2006/relationships/customXml" Target="../ink/ink541.xml"/><Relationship Id="rId312" Type="http://schemas.openxmlformats.org/officeDocument/2006/relationships/customXml" Target="../ink/ink624.xml"/><Relationship Id="rId354" Type="http://schemas.openxmlformats.org/officeDocument/2006/relationships/customXml" Target="../ink/ink645.xml"/><Relationship Id="rId51" Type="http://schemas.openxmlformats.org/officeDocument/2006/relationships/image" Target="../media/image201.png"/><Relationship Id="rId93" Type="http://schemas.openxmlformats.org/officeDocument/2006/relationships/image" Target="../media/image516.png"/><Relationship Id="rId189" Type="http://schemas.openxmlformats.org/officeDocument/2006/relationships/customXml" Target="../ink/ink562.xml"/><Relationship Id="rId396" Type="http://schemas.openxmlformats.org/officeDocument/2006/relationships/customXml" Target="../ink/ink666.xml"/><Relationship Id="rId561" Type="http://schemas.openxmlformats.org/officeDocument/2006/relationships/image" Target="../media/image749.png"/><Relationship Id="rId214" Type="http://schemas.openxmlformats.org/officeDocument/2006/relationships/image" Target="../media/image576.png"/><Relationship Id="rId256" Type="http://schemas.openxmlformats.org/officeDocument/2006/relationships/image" Target="../media/image597.png"/><Relationship Id="rId298" Type="http://schemas.openxmlformats.org/officeDocument/2006/relationships/image" Target="../media/image618.png"/><Relationship Id="rId421" Type="http://schemas.openxmlformats.org/officeDocument/2006/relationships/image" Target="../media/image679.png"/><Relationship Id="rId463" Type="http://schemas.openxmlformats.org/officeDocument/2006/relationships/image" Target="../media/image700.png"/><Relationship Id="rId519" Type="http://schemas.openxmlformats.org/officeDocument/2006/relationships/image" Target="../media/image728.png"/><Relationship Id="rId116" Type="http://schemas.openxmlformats.org/officeDocument/2006/relationships/customXml" Target="../ink/ink525.xml"/><Relationship Id="rId158" Type="http://schemas.openxmlformats.org/officeDocument/2006/relationships/image" Target="../media/image548.png"/><Relationship Id="rId323" Type="http://schemas.openxmlformats.org/officeDocument/2006/relationships/image" Target="../media/image630.png"/><Relationship Id="rId530" Type="http://schemas.openxmlformats.org/officeDocument/2006/relationships/customXml" Target="../ink/ink733.xml"/><Relationship Id="rId20" Type="http://schemas.openxmlformats.org/officeDocument/2006/relationships/customXml" Target="../ink/ink477.xml"/><Relationship Id="rId62" Type="http://schemas.openxmlformats.org/officeDocument/2006/relationships/customXml" Target="../ink/ink498.xml"/><Relationship Id="rId365" Type="http://schemas.openxmlformats.org/officeDocument/2006/relationships/image" Target="../media/image651.png"/><Relationship Id="rId225" Type="http://schemas.openxmlformats.org/officeDocument/2006/relationships/customXml" Target="../ink/ink580.xml"/><Relationship Id="rId267" Type="http://schemas.openxmlformats.org/officeDocument/2006/relationships/customXml" Target="../ink/ink601.xml"/><Relationship Id="rId432" Type="http://schemas.openxmlformats.org/officeDocument/2006/relationships/customXml" Target="../ink/ink684.xml"/><Relationship Id="rId474" Type="http://schemas.openxmlformats.org/officeDocument/2006/relationships/customXml" Target="../ink/ink705.xml"/><Relationship Id="rId127" Type="http://schemas.openxmlformats.org/officeDocument/2006/relationships/customXml" Target="../ink/ink531.xml"/><Relationship Id="rId31" Type="http://schemas.openxmlformats.org/officeDocument/2006/relationships/image" Target="../media/image486.png"/><Relationship Id="rId73" Type="http://schemas.openxmlformats.org/officeDocument/2006/relationships/image" Target="../media/image506.png"/><Relationship Id="rId169" Type="http://schemas.openxmlformats.org/officeDocument/2006/relationships/customXml" Target="../ink/ink552.xml"/><Relationship Id="rId334" Type="http://schemas.openxmlformats.org/officeDocument/2006/relationships/customXml" Target="../ink/ink635.xml"/><Relationship Id="rId376" Type="http://schemas.openxmlformats.org/officeDocument/2006/relationships/customXml" Target="../ink/ink656.xml"/><Relationship Id="rId541" Type="http://schemas.openxmlformats.org/officeDocument/2006/relationships/image" Target="../media/image739.png"/><Relationship Id="rId4" Type="http://schemas.openxmlformats.org/officeDocument/2006/relationships/customXml" Target="../ink/ink469.xml"/><Relationship Id="rId180" Type="http://schemas.openxmlformats.org/officeDocument/2006/relationships/image" Target="../media/image559.png"/><Relationship Id="rId236" Type="http://schemas.openxmlformats.org/officeDocument/2006/relationships/image" Target="../media/image587.png"/><Relationship Id="rId278" Type="http://schemas.openxmlformats.org/officeDocument/2006/relationships/image" Target="../media/image608.png"/><Relationship Id="rId401" Type="http://schemas.openxmlformats.org/officeDocument/2006/relationships/image" Target="../media/image669.png"/><Relationship Id="rId443" Type="http://schemas.openxmlformats.org/officeDocument/2006/relationships/image" Target="../media/image690.png"/><Relationship Id="rId303" Type="http://schemas.openxmlformats.org/officeDocument/2006/relationships/image" Target="../media/image620.png"/><Relationship Id="rId485" Type="http://schemas.openxmlformats.org/officeDocument/2006/relationships/image" Target="../media/image711.png"/><Relationship Id="rId42" Type="http://schemas.openxmlformats.org/officeDocument/2006/relationships/customXml" Target="../ink/ink488.xml"/><Relationship Id="rId84" Type="http://schemas.openxmlformats.org/officeDocument/2006/relationships/customXml" Target="../ink/ink509.xml"/><Relationship Id="rId138" Type="http://schemas.openxmlformats.org/officeDocument/2006/relationships/image" Target="../media/image538.png"/><Relationship Id="rId345" Type="http://schemas.openxmlformats.org/officeDocument/2006/relationships/image" Target="../media/image641.png"/><Relationship Id="rId387" Type="http://schemas.openxmlformats.org/officeDocument/2006/relationships/image" Target="../media/image662.png"/><Relationship Id="rId510" Type="http://schemas.openxmlformats.org/officeDocument/2006/relationships/customXml" Target="../ink/ink723.xml"/><Relationship Id="rId552" Type="http://schemas.openxmlformats.org/officeDocument/2006/relationships/customXml" Target="../ink/ink744.xml"/><Relationship Id="rId191" Type="http://schemas.openxmlformats.org/officeDocument/2006/relationships/customXml" Target="../ink/ink563.xml"/><Relationship Id="rId205" Type="http://schemas.openxmlformats.org/officeDocument/2006/relationships/customXml" Target="../ink/ink570.xml"/><Relationship Id="rId247" Type="http://schemas.openxmlformats.org/officeDocument/2006/relationships/customXml" Target="../ink/ink591.xml"/><Relationship Id="rId412" Type="http://schemas.openxmlformats.org/officeDocument/2006/relationships/customXml" Target="../ink/ink674.xml"/><Relationship Id="rId107" Type="http://schemas.openxmlformats.org/officeDocument/2006/relationships/image" Target="../media/image523.png"/><Relationship Id="rId289" Type="http://schemas.openxmlformats.org/officeDocument/2006/relationships/customXml" Target="../ink/ink612.xml"/><Relationship Id="rId454" Type="http://schemas.openxmlformats.org/officeDocument/2006/relationships/customXml" Target="../ink/ink695.xml"/><Relationship Id="rId496" Type="http://schemas.openxmlformats.org/officeDocument/2006/relationships/customXml" Target="../ink/ink716.xml"/><Relationship Id="rId11" Type="http://schemas.openxmlformats.org/officeDocument/2006/relationships/image" Target="../media/image476.png"/><Relationship Id="rId53" Type="http://schemas.openxmlformats.org/officeDocument/2006/relationships/image" Target="../media/image496.png"/><Relationship Id="rId149" Type="http://schemas.openxmlformats.org/officeDocument/2006/relationships/customXml" Target="../ink/ink542.xml"/><Relationship Id="rId314" Type="http://schemas.openxmlformats.org/officeDocument/2006/relationships/customXml" Target="../ink/ink625.xml"/><Relationship Id="rId356" Type="http://schemas.openxmlformats.org/officeDocument/2006/relationships/customXml" Target="../ink/ink646.xml"/><Relationship Id="rId398" Type="http://schemas.openxmlformats.org/officeDocument/2006/relationships/customXml" Target="../ink/ink667.xml"/><Relationship Id="rId521" Type="http://schemas.openxmlformats.org/officeDocument/2006/relationships/image" Target="../media/image729.png"/><Relationship Id="rId563" Type="http://schemas.openxmlformats.org/officeDocument/2006/relationships/image" Target="../media/image750.png"/><Relationship Id="rId95" Type="http://schemas.openxmlformats.org/officeDocument/2006/relationships/image" Target="../media/image517.png"/><Relationship Id="rId160" Type="http://schemas.openxmlformats.org/officeDocument/2006/relationships/image" Target="../media/image549.png"/><Relationship Id="rId216" Type="http://schemas.openxmlformats.org/officeDocument/2006/relationships/image" Target="../media/image577.png"/><Relationship Id="rId423" Type="http://schemas.openxmlformats.org/officeDocument/2006/relationships/image" Target="../media/image680.png"/><Relationship Id="rId258" Type="http://schemas.openxmlformats.org/officeDocument/2006/relationships/image" Target="../media/image598.png"/><Relationship Id="rId465" Type="http://schemas.openxmlformats.org/officeDocument/2006/relationships/image" Target="../media/image701.png"/><Relationship Id="rId22" Type="http://schemas.openxmlformats.org/officeDocument/2006/relationships/customXml" Target="../ink/ink478.xml"/><Relationship Id="rId64" Type="http://schemas.openxmlformats.org/officeDocument/2006/relationships/customXml" Target="../ink/ink499.xml"/><Relationship Id="rId118" Type="http://schemas.openxmlformats.org/officeDocument/2006/relationships/image" Target="../media/image528.png"/><Relationship Id="rId325" Type="http://schemas.openxmlformats.org/officeDocument/2006/relationships/image" Target="../media/image631.png"/><Relationship Id="rId367" Type="http://schemas.openxmlformats.org/officeDocument/2006/relationships/image" Target="../media/image652.png"/><Relationship Id="rId532" Type="http://schemas.openxmlformats.org/officeDocument/2006/relationships/customXml" Target="../ink/ink734.xml"/><Relationship Id="rId171" Type="http://schemas.openxmlformats.org/officeDocument/2006/relationships/customXml" Target="../ink/ink553.xml"/><Relationship Id="rId227" Type="http://schemas.openxmlformats.org/officeDocument/2006/relationships/customXml" Target="../ink/ink581.xml"/><Relationship Id="rId269" Type="http://schemas.openxmlformats.org/officeDocument/2006/relationships/customXml" Target="../ink/ink602.xml"/><Relationship Id="rId434" Type="http://schemas.openxmlformats.org/officeDocument/2006/relationships/customXml" Target="../ink/ink685.xml"/><Relationship Id="rId476" Type="http://schemas.openxmlformats.org/officeDocument/2006/relationships/customXml" Target="../ink/ink706.xml"/><Relationship Id="rId33" Type="http://schemas.openxmlformats.org/officeDocument/2006/relationships/image" Target="../media/image487.png"/><Relationship Id="rId129" Type="http://schemas.openxmlformats.org/officeDocument/2006/relationships/customXml" Target="../ink/ink532.xml"/><Relationship Id="rId280" Type="http://schemas.openxmlformats.org/officeDocument/2006/relationships/image" Target="../media/image609.png"/><Relationship Id="rId336" Type="http://schemas.openxmlformats.org/officeDocument/2006/relationships/customXml" Target="../ink/ink636.xml"/><Relationship Id="rId501" Type="http://schemas.openxmlformats.org/officeDocument/2006/relationships/image" Target="../media/image719.png"/><Relationship Id="rId543" Type="http://schemas.openxmlformats.org/officeDocument/2006/relationships/image" Target="../media/image740.png"/><Relationship Id="rId75" Type="http://schemas.openxmlformats.org/officeDocument/2006/relationships/image" Target="../media/image507.png"/><Relationship Id="rId140" Type="http://schemas.openxmlformats.org/officeDocument/2006/relationships/image" Target="../media/image539.png"/><Relationship Id="rId182" Type="http://schemas.openxmlformats.org/officeDocument/2006/relationships/image" Target="../media/image560.png"/><Relationship Id="rId378" Type="http://schemas.openxmlformats.org/officeDocument/2006/relationships/customXml" Target="../ink/ink657.xml"/><Relationship Id="rId403" Type="http://schemas.openxmlformats.org/officeDocument/2006/relationships/image" Target="../media/image670.png"/><Relationship Id="rId6" Type="http://schemas.openxmlformats.org/officeDocument/2006/relationships/customXml" Target="../ink/ink470.xml"/><Relationship Id="rId238" Type="http://schemas.openxmlformats.org/officeDocument/2006/relationships/image" Target="../media/image588.png"/><Relationship Id="rId445" Type="http://schemas.openxmlformats.org/officeDocument/2006/relationships/image" Target="../media/image691.png"/><Relationship Id="rId487" Type="http://schemas.openxmlformats.org/officeDocument/2006/relationships/image" Target="../media/image712.png"/><Relationship Id="rId291" Type="http://schemas.openxmlformats.org/officeDocument/2006/relationships/customXml" Target="../ink/ink613.xml"/><Relationship Id="rId305" Type="http://schemas.openxmlformats.org/officeDocument/2006/relationships/image" Target="../media/image621.png"/><Relationship Id="rId347" Type="http://schemas.openxmlformats.org/officeDocument/2006/relationships/image" Target="../media/image642.png"/><Relationship Id="rId512" Type="http://schemas.openxmlformats.org/officeDocument/2006/relationships/customXml" Target="../ink/ink724.xml"/><Relationship Id="rId44" Type="http://schemas.openxmlformats.org/officeDocument/2006/relationships/customXml" Target="../ink/ink489.xml"/><Relationship Id="rId86" Type="http://schemas.openxmlformats.org/officeDocument/2006/relationships/customXml" Target="../ink/ink510.xml"/><Relationship Id="rId151" Type="http://schemas.openxmlformats.org/officeDocument/2006/relationships/customXml" Target="../ink/ink543.xml"/><Relationship Id="rId389" Type="http://schemas.openxmlformats.org/officeDocument/2006/relationships/image" Target="../media/image663.png"/><Relationship Id="rId554" Type="http://schemas.openxmlformats.org/officeDocument/2006/relationships/customXml" Target="../ink/ink745.xml"/><Relationship Id="rId193" Type="http://schemas.openxmlformats.org/officeDocument/2006/relationships/customXml" Target="../ink/ink564.xml"/><Relationship Id="rId207" Type="http://schemas.openxmlformats.org/officeDocument/2006/relationships/customXml" Target="../ink/ink571.xml"/><Relationship Id="rId249" Type="http://schemas.openxmlformats.org/officeDocument/2006/relationships/customXml" Target="../ink/ink592.xml"/><Relationship Id="rId414" Type="http://schemas.openxmlformats.org/officeDocument/2006/relationships/customXml" Target="../ink/ink675.xml"/><Relationship Id="rId456" Type="http://schemas.openxmlformats.org/officeDocument/2006/relationships/customXml" Target="../ink/ink696.xml"/><Relationship Id="rId498" Type="http://schemas.openxmlformats.org/officeDocument/2006/relationships/customXml" Target="../ink/ink717.xml"/><Relationship Id="rId13" Type="http://schemas.openxmlformats.org/officeDocument/2006/relationships/image" Target="../media/image477.png"/><Relationship Id="rId109" Type="http://schemas.openxmlformats.org/officeDocument/2006/relationships/image" Target="../media/image524.png"/><Relationship Id="rId260" Type="http://schemas.openxmlformats.org/officeDocument/2006/relationships/image" Target="../media/image599.png"/><Relationship Id="rId316" Type="http://schemas.openxmlformats.org/officeDocument/2006/relationships/customXml" Target="../ink/ink626.xml"/><Relationship Id="rId523" Type="http://schemas.openxmlformats.org/officeDocument/2006/relationships/image" Target="../media/image730.png"/><Relationship Id="rId55" Type="http://schemas.openxmlformats.org/officeDocument/2006/relationships/image" Target="../media/image497.png"/><Relationship Id="rId97" Type="http://schemas.openxmlformats.org/officeDocument/2006/relationships/image" Target="../media/image518.png"/><Relationship Id="rId120" Type="http://schemas.openxmlformats.org/officeDocument/2006/relationships/image" Target="../media/image529.png"/><Relationship Id="rId358" Type="http://schemas.openxmlformats.org/officeDocument/2006/relationships/customXml" Target="../ink/ink647.xml"/><Relationship Id="rId565" Type="http://schemas.openxmlformats.org/officeDocument/2006/relationships/image" Target="../media/image751.png"/><Relationship Id="rId162" Type="http://schemas.openxmlformats.org/officeDocument/2006/relationships/image" Target="../media/image550.png"/><Relationship Id="rId218" Type="http://schemas.openxmlformats.org/officeDocument/2006/relationships/image" Target="../media/image578.png"/><Relationship Id="rId425" Type="http://schemas.openxmlformats.org/officeDocument/2006/relationships/image" Target="../media/image681.png"/><Relationship Id="rId467" Type="http://schemas.openxmlformats.org/officeDocument/2006/relationships/image" Target="../media/image702.png"/><Relationship Id="rId271" Type="http://schemas.openxmlformats.org/officeDocument/2006/relationships/customXml" Target="../ink/ink603.xml"/><Relationship Id="rId24" Type="http://schemas.openxmlformats.org/officeDocument/2006/relationships/customXml" Target="../ink/ink479.xml"/><Relationship Id="rId66" Type="http://schemas.openxmlformats.org/officeDocument/2006/relationships/customXml" Target="../ink/ink500.xml"/><Relationship Id="rId131" Type="http://schemas.openxmlformats.org/officeDocument/2006/relationships/customXml" Target="../ink/ink533.xml"/><Relationship Id="rId327" Type="http://schemas.openxmlformats.org/officeDocument/2006/relationships/image" Target="../media/image632.png"/><Relationship Id="rId369" Type="http://schemas.openxmlformats.org/officeDocument/2006/relationships/image" Target="../media/image653.png"/><Relationship Id="rId534" Type="http://schemas.openxmlformats.org/officeDocument/2006/relationships/customXml" Target="../ink/ink735.xml"/><Relationship Id="rId173" Type="http://schemas.openxmlformats.org/officeDocument/2006/relationships/customXml" Target="../ink/ink554.xml"/><Relationship Id="rId229" Type="http://schemas.openxmlformats.org/officeDocument/2006/relationships/customXml" Target="../ink/ink582.xml"/><Relationship Id="rId380" Type="http://schemas.openxmlformats.org/officeDocument/2006/relationships/customXml" Target="../ink/ink658.xml"/><Relationship Id="rId436" Type="http://schemas.openxmlformats.org/officeDocument/2006/relationships/customXml" Target="../ink/ink686.xml"/><Relationship Id="rId240" Type="http://schemas.openxmlformats.org/officeDocument/2006/relationships/image" Target="../media/image589.png"/><Relationship Id="rId478" Type="http://schemas.openxmlformats.org/officeDocument/2006/relationships/customXml" Target="../ink/ink707.xml"/><Relationship Id="rId35" Type="http://schemas.openxmlformats.org/officeDocument/2006/relationships/image" Target="../media/image488.png"/><Relationship Id="rId77" Type="http://schemas.openxmlformats.org/officeDocument/2006/relationships/image" Target="../media/image508.png"/><Relationship Id="rId100" Type="http://schemas.openxmlformats.org/officeDocument/2006/relationships/customXml" Target="../ink/ink517.xml"/><Relationship Id="rId282" Type="http://schemas.openxmlformats.org/officeDocument/2006/relationships/image" Target="../media/image610.png"/><Relationship Id="rId338" Type="http://schemas.openxmlformats.org/officeDocument/2006/relationships/customXml" Target="../ink/ink637.xml"/><Relationship Id="rId503" Type="http://schemas.openxmlformats.org/officeDocument/2006/relationships/image" Target="../media/image720.png"/><Relationship Id="rId545" Type="http://schemas.openxmlformats.org/officeDocument/2006/relationships/image" Target="../media/image741.png"/><Relationship Id="rId8" Type="http://schemas.openxmlformats.org/officeDocument/2006/relationships/customXml" Target="../ink/ink471.xml"/><Relationship Id="rId142" Type="http://schemas.openxmlformats.org/officeDocument/2006/relationships/image" Target="../media/image540.png"/><Relationship Id="rId184" Type="http://schemas.openxmlformats.org/officeDocument/2006/relationships/image" Target="../media/image561.png"/><Relationship Id="rId391" Type="http://schemas.openxmlformats.org/officeDocument/2006/relationships/image" Target="../media/image664.png"/><Relationship Id="rId405" Type="http://schemas.openxmlformats.org/officeDocument/2006/relationships/image" Target="../media/image671.png"/><Relationship Id="rId447" Type="http://schemas.openxmlformats.org/officeDocument/2006/relationships/image" Target="../media/image692.png"/><Relationship Id="rId251" Type="http://schemas.openxmlformats.org/officeDocument/2006/relationships/customXml" Target="../ink/ink593.xml"/><Relationship Id="rId489" Type="http://schemas.openxmlformats.org/officeDocument/2006/relationships/image" Target="../media/image713.png"/><Relationship Id="rId46" Type="http://schemas.openxmlformats.org/officeDocument/2006/relationships/customXml" Target="../ink/ink490.xml"/><Relationship Id="rId293" Type="http://schemas.openxmlformats.org/officeDocument/2006/relationships/customXml" Target="../ink/ink614.xml"/><Relationship Id="rId307" Type="http://schemas.openxmlformats.org/officeDocument/2006/relationships/image" Target="../media/image622.png"/><Relationship Id="rId349" Type="http://schemas.openxmlformats.org/officeDocument/2006/relationships/image" Target="../media/image643.png"/><Relationship Id="rId514" Type="http://schemas.openxmlformats.org/officeDocument/2006/relationships/customXml" Target="../ink/ink725.xml"/><Relationship Id="rId556" Type="http://schemas.openxmlformats.org/officeDocument/2006/relationships/customXml" Target="../ink/ink746.xml"/><Relationship Id="rId88" Type="http://schemas.openxmlformats.org/officeDocument/2006/relationships/customXml" Target="../ink/ink511.xml"/><Relationship Id="rId111" Type="http://schemas.openxmlformats.org/officeDocument/2006/relationships/image" Target="../media/image525.png"/><Relationship Id="rId153" Type="http://schemas.openxmlformats.org/officeDocument/2006/relationships/customXml" Target="../ink/ink544.xml"/><Relationship Id="rId195" Type="http://schemas.openxmlformats.org/officeDocument/2006/relationships/customXml" Target="../ink/ink565.xml"/><Relationship Id="rId209" Type="http://schemas.openxmlformats.org/officeDocument/2006/relationships/customXml" Target="../ink/ink572.xml"/><Relationship Id="rId360" Type="http://schemas.openxmlformats.org/officeDocument/2006/relationships/customXml" Target="../ink/ink648.xml"/><Relationship Id="rId416" Type="http://schemas.openxmlformats.org/officeDocument/2006/relationships/customXml" Target="../ink/ink676.xml"/><Relationship Id="rId220" Type="http://schemas.openxmlformats.org/officeDocument/2006/relationships/image" Target="../media/image579.png"/><Relationship Id="rId458" Type="http://schemas.openxmlformats.org/officeDocument/2006/relationships/customXml" Target="../ink/ink697.xml"/><Relationship Id="rId15" Type="http://schemas.openxmlformats.org/officeDocument/2006/relationships/image" Target="../media/image478.png"/><Relationship Id="rId57" Type="http://schemas.openxmlformats.org/officeDocument/2006/relationships/image" Target="../media/image498.png"/><Relationship Id="rId262" Type="http://schemas.openxmlformats.org/officeDocument/2006/relationships/image" Target="../media/image600.png"/><Relationship Id="rId318" Type="http://schemas.openxmlformats.org/officeDocument/2006/relationships/customXml" Target="../ink/ink627.xml"/><Relationship Id="rId525" Type="http://schemas.openxmlformats.org/officeDocument/2006/relationships/image" Target="../media/image731.png"/><Relationship Id="rId99" Type="http://schemas.openxmlformats.org/officeDocument/2006/relationships/image" Target="../media/image519.png"/><Relationship Id="rId122" Type="http://schemas.openxmlformats.org/officeDocument/2006/relationships/image" Target="../media/image530.png"/><Relationship Id="rId164" Type="http://schemas.openxmlformats.org/officeDocument/2006/relationships/image" Target="../media/image551.png"/><Relationship Id="rId371" Type="http://schemas.openxmlformats.org/officeDocument/2006/relationships/image" Target="../media/image654.png"/><Relationship Id="rId427" Type="http://schemas.openxmlformats.org/officeDocument/2006/relationships/image" Target="../media/image682.png"/><Relationship Id="rId469" Type="http://schemas.openxmlformats.org/officeDocument/2006/relationships/image" Target="../media/image703.png"/><Relationship Id="rId26" Type="http://schemas.openxmlformats.org/officeDocument/2006/relationships/customXml" Target="../ink/ink480.xml"/><Relationship Id="rId231" Type="http://schemas.openxmlformats.org/officeDocument/2006/relationships/customXml" Target="../ink/ink583.xml"/><Relationship Id="rId273" Type="http://schemas.openxmlformats.org/officeDocument/2006/relationships/customXml" Target="../ink/ink604.xml"/><Relationship Id="rId329" Type="http://schemas.openxmlformats.org/officeDocument/2006/relationships/image" Target="../media/image633.png"/><Relationship Id="rId480" Type="http://schemas.openxmlformats.org/officeDocument/2006/relationships/customXml" Target="../ink/ink708.xml"/><Relationship Id="rId536" Type="http://schemas.openxmlformats.org/officeDocument/2006/relationships/customXml" Target="../ink/ink736.xml"/><Relationship Id="rId68" Type="http://schemas.openxmlformats.org/officeDocument/2006/relationships/customXml" Target="../ink/ink501.xml"/><Relationship Id="rId133" Type="http://schemas.openxmlformats.org/officeDocument/2006/relationships/customXml" Target="../ink/ink534.xml"/><Relationship Id="rId175" Type="http://schemas.openxmlformats.org/officeDocument/2006/relationships/customXml" Target="../ink/ink555.xml"/><Relationship Id="rId340" Type="http://schemas.openxmlformats.org/officeDocument/2006/relationships/customXml" Target="../ink/ink638.xml"/><Relationship Id="rId200" Type="http://schemas.openxmlformats.org/officeDocument/2006/relationships/image" Target="../media/image569.png"/><Relationship Id="rId382" Type="http://schemas.openxmlformats.org/officeDocument/2006/relationships/customXml" Target="../ink/ink659.xml"/><Relationship Id="rId438" Type="http://schemas.openxmlformats.org/officeDocument/2006/relationships/customXml" Target="../ink/ink687.xml"/><Relationship Id="rId242" Type="http://schemas.openxmlformats.org/officeDocument/2006/relationships/image" Target="../media/image590.png"/><Relationship Id="rId284" Type="http://schemas.openxmlformats.org/officeDocument/2006/relationships/image" Target="../media/image611.png"/><Relationship Id="rId491" Type="http://schemas.openxmlformats.org/officeDocument/2006/relationships/image" Target="../media/image714.png"/><Relationship Id="rId505" Type="http://schemas.openxmlformats.org/officeDocument/2006/relationships/image" Target="../media/image721.png"/><Relationship Id="rId37" Type="http://schemas.openxmlformats.org/officeDocument/2006/relationships/image" Target="../media/image489.png"/><Relationship Id="rId79" Type="http://schemas.openxmlformats.org/officeDocument/2006/relationships/image" Target="../media/image509.png"/><Relationship Id="rId102" Type="http://schemas.openxmlformats.org/officeDocument/2006/relationships/customXml" Target="../ink/ink518.xml"/><Relationship Id="rId144" Type="http://schemas.openxmlformats.org/officeDocument/2006/relationships/image" Target="../media/image541.png"/><Relationship Id="rId547" Type="http://schemas.openxmlformats.org/officeDocument/2006/relationships/image" Target="../media/image742.png"/><Relationship Id="rId90" Type="http://schemas.openxmlformats.org/officeDocument/2006/relationships/customXml" Target="../ink/ink512.xml"/><Relationship Id="rId186" Type="http://schemas.openxmlformats.org/officeDocument/2006/relationships/image" Target="../media/image562.png"/><Relationship Id="rId351" Type="http://schemas.openxmlformats.org/officeDocument/2006/relationships/image" Target="../media/image644.png"/><Relationship Id="rId393" Type="http://schemas.openxmlformats.org/officeDocument/2006/relationships/image" Target="../media/image665.png"/><Relationship Id="rId407" Type="http://schemas.openxmlformats.org/officeDocument/2006/relationships/image" Target="../media/image672.png"/><Relationship Id="rId449" Type="http://schemas.openxmlformats.org/officeDocument/2006/relationships/image" Target="../media/image693.png"/><Relationship Id="rId211" Type="http://schemas.openxmlformats.org/officeDocument/2006/relationships/customXml" Target="../ink/ink573.xml"/><Relationship Id="rId253" Type="http://schemas.openxmlformats.org/officeDocument/2006/relationships/customXml" Target="../ink/ink594.xml"/><Relationship Id="rId295" Type="http://schemas.openxmlformats.org/officeDocument/2006/relationships/customXml" Target="../ink/ink615.xml"/><Relationship Id="rId309" Type="http://schemas.openxmlformats.org/officeDocument/2006/relationships/image" Target="../media/image623.png"/><Relationship Id="rId460" Type="http://schemas.openxmlformats.org/officeDocument/2006/relationships/customXml" Target="../ink/ink698.xml"/><Relationship Id="rId516" Type="http://schemas.openxmlformats.org/officeDocument/2006/relationships/customXml" Target="../ink/ink726.xml"/><Relationship Id="rId48" Type="http://schemas.openxmlformats.org/officeDocument/2006/relationships/customXml" Target="../ink/ink491.xml"/><Relationship Id="rId113" Type="http://schemas.openxmlformats.org/officeDocument/2006/relationships/image" Target="../media/image526.png"/><Relationship Id="rId320" Type="http://schemas.openxmlformats.org/officeDocument/2006/relationships/customXml" Target="../ink/ink628.xml"/><Relationship Id="rId558" Type="http://schemas.openxmlformats.org/officeDocument/2006/relationships/customXml" Target="../ink/ink747.xml"/><Relationship Id="rId155" Type="http://schemas.openxmlformats.org/officeDocument/2006/relationships/customXml" Target="../ink/ink545.xml"/><Relationship Id="rId197" Type="http://schemas.openxmlformats.org/officeDocument/2006/relationships/customXml" Target="../ink/ink566.xml"/><Relationship Id="rId362" Type="http://schemas.openxmlformats.org/officeDocument/2006/relationships/customXml" Target="../ink/ink649.xml"/><Relationship Id="rId418" Type="http://schemas.openxmlformats.org/officeDocument/2006/relationships/customXml" Target="../ink/ink677.xml"/><Relationship Id="rId222" Type="http://schemas.openxmlformats.org/officeDocument/2006/relationships/image" Target="../media/image580.png"/><Relationship Id="rId264" Type="http://schemas.openxmlformats.org/officeDocument/2006/relationships/image" Target="../media/image601.png"/><Relationship Id="rId471" Type="http://schemas.openxmlformats.org/officeDocument/2006/relationships/image" Target="../media/image704.png"/><Relationship Id="rId17" Type="http://schemas.openxmlformats.org/officeDocument/2006/relationships/image" Target="../media/image479.png"/><Relationship Id="rId59" Type="http://schemas.openxmlformats.org/officeDocument/2006/relationships/image" Target="../media/image499.png"/><Relationship Id="rId124" Type="http://schemas.openxmlformats.org/officeDocument/2006/relationships/image" Target="../media/image531.png"/><Relationship Id="rId527" Type="http://schemas.openxmlformats.org/officeDocument/2006/relationships/image" Target="../media/image732.png"/><Relationship Id="rId70" Type="http://schemas.openxmlformats.org/officeDocument/2006/relationships/customXml" Target="../ink/ink502.xml"/><Relationship Id="rId166" Type="http://schemas.openxmlformats.org/officeDocument/2006/relationships/image" Target="../media/image552.png"/><Relationship Id="rId331" Type="http://schemas.openxmlformats.org/officeDocument/2006/relationships/image" Target="../media/image634.png"/><Relationship Id="rId373" Type="http://schemas.openxmlformats.org/officeDocument/2006/relationships/image" Target="../media/image655.png"/><Relationship Id="rId429" Type="http://schemas.openxmlformats.org/officeDocument/2006/relationships/image" Target="../media/image683.png"/><Relationship Id="rId1" Type="http://schemas.openxmlformats.org/officeDocument/2006/relationships/slideLayout" Target="../slideLayouts/slideLayout7.xml"/><Relationship Id="rId233" Type="http://schemas.openxmlformats.org/officeDocument/2006/relationships/customXml" Target="../ink/ink584.xml"/><Relationship Id="rId440" Type="http://schemas.openxmlformats.org/officeDocument/2006/relationships/customXml" Target="../ink/ink688.xml"/><Relationship Id="rId28" Type="http://schemas.openxmlformats.org/officeDocument/2006/relationships/customXml" Target="../ink/ink481.xml"/><Relationship Id="rId275" Type="http://schemas.openxmlformats.org/officeDocument/2006/relationships/customXml" Target="../ink/ink605.xml"/><Relationship Id="rId300" Type="http://schemas.openxmlformats.org/officeDocument/2006/relationships/customXml" Target="../ink/ink618.xml"/><Relationship Id="rId482" Type="http://schemas.openxmlformats.org/officeDocument/2006/relationships/customXml" Target="../ink/ink709.xml"/><Relationship Id="rId538" Type="http://schemas.openxmlformats.org/officeDocument/2006/relationships/customXml" Target="../ink/ink737.xml"/><Relationship Id="rId81" Type="http://schemas.openxmlformats.org/officeDocument/2006/relationships/image" Target="../media/image510.png"/><Relationship Id="rId135" Type="http://schemas.openxmlformats.org/officeDocument/2006/relationships/customXml" Target="../ink/ink535.xml"/><Relationship Id="rId177" Type="http://schemas.openxmlformats.org/officeDocument/2006/relationships/customXml" Target="../ink/ink556.xml"/><Relationship Id="rId342" Type="http://schemas.openxmlformats.org/officeDocument/2006/relationships/customXml" Target="../ink/ink639.xml"/><Relationship Id="rId384" Type="http://schemas.openxmlformats.org/officeDocument/2006/relationships/customXml" Target="../ink/ink660.xml"/><Relationship Id="rId202" Type="http://schemas.openxmlformats.org/officeDocument/2006/relationships/image" Target="../media/image570.png"/><Relationship Id="rId244" Type="http://schemas.openxmlformats.org/officeDocument/2006/relationships/image" Target="../media/image591.png"/><Relationship Id="rId39" Type="http://schemas.openxmlformats.org/officeDocument/2006/relationships/image" Target="../media/image490.png"/><Relationship Id="rId286" Type="http://schemas.openxmlformats.org/officeDocument/2006/relationships/image" Target="../media/image612.png"/><Relationship Id="rId451" Type="http://schemas.openxmlformats.org/officeDocument/2006/relationships/image" Target="../media/image694.png"/><Relationship Id="rId493" Type="http://schemas.openxmlformats.org/officeDocument/2006/relationships/image" Target="../media/image715.png"/><Relationship Id="rId507" Type="http://schemas.openxmlformats.org/officeDocument/2006/relationships/image" Target="../media/image722.png"/><Relationship Id="rId549" Type="http://schemas.openxmlformats.org/officeDocument/2006/relationships/image" Target="../media/image743.png"/><Relationship Id="rId50" Type="http://schemas.openxmlformats.org/officeDocument/2006/relationships/customXml" Target="../ink/ink492.xml"/><Relationship Id="rId104" Type="http://schemas.openxmlformats.org/officeDocument/2006/relationships/customXml" Target="../ink/ink519.xml"/><Relationship Id="rId146" Type="http://schemas.openxmlformats.org/officeDocument/2006/relationships/image" Target="../media/image542.png"/><Relationship Id="rId188" Type="http://schemas.openxmlformats.org/officeDocument/2006/relationships/image" Target="../media/image563.png"/><Relationship Id="rId311" Type="http://schemas.openxmlformats.org/officeDocument/2006/relationships/image" Target="../media/image624.png"/><Relationship Id="rId353" Type="http://schemas.openxmlformats.org/officeDocument/2006/relationships/image" Target="../media/image645.png"/><Relationship Id="rId395" Type="http://schemas.openxmlformats.org/officeDocument/2006/relationships/image" Target="../media/image666.png"/><Relationship Id="rId409" Type="http://schemas.openxmlformats.org/officeDocument/2006/relationships/image" Target="../media/image673.png"/><Relationship Id="rId560" Type="http://schemas.openxmlformats.org/officeDocument/2006/relationships/customXml" Target="../ink/ink748.xml"/><Relationship Id="rId92" Type="http://schemas.openxmlformats.org/officeDocument/2006/relationships/customXml" Target="../ink/ink513.xml"/><Relationship Id="rId213" Type="http://schemas.openxmlformats.org/officeDocument/2006/relationships/customXml" Target="../ink/ink574.xml"/><Relationship Id="rId420" Type="http://schemas.openxmlformats.org/officeDocument/2006/relationships/customXml" Target="../ink/ink678.xml"/><Relationship Id="rId255" Type="http://schemas.openxmlformats.org/officeDocument/2006/relationships/customXml" Target="../ink/ink595.xml"/><Relationship Id="rId297" Type="http://schemas.openxmlformats.org/officeDocument/2006/relationships/customXml" Target="../ink/ink616.xml"/><Relationship Id="rId462" Type="http://schemas.openxmlformats.org/officeDocument/2006/relationships/customXml" Target="../ink/ink699.xml"/><Relationship Id="rId518" Type="http://schemas.openxmlformats.org/officeDocument/2006/relationships/customXml" Target="../ink/ink727.xml"/><Relationship Id="rId115" Type="http://schemas.openxmlformats.org/officeDocument/2006/relationships/image" Target="../media/image527.png"/><Relationship Id="rId157" Type="http://schemas.openxmlformats.org/officeDocument/2006/relationships/customXml" Target="../ink/ink546.xml"/><Relationship Id="rId322" Type="http://schemas.openxmlformats.org/officeDocument/2006/relationships/customXml" Target="../ink/ink629.xml"/><Relationship Id="rId364" Type="http://schemas.openxmlformats.org/officeDocument/2006/relationships/customXml" Target="../ink/ink650.xml"/><Relationship Id="rId61" Type="http://schemas.openxmlformats.org/officeDocument/2006/relationships/image" Target="../media/image500.png"/><Relationship Id="rId199" Type="http://schemas.openxmlformats.org/officeDocument/2006/relationships/customXml" Target="../ink/ink567.xml"/><Relationship Id="rId19" Type="http://schemas.openxmlformats.org/officeDocument/2006/relationships/image" Target="../media/image480.png"/><Relationship Id="rId224" Type="http://schemas.openxmlformats.org/officeDocument/2006/relationships/image" Target="../media/image581.png"/><Relationship Id="rId266" Type="http://schemas.openxmlformats.org/officeDocument/2006/relationships/image" Target="../media/image602.png"/><Relationship Id="rId431" Type="http://schemas.openxmlformats.org/officeDocument/2006/relationships/image" Target="../media/image684.png"/><Relationship Id="rId473" Type="http://schemas.openxmlformats.org/officeDocument/2006/relationships/image" Target="../media/image705.png"/><Relationship Id="rId529" Type="http://schemas.openxmlformats.org/officeDocument/2006/relationships/image" Target="../media/image733.png"/><Relationship Id="rId30" Type="http://schemas.openxmlformats.org/officeDocument/2006/relationships/customXml" Target="../ink/ink482.xml"/><Relationship Id="rId126" Type="http://schemas.openxmlformats.org/officeDocument/2006/relationships/image" Target="../media/image532.png"/><Relationship Id="rId168" Type="http://schemas.openxmlformats.org/officeDocument/2006/relationships/image" Target="../media/image553.png"/><Relationship Id="rId333" Type="http://schemas.openxmlformats.org/officeDocument/2006/relationships/image" Target="../media/image635.png"/><Relationship Id="rId540" Type="http://schemas.openxmlformats.org/officeDocument/2006/relationships/customXml" Target="../ink/ink738.xml"/><Relationship Id="rId72" Type="http://schemas.openxmlformats.org/officeDocument/2006/relationships/customXml" Target="../ink/ink503.xml"/><Relationship Id="rId375" Type="http://schemas.openxmlformats.org/officeDocument/2006/relationships/image" Target="../media/image656.png"/><Relationship Id="rId3" Type="http://schemas.openxmlformats.org/officeDocument/2006/relationships/image" Target="../media/image472.png"/><Relationship Id="rId235" Type="http://schemas.openxmlformats.org/officeDocument/2006/relationships/customXml" Target="../ink/ink585.xml"/><Relationship Id="rId277" Type="http://schemas.openxmlformats.org/officeDocument/2006/relationships/customXml" Target="../ink/ink606.xml"/><Relationship Id="rId400" Type="http://schemas.openxmlformats.org/officeDocument/2006/relationships/customXml" Target="../ink/ink668.xml"/><Relationship Id="rId442" Type="http://schemas.openxmlformats.org/officeDocument/2006/relationships/customXml" Target="../ink/ink689.xml"/><Relationship Id="rId484" Type="http://schemas.openxmlformats.org/officeDocument/2006/relationships/customXml" Target="../ink/ink710.xml"/><Relationship Id="rId137" Type="http://schemas.openxmlformats.org/officeDocument/2006/relationships/customXml" Target="../ink/ink536.xml"/><Relationship Id="rId302" Type="http://schemas.openxmlformats.org/officeDocument/2006/relationships/customXml" Target="../ink/ink619.xml"/><Relationship Id="rId344" Type="http://schemas.openxmlformats.org/officeDocument/2006/relationships/customXml" Target="../ink/ink640.xml"/><Relationship Id="rId41" Type="http://schemas.openxmlformats.org/officeDocument/2006/relationships/image" Target="../media/image491.png"/><Relationship Id="rId83" Type="http://schemas.openxmlformats.org/officeDocument/2006/relationships/image" Target="../media/image511.png"/><Relationship Id="rId179" Type="http://schemas.openxmlformats.org/officeDocument/2006/relationships/customXml" Target="../ink/ink557.xml"/><Relationship Id="rId386" Type="http://schemas.openxmlformats.org/officeDocument/2006/relationships/customXml" Target="../ink/ink661.xml"/><Relationship Id="rId551" Type="http://schemas.openxmlformats.org/officeDocument/2006/relationships/image" Target="../media/image744.png"/><Relationship Id="rId190" Type="http://schemas.openxmlformats.org/officeDocument/2006/relationships/image" Target="../media/image564.png"/><Relationship Id="rId204" Type="http://schemas.openxmlformats.org/officeDocument/2006/relationships/image" Target="../media/image571.png"/><Relationship Id="rId246" Type="http://schemas.openxmlformats.org/officeDocument/2006/relationships/image" Target="../media/image592.png"/><Relationship Id="rId288" Type="http://schemas.openxmlformats.org/officeDocument/2006/relationships/image" Target="../media/image613.png"/><Relationship Id="rId411" Type="http://schemas.openxmlformats.org/officeDocument/2006/relationships/image" Target="../media/image674.png"/><Relationship Id="rId453" Type="http://schemas.openxmlformats.org/officeDocument/2006/relationships/image" Target="../media/image695.png"/><Relationship Id="rId509" Type="http://schemas.openxmlformats.org/officeDocument/2006/relationships/image" Target="../media/image723.png"/><Relationship Id="rId106" Type="http://schemas.openxmlformats.org/officeDocument/2006/relationships/customXml" Target="../ink/ink520.xml"/><Relationship Id="rId313" Type="http://schemas.openxmlformats.org/officeDocument/2006/relationships/image" Target="../media/image625.png"/><Relationship Id="rId495" Type="http://schemas.openxmlformats.org/officeDocument/2006/relationships/image" Target="../media/image716.png"/><Relationship Id="rId10" Type="http://schemas.openxmlformats.org/officeDocument/2006/relationships/customXml" Target="../ink/ink472.xml"/><Relationship Id="rId52" Type="http://schemas.openxmlformats.org/officeDocument/2006/relationships/customXml" Target="../ink/ink493.xml"/><Relationship Id="rId94" Type="http://schemas.openxmlformats.org/officeDocument/2006/relationships/customXml" Target="../ink/ink514.xml"/><Relationship Id="rId148" Type="http://schemas.openxmlformats.org/officeDocument/2006/relationships/image" Target="../media/image543.png"/><Relationship Id="rId355" Type="http://schemas.openxmlformats.org/officeDocument/2006/relationships/image" Target="../media/image646.png"/><Relationship Id="rId397" Type="http://schemas.openxmlformats.org/officeDocument/2006/relationships/image" Target="../media/image667.png"/><Relationship Id="rId520" Type="http://schemas.openxmlformats.org/officeDocument/2006/relationships/customXml" Target="../ink/ink728.xml"/><Relationship Id="rId562" Type="http://schemas.openxmlformats.org/officeDocument/2006/relationships/customXml" Target="../ink/ink749.xml"/><Relationship Id="rId215" Type="http://schemas.openxmlformats.org/officeDocument/2006/relationships/customXml" Target="../ink/ink575.xml"/><Relationship Id="rId257" Type="http://schemas.openxmlformats.org/officeDocument/2006/relationships/customXml" Target="../ink/ink596.xml"/><Relationship Id="rId422" Type="http://schemas.openxmlformats.org/officeDocument/2006/relationships/customXml" Target="../ink/ink679.xml"/><Relationship Id="rId464" Type="http://schemas.openxmlformats.org/officeDocument/2006/relationships/customXml" Target="../ink/ink700.xml"/><Relationship Id="rId299" Type="http://schemas.openxmlformats.org/officeDocument/2006/relationships/customXml" Target="../ink/ink617.xml"/><Relationship Id="rId63" Type="http://schemas.openxmlformats.org/officeDocument/2006/relationships/image" Target="../media/image501.png"/><Relationship Id="rId159" Type="http://schemas.openxmlformats.org/officeDocument/2006/relationships/customXml" Target="../ink/ink547.xml"/><Relationship Id="rId366" Type="http://schemas.openxmlformats.org/officeDocument/2006/relationships/customXml" Target="../ink/ink651.xml"/><Relationship Id="rId226" Type="http://schemas.openxmlformats.org/officeDocument/2006/relationships/image" Target="../media/image582.png"/><Relationship Id="rId433" Type="http://schemas.openxmlformats.org/officeDocument/2006/relationships/image" Target="../media/image685.png"/><Relationship Id="rId74" Type="http://schemas.openxmlformats.org/officeDocument/2006/relationships/customXml" Target="../ink/ink504.xml"/><Relationship Id="rId377" Type="http://schemas.openxmlformats.org/officeDocument/2006/relationships/image" Target="../media/image657.png"/><Relationship Id="rId500" Type="http://schemas.openxmlformats.org/officeDocument/2006/relationships/customXml" Target="../ink/ink718.xml"/><Relationship Id="rId5" Type="http://schemas.openxmlformats.org/officeDocument/2006/relationships/image" Target="../media/image473.png"/><Relationship Id="rId237" Type="http://schemas.openxmlformats.org/officeDocument/2006/relationships/customXml" Target="../ink/ink586.xml"/><Relationship Id="rId444" Type="http://schemas.openxmlformats.org/officeDocument/2006/relationships/customXml" Target="../ink/ink690.xml"/><Relationship Id="rId290" Type="http://schemas.openxmlformats.org/officeDocument/2006/relationships/image" Target="../media/image614.png"/><Relationship Id="rId304" Type="http://schemas.openxmlformats.org/officeDocument/2006/relationships/customXml" Target="../ink/ink620.xml"/><Relationship Id="rId388" Type="http://schemas.openxmlformats.org/officeDocument/2006/relationships/customXml" Target="../ink/ink662.xml"/><Relationship Id="rId511" Type="http://schemas.openxmlformats.org/officeDocument/2006/relationships/image" Target="../media/image724.png"/><Relationship Id="rId85" Type="http://schemas.openxmlformats.org/officeDocument/2006/relationships/image" Target="../media/image512.png"/><Relationship Id="rId150" Type="http://schemas.openxmlformats.org/officeDocument/2006/relationships/image" Target="../media/image544.png"/><Relationship Id="rId248" Type="http://schemas.openxmlformats.org/officeDocument/2006/relationships/image" Target="../media/image593.png"/><Relationship Id="rId455" Type="http://schemas.openxmlformats.org/officeDocument/2006/relationships/image" Target="../media/image696.png"/><Relationship Id="rId12" Type="http://schemas.openxmlformats.org/officeDocument/2006/relationships/customXml" Target="../ink/ink473.xml"/><Relationship Id="rId108" Type="http://schemas.openxmlformats.org/officeDocument/2006/relationships/customXml" Target="../ink/ink521.xml"/><Relationship Id="rId315" Type="http://schemas.openxmlformats.org/officeDocument/2006/relationships/image" Target="../media/image626.png"/><Relationship Id="rId522" Type="http://schemas.openxmlformats.org/officeDocument/2006/relationships/customXml" Target="../ink/ink729.xml"/><Relationship Id="rId96" Type="http://schemas.openxmlformats.org/officeDocument/2006/relationships/customXml" Target="../ink/ink515.xml"/><Relationship Id="rId161" Type="http://schemas.openxmlformats.org/officeDocument/2006/relationships/customXml" Target="../ink/ink548.xml"/><Relationship Id="rId399" Type="http://schemas.openxmlformats.org/officeDocument/2006/relationships/image" Target="../media/image668.png"/><Relationship Id="rId259" Type="http://schemas.openxmlformats.org/officeDocument/2006/relationships/customXml" Target="../ink/ink597.xml"/><Relationship Id="rId466" Type="http://schemas.openxmlformats.org/officeDocument/2006/relationships/customXml" Target="../ink/ink701.xml"/><Relationship Id="rId23" Type="http://schemas.openxmlformats.org/officeDocument/2006/relationships/image" Target="../media/image482.png"/><Relationship Id="rId119" Type="http://schemas.openxmlformats.org/officeDocument/2006/relationships/customXml" Target="../ink/ink527.xml"/><Relationship Id="rId326" Type="http://schemas.openxmlformats.org/officeDocument/2006/relationships/customXml" Target="../ink/ink631.xml"/><Relationship Id="rId533" Type="http://schemas.openxmlformats.org/officeDocument/2006/relationships/image" Target="../media/image735.png"/></Relationships>
</file>

<file path=ppt/slides/_rels/slide15.xml.rels><?xml version="1.0" encoding="UTF-8" standalone="yes"?>
<Relationships xmlns="http://schemas.openxmlformats.org/package/2006/relationships"><Relationship Id="rId117" Type="http://schemas.openxmlformats.org/officeDocument/2006/relationships/image" Target="../media/image809.png"/><Relationship Id="rId671" Type="http://schemas.openxmlformats.org/officeDocument/2006/relationships/image" Target="../media/image1085.png"/><Relationship Id="rId21" Type="http://schemas.openxmlformats.org/officeDocument/2006/relationships/image" Target="../media/image761.png"/><Relationship Id="rId324" Type="http://schemas.openxmlformats.org/officeDocument/2006/relationships/customXml" Target="../ink/ink912.xml"/><Relationship Id="rId531" Type="http://schemas.openxmlformats.org/officeDocument/2006/relationships/image" Target="../media/image1015.png"/><Relationship Id="rId629" Type="http://schemas.openxmlformats.org/officeDocument/2006/relationships/image" Target="../media/image1064.png"/><Relationship Id="rId170" Type="http://schemas.openxmlformats.org/officeDocument/2006/relationships/customXml" Target="../ink/ink835.xml"/><Relationship Id="rId268" Type="http://schemas.openxmlformats.org/officeDocument/2006/relationships/customXml" Target="../ink/ink884.xml"/><Relationship Id="rId475" Type="http://schemas.openxmlformats.org/officeDocument/2006/relationships/image" Target="../media/image987.png"/><Relationship Id="rId682" Type="http://schemas.openxmlformats.org/officeDocument/2006/relationships/customXml" Target="../ink/ink1091.xml"/><Relationship Id="rId32" Type="http://schemas.openxmlformats.org/officeDocument/2006/relationships/customXml" Target="../ink/ink766.xml"/><Relationship Id="rId128" Type="http://schemas.openxmlformats.org/officeDocument/2006/relationships/customXml" Target="../ink/ink814.xml"/><Relationship Id="rId335" Type="http://schemas.openxmlformats.org/officeDocument/2006/relationships/image" Target="../media/image917.png"/><Relationship Id="rId542" Type="http://schemas.openxmlformats.org/officeDocument/2006/relationships/customXml" Target="../ink/ink1021.xml"/><Relationship Id="rId181" Type="http://schemas.openxmlformats.org/officeDocument/2006/relationships/image" Target="../media/image841.png"/><Relationship Id="rId402" Type="http://schemas.openxmlformats.org/officeDocument/2006/relationships/customXml" Target="../ink/ink951.xml"/><Relationship Id="rId279" Type="http://schemas.openxmlformats.org/officeDocument/2006/relationships/image" Target="../media/image889.png"/><Relationship Id="rId486" Type="http://schemas.openxmlformats.org/officeDocument/2006/relationships/customXml" Target="../ink/ink993.xml"/><Relationship Id="rId693" Type="http://schemas.openxmlformats.org/officeDocument/2006/relationships/image" Target="../media/image1096.png"/><Relationship Id="rId43" Type="http://schemas.openxmlformats.org/officeDocument/2006/relationships/image" Target="../media/image772.png"/><Relationship Id="rId139" Type="http://schemas.openxmlformats.org/officeDocument/2006/relationships/image" Target="../media/image820.png"/><Relationship Id="rId346" Type="http://schemas.openxmlformats.org/officeDocument/2006/relationships/customXml" Target="../ink/ink923.xml"/><Relationship Id="rId553" Type="http://schemas.openxmlformats.org/officeDocument/2006/relationships/image" Target="../media/image1026.png"/><Relationship Id="rId192" Type="http://schemas.openxmlformats.org/officeDocument/2006/relationships/customXml" Target="../ink/ink846.xml"/><Relationship Id="rId206" Type="http://schemas.openxmlformats.org/officeDocument/2006/relationships/customXml" Target="../ink/ink853.xml"/><Relationship Id="rId413" Type="http://schemas.openxmlformats.org/officeDocument/2006/relationships/image" Target="../media/image956.png"/><Relationship Id="rId497" Type="http://schemas.openxmlformats.org/officeDocument/2006/relationships/image" Target="../media/image998.png"/><Relationship Id="rId620" Type="http://schemas.openxmlformats.org/officeDocument/2006/relationships/customXml" Target="../ink/ink1060.xml"/><Relationship Id="rId357" Type="http://schemas.openxmlformats.org/officeDocument/2006/relationships/image" Target="../media/image928.png"/><Relationship Id="rId54" Type="http://schemas.openxmlformats.org/officeDocument/2006/relationships/customXml" Target="../ink/ink777.xml"/><Relationship Id="rId217" Type="http://schemas.openxmlformats.org/officeDocument/2006/relationships/image" Target="../media/image858.png"/><Relationship Id="rId564" Type="http://schemas.openxmlformats.org/officeDocument/2006/relationships/customXml" Target="../ink/ink1032.xml"/><Relationship Id="rId424" Type="http://schemas.openxmlformats.org/officeDocument/2006/relationships/customXml" Target="../ink/ink962.xml"/><Relationship Id="rId631" Type="http://schemas.openxmlformats.org/officeDocument/2006/relationships/image" Target="../media/image1065.png"/><Relationship Id="rId270" Type="http://schemas.openxmlformats.org/officeDocument/2006/relationships/customXml" Target="../ink/ink885.xml"/><Relationship Id="rId65" Type="http://schemas.openxmlformats.org/officeDocument/2006/relationships/image" Target="../media/image783.png"/><Relationship Id="rId130" Type="http://schemas.openxmlformats.org/officeDocument/2006/relationships/customXml" Target="../ink/ink815.xml"/><Relationship Id="rId368" Type="http://schemas.openxmlformats.org/officeDocument/2006/relationships/customXml" Target="../ink/ink934.xml"/><Relationship Id="rId575" Type="http://schemas.openxmlformats.org/officeDocument/2006/relationships/image" Target="../media/image1037.png"/><Relationship Id="rId228" Type="http://schemas.openxmlformats.org/officeDocument/2006/relationships/customXml" Target="../ink/ink864.xml"/><Relationship Id="rId435" Type="http://schemas.openxmlformats.org/officeDocument/2006/relationships/image" Target="../media/image967.png"/><Relationship Id="rId642" Type="http://schemas.openxmlformats.org/officeDocument/2006/relationships/customXml" Target="../ink/ink1071.xml"/><Relationship Id="rId281" Type="http://schemas.openxmlformats.org/officeDocument/2006/relationships/image" Target="../media/image890.png"/><Relationship Id="rId502" Type="http://schemas.openxmlformats.org/officeDocument/2006/relationships/customXml" Target="../ink/ink1001.xml"/><Relationship Id="rId76" Type="http://schemas.openxmlformats.org/officeDocument/2006/relationships/customXml" Target="../ink/ink788.xml"/><Relationship Id="rId141" Type="http://schemas.openxmlformats.org/officeDocument/2006/relationships/image" Target="../media/image821.png"/><Relationship Id="rId379" Type="http://schemas.openxmlformats.org/officeDocument/2006/relationships/image" Target="../media/image939.png"/><Relationship Id="rId586" Type="http://schemas.openxmlformats.org/officeDocument/2006/relationships/customXml" Target="../ink/ink1043.xml"/><Relationship Id="rId7" Type="http://schemas.openxmlformats.org/officeDocument/2006/relationships/image" Target="../media/image754.png"/><Relationship Id="rId239" Type="http://schemas.openxmlformats.org/officeDocument/2006/relationships/image" Target="../media/image869.png"/><Relationship Id="rId446" Type="http://schemas.openxmlformats.org/officeDocument/2006/relationships/customXml" Target="../ink/ink973.xml"/><Relationship Id="rId653" Type="http://schemas.openxmlformats.org/officeDocument/2006/relationships/image" Target="../media/image1076.png"/><Relationship Id="rId292" Type="http://schemas.openxmlformats.org/officeDocument/2006/relationships/customXml" Target="../ink/ink896.xml"/><Relationship Id="rId306" Type="http://schemas.openxmlformats.org/officeDocument/2006/relationships/customXml" Target="../ink/ink903.xml"/><Relationship Id="rId87" Type="http://schemas.openxmlformats.org/officeDocument/2006/relationships/image" Target="../media/image794.png"/><Relationship Id="rId513" Type="http://schemas.openxmlformats.org/officeDocument/2006/relationships/image" Target="../media/image1006.png"/><Relationship Id="rId597" Type="http://schemas.openxmlformats.org/officeDocument/2006/relationships/image" Target="../media/image1048.png"/><Relationship Id="rId152" Type="http://schemas.openxmlformats.org/officeDocument/2006/relationships/customXml" Target="../ink/ink826.xml"/><Relationship Id="rId457" Type="http://schemas.openxmlformats.org/officeDocument/2006/relationships/image" Target="../media/image978.png"/><Relationship Id="rId664" Type="http://schemas.openxmlformats.org/officeDocument/2006/relationships/customXml" Target="../ink/ink1082.xml"/><Relationship Id="rId14" Type="http://schemas.openxmlformats.org/officeDocument/2006/relationships/customXml" Target="../ink/ink757.xml"/><Relationship Id="rId317" Type="http://schemas.openxmlformats.org/officeDocument/2006/relationships/image" Target="../media/image908.png"/><Relationship Id="rId524" Type="http://schemas.openxmlformats.org/officeDocument/2006/relationships/customXml" Target="../ink/ink1012.xml"/><Relationship Id="rId98" Type="http://schemas.openxmlformats.org/officeDocument/2006/relationships/customXml" Target="../ink/ink799.xml"/><Relationship Id="rId163" Type="http://schemas.openxmlformats.org/officeDocument/2006/relationships/image" Target="../media/image832.png"/><Relationship Id="rId370" Type="http://schemas.openxmlformats.org/officeDocument/2006/relationships/customXml" Target="../ink/ink935.xml"/><Relationship Id="rId230" Type="http://schemas.openxmlformats.org/officeDocument/2006/relationships/customXml" Target="../ink/ink865.xml"/><Relationship Id="rId468" Type="http://schemas.openxmlformats.org/officeDocument/2006/relationships/customXml" Target="../ink/ink984.xml"/><Relationship Id="rId675" Type="http://schemas.openxmlformats.org/officeDocument/2006/relationships/image" Target="../media/image1087.png"/><Relationship Id="rId25" Type="http://schemas.openxmlformats.org/officeDocument/2006/relationships/image" Target="../media/image763.png"/><Relationship Id="rId328" Type="http://schemas.openxmlformats.org/officeDocument/2006/relationships/customXml" Target="../ink/ink914.xml"/><Relationship Id="rId535" Type="http://schemas.openxmlformats.org/officeDocument/2006/relationships/image" Target="../media/image1017.png"/><Relationship Id="rId174" Type="http://schemas.openxmlformats.org/officeDocument/2006/relationships/customXml" Target="../ink/ink837.xml"/><Relationship Id="rId381" Type="http://schemas.openxmlformats.org/officeDocument/2006/relationships/image" Target="../media/image940.png"/><Relationship Id="rId602" Type="http://schemas.openxmlformats.org/officeDocument/2006/relationships/customXml" Target="../ink/ink1051.xml"/><Relationship Id="rId241" Type="http://schemas.openxmlformats.org/officeDocument/2006/relationships/image" Target="../media/image870.png"/><Relationship Id="rId479" Type="http://schemas.openxmlformats.org/officeDocument/2006/relationships/image" Target="../media/image989.png"/><Relationship Id="rId686" Type="http://schemas.openxmlformats.org/officeDocument/2006/relationships/customXml" Target="../ink/ink1093.xml"/><Relationship Id="rId36" Type="http://schemas.openxmlformats.org/officeDocument/2006/relationships/customXml" Target="../ink/ink768.xml"/><Relationship Id="rId339" Type="http://schemas.openxmlformats.org/officeDocument/2006/relationships/image" Target="../media/image919.png"/><Relationship Id="rId546" Type="http://schemas.openxmlformats.org/officeDocument/2006/relationships/customXml" Target="../ink/ink1023.xml"/><Relationship Id="rId101" Type="http://schemas.openxmlformats.org/officeDocument/2006/relationships/image" Target="../media/image801.png"/><Relationship Id="rId185" Type="http://schemas.openxmlformats.org/officeDocument/2006/relationships/image" Target="../media/image843.png"/><Relationship Id="rId406" Type="http://schemas.openxmlformats.org/officeDocument/2006/relationships/customXml" Target="../ink/ink953.xml"/><Relationship Id="rId392" Type="http://schemas.openxmlformats.org/officeDocument/2006/relationships/customXml" Target="../ink/ink946.xml"/><Relationship Id="rId613" Type="http://schemas.openxmlformats.org/officeDocument/2006/relationships/image" Target="../media/image1056.png"/><Relationship Id="rId697" Type="http://schemas.openxmlformats.org/officeDocument/2006/relationships/image" Target="../media/image1098.png"/><Relationship Id="rId252" Type="http://schemas.openxmlformats.org/officeDocument/2006/relationships/customXml" Target="../ink/ink876.xml"/><Relationship Id="rId47" Type="http://schemas.openxmlformats.org/officeDocument/2006/relationships/image" Target="../media/image774.png"/><Relationship Id="rId112" Type="http://schemas.openxmlformats.org/officeDocument/2006/relationships/customXml" Target="../ink/ink806.xml"/><Relationship Id="rId557" Type="http://schemas.openxmlformats.org/officeDocument/2006/relationships/image" Target="../media/image1028.png"/><Relationship Id="rId196" Type="http://schemas.openxmlformats.org/officeDocument/2006/relationships/customXml" Target="../ink/ink848.xml"/><Relationship Id="rId417" Type="http://schemas.openxmlformats.org/officeDocument/2006/relationships/image" Target="../media/image958.png"/><Relationship Id="rId624" Type="http://schemas.openxmlformats.org/officeDocument/2006/relationships/customXml" Target="../ink/ink1062.xml"/><Relationship Id="rId263" Type="http://schemas.openxmlformats.org/officeDocument/2006/relationships/image" Target="../media/image881.png"/><Relationship Id="rId470" Type="http://schemas.openxmlformats.org/officeDocument/2006/relationships/customXml" Target="../ink/ink985.xml"/><Relationship Id="rId58" Type="http://schemas.openxmlformats.org/officeDocument/2006/relationships/customXml" Target="../ink/ink779.xml"/><Relationship Id="rId123" Type="http://schemas.openxmlformats.org/officeDocument/2006/relationships/image" Target="../media/image812.png"/><Relationship Id="rId330" Type="http://schemas.openxmlformats.org/officeDocument/2006/relationships/customXml" Target="../ink/ink915.xml"/><Relationship Id="rId568" Type="http://schemas.openxmlformats.org/officeDocument/2006/relationships/customXml" Target="../ink/ink1034.xml"/><Relationship Id="rId428" Type="http://schemas.openxmlformats.org/officeDocument/2006/relationships/customXml" Target="../ink/ink964.xml"/><Relationship Id="rId635" Type="http://schemas.openxmlformats.org/officeDocument/2006/relationships/image" Target="../media/image1067.png"/><Relationship Id="rId274" Type="http://schemas.openxmlformats.org/officeDocument/2006/relationships/customXml" Target="../ink/ink887.xml"/><Relationship Id="rId481" Type="http://schemas.openxmlformats.org/officeDocument/2006/relationships/image" Target="../media/image990.png"/><Relationship Id="rId69" Type="http://schemas.openxmlformats.org/officeDocument/2006/relationships/image" Target="../media/image785.png"/><Relationship Id="rId134" Type="http://schemas.openxmlformats.org/officeDocument/2006/relationships/customXml" Target="../ink/ink817.xml"/><Relationship Id="rId579" Type="http://schemas.openxmlformats.org/officeDocument/2006/relationships/image" Target="../media/image1039.png"/><Relationship Id="rId341" Type="http://schemas.openxmlformats.org/officeDocument/2006/relationships/image" Target="../media/image920.png"/><Relationship Id="rId439" Type="http://schemas.openxmlformats.org/officeDocument/2006/relationships/image" Target="../media/image969.png"/><Relationship Id="rId646" Type="http://schemas.openxmlformats.org/officeDocument/2006/relationships/customXml" Target="../ink/ink1073.xml"/><Relationship Id="rId201" Type="http://schemas.openxmlformats.org/officeDocument/2006/relationships/image" Target="../media/image850.png"/><Relationship Id="rId285" Type="http://schemas.openxmlformats.org/officeDocument/2006/relationships/image" Target="../media/image892.png"/><Relationship Id="rId506" Type="http://schemas.openxmlformats.org/officeDocument/2006/relationships/customXml" Target="../ink/ink1003.xml"/><Relationship Id="rId492" Type="http://schemas.openxmlformats.org/officeDocument/2006/relationships/customXml" Target="../ink/ink996.xml"/><Relationship Id="rId145" Type="http://schemas.openxmlformats.org/officeDocument/2006/relationships/image" Target="../media/image823.png"/><Relationship Id="rId352" Type="http://schemas.openxmlformats.org/officeDocument/2006/relationships/customXml" Target="../ink/ink926.xml"/><Relationship Id="rId212" Type="http://schemas.openxmlformats.org/officeDocument/2006/relationships/customXml" Target="../ink/ink856.xml"/><Relationship Id="rId657" Type="http://schemas.openxmlformats.org/officeDocument/2006/relationships/image" Target="../media/image1078.png"/><Relationship Id="rId296" Type="http://schemas.openxmlformats.org/officeDocument/2006/relationships/customXml" Target="../ink/ink898.xml"/><Relationship Id="rId517" Type="http://schemas.openxmlformats.org/officeDocument/2006/relationships/image" Target="../media/image1008.png"/><Relationship Id="rId60" Type="http://schemas.openxmlformats.org/officeDocument/2006/relationships/customXml" Target="../ink/ink780.xml"/><Relationship Id="rId156" Type="http://schemas.openxmlformats.org/officeDocument/2006/relationships/customXml" Target="../ink/ink828.xml"/><Relationship Id="rId363" Type="http://schemas.openxmlformats.org/officeDocument/2006/relationships/image" Target="../media/image931.png"/><Relationship Id="rId570" Type="http://schemas.openxmlformats.org/officeDocument/2006/relationships/customXml" Target="../ink/ink1035.xml"/><Relationship Id="rId223" Type="http://schemas.openxmlformats.org/officeDocument/2006/relationships/image" Target="../media/image861.png"/><Relationship Id="rId430" Type="http://schemas.openxmlformats.org/officeDocument/2006/relationships/customXml" Target="../ink/ink965.xml"/><Relationship Id="rId668" Type="http://schemas.openxmlformats.org/officeDocument/2006/relationships/customXml" Target="../ink/ink1084.xml"/><Relationship Id="rId18" Type="http://schemas.openxmlformats.org/officeDocument/2006/relationships/customXml" Target="../ink/ink759.xml"/><Relationship Id="rId265" Type="http://schemas.openxmlformats.org/officeDocument/2006/relationships/image" Target="../media/image882.png"/><Relationship Id="rId472" Type="http://schemas.openxmlformats.org/officeDocument/2006/relationships/customXml" Target="../ink/ink986.xml"/><Relationship Id="rId528" Type="http://schemas.openxmlformats.org/officeDocument/2006/relationships/customXml" Target="../ink/ink1014.xml"/><Relationship Id="rId125" Type="http://schemas.openxmlformats.org/officeDocument/2006/relationships/image" Target="../media/image813.png"/><Relationship Id="rId167" Type="http://schemas.openxmlformats.org/officeDocument/2006/relationships/image" Target="../media/image834.png"/><Relationship Id="rId332" Type="http://schemas.openxmlformats.org/officeDocument/2006/relationships/customXml" Target="../ink/ink916.xml"/><Relationship Id="rId374" Type="http://schemas.openxmlformats.org/officeDocument/2006/relationships/customXml" Target="../ink/ink937.xml"/><Relationship Id="rId581" Type="http://schemas.openxmlformats.org/officeDocument/2006/relationships/image" Target="../media/image1040.png"/><Relationship Id="rId71" Type="http://schemas.openxmlformats.org/officeDocument/2006/relationships/image" Target="../media/image786.png"/><Relationship Id="rId234" Type="http://schemas.openxmlformats.org/officeDocument/2006/relationships/customXml" Target="../ink/ink867.xml"/><Relationship Id="rId637" Type="http://schemas.openxmlformats.org/officeDocument/2006/relationships/image" Target="../media/image1068.png"/><Relationship Id="rId679" Type="http://schemas.openxmlformats.org/officeDocument/2006/relationships/image" Target="../media/image1089.png"/><Relationship Id="rId2" Type="http://schemas.openxmlformats.org/officeDocument/2006/relationships/customXml" Target="../ink/ink751.xml"/><Relationship Id="rId29" Type="http://schemas.openxmlformats.org/officeDocument/2006/relationships/image" Target="../media/image765.png"/><Relationship Id="rId276" Type="http://schemas.openxmlformats.org/officeDocument/2006/relationships/customXml" Target="../ink/ink888.xml"/><Relationship Id="rId441" Type="http://schemas.openxmlformats.org/officeDocument/2006/relationships/image" Target="../media/image970.png"/><Relationship Id="rId483" Type="http://schemas.openxmlformats.org/officeDocument/2006/relationships/image" Target="../media/image991.png"/><Relationship Id="rId539" Type="http://schemas.openxmlformats.org/officeDocument/2006/relationships/image" Target="../media/image1019.png"/><Relationship Id="rId690" Type="http://schemas.openxmlformats.org/officeDocument/2006/relationships/customXml" Target="../ink/ink1095.xml"/><Relationship Id="rId40" Type="http://schemas.openxmlformats.org/officeDocument/2006/relationships/customXml" Target="../ink/ink770.xml"/><Relationship Id="rId136" Type="http://schemas.openxmlformats.org/officeDocument/2006/relationships/customXml" Target="../ink/ink818.xml"/><Relationship Id="rId178" Type="http://schemas.openxmlformats.org/officeDocument/2006/relationships/customXml" Target="../ink/ink839.xml"/><Relationship Id="rId301" Type="http://schemas.openxmlformats.org/officeDocument/2006/relationships/image" Target="../media/image900.png"/><Relationship Id="rId343" Type="http://schemas.openxmlformats.org/officeDocument/2006/relationships/image" Target="../media/image921.png"/><Relationship Id="rId550" Type="http://schemas.openxmlformats.org/officeDocument/2006/relationships/customXml" Target="../ink/ink1025.xml"/><Relationship Id="rId82" Type="http://schemas.openxmlformats.org/officeDocument/2006/relationships/customXml" Target="../ink/ink791.xml"/><Relationship Id="rId203" Type="http://schemas.openxmlformats.org/officeDocument/2006/relationships/image" Target="../media/image851.png"/><Relationship Id="rId385" Type="http://schemas.openxmlformats.org/officeDocument/2006/relationships/image" Target="../media/image942.png"/><Relationship Id="rId592" Type="http://schemas.openxmlformats.org/officeDocument/2006/relationships/customXml" Target="../ink/ink1046.xml"/><Relationship Id="rId606" Type="http://schemas.openxmlformats.org/officeDocument/2006/relationships/customXml" Target="../ink/ink1053.xml"/><Relationship Id="rId648" Type="http://schemas.openxmlformats.org/officeDocument/2006/relationships/customXml" Target="../ink/ink1074.xml"/><Relationship Id="rId245" Type="http://schemas.openxmlformats.org/officeDocument/2006/relationships/image" Target="../media/image872.png"/><Relationship Id="rId287" Type="http://schemas.openxmlformats.org/officeDocument/2006/relationships/image" Target="../media/image893.png"/><Relationship Id="rId410" Type="http://schemas.openxmlformats.org/officeDocument/2006/relationships/customXml" Target="../ink/ink955.xml"/><Relationship Id="rId452" Type="http://schemas.openxmlformats.org/officeDocument/2006/relationships/customXml" Target="../ink/ink976.xml"/><Relationship Id="rId494" Type="http://schemas.openxmlformats.org/officeDocument/2006/relationships/customXml" Target="../ink/ink997.xml"/><Relationship Id="rId508" Type="http://schemas.openxmlformats.org/officeDocument/2006/relationships/customXml" Target="../ink/ink1004.xml"/><Relationship Id="rId105" Type="http://schemas.openxmlformats.org/officeDocument/2006/relationships/image" Target="../media/image803.png"/><Relationship Id="rId147" Type="http://schemas.openxmlformats.org/officeDocument/2006/relationships/image" Target="../media/image824.png"/><Relationship Id="rId312" Type="http://schemas.openxmlformats.org/officeDocument/2006/relationships/customXml" Target="../ink/ink906.xml"/><Relationship Id="rId354" Type="http://schemas.openxmlformats.org/officeDocument/2006/relationships/customXml" Target="../ink/ink927.xml"/><Relationship Id="rId51" Type="http://schemas.openxmlformats.org/officeDocument/2006/relationships/image" Target="../media/image776.png"/><Relationship Id="rId93" Type="http://schemas.openxmlformats.org/officeDocument/2006/relationships/image" Target="../media/image797.png"/><Relationship Id="rId189" Type="http://schemas.openxmlformats.org/officeDocument/2006/relationships/image" Target="../media/image845.png"/><Relationship Id="rId396" Type="http://schemas.openxmlformats.org/officeDocument/2006/relationships/customXml" Target="../ink/ink948.xml"/><Relationship Id="rId561" Type="http://schemas.openxmlformats.org/officeDocument/2006/relationships/image" Target="../media/image1030.png"/><Relationship Id="rId617" Type="http://schemas.openxmlformats.org/officeDocument/2006/relationships/image" Target="../media/image1058.png"/><Relationship Id="rId659" Type="http://schemas.openxmlformats.org/officeDocument/2006/relationships/image" Target="../media/image1079.png"/><Relationship Id="rId214" Type="http://schemas.openxmlformats.org/officeDocument/2006/relationships/customXml" Target="../ink/ink857.xml"/><Relationship Id="rId256" Type="http://schemas.openxmlformats.org/officeDocument/2006/relationships/customXml" Target="../ink/ink878.xml"/><Relationship Id="rId298" Type="http://schemas.openxmlformats.org/officeDocument/2006/relationships/customXml" Target="../ink/ink899.xml"/><Relationship Id="rId421" Type="http://schemas.openxmlformats.org/officeDocument/2006/relationships/image" Target="../media/image960.png"/><Relationship Id="rId463" Type="http://schemas.openxmlformats.org/officeDocument/2006/relationships/image" Target="../media/image981.png"/><Relationship Id="rId519" Type="http://schemas.openxmlformats.org/officeDocument/2006/relationships/image" Target="../media/image1009.png"/><Relationship Id="rId670" Type="http://schemas.openxmlformats.org/officeDocument/2006/relationships/customXml" Target="../ink/ink1085.xml"/><Relationship Id="rId116" Type="http://schemas.openxmlformats.org/officeDocument/2006/relationships/customXml" Target="../ink/ink808.xml"/><Relationship Id="rId158" Type="http://schemas.openxmlformats.org/officeDocument/2006/relationships/customXml" Target="../ink/ink829.xml"/><Relationship Id="rId323" Type="http://schemas.openxmlformats.org/officeDocument/2006/relationships/image" Target="../media/image911.png"/><Relationship Id="rId530" Type="http://schemas.openxmlformats.org/officeDocument/2006/relationships/customXml" Target="../ink/ink1015.xml"/><Relationship Id="rId20" Type="http://schemas.openxmlformats.org/officeDocument/2006/relationships/customXml" Target="../ink/ink760.xml"/><Relationship Id="rId62" Type="http://schemas.openxmlformats.org/officeDocument/2006/relationships/customXml" Target="../ink/ink781.xml"/><Relationship Id="rId365" Type="http://schemas.openxmlformats.org/officeDocument/2006/relationships/image" Target="../media/image932.png"/><Relationship Id="rId572" Type="http://schemas.openxmlformats.org/officeDocument/2006/relationships/customXml" Target="../ink/ink1036.xml"/><Relationship Id="rId628" Type="http://schemas.openxmlformats.org/officeDocument/2006/relationships/customXml" Target="../ink/ink1064.xml"/><Relationship Id="rId225" Type="http://schemas.openxmlformats.org/officeDocument/2006/relationships/image" Target="../media/image862.png"/><Relationship Id="rId267" Type="http://schemas.openxmlformats.org/officeDocument/2006/relationships/image" Target="../media/image883.png"/><Relationship Id="rId432" Type="http://schemas.openxmlformats.org/officeDocument/2006/relationships/customXml" Target="../ink/ink966.xml"/><Relationship Id="rId474" Type="http://schemas.openxmlformats.org/officeDocument/2006/relationships/customXml" Target="../ink/ink987.xml"/><Relationship Id="rId127" Type="http://schemas.openxmlformats.org/officeDocument/2006/relationships/image" Target="../media/image814.png"/><Relationship Id="rId681" Type="http://schemas.openxmlformats.org/officeDocument/2006/relationships/image" Target="../media/image1090.png"/><Relationship Id="rId31" Type="http://schemas.openxmlformats.org/officeDocument/2006/relationships/image" Target="../media/image766.png"/><Relationship Id="rId73" Type="http://schemas.openxmlformats.org/officeDocument/2006/relationships/image" Target="../media/image787.png"/><Relationship Id="rId169" Type="http://schemas.openxmlformats.org/officeDocument/2006/relationships/image" Target="../media/image835.png"/><Relationship Id="rId334" Type="http://schemas.openxmlformats.org/officeDocument/2006/relationships/customXml" Target="../ink/ink917.xml"/><Relationship Id="rId376" Type="http://schemas.openxmlformats.org/officeDocument/2006/relationships/customXml" Target="../ink/ink938.xml"/><Relationship Id="rId541" Type="http://schemas.openxmlformats.org/officeDocument/2006/relationships/image" Target="../media/image1020.png"/><Relationship Id="rId583" Type="http://schemas.openxmlformats.org/officeDocument/2006/relationships/image" Target="../media/image1041.png"/><Relationship Id="rId639" Type="http://schemas.openxmlformats.org/officeDocument/2006/relationships/image" Target="../media/image1069.png"/><Relationship Id="rId4" Type="http://schemas.openxmlformats.org/officeDocument/2006/relationships/customXml" Target="../ink/ink752.xml"/><Relationship Id="rId180" Type="http://schemas.openxmlformats.org/officeDocument/2006/relationships/customXml" Target="../ink/ink840.xml"/><Relationship Id="rId236" Type="http://schemas.openxmlformats.org/officeDocument/2006/relationships/customXml" Target="../ink/ink868.xml"/><Relationship Id="rId278" Type="http://schemas.openxmlformats.org/officeDocument/2006/relationships/customXml" Target="../ink/ink889.xml"/><Relationship Id="rId401" Type="http://schemas.openxmlformats.org/officeDocument/2006/relationships/image" Target="../media/image950.png"/><Relationship Id="rId443" Type="http://schemas.openxmlformats.org/officeDocument/2006/relationships/image" Target="../media/image971.png"/><Relationship Id="rId650" Type="http://schemas.openxmlformats.org/officeDocument/2006/relationships/customXml" Target="../ink/ink1075.xml"/><Relationship Id="rId303" Type="http://schemas.openxmlformats.org/officeDocument/2006/relationships/image" Target="../media/image901.png"/><Relationship Id="rId485" Type="http://schemas.openxmlformats.org/officeDocument/2006/relationships/image" Target="../media/image992.png"/><Relationship Id="rId692" Type="http://schemas.openxmlformats.org/officeDocument/2006/relationships/customXml" Target="../ink/ink1096.xml"/><Relationship Id="rId42" Type="http://schemas.openxmlformats.org/officeDocument/2006/relationships/customXml" Target="../ink/ink771.xml"/><Relationship Id="rId84" Type="http://schemas.openxmlformats.org/officeDocument/2006/relationships/customXml" Target="../ink/ink792.xml"/><Relationship Id="rId138" Type="http://schemas.openxmlformats.org/officeDocument/2006/relationships/customXml" Target="../ink/ink819.xml"/><Relationship Id="rId345" Type="http://schemas.openxmlformats.org/officeDocument/2006/relationships/image" Target="../media/image922.png"/><Relationship Id="rId387" Type="http://schemas.openxmlformats.org/officeDocument/2006/relationships/image" Target="../media/image943.png"/><Relationship Id="rId510" Type="http://schemas.openxmlformats.org/officeDocument/2006/relationships/customXml" Target="../ink/ink1005.xml"/><Relationship Id="rId552" Type="http://schemas.openxmlformats.org/officeDocument/2006/relationships/customXml" Target="../ink/ink1026.xml"/><Relationship Id="rId594" Type="http://schemas.openxmlformats.org/officeDocument/2006/relationships/customXml" Target="../ink/ink1047.xml"/><Relationship Id="rId608" Type="http://schemas.openxmlformats.org/officeDocument/2006/relationships/customXml" Target="../ink/ink1054.xml"/><Relationship Id="rId191" Type="http://schemas.openxmlformats.org/officeDocument/2006/relationships/image" Target="../media/image846.png"/><Relationship Id="rId205" Type="http://schemas.openxmlformats.org/officeDocument/2006/relationships/image" Target="../media/image852.png"/><Relationship Id="rId247" Type="http://schemas.openxmlformats.org/officeDocument/2006/relationships/image" Target="../media/image873.png"/><Relationship Id="rId412" Type="http://schemas.openxmlformats.org/officeDocument/2006/relationships/customXml" Target="../ink/ink956.xml"/><Relationship Id="rId107" Type="http://schemas.openxmlformats.org/officeDocument/2006/relationships/image" Target="../media/image804.png"/><Relationship Id="rId289" Type="http://schemas.openxmlformats.org/officeDocument/2006/relationships/image" Target="../media/image894.png"/><Relationship Id="rId454" Type="http://schemas.openxmlformats.org/officeDocument/2006/relationships/customXml" Target="../ink/ink977.xml"/><Relationship Id="rId496" Type="http://schemas.openxmlformats.org/officeDocument/2006/relationships/customXml" Target="../ink/ink998.xml"/><Relationship Id="rId661" Type="http://schemas.openxmlformats.org/officeDocument/2006/relationships/image" Target="../media/image1080.png"/><Relationship Id="rId11" Type="http://schemas.openxmlformats.org/officeDocument/2006/relationships/image" Target="../media/image756.png"/><Relationship Id="rId53" Type="http://schemas.openxmlformats.org/officeDocument/2006/relationships/image" Target="../media/image777.png"/><Relationship Id="rId149" Type="http://schemas.openxmlformats.org/officeDocument/2006/relationships/image" Target="../media/image825.png"/><Relationship Id="rId314" Type="http://schemas.openxmlformats.org/officeDocument/2006/relationships/customXml" Target="../ink/ink907.xml"/><Relationship Id="rId356" Type="http://schemas.openxmlformats.org/officeDocument/2006/relationships/customXml" Target="../ink/ink928.xml"/><Relationship Id="rId398" Type="http://schemas.openxmlformats.org/officeDocument/2006/relationships/customXml" Target="../ink/ink949.xml"/><Relationship Id="rId521" Type="http://schemas.openxmlformats.org/officeDocument/2006/relationships/image" Target="../media/image1010.png"/><Relationship Id="rId563" Type="http://schemas.openxmlformats.org/officeDocument/2006/relationships/image" Target="../media/image1031.png"/><Relationship Id="rId619" Type="http://schemas.openxmlformats.org/officeDocument/2006/relationships/image" Target="../media/image1059.png"/><Relationship Id="rId95" Type="http://schemas.openxmlformats.org/officeDocument/2006/relationships/image" Target="../media/image798.png"/><Relationship Id="rId160" Type="http://schemas.openxmlformats.org/officeDocument/2006/relationships/customXml" Target="../ink/ink830.xml"/><Relationship Id="rId216" Type="http://schemas.openxmlformats.org/officeDocument/2006/relationships/customXml" Target="../ink/ink858.xml"/><Relationship Id="rId423" Type="http://schemas.openxmlformats.org/officeDocument/2006/relationships/image" Target="../media/image961.png"/><Relationship Id="rId258" Type="http://schemas.openxmlformats.org/officeDocument/2006/relationships/customXml" Target="../ink/ink879.xml"/><Relationship Id="rId465" Type="http://schemas.openxmlformats.org/officeDocument/2006/relationships/image" Target="../media/image982.png"/><Relationship Id="rId630" Type="http://schemas.openxmlformats.org/officeDocument/2006/relationships/customXml" Target="../ink/ink1065.xml"/><Relationship Id="rId672" Type="http://schemas.openxmlformats.org/officeDocument/2006/relationships/customXml" Target="../ink/ink1086.xml"/><Relationship Id="rId22" Type="http://schemas.openxmlformats.org/officeDocument/2006/relationships/customXml" Target="../ink/ink761.xml"/><Relationship Id="rId64" Type="http://schemas.openxmlformats.org/officeDocument/2006/relationships/customXml" Target="../ink/ink782.xml"/><Relationship Id="rId118" Type="http://schemas.openxmlformats.org/officeDocument/2006/relationships/customXml" Target="../ink/ink809.xml"/><Relationship Id="rId325" Type="http://schemas.openxmlformats.org/officeDocument/2006/relationships/image" Target="../media/image912.png"/><Relationship Id="rId367" Type="http://schemas.openxmlformats.org/officeDocument/2006/relationships/image" Target="../media/image933.png"/><Relationship Id="rId532" Type="http://schemas.openxmlformats.org/officeDocument/2006/relationships/customXml" Target="../ink/ink1016.xml"/><Relationship Id="rId574" Type="http://schemas.openxmlformats.org/officeDocument/2006/relationships/customXml" Target="../ink/ink1037.xml"/><Relationship Id="rId171" Type="http://schemas.openxmlformats.org/officeDocument/2006/relationships/image" Target="../media/image836.png"/><Relationship Id="rId227" Type="http://schemas.openxmlformats.org/officeDocument/2006/relationships/image" Target="../media/image863.png"/><Relationship Id="rId269" Type="http://schemas.openxmlformats.org/officeDocument/2006/relationships/image" Target="../media/image884.png"/><Relationship Id="rId434" Type="http://schemas.openxmlformats.org/officeDocument/2006/relationships/customXml" Target="../ink/ink967.xml"/><Relationship Id="rId476" Type="http://schemas.openxmlformats.org/officeDocument/2006/relationships/customXml" Target="../ink/ink988.xml"/><Relationship Id="rId641" Type="http://schemas.openxmlformats.org/officeDocument/2006/relationships/image" Target="../media/image1070.png"/><Relationship Id="rId683" Type="http://schemas.openxmlformats.org/officeDocument/2006/relationships/image" Target="../media/image1091.png"/><Relationship Id="rId33" Type="http://schemas.openxmlformats.org/officeDocument/2006/relationships/image" Target="../media/image767.png"/><Relationship Id="rId129" Type="http://schemas.openxmlformats.org/officeDocument/2006/relationships/image" Target="../media/image815.png"/><Relationship Id="rId280" Type="http://schemas.openxmlformats.org/officeDocument/2006/relationships/customXml" Target="../ink/ink890.xml"/><Relationship Id="rId336" Type="http://schemas.openxmlformats.org/officeDocument/2006/relationships/customXml" Target="../ink/ink918.xml"/><Relationship Id="rId501" Type="http://schemas.openxmlformats.org/officeDocument/2006/relationships/image" Target="../media/image1000.png"/><Relationship Id="rId543" Type="http://schemas.openxmlformats.org/officeDocument/2006/relationships/image" Target="../media/image1021.png"/><Relationship Id="rId75" Type="http://schemas.openxmlformats.org/officeDocument/2006/relationships/image" Target="../media/image788.png"/><Relationship Id="rId140" Type="http://schemas.openxmlformats.org/officeDocument/2006/relationships/customXml" Target="../ink/ink820.xml"/><Relationship Id="rId182" Type="http://schemas.openxmlformats.org/officeDocument/2006/relationships/customXml" Target="../ink/ink841.xml"/><Relationship Id="rId378" Type="http://schemas.openxmlformats.org/officeDocument/2006/relationships/customXml" Target="../ink/ink939.xml"/><Relationship Id="rId403" Type="http://schemas.openxmlformats.org/officeDocument/2006/relationships/image" Target="../media/image951.png"/><Relationship Id="rId585" Type="http://schemas.openxmlformats.org/officeDocument/2006/relationships/image" Target="../media/image1042.png"/><Relationship Id="rId6" Type="http://schemas.openxmlformats.org/officeDocument/2006/relationships/customXml" Target="../ink/ink753.xml"/><Relationship Id="rId238" Type="http://schemas.openxmlformats.org/officeDocument/2006/relationships/customXml" Target="../ink/ink869.xml"/><Relationship Id="rId445" Type="http://schemas.openxmlformats.org/officeDocument/2006/relationships/image" Target="../media/image972.png"/><Relationship Id="rId487" Type="http://schemas.openxmlformats.org/officeDocument/2006/relationships/image" Target="../media/image993.png"/><Relationship Id="rId610" Type="http://schemas.openxmlformats.org/officeDocument/2006/relationships/customXml" Target="../ink/ink1055.xml"/><Relationship Id="rId652" Type="http://schemas.openxmlformats.org/officeDocument/2006/relationships/customXml" Target="../ink/ink1076.xml"/><Relationship Id="rId694" Type="http://schemas.openxmlformats.org/officeDocument/2006/relationships/customXml" Target="../ink/ink1097.xml"/><Relationship Id="rId291" Type="http://schemas.openxmlformats.org/officeDocument/2006/relationships/image" Target="../media/image895.png"/><Relationship Id="rId305" Type="http://schemas.openxmlformats.org/officeDocument/2006/relationships/image" Target="../media/image902.png"/><Relationship Id="rId347" Type="http://schemas.openxmlformats.org/officeDocument/2006/relationships/image" Target="../media/image923.png"/><Relationship Id="rId512" Type="http://schemas.openxmlformats.org/officeDocument/2006/relationships/customXml" Target="../ink/ink1006.xml"/><Relationship Id="rId44" Type="http://schemas.openxmlformats.org/officeDocument/2006/relationships/customXml" Target="../ink/ink772.xml"/><Relationship Id="rId86" Type="http://schemas.openxmlformats.org/officeDocument/2006/relationships/customXml" Target="../ink/ink793.xml"/><Relationship Id="rId151" Type="http://schemas.openxmlformats.org/officeDocument/2006/relationships/image" Target="../media/image826.png"/><Relationship Id="rId389" Type="http://schemas.openxmlformats.org/officeDocument/2006/relationships/image" Target="../media/image944.png"/><Relationship Id="rId554" Type="http://schemas.openxmlformats.org/officeDocument/2006/relationships/customXml" Target="../ink/ink1027.xml"/><Relationship Id="rId596" Type="http://schemas.openxmlformats.org/officeDocument/2006/relationships/customXml" Target="../ink/ink1048.xml"/><Relationship Id="rId193" Type="http://schemas.openxmlformats.org/officeDocument/2006/relationships/image" Target="../media/image847.png"/><Relationship Id="rId207" Type="http://schemas.openxmlformats.org/officeDocument/2006/relationships/image" Target="../media/image853.png"/><Relationship Id="rId249" Type="http://schemas.openxmlformats.org/officeDocument/2006/relationships/image" Target="../media/image874.png"/><Relationship Id="rId414" Type="http://schemas.openxmlformats.org/officeDocument/2006/relationships/customXml" Target="../ink/ink957.xml"/><Relationship Id="rId456" Type="http://schemas.openxmlformats.org/officeDocument/2006/relationships/customXml" Target="../ink/ink978.xml"/><Relationship Id="rId498" Type="http://schemas.openxmlformats.org/officeDocument/2006/relationships/customXml" Target="../ink/ink999.xml"/><Relationship Id="rId621" Type="http://schemas.openxmlformats.org/officeDocument/2006/relationships/image" Target="../media/image1060.png"/><Relationship Id="rId663" Type="http://schemas.openxmlformats.org/officeDocument/2006/relationships/image" Target="../media/image1081.png"/><Relationship Id="rId13" Type="http://schemas.openxmlformats.org/officeDocument/2006/relationships/image" Target="../media/image757.png"/><Relationship Id="rId109" Type="http://schemas.openxmlformats.org/officeDocument/2006/relationships/image" Target="../media/image805.png"/><Relationship Id="rId260" Type="http://schemas.openxmlformats.org/officeDocument/2006/relationships/customXml" Target="../ink/ink880.xml"/><Relationship Id="rId316" Type="http://schemas.openxmlformats.org/officeDocument/2006/relationships/customXml" Target="../ink/ink908.xml"/><Relationship Id="rId523" Type="http://schemas.openxmlformats.org/officeDocument/2006/relationships/image" Target="../media/image1011.png"/><Relationship Id="rId55" Type="http://schemas.openxmlformats.org/officeDocument/2006/relationships/image" Target="../media/image778.png"/><Relationship Id="rId97" Type="http://schemas.openxmlformats.org/officeDocument/2006/relationships/image" Target="../media/image799.png"/><Relationship Id="rId120" Type="http://schemas.openxmlformats.org/officeDocument/2006/relationships/customXml" Target="../ink/ink810.xml"/><Relationship Id="rId358" Type="http://schemas.openxmlformats.org/officeDocument/2006/relationships/customXml" Target="../ink/ink929.xml"/><Relationship Id="rId565" Type="http://schemas.openxmlformats.org/officeDocument/2006/relationships/image" Target="../media/image1032.png"/><Relationship Id="rId162" Type="http://schemas.openxmlformats.org/officeDocument/2006/relationships/customXml" Target="../ink/ink831.xml"/><Relationship Id="rId218" Type="http://schemas.openxmlformats.org/officeDocument/2006/relationships/customXml" Target="../ink/ink859.xml"/><Relationship Id="rId425" Type="http://schemas.openxmlformats.org/officeDocument/2006/relationships/image" Target="../media/image962.png"/><Relationship Id="rId467" Type="http://schemas.openxmlformats.org/officeDocument/2006/relationships/image" Target="../media/image983.png"/><Relationship Id="rId632" Type="http://schemas.openxmlformats.org/officeDocument/2006/relationships/customXml" Target="../ink/ink1066.xml"/><Relationship Id="rId271" Type="http://schemas.openxmlformats.org/officeDocument/2006/relationships/image" Target="../media/image885.png"/><Relationship Id="rId674" Type="http://schemas.openxmlformats.org/officeDocument/2006/relationships/customXml" Target="../ink/ink1087.xml"/><Relationship Id="rId24" Type="http://schemas.openxmlformats.org/officeDocument/2006/relationships/customXml" Target="../ink/ink762.xml"/><Relationship Id="rId66" Type="http://schemas.openxmlformats.org/officeDocument/2006/relationships/customXml" Target="../ink/ink783.xml"/><Relationship Id="rId131" Type="http://schemas.openxmlformats.org/officeDocument/2006/relationships/image" Target="../media/image816.png"/><Relationship Id="rId327" Type="http://schemas.openxmlformats.org/officeDocument/2006/relationships/image" Target="../media/image913.png"/><Relationship Id="rId369" Type="http://schemas.openxmlformats.org/officeDocument/2006/relationships/image" Target="../media/image934.png"/><Relationship Id="rId534" Type="http://schemas.openxmlformats.org/officeDocument/2006/relationships/customXml" Target="../ink/ink1017.xml"/><Relationship Id="rId576" Type="http://schemas.openxmlformats.org/officeDocument/2006/relationships/customXml" Target="../ink/ink1038.xml"/><Relationship Id="rId173" Type="http://schemas.openxmlformats.org/officeDocument/2006/relationships/image" Target="../media/image837.png"/><Relationship Id="rId229" Type="http://schemas.openxmlformats.org/officeDocument/2006/relationships/image" Target="../media/image864.png"/><Relationship Id="rId380" Type="http://schemas.openxmlformats.org/officeDocument/2006/relationships/customXml" Target="../ink/ink940.xml"/><Relationship Id="rId436" Type="http://schemas.openxmlformats.org/officeDocument/2006/relationships/customXml" Target="../ink/ink968.xml"/><Relationship Id="rId601" Type="http://schemas.openxmlformats.org/officeDocument/2006/relationships/image" Target="../media/image1050.png"/><Relationship Id="rId643" Type="http://schemas.openxmlformats.org/officeDocument/2006/relationships/image" Target="../media/image1071.png"/><Relationship Id="rId240" Type="http://schemas.openxmlformats.org/officeDocument/2006/relationships/customXml" Target="../ink/ink870.xml"/><Relationship Id="rId478" Type="http://schemas.openxmlformats.org/officeDocument/2006/relationships/customXml" Target="../ink/ink989.xml"/><Relationship Id="rId685" Type="http://schemas.openxmlformats.org/officeDocument/2006/relationships/image" Target="../media/image1092.png"/><Relationship Id="rId35" Type="http://schemas.openxmlformats.org/officeDocument/2006/relationships/image" Target="../media/image768.png"/><Relationship Id="rId77" Type="http://schemas.openxmlformats.org/officeDocument/2006/relationships/image" Target="../media/image789.png"/><Relationship Id="rId100" Type="http://schemas.openxmlformats.org/officeDocument/2006/relationships/customXml" Target="../ink/ink800.xml"/><Relationship Id="rId282" Type="http://schemas.openxmlformats.org/officeDocument/2006/relationships/customXml" Target="../ink/ink891.xml"/><Relationship Id="rId338" Type="http://schemas.openxmlformats.org/officeDocument/2006/relationships/customXml" Target="../ink/ink919.xml"/><Relationship Id="rId503" Type="http://schemas.openxmlformats.org/officeDocument/2006/relationships/image" Target="../media/image1001.png"/><Relationship Id="rId545" Type="http://schemas.openxmlformats.org/officeDocument/2006/relationships/image" Target="../media/image1022.png"/><Relationship Id="rId587" Type="http://schemas.openxmlformats.org/officeDocument/2006/relationships/image" Target="../media/image1043.png"/><Relationship Id="rId8" Type="http://schemas.openxmlformats.org/officeDocument/2006/relationships/customXml" Target="../ink/ink754.xml"/><Relationship Id="rId142" Type="http://schemas.openxmlformats.org/officeDocument/2006/relationships/customXml" Target="../ink/ink821.xml"/><Relationship Id="rId184" Type="http://schemas.openxmlformats.org/officeDocument/2006/relationships/customXml" Target="../ink/ink842.xml"/><Relationship Id="rId391" Type="http://schemas.openxmlformats.org/officeDocument/2006/relationships/image" Target="../media/image945.png"/><Relationship Id="rId405" Type="http://schemas.openxmlformats.org/officeDocument/2006/relationships/image" Target="../media/image952.png"/><Relationship Id="rId447" Type="http://schemas.openxmlformats.org/officeDocument/2006/relationships/image" Target="../media/image973.png"/><Relationship Id="rId612" Type="http://schemas.openxmlformats.org/officeDocument/2006/relationships/customXml" Target="../ink/ink1056.xml"/><Relationship Id="rId251" Type="http://schemas.openxmlformats.org/officeDocument/2006/relationships/image" Target="../media/image875.png"/><Relationship Id="rId489" Type="http://schemas.openxmlformats.org/officeDocument/2006/relationships/image" Target="../media/image994.png"/><Relationship Id="rId654" Type="http://schemas.openxmlformats.org/officeDocument/2006/relationships/customXml" Target="../ink/ink1077.xml"/><Relationship Id="rId696" Type="http://schemas.openxmlformats.org/officeDocument/2006/relationships/customXml" Target="../ink/ink1098.xml"/><Relationship Id="rId46" Type="http://schemas.openxmlformats.org/officeDocument/2006/relationships/customXml" Target="../ink/ink773.xml"/><Relationship Id="rId293" Type="http://schemas.openxmlformats.org/officeDocument/2006/relationships/image" Target="../media/image896.png"/><Relationship Id="rId307" Type="http://schemas.openxmlformats.org/officeDocument/2006/relationships/image" Target="../media/image903.png"/><Relationship Id="rId349" Type="http://schemas.openxmlformats.org/officeDocument/2006/relationships/image" Target="../media/image924.png"/><Relationship Id="rId514" Type="http://schemas.openxmlformats.org/officeDocument/2006/relationships/customXml" Target="../ink/ink1007.xml"/><Relationship Id="rId556" Type="http://schemas.openxmlformats.org/officeDocument/2006/relationships/customXml" Target="../ink/ink1028.xml"/><Relationship Id="rId88" Type="http://schemas.openxmlformats.org/officeDocument/2006/relationships/customXml" Target="../ink/ink794.xml"/><Relationship Id="rId111" Type="http://schemas.openxmlformats.org/officeDocument/2006/relationships/image" Target="../media/image806.png"/><Relationship Id="rId153" Type="http://schemas.openxmlformats.org/officeDocument/2006/relationships/image" Target="../media/image827.png"/><Relationship Id="rId195" Type="http://schemas.openxmlformats.org/officeDocument/2006/relationships/image" Target="../media/image201.png"/><Relationship Id="rId209" Type="http://schemas.openxmlformats.org/officeDocument/2006/relationships/image" Target="../media/image854.png"/><Relationship Id="rId360" Type="http://schemas.openxmlformats.org/officeDocument/2006/relationships/customXml" Target="../ink/ink930.xml"/><Relationship Id="rId416" Type="http://schemas.openxmlformats.org/officeDocument/2006/relationships/customXml" Target="../ink/ink958.xml"/><Relationship Id="rId598" Type="http://schemas.openxmlformats.org/officeDocument/2006/relationships/customXml" Target="../ink/ink1049.xml"/><Relationship Id="rId220" Type="http://schemas.openxmlformats.org/officeDocument/2006/relationships/customXml" Target="../ink/ink860.xml"/><Relationship Id="rId458" Type="http://schemas.openxmlformats.org/officeDocument/2006/relationships/customXml" Target="../ink/ink979.xml"/><Relationship Id="rId623" Type="http://schemas.openxmlformats.org/officeDocument/2006/relationships/image" Target="../media/image1061.png"/><Relationship Id="rId665" Type="http://schemas.openxmlformats.org/officeDocument/2006/relationships/image" Target="../media/image1082.png"/><Relationship Id="rId15" Type="http://schemas.openxmlformats.org/officeDocument/2006/relationships/image" Target="../media/image758.png"/><Relationship Id="rId57" Type="http://schemas.openxmlformats.org/officeDocument/2006/relationships/image" Target="../media/image779.png"/><Relationship Id="rId262" Type="http://schemas.openxmlformats.org/officeDocument/2006/relationships/customXml" Target="../ink/ink881.xml"/><Relationship Id="rId318" Type="http://schemas.openxmlformats.org/officeDocument/2006/relationships/customXml" Target="../ink/ink909.xml"/><Relationship Id="rId525" Type="http://schemas.openxmlformats.org/officeDocument/2006/relationships/image" Target="../media/image1012.png"/><Relationship Id="rId567" Type="http://schemas.openxmlformats.org/officeDocument/2006/relationships/image" Target="../media/image1033.png"/><Relationship Id="rId99" Type="http://schemas.openxmlformats.org/officeDocument/2006/relationships/image" Target="../media/image800.png"/><Relationship Id="rId122" Type="http://schemas.openxmlformats.org/officeDocument/2006/relationships/customXml" Target="../ink/ink811.xml"/><Relationship Id="rId164" Type="http://schemas.openxmlformats.org/officeDocument/2006/relationships/customXml" Target="../ink/ink832.xml"/><Relationship Id="rId371" Type="http://schemas.openxmlformats.org/officeDocument/2006/relationships/image" Target="../media/image935.png"/><Relationship Id="rId427" Type="http://schemas.openxmlformats.org/officeDocument/2006/relationships/image" Target="../media/image963.png"/><Relationship Id="rId469" Type="http://schemas.openxmlformats.org/officeDocument/2006/relationships/image" Target="../media/image984.png"/><Relationship Id="rId634" Type="http://schemas.openxmlformats.org/officeDocument/2006/relationships/customXml" Target="../ink/ink1067.xml"/><Relationship Id="rId676" Type="http://schemas.openxmlformats.org/officeDocument/2006/relationships/customXml" Target="../ink/ink1088.xml"/><Relationship Id="rId26" Type="http://schemas.openxmlformats.org/officeDocument/2006/relationships/customXml" Target="../ink/ink763.xml"/><Relationship Id="rId231" Type="http://schemas.openxmlformats.org/officeDocument/2006/relationships/image" Target="../media/image865.png"/><Relationship Id="rId273" Type="http://schemas.openxmlformats.org/officeDocument/2006/relationships/image" Target="../media/image886.png"/><Relationship Id="rId329" Type="http://schemas.openxmlformats.org/officeDocument/2006/relationships/image" Target="../media/image914.png"/><Relationship Id="rId480" Type="http://schemas.openxmlformats.org/officeDocument/2006/relationships/customXml" Target="../ink/ink990.xml"/><Relationship Id="rId536" Type="http://schemas.openxmlformats.org/officeDocument/2006/relationships/customXml" Target="../ink/ink1018.xml"/><Relationship Id="rId701" Type="http://schemas.openxmlformats.org/officeDocument/2006/relationships/image" Target="../media/image1100.png"/><Relationship Id="rId68" Type="http://schemas.openxmlformats.org/officeDocument/2006/relationships/customXml" Target="../ink/ink784.xml"/><Relationship Id="rId133" Type="http://schemas.openxmlformats.org/officeDocument/2006/relationships/image" Target="../media/image817.png"/><Relationship Id="rId175" Type="http://schemas.openxmlformats.org/officeDocument/2006/relationships/image" Target="../media/image838.png"/><Relationship Id="rId340" Type="http://schemas.openxmlformats.org/officeDocument/2006/relationships/customXml" Target="../ink/ink920.xml"/><Relationship Id="rId578" Type="http://schemas.openxmlformats.org/officeDocument/2006/relationships/customXml" Target="../ink/ink1039.xml"/><Relationship Id="rId200" Type="http://schemas.openxmlformats.org/officeDocument/2006/relationships/customXml" Target="../ink/ink850.xml"/><Relationship Id="rId382" Type="http://schemas.openxmlformats.org/officeDocument/2006/relationships/customXml" Target="../ink/ink941.xml"/><Relationship Id="rId438" Type="http://schemas.openxmlformats.org/officeDocument/2006/relationships/customXml" Target="../ink/ink969.xml"/><Relationship Id="rId603" Type="http://schemas.openxmlformats.org/officeDocument/2006/relationships/image" Target="../media/image1051.png"/><Relationship Id="rId645" Type="http://schemas.openxmlformats.org/officeDocument/2006/relationships/image" Target="../media/image1072.png"/><Relationship Id="rId687" Type="http://schemas.openxmlformats.org/officeDocument/2006/relationships/image" Target="../media/image1093.png"/><Relationship Id="rId242" Type="http://schemas.openxmlformats.org/officeDocument/2006/relationships/customXml" Target="../ink/ink871.xml"/><Relationship Id="rId284" Type="http://schemas.openxmlformats.org/officeDocument/2006/relationships/customXml" Target="../ink/ink892.xml"/><Relationship Id="rId491" Type="http://schemas.openxmlformats.org/officeDocument/2006/relationships/image" Target="../media/image995.png"/><Relationship Id="rId505" Type="http://schemas.openxmlformats.org/officeDocument/2006/relationships/image" Target="../media/image1002.png"/><Relationship Id="rId37" Type="http://schemas.openxmlformats.org/officeDocument/2006/relationships/image" Target="../media/image769.png"/><Relationship Id="rId79" Type="http://schemas.openxmlformats.org/officeDocument/2006/relationships/image" Target="../media/image790.png"/><Relationship Id="rId102" Type="http://schemas.openxmlformats.org/officeDocument/2006/relationships/customXml" Target="../ink/ink801.xml"/><Relationship Id="rId144" Type="http://schemas.openxmlformats.org/officeDocument/2006/relationships/customXml" Target="../ink/ink822.xml"/><Relationship Id="rId547" Type="http://schemas.openxmlformats.org/officeDocument/2006/relationships/image" Target="../media/image1023.png"/><Relationship Id="rId589" Type="http://schemas.openxmlformats.org/officeDocument/2006/relationships/image" Target="../media/image1044.png"/><Relationship Id="rId90" Type="http://schemas.openxmlformats.org/officeDocument/2006/relationships/customXml" Target="../ink/ink795.xml"/><Relationship Id="rId186" Type="http://schemas.openxmlformats.org/officeDocument/2006/relationships/customXml" Target="../ink/ink843.xml"/><Relationship Id="rId351" Type="http://schemas.openxmlformats.org/officeDocument/2006/relationships/image" Target="../media/image925.png"/><Relationship Id="rId393" Type="http://schemas.openxmlformats.org/officeDocument/2006/relationships/image" Target="../media/image946.png"/><Relationship Id="rId407" Type="http://schemas.openxmlformats.org/officeDocument/2006/relationships/image" Target="../media/image953.png"/><Relationship Id="rId449" Type="http://schemas.openxmlformats.org/officeDocument/2006/relationships/image" Target="../media/image974.png"/><Relationship Id="rId614" Type="http://schemas.openxmlformats.org/officeDocument/2006/relationships/customXml" Target="../ink/ink1057.xml"/><Relationship Id="rId656" Type="http://schemas.openxmlformats.org/officeDocument/2006/relationships/customXml" Target="../ink/ink1078.xml"/><Relationship Id="rId211" Type="http://schemas.openxmlformats.org/officeDocument/2006/relationships/image" Target="../media/image855.png"/><Relationship Id="rId253" Type="http://schemas.openxmlformats.org/officeDocument/2006/relationships/image" Target="../media/image876.png"/><Relationship Id="rId295" Type="http://schemas.openxmlformats.org/officeDocument/2006/relationships/image" Target="../media/image897.png"/><Relationship Id="rId309" Type="http://schemas.openxmlformats.org/officeDocument/2006/relationships/image" Target="../media/image904.png"/><Relationship Id="rId460" Type="http://schemas.openxmlformats.org/officeDocument/2006/relationships/customXml" Target="../ink/ink980.xml"/><Relationship Id="rId516" Type="http://schemas.openxmlformats.org/officeDocument/2006/relationships/customXml" Target="../ink/ink1008.xml"/><Relationship Id="rId698" Type="http://schemas.openxmlformats.org/officeDocument/2006/relationships/customXml" Target="../ink/ink1099.xml"/><Relationship Id="rId48" Type="http://schemas.openxmlformats.org/officeDocument/2006/relationships/customXml" Target="../ink/ink774.xml"/><Relationship Id="rId113" Type="http://schemas.openxmlformats.org/officeDocument/2006/relationships/image" Target="../media/image807.png"/><Relationship Id="rId320" Type="http://schemas.openxmlformats.org/officeDocument/2006/relationships/customXml" Target="../ink/ink910.xml"/><Relationship Id="rId558" Type="http://schemas.openxmlformats.org/officeDocument/2006/relationships/customXml" Target="../ink/ink1029.xml"/><Relationship Id="rId155" Type="http://schemas.openxmlformats.org/officeDocument/2006/relationships/image" Target="../media/image828.png"/><Relationship Id="rId197" Type="http://schemas.openxmlformats.org/officeDocument/2006/relationships/image" Target="../media/image848.png"/><Relationship Id="rId362" Type="http://schemas.openxmlformats.org/officeDocument/2006/relationships/customXml" Target="../ink/ink931.xml"/><Relationship Id="rId418" Type="http://schemas.openxmlformats.org/officeDocument/2006/relationships/customXml" Target="../ink/ink959.xml"/><Relationship Id="rId625" Type="http://schemas.openxmlformats.org/officeDocument/2006/relationships/image" Target="../media/image1062.png"/><Relationship Id="rId222" Type="http://schemas.openxmlformats.org/officeDocument/2006/relationships/customXml" Target="../ink/ink861.xml"/><Relationship Id="rId264" Type="http://schemas.openxmlformats.org/officeDocument/2006/relationships/customXml" Target="../ink/ink882.xml"/><Relationship Id="rId471" Type="http://schemas.openxmlformats.org/officeDocument/2006/relationships/image" Target="../media/image985.png"/><Relationship Id="rId667" Type="http://schemas.openxmlformats.org/officeDocument/2006/relationships/image" Target="../media/image1083.png"/><Relationship Id="rId17" Type="http://schemas.openxmlformats.org/officeDocument/2006/relationships/image" Target="../media/image759.png"/><Relationship Id="rId59" Type="http://schemas.openxmlformats.org/officeDocument/2006/relationships/image" Target="../media/image780.png"/><Relationship Id="rId124" Type="http://schemas.openxmlformats.org/officeDocument/2006/relationships/customXml" Target="../ink/ink812.xml"/><Relationship Id="rId527" Type="http://schemas.openxmlformats.org/officeDocument/2006/relationships/image" Target="../media/image1013.png"/><Relationship Id="rId569" Type="http://schemas.openxmlformats.org/officeDocument/2006/relationships/image" Target="../media/image1034.png"/><Relationship Id="rId70" Type="http://schemas.openxmlformats.org/officeDocument/2006/relationships/customXml" Target="../ink/ink785.xml"/><Relationship Id="rId166" Type="http://schemas.openxmlformats.org/officeDocument/2006/relationships/customXml" Target="../ink/ink833.xml"/><Relationship Id="rId331" Type="http://schemas.openxmlformats.org/officeDocument/2006/relationships/image" Target="../media/image915.png"/><Relationship Id="rId373" Type="http://schemas.openxmlformats.org/officeDocument/2006/relationships/image" Target="../media/image936.png"/><Relationship Id="rId429" Type="http://schemas.openxmlformats.org/officeDocument/2006/relationships/image" Target="../media/image964.png"/><Relationship Id="rId580" Type="http://schemas.openxmlformats.org/officeDocument/2006/relationships/customXml" Target="../ink/ink1040.xml"/><Relationship Id="rId636" Type="http://schemas.openxmlformats.org/officeDocument/2006/relationships/customXml" Target="../ink/ink1068.xml"/><Relationship Id="rId1" Type="http://schemas.openxmlformats.org/officeDocument/2006/relationships/slideLayout" Target="../slideLayouts/slideLayout7.xml"/><Relationship Id="rId233" Type="http://schemas.openxmlformats.org/officeDocument/2006/relationships/image" Target="../media/image866.png"/><Relationship Id="rId440" Type="http://schemas.openxmlformats.org/officeDocument/2006/relationships/customXml" Target="../ink/ink970.xml"/><Relationship Id="rId678" Type="http://schemas.openxmlformats.org/officeDocument/2006/relationships/customXml" Target="../ink/ink1089.xml"/><Relationship Id="rId28" Type="http://schemas.openxmlformats.org/officeDocument/2006/relationships/customXml" Target="../ink/ink764.xml"/><Relationship Id="rId275" Type="http://schemas.openxmlformats.org/officeDocument/2006/relationships/image" Target="../media/image887.png"/><Relationship Id="rId300" Type="http://schemas.openxmlformats.org/officeDocument/2006/relationships/customXml" Target="../ink/ink900.xml"/><Relationship Id="rId482" Type="http://schemas.openxmlformats.org/officeDocument/2006/relationships/customXml" Target="../ink/ink991.xml"/><Relationship Id="rId538" Type="http://schemas.openxmlformats.org/officeDocument/2006/relationships/customXml" Target="../ink/ink1019.xml"/><Relationship Id="rId81" Type="http://schemas.openxmlformats.org/officeDocument/2006/relationships/image" Target="../media/image791.png"/><Relationship Id="rId135" Type="http://schemas.openxmlformats.org/officeDocument/2006/relationships/image" Target="../media/image818.png"/><Relationship Id="rId177" Type="http://schemas.openxmlformats.org/officeDocument/2006/relationships/image" Target="../media/image839.png"/><Relationship Id="rId342" Type="http://schemas.openxmlformats.org/officeDocument/2006/relationships/customXml" Target="../ink/ink921.xml"/><Relationship Id="rId384" Type="http://schemas.openxmlformats.org/officeDocument/2006/relationships/customXml" Target="../ink/ink942.xml"/><Relationship Id="rId591" Type="http://schemas.openxmlformats.org/officeDocument/2006/relationships/image" Target="../media/image1045.png"/><Relationship Id="rId605" Type="http://schemas.openxmlformats.org/officeDocument/2006/relationships/image" Target="../media/image1052.png"/><Relationship Id="rId202" Type="http://schemas.openxmlformats.org/officeDocument/2006/relationships/customXml" Target="../ink/ink851.xml"/><Relationship Id="rId244" Type="http://schemas.openxmlformats.org/officeDocument/2006/relationships/customXml" Target="../ink/ink872.xml"/><Relationship Id="rId647" Type="http://schemas.openxmlformats.org/officeDocument/2006/relationships/image" Target="../media/image1073.png"/><Relationship Id="rId689" Type="http://schemas.openxmlformats.org/officeDocument/2006/relationships/image" Target="../media/image1094.png"/><Relationship Id="rId39" Type="http://schemas.openxmlformats.org/officeDocument/2006/relationships/image" Target="../media/image770.png"/><Relationship Id="rId286" Type="http://schemas.openxmlformats.org/officeDocument/2006/relationships/customXml" Target="../ink/ink893.xml"/><Relationship Id="rId451" Type="http://schemas.openxmlformats.org/officeDocument/2006/relationships/image" Target="../media/image975.png"/><Relationship Id="rId493" Type="http://schemas.openxmlformats.org/officeDocument/2006/relationships/image" Target="../media/image996.png"/><Relationship Id="rId507" Type="http://schemas.openxmlformats.org/officeDocument/2006/relationships/image" Target="../media/image1003.png"/><Relationship Id="rId549" Type="http://schemas.openxmlformats.org/officeDocument/2006/relationships/image" Target="../media/image1024.png"/><Relationship Id="rId50" Type="http://schemas.openxmlformats.org/officeDocument/2006/relationships/customXml" Target="../ink/ink775.xml"/><Relationship Id="rId104" Type="http://schemas.openxmlformats.org/officeDocument/2006/relationships/customXml" Target="../ink/ink802.xml"/><Relationship Id="rId146" Type="http://schemas.openxmlformats.org/officeDocument/2006/relationships/customXml" Target="../ink/ink823.xml"/><Relationship Id="rId188" Type="http://schemas.openxmlformats.org/officeDocument/2006/relationships/customXml" Target="../ink/ink844.xml"/><Relationship Id="rId311" Type="http://schemas.openxmlformats.org/officeDocument/2006/relationships/image" Target="../media/image905.png"/><Relationship Id="rId353" Type="http://schemas.openxmlformats.org/officeDocument/2006/relationships/image" Target="../media/image926.png"/><Relationship Id="rId395" Type="http://schemas.openxmlformats.org/officeDocument/2006/relationships/image" Target="../media/image947.png"/><Relationship Id="rId409" Type="http://schemas.openxmlformats.org/officeDocument/2006/relationships/image" Target="../media/image954.png"/><Relationship Id="rId560" Type="http://schemas.openxmlformats.org/officeDocument/2006/relationships/customXml" Target="../ink/ink1030.xml"/><Relationship Id="rId92" Type="http://schemas.openxmlformats.org/officeDocument/2006/relationships/customXml" Target="../ink/ink796.xml"/><Relationship Id="rId213" Type="http://schemas.openxmlformats.org/officeDocument/2006/relationships/image" Target="../media/image856.png"/><Relationship Id="rId420" Type="http://schemas.openxmlformats.org/officeDocument/2006/relationships/customXml" Target="../ink/ink960.xml"/><Relationship Id="rId616" Type="http://schemas.openxmlformats.org/officeDocument/2006/relationships/customXml" Target="../ink/ink1058.xml"/><Relationship Id="rId658" Type="http://schemas.openxmlformats.org/officeDocument/2006/relationships/customXml" Target="../ink/ink1079.xml"/><Relationship Id="rId255" Type="http://schemas.openxmlformats.org/officeDocument/2006/relationships/image" Target="../media/image877.png"/><Relationship Id="rId297" Type="http://schemas.openxmlformats.org/officeDocument/2006/relationships/image" Target="../media/image898.png"/><Relationship Id="rId462" Type="http://schemas.openxmlformats.org/officeDocument/2006/relationships/customXml" Target="../ink/ink981.xml"/><Relationship Id="rId518" Type="http://schemas.openxmlformats.org/officeDocument/2006/relationships/customXml" Target="../ink/ink1009.xml"/><Relationship Id="rId115" Type="http://schemas.openxmlformats.org/officeDocument/2006/relationships/image" Target="../media/image808.png"/><Relationship Id="rId157" Type="http://schemas.openxmlformats.org/officeDocument/2006/relationships/image" Target="../media/image829.png"/><Relationship Id="rId322" Type="http://schemas.openxmlformats.org/officeDocument/2006/relationships/customXml" Target="../ink/ink911.xml"/><Relationship Id="rId364" Type="http://schemas.openxmlformats.org/officeDocument/2006/relationships/customXml" Target="../ink/ink932.xml"/><Relationship Id="rId61" Type="http://schemas.openxmlformats.org/officeDocument/2006/relationships/image" Target="../media/image781.png"/><Relationship Id="rId199" Type="http://schemas.openxmlformats.org/officeDocument/2006/relationships/image" Target="../media/image849.png"/><Relationship Id="rId571" Type="http://schemas.openxmlformats.org/officeDocument/2006/relationships/image" Target="../media/image1035.png"/><Relationship Id="rId627" Type="http://schemas.openxmlformats.org/officeDocument/2006/relationships/image" Target="../media/image1063.png"/><Relationship Id="rId669" Type="http://schemas.openxmlformats.org/officeDocument/2006/relationships/image" Target="../media/image1084.png"/><Relationship Id="rId19" Type="http://schemas.openxmlformats.org/officeDocument/2006/relationships/image" Target="../media/image760.png"/><Relationship Id="rId224" Type="http://schemas.openxmlformats.org/officeDocument/2006/relationships/customXml" Target="../ink/ink862.xml"/><Relationship Id="rId266" Type="http://schemas.openxmlformats.org/officeDocument/2006/relationships/customXml" Target="../ink/ink883.xml"/><Relationship Id="rId431" Type="http://schemas.openxmlformats.org/officeDocument/2006/relationships/image" Target="../media/image965.png"/><Relationship Id="rId473" Type="http://schemas.openxmlformats.org/officeDocument/2006/relationships/image" Target="../media/image986.png"/><Relationship Id="rId529" Type="http://schemas.openxmlformats.org/officeDocument/2006/relationships/image" Target="../media/image1014.png"/><Relationship Id="rId680" Type="http://schemas.openxmlformats.org/officeDocument/2006/relationships/customXml" Target="../ink/ink1090.xml"/><Relationship Id="rId30" Type="http://schemas.openxmlformats.org/officeDocument/2006/relationships/customXml" Target="../ink/ink765.xml"/><Relationship Id="rId126" Type="http://schemas.openxmlformats.org/officeDocument/2006/relationships/customXml" Target="../ink/ink813.xml"/><Relationship Id="rId168" Type="http://schemas.openxmlformats.org/officeDocument/2006/relationships/customXml" Target="../ink/ink834.xml"/><Relationship Id="rId333" Type="http://schemas.openxmlformats.org/officeDocument/2006/relationships/image" Target="../media/image916.png"/><Relationship Id="rId540" Type="http://schemas.openxmlformats.org/officeDocument/2006/relationships/customXml" Target="../ink/ink1020.xml"/><Relationship Id="rId72" Type="http://schemas.openxmlformats.org/officeDocument/2006/relationships/customXml" Target="../ink/ink786.xml"/><Relationship Id="rId375" Type="http://schemas.openxmlformats.org/officeDocument/2006/relationships/image" Target="../media/image937.png"/><Relationship Id="rId582" Type="http://schemas.openxmlformats.org/officeDocument/2006/relationships/customXml" Target="../ink/ink1041.xml"/><Relationship Id="rId638" Type="http://schemas.openxmlformats.org/officeDocument/2006/relationships/customXml" Target="../ink/ink1069.xml"/><Relationship Id="rId3" Type="http://schemas.openxmlformats.org/officeDocument/2006/relationships/image" Target="../media/image752.png"/><Relationship Id="rId235" Type="http://schemas.openxmlformats.org/officeDocument/2006/relationships/image" Target="../media/image867.png"/><Relationship Id="rId277" Type="http://schemas.openxmlformats.org/officeDocument/2006/relationships/image" Target="../media/image888.png"/><Relationship Id="rId400" Type="http://schemas.openxmlformats.org/officeDocument/2006/relationships/customXml" Target="../ink/ink950.xml"/><Relationship Id="rId442" Type="http://schemas.openxmlformats.org/officeDocument/2006/relationships/customXml" Target="../ink/ink971.xml"/><Relationship Id="rId484" Type="http://schemas.openxmlformats.org/officeDocument/2006/relationships/customXml" Target="../ink/ink992.xml"/><Relationship Id="rId137" Type="http://schemas.openxmlformats.org/officeDocument/2006/relationships/image" Target="../media/image819.png"/><Relationship Id="rId302" Type="http://schemas.openxmlformats.org/officeDocument/2006/relationships/customXml" Target="../ink/ink901.xml"/><Relationship Id="rId344" Type="http://schemas.openxmlformats.org/officeDocument/2006/relationships/customXml" Target="../ink/ink922.xml"/><Relationship Id="rId691" Type="http://schemas.openxmlformats.org/officeDocument/2006/relationships/image" Target="../media/image1095.png"/><Relationship Id="rId41" Type="http://schemas.openxmlformats.org/officeDocument/2006/relationships/image" Target="../media/image771.png"/><Relationship Id="rId83" Type="http://schemas.openxmlformats.org/officeDocument/2006/relationships/image" Target="../media/image792.png"/><Relationship Id="rId179" Type="http://schemas.openxmlformats.org/officeDocument/2006/relationships/image" Target="../media/image840.png"/><Relationship Id="rId386" Type="http://schemas.openxmlformats.org/officeDocument/2006/relationships/customXml" Target="../ink/ink943.xml"/><Relationship Id="rId551" Type="http://schemas.openxmlformats.org/officeDocument/2006/relationships/image" Target="../media/image1025.png"/><Relationship Id="rId593" Type="http://schemas.openxmlformats.org/officeDocument/2006/relationships/image" Target="../media/image1046.png"/><Relationship Id="rId607" Type="http://schemas.openxmlformats.org/officeDocument/2006/relationships/image" Target="../media/image1053.png"/><Relationship Id="rId649" Type="http://schemas.openxmlformats.org/officeDocument/2006/relationships/image" Target="../media/image1074.png"/><Relationship Id="rId190" Type="http://schemas.openxmlformats.org/officeDocument/2006/relationships/customXml" Target="../ink/ink845.xml"/><Relationship Id="rId204" Type="http://schemas.openxmlformats.org/officeDocument/2006/relationships/customXml" Target="../ink/ink852.xml"/><Relationship Id="rId246" Type="http://schemas.openxmlformats.org/officeDocument/2006/relationships/customXml" Target="../ink/ink873.xml"/><Relationship Id="rId288" Type="http://schemas.openxmlformats.org/officeDocument/2006/relationships/customXml" Target="../ink/ink894.xml"/><Relationship Id="rId411" Type="http://schemas.openxmlformats.org/officeDocument/2006/relationships/image" Target="../media/image955.png"/><Relationship Id="rId453" Type="http://schemas.openxmlformats.org/officeDocument/2006/relationships/image" Target="../media/image976.png"/><Relationship Id="rId509" Type="http://schemas.openxmlformats.org/officeDocument/2006/relationships/image" Target="../media/image1004.png"/><Relationship Id="rId660" Type="http://schemas.openxmlformats.org/officeDocument/2006/relationships/customXml" Target="../ink/ink1080.xml"/><Relationship Id="rId106" Type="http://schemas.openxmlformats.org/officeDocument/2006/relationships/customXml" Target="../ink/ink803.xml"/><Relationship Id="rId313" Type="http://schemas.openxmlformats.org/officeDocument/2006/relationships/image" Target="../media/image906.png"/><Relationship Id="rId495" Type="http://schemas.openxmlformats.org/officeDocument/2006/relationships/image" Target="../media/image997.png"/><Relationship Id="rId10" Type="http://schemas.openxmlformats.org/officeDocument/2006/relationships/customXml" Target="../ink/ink755.xml"/><Relationship Id="rId52" Type="http://schemas.openxmlformats.org/officeDocument/2006/relationships/customXml" Target="../ink/ink776.xml"/><Relationship Id="rId94" Type="http://schemas.openxmlformats.org/officeDocument/2006/relationships/customXml" Target="../ink/ink797.xml"/><Relationship Id="rId148" Type="http://schemas.openxmlformats.org/officeDocument/2006/relationships/customXml" Target="../ink/ink824.xml"/><Relationship Id="rId355" Type="http://schemas.openxmlformats.org/officeDocument/2006/relationships/image" Target="../media/image927.png"/><Relationship Id="rId397" Type="http://schemas.openxmlformats.org/officeDocument/2006/relationships/image" Target="../media/image948.png"/><Relationship Id="rId520" Type="http://schemas.openxmlformats.org/officeDocument/2006/relationships/customXml" Target="../ink/ink1010.xml"/><Relationship Id="rId562" Type="http://schemas.openxmlformats.org/officeDocument/2006/relationships/customXml" Target="../ink/ink1031.xml"/><Relationship Id="rId618" Type="http://schemas.openxmlformats.org/officeDocument/2006/relationships/customXml" Target="../ink/ink1059.xml"/><Relationship Id="rId215" Type="http://schemas.openxmlformats.org/officeDocument/2006/relationships/image" Target="../media/image857.png"/><Relationship Id="rId257" Type="http://schemas.openxmlformats.org/officeDocument/2006/relationships/image" Target="../media/image878.png"/><Relationship Id="rId422" Type="http://schemas.openxmlformats.org/officeDocument/2006/relationships/customXml" Target="../ink/ink961.xml"/><Relationship Id="rId464" Type="http://schemas.openxmlformats.org/officeDocument/2006/relationships/customXml" Target="../ink/ink982.xml"/><Relationship Id="rId299" Type="http://schemas.openxmlformats.org/officeDocument/2006/relationships/image" Target="../media/image899.png"/><Relationship Id="rId63" Type="http://schemas.openxmlformats.org/officeDocument/2006/relationships/image" Target="../media/image782.png"/><Relationship Id="rId159" Type="http://schemas.openxmlformats.org/officeDocument/2006/relationships/image" Target="../media/image830.png"/><Relationship Id="rId366" Type="http://schemas.openxmlformats.org/officeDocument/2006/relationships/customXml" Target="../ink/ink933.xml"/><Relationship Id="rId573" Type="http://schemas.openxmlformats.org/officeDocument/2006/relationships/image" Target="../media/image1036.png"/><Relationship Id="rId226" Type="http://schemas.openxmlformats.org/officeDocument/2006/relationships/customXml" Target="../ink/ink863.xml"/><Relationship Id="rId433" Type="http://schemas.openxmlformats.org/officeDocument/2006/relationships/image" Target="../media/image966.png"/><Relationship Id="rId640" Type="http://schemas.openxmlformats.org/officeDocument/2006/relationships/customXml" Target="../ink/ink1070.xml"/><Relationship Id="rId74" Type="http://schemas.openxmlformats.org/officeDocument/2006/relationships/customXml" Target="../ink/ink787.xml"/><Relationship Id="rId377" Type="http://schemas.openxmlformats.org/officeDocument/2006/relationships/image" Target="../media/image938.png"/><Relationship Id="rId500" Type="http://schemas.openxmlformats.org/officeDocument/2006/relationships/customXml" Target="../ink/ink1000.xml"/><Relationship Id="rId584" Type="http://schemas.openxmlformats.org/officeDocument/2006/relationships/customXml" Target="../ink/ink1042.xml"/><Relationship Id="rId5" Type="http://schemas.openxmlformats.org/officeDocument/2006/relationships/image" Target="../media/image753.png"/><Relationship Id="rId237" Type="http://schemas.openxmlformats.org/officeDocument/2006/relationships/image" Target="../media/image868.png"/><Relationship Id="rId444" Type="http://schemas.openxmlformats.org/officeDocument/2006/relationships/customXml" Target="../ink/ink972.xml"/><Relationship Id="rId651" Type="http://schemas.openxmlformats.org/officeDocument/2006/relationships/image" Target="../media/image1075.png"/><Relationship Id="rId290" Type="http://schemas.openxmlformats.org/officeDocument/2006/relationships/customXml" Target="../ink/ink895.xml"/><Relationship Id="rId304" Type="http://schemas.openxmlformats.org/officeDocument/2006/relationships/customXml" Target="../ink/ink902.xml"/><Relationship Id="rId388" Type="http://schemas.openxmlformats.org/officeDocument/2006/relationships/customXml" Target="../ink/ink944.xml"/><Relationship Id="rId511" Type="http://schemas.openxmlformats.org/officeDocument/2006/relationships/image" Target="../media/image1005.png"/><Relationship Id="rId609" Type="http://schemas.openxmlformats.org/officeDocument/2006/relationships/image" Target="../media/image1054.png"/><Relationship Id="rId85" Type="http://schemas.openxmlformats.org/officeDocument/2006/relationships/image" Target="../media/image793.png"/><Relationship Id="rId150" Type="http://schemas.openxmlformats.org/officeDocument/2006/relationships/customXml" Target="../ink/ink825.xml"/><Relationship Id="rId595" Type="http://schemas.openxmlformats.org/officeDocument/2006/relationships/image" Target="../media/image1047.png"/><Relationship Id="rId248" Type="http://schemas.openxmlformats.org/officeDocument/2006/relationships/customXml" Target="../ink/ink874.xml"/><Relationship Id="rId455" Type="http://schemas.openxmlformats.org/officeDocument/2006/relationships/image" Target="../media/image977.png"/><Relationship Id="rId662" Type="http://schemas.openxmlformats.org/officeDocument/2006/relationships/customXml" Target="../ink/ink1081.xml"/><Relationship Id="rId12" Type="http://schemas.openxmlformats.org/officeDocument/2006/relationships/customXml" Target="../ink/ink756.xml"/><Relationship Id="rId108" Type="http://schemas.openxmlformats.org/officeDocument/2006/relationships/customXml" Target="../ink/ink804.xml"/><Relationship Id="rId315" Type="http://schemas.openxmlformats.org/officeDocument/2006/relationships/image" Target="../media/image907.png"/><Relationship Id="rId522" Type="http://schemas.openxmlformats.org/officeDocument/2006/relationships/customXml" Target="../ink/ink1011.xml"/><Relationship Id="rId96" Type="http://schemas.openxmlformats.org/officeDocument/2006/relationships/customXml" Target="../ink/ink798.xml"/><Relationship Id="rId161" Type="http://schemas.openxmlformats.org/officeDocument/2006/relationships/image" Target="../media/image831.png"/><Relationship Id="rId399" Type="http://schemas.openxmlformats.org/officeDocument/2006/relationships/image" Target="../media/image949.png"/><Relationship Id="rId259" Type="http://schemas.openxmlformats.org/officeDocument/2006/relationships/image" Target="../media/image879.png"/><Relationship Id="rId466" Type="http://schemas.openxmlformats.org/officeDocument/2006/relationships/customXml" Target="../ink/ink983.xml"/><Relationship Id="rId673" Type="http://schemas.openxmlformats.org/officeDocument/2006/relationships/image" Target="../media/image1086.png"/><Relationship Id="rId23" Type="http://schemas.openxmlformats.org/officeDocument/2006/relationships/image" Target="../media/image762.png"/><Relationship Id="rId119" Type="http://schemas.openxmlformats.org/officeDocument/2006/relationships/image" Target="../media/image810.png"/><Relationship Id="rId326" Type="http://schemas.openxmlformats.org/officeDocument/2006/relationships/customXml" Target="../ink/ink913.xml"/><Relationship Id="rId533" Type="http://schemas.openxmlformats.org/officeDocument/2006/relationships/image" Target="../media/image1016.png"/><Relationship Id="rId172" Type="http://schemas.openxmlformats.org/officeDocument/2006/relationships/customXml" Target="../ink/ink836.xml"/><Relationship Id="rId477" Type="http://schemas.openxmlformats.org/officeDocument/2006/relationships/image" Target="../media/image988.png"/><Relationship Id="rId600" Type="http://schemas.openxmlformats.org/officeDocument/2006/relationships/customXml" Target="../ink/ink1050.xml"/><Relationship Id="rId684" Type="http://schemas.openxmlformats.org/officeDocument/2006/relationships/customXml" Target="../ink/ink1092.xml"/><Relationship Id="rId337" Type="http://schemas.openxmlformats.org/officeDocument/2006/relationships/image" Target="../media/image918.png"/><Relationship Id="rId34" Type="http://schemas.openxmlformats.org/officeDocument/2006/relationships/customXml" Target="../ink/ink767.xml"/><Relationship Id="rId544" Type="http://schemas.openxmlformats.org/officeDocument/2006/relationships/customXml" Target="../ink/ink1022.xml"/><Relationship Id="rId183" Type="http://schemas.openxmlformats.org/officeDocument/2006/relationships/image" Target="../media/image842.png"/><Relationship Id="rId390" Type="http://schemas.openxmlformats.org/officeDocument/2006/relationships/customXml" Target="../ink/ink945.xml"/><Relationship Id="rId404" Type="http://schemas.openxmlformats.org/officeDocument/2006/relationships/customXml" Target="../ink/ink952.xml"/><Relationship Id="rId611" Type="http://schemas.openxmlformats.org/officeDocument/2006/relationships/image" Target="../media/image1055.png"/><Relationship Id="rId250" Type="http://schemas.openxmlformats.org/officeDocument/2006/relationships/customXml" Target="../ink/ink875.xml"/><Relationship Id="rId488" Type="http://schemas.openxmlformats.org/officeDocument/2006/relationships/customXml" Target="../ink/ink994.xml"/><Relationship Id="rId695" Type="http://schemas.openxmlformats.org/officeDocument/2006/relationships/image" Target="../media/image1097.png"/><Relationship Id="rId45" Type="http://schemas.openxmlformats.org/officeDocument/2006/relationships/image" Target="../media/image773.png"/><Relationship Id="rId110" Type="http://schemas.openxmlformats.org/officeDocument/2006/relationships/customXml" Target="../ink/ink805.xml"/><Relationship Id="rId348" Type="http://schemas.openxmlformats.org/officeDocument/2006/relationships/customXml" Target="../ink/ink924.xml"/><Relationship Id="rId555" Type="http://schemas.openxmlformats.org/officeDocument/2006/relationships/image" Target="../media/image1027.png"/><Relationship Id="rId194" Type="http://schemas.openxmlformats.org/officeDocument/2006/relationships/customXml" Target="../ink/ink847.xml"/><Relationship Id="rId208" Type="http://schemas.openxmlformats.org/officeDocument/2006/relationships/customXml" Target="../ink/ink854.xml"/><Relationship Id="rId415" Type="http://schemas.openxmlformats.org/officeDocument/2006/relationships/image" Target="../media/image957.png"/><Relationship Id="rId622" Type="http://schemas.openxmlformats.org/officeDocument/2006/relationships/customXml" Target="../ink/ink1061.xml"/><Relationship Id="rId261" Type="http://schemas.openxmlformats.org/officeDocument/2006/relationships/image" Target="../media/image880.png"/><Relationship Id="rId499" Type="http://schemas.openxmlformats.org/officeDocument/2006/relationships/image" Target="../media/image999.png"/><Relationship Id="rId56" Type="http://schemas.openxmlformats.org/officeDocument/2006/relationships/customXml" Target="../ink/ink778.xml"/><Relationship Id="rId359" Type="http://schemas.openxmlformats.org/officeDocument/2006/relationships/image" Target="../media/image929.png"/><Relationship Id="rId566" Type="http://schemas.openxmlformats.org/officeDocument/2006/relationships/customXml" Target="../ink/ink1033.xml"/><Relationship Id="rId121" Type="http://schemas.openxmlformats.org/officeDocument/2006/relationships/image" Target="../media/image811.png"/><Relationship Id="rId219" Type="http://schemas.openxmlformats.org/officeDocument/2006/relationships/image" Target="../media/image859.png"/><Relationship Id="rId426" Type="http://schemas.openxmlformats.org/officeDocument/2006/relationships/customXml" Target="../ink/ink963.xml"/><Relationship Id="rId633" Type="http://schemas.openxmlformats.org/officeDocument/2006/relationships/image" Target="../media/image1066.png"/><Relationship Id="rId67" Type="http://schemas.openxmlformats.org/officeDocument/2006/relationships/image" Target="../media/image784.png"/><Relationship Id="rId272" Type="http://schemas.openxmlformats.org/officeDocument/2006/relationships/customXml" Target="../ink/ink886.xml"/><Relationship Id="rId577" Type="http://schemas.openxmlformats.org/officeDocument/2006/relationships/image" Target="../media/image1038.png"/><Relationship Id="rId700" Type="http://schemas.openxmlformats.org/officeDocument/2006/relationships/customXml" Target="../ink/ink1100.xml"/><Relationship Id="rId132" Type="http://schemas.openxmlformats.org/officeDocument/2006/relationships/customXml" Target="../ink/ink816.xml"/><Relationship Id="rId437" Type="http://schemas.openxmlformats.org/officeDocument/2006/relationships/image" Target="../media/image968.png"/><Relationship Id="rId644" Type="http://schemas.openxmlformats.org/officeDocument/2006/relationships/customXml" Target="../ink/ink1072.xml"/><Relationship Id="rId283" Type="http://schemas.openxmlformats.org/officeDocument/2006/relationships/image" Target="../media/image891.png"/><Relationship Id="rId490" Type="http://schemas.openxmlformats.org/officeDocument/2006/relationships/customXml" Target="../ink/ink995.xml"/><Relationship Id="rId504" Type="http://schemas.openxmlformats.org/officeDocument/2006/relationships/customXml" Target="../ink/ink1002.xml"/><Relationship Id="rId78" Type="http://schemas.openxmlformats.org/officeDocument/2006/relationships/customXml" Target="../ink/ink789.xml"/><Relationship Id="rId143" Type="http://schemas.openxmlformats.org/officeDocument/2006/relationships/image" Target="../media/image822.png"/><Relationship Id="rId350" Type="http://schemas.openxmlformats.org/officeDocument/2006/relationships/customXml" Target="../ink/ink925.xml"/><Relationship Id="rId588" Type="http://schemas.openxmlformats.org/officeDocument/2006/relationships/customXml" Target="../ink/ink1044.xml"/><Relationship Id="rId9" Type="http://schemas.openxmlformats.org/officeDocument/2006/relationships/image" Target="../media/image755.png"/><Relationship Id="rId210" Type="http://schemas.openxmlformats.org/officeDocument/2006/relationships/customXml" Target="../ink/ink855.xml"/><Relationship Id="rId448" Type="http://schemas.openxmlformats.org/officeDocument/2006/relationships/customXml" Target="../ink/ink974.xml"/><Relationship Id="rId655" Type="http://schemas.openxmlformats.org/officeDocument/2006/relationships/image" Target="../media/image1077.png"/><Relationship Id="rId294" Type="http://schemas.openxmlformats.org/officeDocument/2006/relationships/customXml" Target="../ink/ink897.xml"/><Relationship Id="rId308" Type="http://schemas.openxmlformats.org/officeDocument/2006/relationships/customXml" Target="../ink/ink904.xml"/><Relationship Id="rId515" Type="http://schemas.openxmlformats.org/officeDocument/2006/relationships/image" Target="../media/image1007.png"/><Relationship Id="rId89" Type="http://schemas.openxmlformats.org/officeDocument/2006/relationships/image" Target="../media/image795.png"/><Relationship Id="rId154" Type="http://schemas.openxmlformats.org/officeDocument/2006/relationships/customXml" Target="../ink/ink827.xml"/><Relationship Id="rId361" Type="http://schemas.openxmlformats.org/officeDocument/2006/relationships/image" Target="../media/image930.png"/><Relationship Id="rId599" Type="http://schemas.openxmlformats.org/officeDocument/2006/relationships/image" Target="../media/image1049.png"/><Relationship Id="rId459" Type="http://schemas.openxmlformats.org/officeDocument/2006/relationships/image" Target="../media/image979.png"/><Relationship Id="rId666" Type="http://schemas.openxmlformats.org/officeDocument/2006/relationships/customXml" Target="../ink/ink1083.xml"/><Relationship Id="rId16" Type="http://schemas.openxmlformats.org/officeDocument/2006/relationships/customXml" Target="../ink/ink758.xml"/><Relationship Id="rId221" Type="http://schemas.openxmlformats.org/officeDocument/2006/relationships/image" Target="../media/image860.png"/><Relationship Id="rId319" Type="http://schemas.openxmlformats.org/officeDocument/2006/relationships/image" Target="../media/image909.png"/><Relationship Id="rId526" Type="http://schemas.openxmlformats.org/officeDocument/2006/relationships/customXml" Target="../ink/ink1013.xml"/><Relationship Id="rId165" Type="http://schemas.openxmlformats.org/officeDocument/2006/relationships/image" Target="../media/image833.png"/><Relationship Id="rId372" Type="http://schemas.openxmlformats.org/officeDocument/2006/relationships/customXml" Target="../ink/ink936.xml"/><Relationship Id="rId677" Type="http://schemas.openxmlformats.org/officeDocument/2006/relationships/image" Target="../media/image1088.png"/><Relationship Id="rId232" Type="http://schemas.openxmlformats.org/officeDocument/2006/relationships/customXml" Target="../ink/ink866.xml"/><Relationship Id="rId27" Type="http://schemas.openxmlformats.org/officeDocument/2006/relationships/image" Target="../media/image764.png"/><Relationship Id="rId537" Type="http://schemas.openxmlformats.org/officeDocument/2006/relationships/image" Target="../media/image1018.png"/><Relationship Id="rId80" Type="http://schemas.openxmlformats.org/officeDocument/2006/relationships/customXml" Target="../ink/ink790.xml"/><Relationship Id="rId176" Type="http://schemas.openxmlformats.org/officeDocument/2006/relationships/customXml" Target="../ink/ink838.xml"/><Relationship Id="rId383" Type="http://schemas.openxmlformats.org/officeDocument/2006/relationships/image" Target="../media/image941.png"/><Relationship Id="rId590" Type="http://schemas.openxmlformats.org/officeDocument/2006/relationships/customXml" Target="../ink/ink1045.xml"/><Relationship Id="rId604" Type="http://schemas.openxmlformats.org/officeDocument/2006/relationships/customXml" Target="../ink/ink1052.xml"/><Relationship Id="rId243" Type="http://schemas.openxmlformats.org/officeDocument/2006/relationships/image" Target="../media/image871.png"/><Relationship Id="rId450" Type="http://schemas.openxmlformats.org/officeDocument/2006/relationships/customXml" Target="../ink/ink975.xml"/><Relationship Id="rId688" Type="http://schemas.openxmlformats.org/officeDocument/2006/relationships/customXml" Target="../ink/ink1094.xml"/><Relationship Id="rId38" Type="http://schemas.openxmlformats.org/officeDocument/2006/relationships/customXml" Target="../ink/ink769.xml"/><Relationship Id="rId103" Type="http://schemas.openxmlformats.org/officeDocument/2006/relationships/image" Target="../media/image802.png"/><Relationship Id="rId310" Type="http://schemas.openxmlformats.org/officeDocument/2006/relationships/customXml" Target="../ink/ink905.xml"/><Relationship Id="rId548" Type="http://schemas.openxmlformats.org/officeDocument/2006/relationships/customXml" Target="../ink/ink1024.xml"/><Relationship Id="rId91" Type="http://schemas.openxmlformats.org/officeDocument/2006/relationships/image" Target="../media/image796.png"/><Relationship Id="rId187" Type="http://schemas.openxmlformats.org/officeDocument/2006/relationships/image" Target="../media/image844.png"/><Relationship Id="rId394" Type="http://schemas.openxmlformats.org/officeDocument/2006/relationships/customXml" Target="../ink/ink947.xml"/><Relationship Id="rId408" Type="http://schemas.openxmlformats.org/officeDocument/2006/relationships/customXml" Target="../ink/ink954.xml"/><Relationship Id="rId615" Type="http://schemas.openxmlformats.org/officeDocument/2006/relationships/image" Target="../media/image1057.png"/><Relationship Id="rId254" Type="http://schemas.openxmlformats.org/officeDocument/2006/relationships/customXml" Target="../ink/ink877.xml"/><Relationship Id="rId699" Type="http://schemas.openxmlformats.org/officeDocument/2006/relationships/image" Target="../media/image1099.png"/><Relationship Id="rId49" Type="http://schemas.openxmlformats.org/officeDocument/2006/relationships/image" Target="../media/image775.png"/><Relationship Id="rId114" Type="http://schemas.openxmlformats.org/officeDocument/2006/relationships/customXml" Target="../ink/ink807.xml"/><Relationship Id="rId461" Type="http://schemas.openxmlformats.org/officeDocument/2006/relationships/image" Target="../media/image980.png"/><Relationship Id="rId559" Type="http://schemas.openxmlformats.org/officeDocument/2006/relationships/image" Target="../media/image1029.png"/><Relationship Id="rId198" Type="http://schemas.openxmlformats.org/officeDocument/2006/relationships/customXml" Target="../ink/ink849.xml"/><Relationship Id="rId321" Type="http://schemas.openxmlformats.org/officeDocument/2006/relationships/image" Target="../media/image910.png"/><Relationship Id="rId419" Type="http://schemas.openxmlformats.org/officeDocument/2006/relationships/image" Target="../media/image959.png"/><Relationship Id="rId626" Type="http://schemas.openxmlformats.org/officeDocument/2006/relationships/customXml" Target="../ink/ink1063.xml"/></Relationships>
</file>

<file path=ppt/slides/_rels/slide16.xml.rels><?xml version="1.0" encoding="UTF-8" standalone="yes"?>
<Relationships xmlns="http://schemas.openxmlformats.org/package/2006/relationships"><Relationship Id="rId117" Type="http://schemas.openxmlformats.org/officeDocument/2006/relationships/image" Target="../media/image1075.png"/><Relationship Id="rId21" Type="http://schemas.openxmlformats.org/officeDocument/2006/relationships/image" Target="../media/image1027.png"/><Relationship Id="rId324" Type="http://schemas.openxmlformats.org/officeDocument/2006/relationships/customXml" Target="../ink/ink1262.xml"/><Relationship Id="rId531" Type="http://schemas.openxmlformats.org/officeDocument/2006/relationships/image" Target="../media/image1292.png"/><Relationship Id="rId170" Type="http://schemas.openxmlformats.org/officeDocument/2006/relationships/customXml" Target="../ink/ink1185.xml"/><Relationship Id="rId268" Type="http://schemas.openxmlformats.org/officeDocument/2006/relationships/customXml" Target="../ink/ink1234.xml"/><Relationship Id="rId475" Type="http://schemas.openxmlformats.org/officeDocument/2006/relationships/image" Target="../media/image1264.png"/><Relationship Id="rId32" Type="http://schemas.openxmlformats.org/officeDocument/2006/relationships/customXml" Target="../ink/ink1116.xml"/><Relationship Id="rId128" Type="http://schemas.openxmlformats.org/officeDocument/2006/relationships/customXml" Target="../ink/ink1164.xml"/><Relationship Id="rId335" Type="http://schemas.openxmlformats.org/officeDocument/2006/relationships/image" Target="../media/image1194.png"/><Relationship Id="rId542" Type="http://schemas.openxmlformats.org/officeDocument/2006/relationships/customXml" Target="../ink/ink1371.xml"/><Relationship Id="rId181" Type="http://schemas.openxmlformats.org/officeDocument/2006/relationships/image" Target="../media/image1117.png"/><Relationship Id="rId402" Type="http://schemas.openxmlformats.org/officeDocument/2006/relationships/customXml" Target="../ink/ink1301.xml"/><Relationship Id="rId279" Type="http://schemas.openxmlformats.org/officeDocument/2006/relationships/image" Target="../media/image1166.png"/><Relationship Id="rId486" Type="http://schemas.openxmlformats.org/officeDocument/2006/relationships/customXml" Target="../ink/ink1343.xml"/><Relationship Id="rId43" Type="http://schemas.openxmlformats.org/officeDocument/2006/relationships/image" Target="../media/image1038.png"/><Relationship Id="rId139" Type="http://schemas.openxmlformats.org/officeDocument/2006/relationships/image" Target="../media/image1086.png"/><Relationship Id="rId346" Type="http://schemas.openxmlformats.org/officeDocument/2006/relationships/customXml" Target="../ink/ink1273.xml"/><Relationship Id="rId553" Type="http://schemas.openxmlformats.org/officeDocument/2006/relationships/image" Target="../media/image1303.png"/><Relationship Id="rId192" Type="http://schemas.openxmlformats.org/officeDocument/2006/relationships/customXml" Target="../ink/ink1196.xml"/><Relationship Id="rId206" Type="http://schemas.openxmlformats.org/officeDocument/2006/relationships/customXml" Target="../ink/ink1203.xml"/><Relationship Id="rId413" Type="http://schemas.openxmlformats.org/officeDocument/2006/relationships/image" Target="../media/image1233.png"/><Relationship Id="rId497" Type="http://schemas.openxmlformats.org/officeDocument/2006/relationships/image" Target="../media/image1275.png"/><Relationship Id="rId357" Type="http://schemas.openxmlformats.org/officeDocument/2006/relationships/image" Target="../media/image1205.png"/><Relationship Id="rId54" Type="http://schemas.openxmlformats.org/officeDocument/2006/relationships/customXml" Target="../ink/ink1127.xml"/><Relationship Id="rId217" Type="http://schemas.openxmlformats.org/officeDocument/2006/relationships/image" Target="../media/image1135.png"/><Relationship Id="rId564" Type="http://schemas.openxmlformats.org/officeDocument/2006/relationships/customXml" Target="../ink/ink1382.xml"/><Relationship Id="rId424" Type="http://schemas.openxmlformats.org/officeDocument/2006/relationships/customXml" Target="../ink/ink1312.xml"/><Relationship Id="rId270" Type="http://schemas.openxmlformats.org/officeDocument/2006/relationships/customXml" Target="../ink/ink1235.xml"/><Relationship Id="rId65" Type="http://schemas.openxmlformats.org/officeDocument/2006/relationships/image" Target="../media/image1049.png"/><Relationship Id="rId130" Type="http://schemas.openxmlformats.org/officeDocument/2006/relationships/customXml" Target="../ink/ink1165.xml"/><Relationship Id="rId368" Type="http://schemas.openxmlformats.org/officeDocument/2006/relationships/customXml" Target="../ink/ink1284.xml"/><Relationship Id="rId575" Type="http://schemas.openxmlformats.org/officeDocument/2006/relationships/image" Target="../media/image1314.png"/><Relationship Id="rId228" Type="http://schemas.openxmlformats.org/officeDocument/2006/relationships/customXml" Target="../ink/ink1214.xml"/><Relationship Id="rId435" Type="http://schemas.openxmlformats.org/officeDocument/2006/relationships/image" Target="../media/image1244.png"/><Relationship Id="rId281" Type="http://schemas.openxmlformats.org/officeDocument/2006/relationships/image" Target="../media/image1167.png"/><Relationship Id="rId502" Type="http://schemas.openxmlformats.org/officeDocument/2006/relationships/customXml" Target="../ink/ink1351.xml"/><Relationship Id="rId76" Type="http://schemas.openxmlformats.org/officeDocument/2006/relationships/customXml" Target="../ink/ink1138.xml"/><Relationship Id="rId141" Type="http://schemas.openxmlformats.org/officeDocument/2006/relationships/image" Target="../media/image1087.png"/><Relationship Id="rId379" Type="http://schemas.openxmlformats.org/officeDocument/2006/relationships/image" Target="../media/image1216.png"/><Relationship Id="rId586" Type="http://schemas.openxmlformats.org/officeDocument/2006/relationships/customXml" Target="../ink/ink1393.xml"/><Relationship Id="rId7" Type="http://schemas.openxmlformats.org/officeDocument/2006/relationships/image" Target="../media/image1020.png"/><Relationship Id="rId239" Type="http://schemas.openxmlformats.org/officeDocument/2006/relationships/image" Target="../media/image1146.png"/><Relationship Id="rId446" Type="http://schemas.openxmlformats.org/officeDocument/2006/relationships/customXml" Target="../ink/ink1323.xml"/><Relationship Id="rId292" Type="http://schemas.openxmlformats.org/officeDocument/2006/relationships/customXml" Target="../ink/ink1246.xml"/><Relationship Id="rId306" Type="http://schemas.openxmlformats.org/officeDocument/2006/relationships/customXml" Target="../ink/ink1253.xml"/><Relationship Id="rId87" Type="http://schemas.openxmlformats.org/officeDocument/2006/relationships/image" Target="../media/image1060.png"/><Relationship Id="rId513" Type="http://schemas.openxmlformats.org/officeDocument/2006/relationships/image" Target="../media/image1283.png"/><Relationship Id="rId597" Type="http://schemas.openxmlformats.org/officeDocument/2006/relationships/image" Target="../media/image1325.png"/><Relationship Id="rId152" Type="http://schemas.openxmlformats.org/officeDocument/2006/relationships/customXml" Target="../ink/ink1176.xml"/><Relationship Id="rId457" Type="http://schemas.openxmlformats.org/officeDocument/2006/relationships/image" Target="../media/image1255.png"/><Relationship Id="rId14" Type="http://schemas.openxmlformats.org/officeDocument/2006/relationships/customXml" Target="../ink/ink1107.xml"/><Relationship Id="rId317" Type="http://schemas.openxmlformats.org/officeDocument/2006/relationships/image" Target="../media/image1185.png"/><Relationship Id="rId524" Type="http://schemas.openxmlformats.org/officeDocument/2006/relationships/customXml" Target="../ink/ink1362.xml"/><Relationship Id="rId98" Type="http://schemas.openxmlformats.org/officeDocument/2006/relationships/customXml" Target="../ink/ink1149.xml"/><Relationship Id="rId163" Type="http://schemas.openxmlformats.org/officeDocument/2006/relationships/image" Target="../media/image1108.png"/><Relationship Id="rId370" Type="http://schemas.openxmlformats.org/officeDocument/2006/relationships/customXml" Target="../ink/ink1285.xml"/><Relationship Id="rId230" Type="http://schemas.openxmlformats.org/officeDocument/2006/relationships/customXml" Target="../ink/ink1215.xml"/><Relationship Id="rId468" Type="http://schemas.openxmlformats.org/officeDocument/2006/relationships/customXml" Target="../ink/ink1334.xml"/><Relationship Id="rId25" Type="http://schemas.openxmlformats.org/officeDocument/2006/relationships/image" Target="../media/image1029.png"/><Relationship Id="rId67" Type="http://schemas.openxmlformats.org/officeDocument/2006/relationships/image" Target="../media/image1050.png"/><Relationship Id="rId272" Type="http://schemas.openxmlformats.org/officeDocument/2006/relationships/customXml" Target="../ink/ink1236.xml"/><Relationship Id="rId328" Type="http://schemas.openxmlformats.org/officeDocument/2006/relationships/customXml" Target="../ink/ink1264.xml"/><Relationship Id="rId535" Type="http://schemas.openxmlformats.org/officeDocument/2006/relationships/image" Target="../media/image1294.png"/><Relationship Id="rId577" Type="http://schemas.openxmlformats.org/officeDocument/2006/relationships/image" Target="../media/image1315.png"/><Relationship Id="rId132" Type="http://schemas.openxmlformats.org/officeDocument/2006/relationships/customXml" Target="../ink/ink1166.xml"/><Relationship Id="rId174" Type="http://schemas.openxmlformats.org/officeDocument/2006/relationships/customXml" Target="../ink/ink1187.xml"/><Relationship Id="rId381" Type="http://schemas.openxmlformats.org/officeDocument/2006/relationships/image" Target="../media/image1217.png"/><Relationship Id="rId602" Type="http://schemas.openxmlformats.org/officeDocument/2006/relationships/customXml" Target="../ink/ink1401.xml"/><Relationship Id="rId241" Type="http://schemas.openxmlformats.org/officeDocument/2006/relationships/image" Target="../media/image1147.png"/><Relationship Id="rId437" Type="http://schemas.openxmlformats.org/officeDocument/2006/relationships/image" Target="../media/image1245.png"/><Relationship Id="rId479" Type="http://schemas.openxmlformats.org/officeDocument/2006/relationships/image" Target="../media/image1266.png"/><Relationship Id="rId36" Type="http://schemas.openxmlformats.org/officeDocument/2006/relationships/customXml" Target="../ink/ink1118.xml"/><Relationship Id="rId283" Type="http://schemas.openxmlformats.org/officeDocument/2006/relationships/image" Target="../media/image1168.png"/><Relationship Id="rId339" Type="http://schemas.openxmlformats.org/officeDocument/2006/relationships/image" Target="../media/image1196.png"/><Relationship Id="rId490" Type="http://schemas.openxmlformats.org/officeDocument/2006/relationships/customXml" Target="../ink/ink1345.xml"/><Relationship Id="rId504" Type="http://schemas.openxmlformats.org/officeDocument/2006/relationships/customXml" Target="../ink/ink1352.xml"/><Relationship Id="rId546" Type="http://schemas.openxmlformats.org/officeDocument/2006/relationships/customXml" Target="../ink/ink1373.xml"/><Relationship Id="rId78" Type="http://schemas.openxmlformats.org/officeDocument/2006/relationships/customXml" Target="../ink/ink1139.xml"/><Relationship Id="rId101" Type="http://schemas.openxmlformats.org/officeDocument/2006/relationships/image" Target="../media/image1067.png"/><Relationship Id="rId143" Type="http://schemas.openxmlformats.org/officeDocument/2006/relationships/image" Target="../media/image1088.png"/><Relationship Id="rId185" Type="http://schemas.openxmlformats.org/officeDocument/2006/relationships/image" Target="../media/image1119.png"/><Relationship Id="rId350" Type="http://schemas.openxmlformats.org/officeDocument/2006/relationships/customXml" Target="../ink/ink1275.xml"/><Relationship Id="rId406" Type="http://schemas.openxmlformats.org/officeDocument/2006/relationships/customXml" Target="../ink/ink1303.xml"/><Relationship Id="rId588" Type="http://schemas.openxmlformats.org/officeDocument/2006/relationships/customXml" Target="../ink/ink1394.xml"/><Relationship Id="rId9" Type="http://schemas.openxmlformats.org/officeDocument/2006/relationships/image" Target="../media/image1021.png"/><Relationship Id="rId210" Type="http://schemas.openxmlformats.org/officeDocument/2006/relationships/customXml" Target="../ink/ink1205.xml"/><Relationship Id="rId392" Type="http://schemas.openxmlformats.org/officeDocument/2006/relationships/customXml" Target="../ink/ink1296.xml"/><Relationship Id="rId448" Type="http://schemas.openxmlformats.org/officeDocument/2006/relationships/customXml" Target="../ink/ink1324.xml"/><Relationship Id="rId252" Type="http://schemas.openxmlformats.org/officeDocument/2006/relationships/customXml" Target="../ink/ink1226.xml"/><Relationship Id="rId294" Type="http://schemas.openxmlformats.org/officeDocument/2006/relationships/customXml" Target="../ink/ink1247.xml"/><Relationship Id="rId308" Type="http://schemas.openxmlformats.org/officeDocument/2006/relationships/customXml" Target="../ink/ink1254.xml"/><Relationship Id="rId515" Type="http://schemas.openxmlformats.org/officeDocument/2006/relationships/image" Target="../media/image1284.png"/><Relationship Id="rId47" Type="http://schemas.openxmlformats.org/officeDocument/2006/relationships/image" Target="../media/image1040.png"/><Relationship Id="rId89" Type="http://schemas.openxmlformats.org/officeDocument/2006/relationships/image" Target="../media/image1061.png"/><Relationship Id="rId112" Type="http://schemas.openxmlformats.org/officeDocument/2006/relationships/customXml" Target="../ink/ink1156.xml"/><Relationship Id="rId154" Type="http://schemas.openxmlformats.org/officeDocument/2006/relationships/customXml" Target="../ink/ink1177.xml"/><Relationship Id="rId361" Type="http://schemas.openxmlformats.org/officeDocument/2006/relationships/image" Target="../media/image1207.png"/><Relationship Id="rId557" Type="http://schemas.openxmlformats.org/officeDocument/2006/relationships/image" Target="../media/image1305.png"/><Relationship Id="rId599" Type="http://schemas.openxmlformats.org/officeDocument/2006/relationships/image" Target="../media/image1326.png"/><Relationship Id="rId196" Type="http://schemas.openxmlformats.org/officeDocument/2006/relationships/customXml" Target="../ink/ink1198.xml"/><Relationship Id="rId417" Type="http://schemas.openxmlformats.org/officeDocument/2006/relationships/image" Target="../media/image1235.png"/><Relationship Id="rId459" Type="http://schemas.openxmlformats.org/officeDocument/2006/relationships/image" Target="../media/image1256.png"/><Relationship Id="rId16" Type="http://schemas.openxmlformats.org/officeDocument/2006/relationships/customXml" Target="../ink/ink1108.xml"/><Relationship Id="rId221" Type="http://schemas.openxmlformats.org/officeDocument/2006/relationships/image" Target="../media/image1137.png"/><Relationship Id="rId263" Type="http://schemas.openxmlformats.org/officeDocument/2006/relationships/image" Target="../media/image1158.png"/><Relationship Id="rId319" Type="http://schemas.openxmlformats.org/officeDocument/2006/relationships/image" Target="../media/image1186.png"/><Relationship Id="rId470" Type="http://schemas.openxmlformats.org/officeDocument/2006/relationships/customXml" Target="../ink/ink1335.xml"/><Relationship Id="rId526" Type="http://schemas.openxmlformats.org/officeDocument/2006/relationships/customXml" Target="../ink/ink1363.xml"/><Relationship Id="rId58" Type="http://schemas.openxmlformats.org/officeDocument/2006/relationships/customXml" Target="../ink/ink1129.xml"/><Relationship Id="rId123" Type="http://schemas.openxmlformats.org/officeDocument/2006/relationships/image" Target="../media/image1078.png"/><Relationship Id="rId330" Type="http://schemas.openxmlformats.org/officeDocument/2006/relationships/customXml" Target="../ink/ink1265.xml"/><Relationship Id="rId568" Type="http://schemas.openxmlformats.org/officeDocument/2006/relationships/customXml" Target="../ink/ink1384.xml"/><Relationship Id="rId165" Type="http://schemas.openxmlformats.org/officeDocument/2006/relationships/image" Target="../media/image1109.png"/><Relationship Id="rId372" Type="http://schemas.openxmlformats.org/officeDocument/2006/relationships/customXml" Target="../ink/ink1286.xml"/><Relationship Id="rId428" Type="http://schemas.openxmlformats.org/officeDocument/2006/relationships/customXml" Target="../ink/ink1314.xml"/><Relationship Id="rId232" Type="http://schemas.openxmlformats.org/officeDocument/2006/relationships/customXml" Target="../ink/ink1216.xml"/><Relationship Id="rId274" Type="http://schemas.openxmlformats.org/officeDocument/2006/relationships/customXml" Target="../ink/ink1237.xml"/><Relationship Id="rId481" Type="http://schemas.openxmlformats.org/officeDocument/2006/relationships/image" Target="../media/image1267.png"/><Relationship Id="rId27" Type="http://schemas.openxmlformats.org/officeDocument/2006/relationships/image" Target="../media/image1030.png"/><Relationship Id="rId69" Type="http://schemas.openxmlformats.org/officeDocument/2006/relationships/image" Target="../media/image1051.png"/><Relationship Id="rId134" Type="http://schemas.openxmlformats.org/officeDocument/2006/relationships/customXml" Target="../ink/ink1167.xml"/><Relationship Id="rId537" Type="http://schemas.openxmlformats.org/officeDocument/2006/relationships/image" Target="../media/image1295.png"/><Relationship Id="rId579" Type="http://schemas.openxmlformats.org/officeDocument/2006/relationships/image" Target="../media/image1316.png"/><Relationship Id="rId80" Type="http://schemas.openxmlformats.org/officeDocument/2006/relationships/customXml" Target="../ink/ink1140.xml"/><Relationship Id="rId176" Type="http://schemas.openxmlformats.org/officeDocument/2006/relationships/customXml" Target="../ink/ink1188.xml"/><Relationship Id="rId341" Type="http://schemas.openxmlformats.org/officeDocument/2006/relationships/image" Target="../media/image1197.png"/><Relationship Id="rId383" Type="http://schemas.openxmlformats.org/officeDocument/2006/relationships/image" Target="../media/image1218.png"/><Relationship Id="rId439" Type="http://schemas.openxmlformats.org/officeDocument/2006/relationships/image" Target="../media/image1246.png"/><Relationship Id="rId590" Type="http://schemas.openxmlformats.org/officeDocument/2006/relationships/customXml" Target="../ink/ink1395.xml"/><Relationship Id="rId604" Type="http://schemas.openxmlformats.org/officeDocument/2006/relationships/customXml" Target="../ink/ink1402.xml"/><Relationship Id="rId201" Type="http://schemas.openxmlformats.org/officeDocument/2006/relationships/image" Target="../media/image1127.png"/><Relationship Id="rId243" Type="http://schemas.openxmlformats.org/officeDocument/2006/relationships/image" Target="../media/image1148.png"/><Relationship Id="rId285" Type="http://schemas.openxmlformats.org/officeDocument/2006/relationships/image" Target="../media/image1169.png"/><Relationship Id="rId450" Type="http://schemas.openxmlformats.org/officeDocument/2006/relationships/customXml" Target="../ink/ink1325.xml"/><Relationship Id="rId506" Type="http://schemas.openxmlformats.org/officeDocument/2006/relationships/customXml" Target="../ink/ink1353.xml"/><Relationship Id="rId38" Type="http://schemas.openxmlformats.org/officeDocument/2006/relationships/customXml" Target="../ink/ink1119.xml"/><Relationship Id="rId103" Type="http://schemas.openxmlformats.org/officeDocument/2006/relationships/image" Target="../media/image1068.png"/><Relationship Id="rId310" Type="http://schemas.openxmlformats.org/officeDocument/2006/relationships/customXml" Target="../ink/ink1255.xml"/><Relationship Id="rId492" Type="http://schemas.openxmlformats.org/officeDocument/2006/relationships/customXml" Target="../ink/ink1346.xml"/><Relationship Id="rId548" Type="http://schemas.openxmlformats.org/officeDocument/2006/relationships/customXml" Target="../ink/ink1374.xml"/><Relationship Id="rId91" Type="http://schemas.openxmlformats.org/officeDocument/2006/relationships/image" Target="../media/image1062.png"/><Relationship Id="rId145" Type="http://schemas.openxmlformats.org/officeDocument/2006/relationships/image" Target="../media/image1089.png"/><Relationship Id="rId187" Type="http://schemas.openxmlformats.org/officeDocument/2006/relationships/image" Target="../media/image1120.png"/><Relationship Id="rId352" Type="http://schemas.openxmlformats.org/officeDocument/2006/relationships/customXml" Target="../ink/ink1276.xml"/><Relationship Id="rId394" Type="http://schemas.openxmlformats.org/officeDocument/2006/relationships/customXml" Target="../ink/ink1297.xml"/><Relationship Id="rId408" Type="http://schemas.openxmlformats.org/officeDocument/2006/relationships/customXml" Target="../ink/ink1304.xml"/><Relationship Id="rId212" Type="http://schemas.openxmlformats.org/officeDocument/2006/relationships/customXml" Target="../ink/ink1206.xml"/><Relationship Id="rId254" Type="http://schemas.openxmlformats.org/officeDocument/2006/relationships/customXml" Target="../ink/ink1227.xml"/><Relationship Id="rId49" Type="http://schemas.openxmlformats.org/officeDocument/2006/relationships/image" Target="../media/image1041.png"/><Relationship Id="rId114" Type="http://schemas.openxmlformats.org/officeDocument/2006/relationships/customXml" Target="../ink/ink1157.xml"/><Relationship Id="rId296" Type="http://schemas.openxmlformats.org/officeDocument/2006/relationships/customXml" Target="../ink/ink1248.xml"/><Relationship Id="rId461" Type="http://schemas.openxmlformats.org/officeDocument/2006/relationships/image" Target="../media/image1257.png"/><Relationship Id="rId517" Type="http://schemas.openxmlformats.org/officeDocument/2006/relationships/image" Target="../media/image1285.png"/><Relationship Id="rId559" Type="http://schemas.openxmlformats.org/officeDocument/2006/relationships/image" Target="../media/image1306.png"/><Relationship Id="rId60" Type="http://schemas.openxmlformats.org/officeDocument/2006/relationships/customXml" Target="../ink/ink1130.xml"/><Relationship Id="rId156" Type="http://schemas.openxmlformats.org/officeDocument/2006/relationships/customXml" Target="../ink/ink1178.xml"/><Relationship Id="rId198" Type="http://schemas.openxmlformats.org/officeDocument/2006/relationships/customXml" Target="../ink/ink1199.xml"/><Relationship Id="rId321" Type="http://schemas.openxmlformats.org/officeDocument/2006/relationships/image" Target="../media/image1187.png"/><Relationship Id="rId363" Type="http://schemas.openxmlformats.org/officeDocument/2006/relationships/image" Target="../media/image1208.png"/><Relationship Id="rId419" Type="http://schemas.openxmlformats.org/officeDocument/2006/relationships/image" Target="../media/image1236.png"/><Relationship Id="rId570" Type="http://schemas.openxmlformats.org/officeDocument/2006/relationships/customXml" Target="../ink/ink1385.xml"/><Relationship Id="rId223" Type="http://schemas.openxmlformats.org/officeDocument/2006/relationships/image" Target="../media/image1138.png"/><Relationship Id="rId430" Type="http://schemas.openxmlformats.org/officeDocument/2006/relationships/customXml" Target="../ink/ink1315.xml"/><Relationship Id="rId18" Type="http://schemas.openxmlformats.org/officeDocument/2006/relationships/customXml" Target="../ink/ink1109.xml"/><Relationship Id="rId265" Type="http://schemas.openxmlformats.org/officeDocument/2006/relationships/image" Target="../media/image1159.png"/><Relationship Id="rId472" Type="http://schemas.openxmlformats.org/officeDocument/2006/relationships/customXml" Target="../ink/ink1336.xml"/><Relationship Id="rId528" Type="http://schemas.openxmlformats.org/officeDocument/2006/relationships/customXml" Target="../ink/ink1364.xml"/><Relationship Id="rId125" Type="http://schemas.openxmlformats.org/officeDocument/2006/relationships/image" Target="../media/image1079.png"/><Relationship Id="rId167" Type="http://schemas.openxmlformats.org/officeDocument/2006/relationships/image" Target="../media/image1110.png"/><Relationship Id="rId332" Type="http://schemas.openxmlformats.org/officeDocument/2006/relationships/customXml" Target="../ink/ink1266.xml"/><Relationship Id="rId374" Type="http://schemas.openxmlformats.org/officeDocument/2006/relationships/customXml" Target="../ink/ink1287.xml"/><Relationship Id="rId581" Type="http://schemas.openxmlformats.org/officeDocument/2006/relationships/image" Target="../media/image1317.png"/><Relationship Id="rId71" Type="http://schemas.openxmlformats.org/officeDocument/2006/relationships/image" Target="../media/image1052.png"/><Relationship Id="rId234" Type="http://schemas.openxmlformats.org/officeDocument/2006/relationships/customXml" Target="../ink/ink1217.xml"/><Relationship Id="rId2" Type="http://schemas.openxmlformats.org/officeDocument/2006/relationships/customXml" Target="../ink/ink1101.xml"/><Relationship Id="rId29" Type="http://schemas.openxmlformats.org/officeDocument/2006/relationships/image" Target="../media/image1031.png"/><Relationship Id="rId276" Type="http://schemas.openxmlformats.org/officeDocument/2006/relationships/customXml" Target="../ink/ink1238.xml"/><Relationship Id="rId441" Type="http://schemas.openxmlformats.org/officeDocument/2006/relationships/image" Target="../media/image1247.png"/><Relationship Id="rId483" Type="http://schemas.openxmlformats.org/officeDocument/2006/relationships/image" Target="../media/image1268.png"/><Relationship Id="rId539" Type="http://schemas.openxmlformats.org/officeDocument/2006/relationships/image" Target="../media/image1296.png"/><Relationship Id="rId40" Type="http://schemas.openxmlformats.org/officeDocument/2006/relationships/customXml" Target="../ink/ink1120.xml"/><Relationship Id="rId136" Type="http://schemas.openxmlformats.org/officeDocument/2006/relationships/customXml" Target="../ink/ink1168.xml"/><Relationship Id="rId178" Type="http://schemas.openxmlformats.org/officeDocument/2006/relationships/customXml" Target="../ink/ink1189.xml"/><Relationship Id="rId301" Type="http://schemas.openxmlformats.org/officeDocument/2006/relationships/image" Target="../media/image1177.png"/><Relationship Id="rId343" Type="http://schemas.openxmlformats.org/officeDocument/2006/relationships/image" Target="../media/image1198.png"/><Relationship Id="rId550" Type="http://schemas.openxmlformats.org/officeDocument/2006/relationships/customXml" Target="../ink/ink1375.xml"/><Relationship Id="rId82" Type="http://schemas.openxmlformats.org/officeDocument/2006/relationships/customXml" Target="../ink/ink1141.xml"/><Relationship Id="rId203" Type="http://schemas.openxmlformats.org/officeDocument/2006/relationships/image" Target="../media/image1128.png"/><Relationship Id="rId385" Type="http://schemas.openxmlformats.org/officeDocument/2006/relationships/image" Target="../media/image1219.png"/><Relationship Id="rId592" Type="http://schemas.openxmlformats.org/officeDocument/2006/relationships/customXml" Target="../ink/ink1396.xml"/><Relationship Id="rId606" Type="http://schemas.openxmlformats.org/officeDocument/2006/relationships/customXml" Target="../ink/ink1403.xml"/><Relationship Id="rId245" Type="http://schemas.openxmlformats.org/officeDocument/2006/relationships/image" Target="../media/image1149.png"/><Relationship Id="rId287" Type="http://schemas.openxmlformats.org/officeDocument/2006/relationships/image" Target="../media/image1170.png"/><Relationship Id="rId410" Type="http://schemas.openxmlformats.org/officeDocument/2006/relationships/customXml" Target="../ink/ink1305.xml"/><Relationship Id="rId452" Type="http://schemas.openxmlformats.org/officeDocument/2006/relationships/customXml" Target="../ink/ink1326.xml"/><Relationship Id="rId494" Type="http://schemas.openxmlformats.org/officeDocument/2006/relationships/customXml" Target="../ink/ink1347.xml"/><Relationship Id="rId508" Type="http://schemas.openxmlformats.org/officeDocument/2006/relationships/customXml" Target="../ink/ink1354.xml"/><Relationship Id="rId105" Type="http://schemas.openxmlformats.org/officeDocument/2006/relationships/image" Target="../media/image1069.png"/><Relationship Id="rId147" Type="http://schemas.openxmlformats.org/officeDocument/2006/relationships/image" Target="../media/image1090.png"/><Relationship Id="rId312" Type="http://schemas.openxmlformats.org/officeDocument/2006/relationships/customXml" Target="../ink/ink1256.xml"/><Relationship Id="rId354" Type="http://schemas.openxmlformats.org/officeDocument/2006/relationships/customXml" Target="../ink/ink1277.xml"/><Relationship Id="rId51" Type="http://schemas.openxmlformats.org/officeDocument/2006/relationships/image" Target="../media/image1042.png"/><Relationship Id="rId93" Type="http://schemas.openxmlformats.org/officeDocument/2006/relationships/image" Target="../media/image1063.png"/><Relationship Id="rId189" Type="http://schemas.openxmlformats.org/officeDocument/2006/relationships/image" Target="../media/image1121.png"/><Relationship Id="rId396" Type="http://schemas.openxmlformats.org/officeDocument/2006/relationships/customXml" Target="../ink/ink1298.xml"/><Relationship Id="rId561" Type="http://schemas.openxmlformats.org/officeDocument/2006/relationships/image" Target="../media/image1307.png"/><Relationship Id="rId214" Type="http://schemas.openxmlformats.org/officeDocument/2006/relationships/customXml" Target="../ink/ink1207.xml"/><Relationship Id="rId256" Type="http://schemas.openxmlformats.org/officeDocument/2006/relationships/customXml" Target="../ink/ink1228.xml"/><Relationship Id="rId298" Type="http://schemas.openxmlformats.org/officeDocument/2006/relationships/customXml" Target="../ink/ink1249.xml"/><Relationship Id="rId421" Type="http://schemas.openxmlformats.org/officeDocument/2006/relationships/image" Target="../media/image1237.png"/><Relationship Id="rId463" Type="http://schemas.openxmlformats.org/officeDocument/2006/relationships/image" Target="../media/image1258.png"/><Relationship Id="rId519" Type="http://schemas.openxmlformats.org/officeDocument/2006/relationships/image" Target="../media/image1286.png"/><Relationship Id="rId116" Type="http://schemas.openxmlformats.org/officeDocument/2006/relationships/customXml" Target="../ink/ink1158.xml"/><Relationship Id="rId158" Type="http://schemas.openxmlformats.org/officeDocument/2006/relationships/customXml" Target="../ink/ink1179.xml"/><Relationship Id="rId323" Type="http://schemas.openxmlformats.org/officeDocument/2006/relationships/image" Target="../media/image1188.png"/><Relationship Id="rId530" Type="http://schemas.openxmlformats.org/officeDocument/2006/relationships/customXml" Target="../ink/ink1365.xml"/><Relationship Id="rId20" Type="http://schemas.openxmlformats.org/officeDocument/2006/relationships/customXml" Target="../ink/ink1110.xml"/><Relationship Id="rId62" Type="http://schemas.openxmlformats.org/officeDocument/2006/relationships/customXml" Target="../ink/ink1131.xml"/><Relationship Id="rId365" Type="http://schemas.openxmlformats.org/officeDocument/2006/relationships/image" Target="../media/image1209.png"/><Relationship Id="rId572" Type="http://schemas.openxmlformats.org/officeDocument/2006/relationships/customXml" Target="../ink/ink1386.xml"/><Relationship Id="rId225" Type="http://schemas.openxmlformats.org/officeDocument/2006/relationships/image" Target="../media/image1139.png"/><Relationship Id="rId267" Type="http://schemas.openxmlformats.org/officeDocument/2006/relationships/image" Target="../media/image1160.png"/><Relationship Id="rId432" Type="http://schemas.openxmlformats.org/officeDocument/2006/relationships/customXml" Target="../ink/ink1316.xml"/><Relationship Id="rId474" Type="http://schemas.openxmlformats.org/officeDocument/2006/relationships/customXml" Target="../ink/ink1337.xml"/><Relationship Id="rId127" Type="http://schemas.openxmlformats.org/officeDocument/2006/relationships/image" Target="../media/image1080.png"/><Relationship Id="rId31" Type="http://schemas.openxmlformats.org/officeDocument/2006/relationships/image" Target="../media/image1032.png"/><Relationship Id="rId73" Type="http://schemas.openxmlformats.org/officeDocument/2006/relationships/image" Target="../media/image1053.png"/><Relationship Id="rId169" Type="http://schemas.openxmlformats.org/officeDocument/2006/relationships/image" Target="../media/image1111.png"/><Relationship Id="rId334" Type="http://schemas.openxmlformats.org/officeDocument/2006/relationships/customXml" Target="../ink/ink1267.xml"/><Relationship Id="rId376" Type="http://schemas.openxmlformats.org/officeDocument/2006/relationships/customXml" Target="../ink/ink1288.xml"/><Relationship Id="rId541" Type="http://schemas.openxmlformats.org/officeDocument/2006/relationships/image" Target="../media/image1297.png"/><Relationship Id="rId583" Type="http://schemas.openxmlformats.org/officeDocument/2006/relationships/image" Target="../media/image1318.png"/><Relationship Id="rId4" Type="http://schemas.openxmlformats.org/officeDocument/2006/relationships/customXml" Target="../ink/ink1102.xml"/><Relationship Id="rId180" Type="http://schemas.openxmlformats.org/officeDocument/2006/relationships/customXml" Target="../ink/ink1190.xml"/><Relationship Id="rId236" Type="http://schemas.openxmlformats.org/officeDocument/2006/relationships/customXml" Target="../ink/ink1218.xml"/><Relationship Id="rId278" Type="http://schemas.openxmlformats.org/officeDocument/2006/relationships/customXml" Target="../ink/ink1239.xml"/><Relationship Id="rId401" Type="http://schemas.openxmlformats.org/officeDocument/2006/relationships/image" Target="../media/image1227.png"/><Relationship Id="rId443" Type="http://schemas.openxmlformats.org/officeDocument/2006/relationships/image" Target="../media/image1248.png"/><Relationship Id="rId303" Type="http://schemas.openxmlformats.org/officeDocument/2006/relationships/image" Target="../media/image1178.png"/><Relationship Id="rId485" Type="http://schemas.openxmlformats.org/officeDocument/2006/relationships/image" Target="../media/image1269.png"/><Relationship Id="rId42" Type="http://schemas.openxmlformats.org/officeDocument/2006/relationships/customXml" Target="../ink/ink1121.xml"/><Relationship Id="rId84" Type="http://schemas.openxmlformats.org/officeDocument/2006/relationships/customXml" Target="../ink/ink1142.xml"/><Relationship Id="rId138" Type="http://schemas.openxmlformats.org/officeDocument/2006/relationships/customXml" Target="../ink/ink1169.xml"/><Relationship Id="rId345" Type="http://schemas.openxmlformats.org/officeDocument/2006/relationships/image" Target="../media/image1199.png"/><Relationship Id="rId387" Type="http://schemas.openxmlformats.org/officeDocument/2006/relationships/image" Target="../media/image1220.png"/><Relationship Id="rId510" Type="http://schemas.openxmlformats.org/officeDocument/2006/relationships/customXml" Target="../ink/ink1355.xml"/><Relationship Id="rId552" Type="http://schemas.openxmlformats.org/officeDocument/2006/relationships/customXml" Target="../ink/ink1376.xml"/><Relationship Id="rId594" Type="http://schemas.openxmlformats.org/officeDocument/2006/relationships/customXml" Target="../ink/ink1397.xml"/><Relationship Id="rId608" Type="http://schemas.openxmlformats.org/officeDocument/2006/relationships/customXml" Target="../ink/ink1404.xml"/><Relationship Id="rId191" Type="http://schemas.openxmlformats.org/officeDocument/2006/relationships/image" Target="../media/image1122.png"/><Relationship Id="rId205" Type="http://schemas.openxmlformats.org/officeDocument/2006/relationships/image" Target="../media/image1129.png"/><Relationship Id="rId247" Type="http://schemas.openxmlformats.org/officeDocument/2006/relationships/image" Target="../media/image1150.png"/><Relationship Id="rId412" Type="http://schemas.openxmlformats.org/officeDocument/2006/relationships/customXml" Target="../ink/ink1306.xml"/><Relationship Id="rId107" Type="http://schemas.openxmlformats.org/officeDocument/2006/relationships/image" Target="../media/image1070.png"/><Relationship Id="rId289" Type="http://schemas.openxmlformats.org/officeDocument/2006/relationships/image" Target="../media/image1171.png"/><Relationship Id="rId454" Type="http://schemas.openxmlformats.org/officeDocument/2006/relationships/customXml" Target="../ink/ink1327.xml"/><Relationship Id="rId496" Type="http://schemas.openxmlformats.org/officeDocument/2006/relationships/customXml" Target="../ink/ink1348.xml"/><Relationship Id="rId11" Type="http://schemas.openxmlformats.org/officeDocument/2006/relationships/image" Target="../media/image1022.png"/><Relationship Id="rId53" Type="http://schemas.openxmlformats.org/officeDocument/2006/relationships/image" Target="../media/image1043.png"/><Relationship Id="rId149" Type="http://schemas.openxmlformats.org/officeDocument/2006/relationships/image" Target="../media/image1101.png"/><Relationship Id="rId314" Type="http://schemas.openxmlformats.org/officeDocument/2006/relationships/customXml" Target="../ink/ink1257.xml"/><Relationship Id="rId356" Type="http://schemas.openxmlformats.org/officeDocument/2006/relationships/customXml" Target="../ink/ink1278.xml"/><Relationship Id="rId398" Type="http://schemas.openxmlformats.org/officeDocument/2006/relationships/customXml" Target="../ink/ink1299.xml"/><Relationship Id="rId521" Type="http://schemas.openxmlformats.org/officeDocument/2006/relationships/image" Target="../media/image1287.png"/><Relationship Id="rId563" Type="http://schemas.openxmlformats.org/officeDocument/2006/relationships/image" Target="../media/image1308.png"/><Relationship Id="rId95" Type="http://schemas.openxmlformats.org/officeDocument/2006/relationships/image" Target="../media/image1064.png"/><Relationship Id="rId160" Type="http://schemas.openxmlformats.org/officeDocument/2006/relationships/customXml" Target="../ink/ink1180.xml"/><Relationship Id="rId216" Type="http://schemas.openxmlformats.org/officeDocument/2006/relationships/customXml" Target="../ink/ink1208.xml"/><Relationship Id="rId423" Type="http://schemas.openxmlformats.org/officeDocument/2006/relationships/image" Target="../media/image1238.png"/><Relationship Id="rId258" Type="http://schemas.openxmlformats.org/officeDocument/2006/relationships/customXml" Target="../ink/ink1229.xml"/><Relationship Id="rId465" Type="http://schemas.openxmlformats.org/officeDocument/2006/relationships/image" Target="../media/image1259.png"/><Relationship Id="rId22" Type="http://schemas.openxmlformats.org/officeDocument/2006/relationships/customXml" Target="../ink/ink1111.xml"/><Relationship Id="rId64" Type="http://schemas.openxmlformats.org/officeDocument/2006/relationships/customXml" Target="../ink/ink1132.xml"/><Relationship Id="rId118" Type="http://schemas.openxmlformats.org/officeDocument/2006/relationships/customXml" Target="../ink/ink1159.xml"/><Relationship Id="rId325" Type="http://schemas.openxmlformats.org/officeDocument/2006/relationships/image" Target="../media/image1189.png"/><Relationship Id="rId367" Type="http://schemas.openxmlformats.org/officeDocument/2006/relationships/image" Target="../media/image1210.png"/><Relationship Id="rId532" Type="http://schemas.openxmlformats.org/officeDocument/2006/relationships/customXml" Target="../ink/ink1366.xml"/><Relationship Id="rId574" Type="http://schemas.openxmlformats.org/officeDocument/2006/relationships/customXml" Target="../ink/ink1387.xml"/><Relationship Id="rId171" Type="http://schemas.openxmlformats.org/officeDocument/2006/relationships/image" Target="../media/image1112.png"/><Relationship Id="rId227" Type="http://schemas.openxmlformats.org/officeDocument/2006/relationships/image" Target="../media/image1140.png"/><Relationship Id="rId269" Type="http://schemas.openxmlformats.org/officeDocument/2006/relationships/image" Target="../media/image1161.png"/><Relationship Id="rId434" Type="http://schemas.openxmlformats.org/officeDocument/2006/relationships/customXml" Target="../ink/ink1317.xml"/><Relationship Id="rId476" Type="http://schemas.openxmlformats.org/officeDocument/2006/relationships/customXml" Target="../ink/ink1338.xml"/><Relationship Id="rId33" Type="http://schemas.openxmlformats.org/officeDocument/2006/relationships/image" Target="../media/image1033.png"/><Relationship Id="rId129" Type="http://schemas.openxmlformats.org/officeDocument/2006/relationships/image" Target="../media/image1081.png"/><Relationship Id="rId280" Type="http://schemas.openxmlformats.org/officeDocument/2006/relationships/customXml" Target="../ink/ink1240.xml"/><Relationship Id="rId336" Type="http://schemas.openxmlformats.org/officeDocument/2006/relationships/customXml" Target="../ink/ink1268.xml"/><Relationship Id="rId501" Type="http://schemas.openxmlformats.org/officeDocument/2006/relationships/image" Target="../media/image1277.png"/><Relationship Id="rId543" Type="http://schemas.openxmlformats.org/officeDocument/2006/relationships/image" Target="../media/image1298.png"/><Relationship Id="rId75" Type="http://schemas.openxmlformats.org/officeDocument/2006/relationships/image" Target="../media/image1054.png"/><Relationship Id="rId140" Type="http://schemas.openxmlformats.org/officeDocument/2006/relationships/customXml" Target="../ink/ink1170.xml"/><Relationship Id="rId182" Type="http://schemas.openxmlformats.org/officeDocument/2006/relationships/customXml" Target="../ink/ink1191.xml"/><Relationship Id="rId378" Type="http://schemas.openxmlformats.org/officeDocument/2006/relationships/customXml" Target="../ink/ink1289.xml"/><Relationship Id="rId403" Type="http://schemas.openxmlformats.org/officeDocument/2006/relationships/image" Target="../media/image1228.png"/><Relationship Id="rId585" Type="http://schemas.openxmlformats.org/officeDocument/2006/relationships/image" Target="../media/image1319.png"/><Relationship Id="rId6" Type="http://schemas.openxmlformats.org/officeDocument/2006/relationships/customXml" Target="../ink/ink1103.xml"/><Relationship Id="rId238" Type="http://schemas.openxmlformats.org/officeDocument/2006/relationships/customXml" Target="../ink/ink1219.xml"/><Relationship Id="rId445" Type="http://schemas.openxmlformats.org/officeDocument/2006/relationships/image" Target="../media/image1249.png"/><Relationship Id="rId487" Type="http://schemas.openxmlformats.org/officeDocument/2006/relationships/image" Target="../media/image1270.png"/><Relationship Id="rId610" Type="http://schemas.openxmlformats.org/officeDocument/2006/relationships/customXml" Target="../ink/ink1405.xml"/><Relationship Id="rId291" Type="http://schemas.openxmlformats.org/officeDocument/2006/relationships/image" Target="../media/image1172.png"/><Relationship Id="rId305" Type="http://schemas.openxmlformats.org/officeDocument/2006/relationships/image" Target="../media/image1179.png"/><Relationship Id="rId347" Type="http://schemas.openxmlformats.org/officeDocument/2006/relationships/image" Target="../media/image1200.png"/><Relationship Id="rId512" Type="http://schemas.openxmlformats.org/officeDocument/2006/relationships/customXml" Target="../ink/ink1356.xml"/><Relationship Id="rId44" Type="http://schemas.openxmlformats.org/officeDocument/2006/relationships/customXml" Target="../ink/ink1122.xml"/><Relationship Id="rId86" Type="http://schemas.openxmlformats.org/officeDocument/2006/relationships/customXml" Target="../ink/ink1143.xml"/><Relationship Id="rId151" Type="http://schemas.openxmlformats.org/officeDocument/2006/relationships/image" Target="../media/image1102.png"/><Relationship Id="rId389" Type="http://schemas.openxmlformats.org/officeDocument/2006/relationships/image" Target="../media/image1221.png"/><Relationship Id="rId554" Type="http://schemas.openxmlformats.org/officeDocument/2006/relationships/customXml" Target="../ink/ink1377.xml"/><Relationship Id="rId596" Type="http://schemas.openxmlformats.org/officeDocument/2006/relationships/customXml" Target="../ink/ink1398.xml"/><Relationship Id="rId193" Type="http://schemas.openxmlformats.org/officeDocument/2006/relationships/image" Target="../media/image1123.png"/><Relationship Id="rId207" Type="http://schemas.openxmlformats.org/officeDocument/2006/relationships/image" Target="../media/image1130.png"/><Relationship Id="rId249" Type="http://schemas.openxmlformats.org/officeDocument/2006/relationships/image" Target="../media/image1151.png"/><Relationship Id="rId414" Type="http://schemas.openxmlformats.org/officeDocument/2006/relationships/customXml" Target="../ink/ink1307.xml"/><Relationship Id="rId456" Type="http://schemas.openxmlformats.org/officeDocument/2006/relationships/customXml" Target="../ink/ink1328.xml"/><Relationship Id="rId498" Type="http://schemas.openxmlformats.org/officeDocument/2006/relationships/customXml" Target="../ink/ink1349.xml"/><Relationship Id="rId13" Type="http://schemas.openxmlformats.org/officeDocument/2006/relationships/image" Target="../media/image1023.png"/><Relationship Id="rId109" Type="http://schemas.openxmlformats.org/officeDocument/2006/relationships/image" Target="../media/image1071.png"/><Relationship Id="rId260" Type="http://schemas.openxmlformats.org/officeDocument/2006/relationships/customXml" Target="../ink/ink1230.xml"/><Relationship Id="rId316" Type="http://schemas.openxmlformats.org/officeDocument/2006/relationships/customXml" Target="../ink/ink1258.xml"/><Relationship Id="rId523" Type="http://schemas.openxmlformats.org/officeDocument/2006/relationships/image" Target="../media/image1288.png"/><Relationship Id="rId55" Type="http://schemas.openxmlformats.org/officeDocument/2006/relationships/image" Target="../media/image1044.png"/><Relationship Id="rId97" Type="http://schemas.openxmlformats.org/officeDocument/2006/relationships/image" Target="../media/image1065.png"/><Relationship Id="rId120" Type="http://schemas.openxmlformats.org/officeDocument/2006/relationships/customXml" Target="../ink/ink1160.xml"/><Relationship Id="rId358" Type="http://schemas.openxmlformats.org/officeDocument/2006/relationships/customXml" Target="../ink/ink1279.xml"/><Relationship Id="rId565" Type="http://schemas.openxmlformats.org/officeDocument/2006/relationships/image" Target="../media/image1309.png"/><Relationship Id="rId162" Type="http://schemas.openxmlformats.org/officeDocument/2006/relationships/customXml" Target="../ink/ink1181.xml"/><Relationship Id="rId218" Type="http://schemas.openxmlformats.org/officeDocument/2006/relationships/customXml" Target="../ink/ink1209.xml"/><Relationship Id="rId425" Type="http://schemas.openxmlformats.org/officeDocument/2006/relationships/image" Target="../media/image1239.png"/><Relationship Id="rId467" Type="http://schemas.openxmlformats.org/officeDocument/2006/relationships/image" Target="../media/image1260.png"/><Relationship Id="rId271" Type="http://schemas.openxmlformats.org/officeDocument/2006/relationships/image" Target="../media/image1162.png"/><Relationship Id="rId24" Type="http://schemas.openxmlformats.org/officeDocument/2006/relationships/customXml" Target="../ink/ink1112.xml"/><Relationship Id="rId66" Type="http://schemas.openxmlformats.org/officeDocument/2006/relationships/customXml" Target="../ink/ink1133.xml"/><Relationship Id="rId131" Type="http://schemas.openxmlformats.org/officeDocument/2006/relationships/image" Target="../media/image1082.png"/><Relationship Id="rId327" Type="http://schemas.openxmlformats.org/officeDocument/2006/relationships/image" Target="../media/image1190.png"/><Relationship Id="rId369" Type="http://schemas.openxmlformats.org/officeDocument/2006/relationships/image" Target="../media/image1211.png"/><Relationship Id="rId534" Type="http://schemas.openxmlformats.org/officeDocument/2006/relationships/customXml" Target="../ink/ink1367.xml"/><Relationship Id="rId576" Type="http://schemas.openxmlformats.org/officeDocument/2006/relationships/customXml" Target="../ink/ink1388.xml"/><Relationship Id="rId173" Type="http://schemas.openxmlformats.org/officeDocument/2006/relationships/image" Target="../media/image1113.png"/><Relationship Id="rId229" Type="http://schemas.openxmlformats.org/officeDocument/2006/relationships/image" Target="../media/image1141.png"/><Relationship Id="rId380" Type="http://schemas.openxmlformats.org/officeDocument/2006/relationships/customXml" Target="../ink/ink1290.xml"/><Relationship Id="rId436" Type="http://schemas.openxmlformats.org/officeDocument/2006/relationships/customXml" Target="../ink/ink1318.xml"/><Relationship Id="rId601" Type="http://schemas.openxmlformats.org/officeDocument/2006/relationships/image" Target="../media/image1327.png"/><Relationship Id="rId240" Type="http://schemas.openxmlformats.org/officeDocument/2006/relationships/customXml" Target="../ink/ink1220.xml"/><Relationship Id="rId478" Type="http://schemas.openxmlformats.org/officeDocument/2006/relationships/customXml" Target="../ink/ink1339.xml"/><Relationship Id="rId35" Type="http://schemas.openxmlformats.org/officeDocument/2006/relationships/image" Target="../media/image1034.png"/><Relationship Id="rId77" Type="http://schemas.openxmlformats.org/officeDocument/2006/relationships/image" Target="../media/image1055.png"/><Relationship Id="rId100" Type="http://schemas.openxmlformats.org/officeDocument/2006/relationships/customXml" Target="../ink/ink1150.xml"/><Relationship Id="rId282" Type="http://schemas.openxmlformats.org/officeDocument/2006/relationships/customXml" Target="../ink/ink1241.xml"/><Relationship Id="rId338" Type="http://schemas.openxmlformats.org/officeDocument/2006/relationships/customXml" Target="../ink/ink1269.xml"/><Relationship Id="rId503" Type="http://schemas.openxmlformats.org/officeDocument/2006/relationships/image" Target="../media/image1278.png"/><Relationship Id="rId545" Type="http://schemas.openxmlformats.org/officeDocument/2006/relationships/image" Target="../media/image1299.png"/><Relationship Id="rId587" Type="http://schemas.openxmlformats.org/officeDocument/2006/relationships/image" Target="../media/image1320.png"/><Relationship Id="rId8" Type="http://schemas.openxmlformats.org/officeDocument/2006/relationships/customXml" Target="../ink/ink1104.xml"/><Relationship Id="rId142" Type="http://schemas.openxmlformats.org/officeDocument/2006/relationships/customXml" Target="../ink/ink1171.xml"/><Relationship Id="rId184" Type="http://schemas.openxmlformats.org/officeDocument/2006/relationships/customXml" Target="../ink/ink1192.xml"/><Relationship Id="rId391" Type="http://schemas.openxmlformats.org/officeDocument/2006/relationships/image" Target="../media/image1222.png"/><Relationship Id="rId405" Type="http://schemas.openxmlformats.org/officeDocument/2006/relationships/image" Target="../media/image1229.png"/><Relationship Id="rId447" Type="http://schemas.openxmlformats.org/officeDocument/2006/relationships/image" Target="../media/image1250.png"/><Relationship Id="rId251" Type="http://schemas.openxmlformats.org/officeDocument/2006/relationships/image" Target="../media/image1152.png"/><Relationship Id="rId489" Type="http://schemas.openxmlformats.org/officeDocument/2006/relationships/image" Target="../media/image1271.png"/><Relationship Id="rId46" Type="http://schemas.openxmlformats.org/officeDocument/2006/relationships/customXml" Target="../ink/ink1123.xml"/><Relationship Id="rId293" Type="http://schemas.openxmlformats.org/officeDocument/2006/relationships/image" Target="../media/image1173.png"/><Relationship Id="rId307" Type="http://schemas.openxmlformats.org/officeDocument/2006/relationships/image" Target="../media/image1180.png"/><Relationship Id="rId349" Type="http://schemas.openxmlformats.org/officeDocument/2006/relationships/image" Target="../media/image1201.png"/><Relationship Id="rId514" Type="http://schemas.openxmlformats.org/officeDocument/2006/relationships/customXml" Target="../ink/ink1357.xml"/><Relationship Id="rId556" Type="http://schemas.openxmlformats.org/officeDocument/2006/relationships/customXml" Target="../ink/ink1378.xml"/><Relationship Id="rId88" Type="http://schemas.openxmlformats.org/officeDocument/2006/relationships/customXml" Target="../ink/ink1144.xml"/><Relationship Id="rId111" Type="http://schemas.openxmlformats.org/officeDocument/2006/relationships/image" Target="../media/image1072.png"/><Relationship Id="rId153" Type="http://schemas.openxmlformats.org/officeDocument/2006/relationships/image" Target="../media/image1103.png"/><Relationship Id="rId195" Type="http://schemas.openxmlformats.org/officeDocument/2006/relationships/image" Target="../media/image1124.png"/><Relationship Id="rId209" Type="http://schemas.openxmlformats.org/officeDocument/2006/relationships/image" Target="../media/image1131.png"/><Relationship Id="rId360" Type="http://schemas.openxmlformats.org/officeDocument/2006/relationships/customXml" Target="../ink/ink1280.xml"/><Relationship Id="rId416" Type="http://schemas.openxmlformats.org/officeDocument/2006/relationships/customXml" Target="../ink/ink1308.xml"/><Relationship Id="rId598" Type="http://schemas.openxmlformats.org/officeDocument/2006/relationships/customXml" Target="../ink/ink1399.xml"/><Relationship Id="rId220" Type="http://schemas.openxmlformats.org/officeDocument/2006/relationships/customXml" Target="../ink/ink1210.xml"/><Relationship Id="rId458" Type="http://schemas.openxmlformats.org/officeDocument/2006/relationships/customXml" Target="../ink/ink1329.xml"/><Relationship Id="rId15" Type="http://schemas.openxmlformats.org/officeDocument/2006/relationships/image" Target="../media/image1024.png"/><Relationship Id="rId57" Type="http://schemas.openxmlformats.org/officeDocument/2006/relationships/image" Target="../media/image1045.png"/><Relationship Id="rId262" Type="http://schemas.openxmlformats.org/officeDocument/2006/relationships/customXml" Target="../ink/ink1231.xml"/><Relationship Id="rId318" Type="http://schemas.openxmlformats.org/officeDocument/2006/relationships/customXml" Target="../ink/ink1259.xml"/><Relationship Id="rId525" Type="http://schemas.openxmlformats.org/officeDocument/2006/relationships/image" Target="../media/image1289.png"/><Relationship Id="rId567" Type="http://schemas.openxmlformats.org/officeDocument/2006/relationships/image" Target="../media/image1310.png"/><Relationship Id="rId99" Type="http://schemas.openxmlformats.org/officeDocument/2006/relationships/image" Target="../media/image1066.png"/><Relationship Id="rId122" Type="http://schemas.openxmlformats.org/officeDocument/2006/relationships/customXml" Target="../ink/ink1161.xml"/><Relationship Id="rId164" Type="http://schemas.openxmlformats.org/officeDocument/2006/relationships/customXml" Target="../ink/ink1182.xml"/><Relationship Id="rId371" Type="http://schemas.openxmlformats.org/officeDocument/2006/relationships/image" Target="../media/image1212.png"/><Relationship Id="rId427" Type="http://schemas.openxmlformats.org/officeDocument/2006/relationships/image" Target="../media/image1240.png"/><Relationship Id="rId469" Type="http://schemas.openxmlformats.org/officeDocument/2006/relationships/image" Target="../media/image1261.png"/><Relationship Id="rId26" Type="http://schemas.openxmlformats.org/officeDocument/2006/relationships/customXml" Target="../ink/ink1113.xml"/><Relationship Id="rId231" Type="http://schemas.openxmlformats.org/officeDocument/2006/relationships/image" Target="../media/image1142.png"/><Relationship Id="rId273" Type="http://schemas.openxmlformats.org/officeDocument/2006/relationships/image" Target="../media/image1163.png"/><Relationship Id="rId329" Type="http://schemas.openxmlformats.org/officeDocument/2006/relationships/image" Target="../media/image1191.png"/><Relationship Id="rId480" Type="http://schemas.openxmlformats.org/officeDocument/2006/relationships/customXml" Target="../ink/ink1340.xml"/><Relationship Id="rId536" Type="http://schemas.openxmlformats.org/officeDocument/2006/relationships/customXml" Target="../ink/ink1368.xml"/><Relationship Id="rId68" Type="http://schemas.openxmlformats.org/officeDocument/2006/relationships/customXml" Target="../ink/ink1134.xml"/><Relationship Id="rId133" Type="http://schemas.openxmlformats.org/officeDocument/2006/relationships/image" Target="../media/image1083.png"/><Relationship Id="rId175" Type="http://schemas.openxmlformats.org/officeDocument/2006/relationships/image" Target="../media/image1114.png"/><Relationship Id="rId340" Type="http://schemas.openxmlformats.org/officeDocument/2006/relationships/customXml" Target="../ink/ink1270.xml"/><Relationship Id="rId578" Type="http://schemas.openxmlformats.org/officeDocument/2006/relationships/customXml" Target="../ink/ink1389.xml"/><Relationship Id="rId200" Type="http://schemas.openxmlformats.org/officeDocument/2006/relationships/customXml" Target="../ink/ink1200.xml"/><Relationship Id="rId382" Type="http://schemas.openxmlformats.org/officeDocument/2006/relationships/customXml" Target="../ink/ink1291.xml"/><Relationship Id="rId438" Type="http://schemas.openxmlformats.org/officeDocument/2006/relationships/customXml" Target="../ink/ink1319.xml"/><Relationship Id="rId603" Type="http://schemas.openxmlformats.org/officeDocument/2006/relationships/image" Target="../media/image1328.png"/><Relationship Id="rId242" Type="http://schemas.openxmlformats.org/officeDocument/2006/relationships/customXml" Target="../ink/ink1221.xml"/><Relationship Id="rId284" Type="http://schemas.openxmlformats.org/officeDocument/2006/relationships/customXml" Target="../ink/ink1242.xml"/><Relationship Id="rId491" Type="http://schemas.openxmlformats.org/officeDocument/2006/relationships/image" Target="../media/image1272.png"/><Relationship Id="rId505" Type="http://schemas.openxmlformats.org/officeDocument/2006/relationships/image" Target="../media/image1279.png"/><Relationship Id="rId37" Type="http://schemas.openxmlformats.org/officeDocument/2006/relationships/image" Target="../media/image1035.png"/><Relationship Id="rId79" Type="http://schemas.openxmlformats.org/officeDocument/2006/relationships/image" Target="../media/image1056.png"/><Relationship Id="rId102" Type="http://schemas.openxmlformats.org/officeDocument/2006/relationships/customXml" Target="../ink/ink1151.xml"/><Relationship Id="rId144" Type="http://schemas.openxmlformats.org/officeDocument/2006/relationships/customXml" Target="../ink/ink1172.xml"/><Relationship Id="rId547" Type="http://schemas.openxmlformats.org/officeDocument/2006/relationships/image" Target="../media/image1300.png"/><Relationship Id="rId589" Type="http://schemas.openxmlformats.org/officeDocument/2006/relationships/image" Target="../media/image1321.png"/><Relationship Id="rId90" Type="http://schemas.openxmlformats.org/officeDocument/2006/relationships/customXml" Target="../ink/ink1145.xml"/><Relationship Id="rId186" Type="http://schemas.openxmlformats.org/officeDocument/2006/relationships/customXml" Target="../ink/ink1193.xml"/><Relationship Id="rId351" Type="http://schemas.openxmlformats.org/officeDocument/2006/relationships/image" Target="../media/image1202.png"/><Relationship Id="rId393" Type="http://schemas.openxmlformats.org/officeDocument/2006/relationships/image" Target="../media/image1223.png"/><Relationship Id="rId407" Type="http://schemas.openxmlformats.org/officeDocument/2006/relationships/image" Target="../media/image1230.png"/><Relationship Id="rId449" Type="http://schemas.openxmlformats.org/officeDocument/2006/relationships/image" Target="../media/image1251.png"/><Relationship Id="rId211" Type="http://schemas.openxmlformats.org/officeDocument/2006/relationships/image" Target="../media/image1132.png"/><Relationship Id="rId253" Type="http://schemas.openxmlformats.org/officeDocument/2006/relationships/image" Target="../media/image1153.png"/><Relationship Id="rId295" Type="http://schemas.openxmlformats.org/officeDocument/2006/relationships/image" Target="../media/image1174.png"/><Relationship Id="rId309" Type="http://schemas.openxmlformats.org/officeDocument/2006/relationships/image" Target="../media/image1181.png"/><Relationship Id="rId460" Type="http://schemas.openxmlformats.org/officeDocument/2006/relationships/customXml" Target="../ink/ink1330.xml"/><Relationship Id="rId516" Type="http://schemas.openxmlformats.org/officeDocument/2006/relationships/customXml" Target="../ink/ink1358.xml"/><Relationship Id="rId48" Type="http://schemas.openxmlformats.org/officeDocument/2006/relationships/customXml" Target="../ink/ink1124.xml"/><Relationship Id="rId113" Type="http://schemas.openxmlformats.org/officeDocument/2006/relationships/image" Target="../media/image1073.png"/><Relationship Id="rId320" Type="http://schemas.openxmlformats.org/officeDocument/2006/relationships/customXml" Target="../ink/ink1260.xml"/><Relationship Id="rId558" Type="http://schemas.openxmlformats.org/officeDocument/2006/relationships/customXml" Target="../ink/ink1379.xml"/><Relationship Id="rId155" Type="http://schemas.openxmlformats.org/officeDocument/2006/relationships/image" Target="../media/image1104.png"/><Relationship Id="rId197" Type="http://schemas.openxmlformats.org/officeDocument/2006/relationships/image" Target="../media/image1125.png"/><Relationship Id="rId362" Type="http://schemas.openxmlformats.org/officeDocument/2006/relationships/customXml" Target="../ink/ink1281.xml"/><Relationship Id="rId418" Type="http://schemas.openxmlformats.org/officeDocument/2006/relationships/customXml" Target="../ink/ink1309.xml"/><Relationship Id="rId222" Type="http://schemas.openxmlformats.org/officeDocument/2006/relationships/customXml" Target="../ink/ink1211.xml"/><Relationship Id="rId264" Type="http://schemas.openxmlformats.org/officeDocument/2006/relationships/customXml" Target="../ink/ink1232.xml"/><Relationship Id="rId471" Type="http://schemas.openxmlformats.org/officeDocument/2006/relationships/image" Target="../media/image1262.png"/><Relationship Id="rId17" Type="http://schemas.openxmlformats.org/officeDocument/2006/relationships/image" Target="../media/image1025.png"/><Relationship Id="rId59" Type="http://schemas.openxmlformats.org/officeDocument/2006/relationships/image" Target="../media/image1046.png"/><Relationship Id="rId124" Type="http://schemas.openxmlformats.org/officeDocument/2006/relationships/customXml" Target="../ink/ink1162.xml"/><Relationship Id="rId527" Type="http://schemas.openxmlformats.org/officeDocument/2006/relationships/image" Target="../media/image1290.png"/><Relationship Id="rId569" Type="http://schemas.openxmlformats.org/officeDocument/2006/relationships/image" Target="../media/image1311.png"/><Relationship Id="rId70" Type="http://schemas.openxmlformats.org/officeDocument/2006/relationships/customXml" Target="../ink/ink1135.xml"/><Relationship Id="rId166" Type="http://schemas.openxmlformats.org/officeDocument/2006/relationships/customXml" Target="../ink/ink1183.xml"/><Relationship Id="rId331" Type="http://schemas.openxmlformats.org/officeDocument/2006/relationships/image" Target="../media/image1192.png"/><Relationship Id="rId373" Type="http://schemas.openxmlformats.org/officeDocument/2006/relationships/image" Target="../media/image1213.png"/><Relationship Id="rId429" Type="http://schemas.openxmlformats.org/officeDocument/2006/relationships/image" Target="../media/image1241.png"/><Relationship Id="rId580" Type="http://schemas.openxmlformats.org/officeDocument/2006/relationships/customXml" Target="../ink/ink1390.xml"/><Relationship Id="rId1" Type="http://schemas.openxmlformats.org/officeDocument/2006/relationships/slideLayout" Target="../slideLayouts/slideLayout7.xml"/><Relationship Id="rId233" Type="http://schemas.openxmlformats.org/officeDocument/2006/relationships/image" Target="../media/image1143.png"/><Relationship Id="rId440" Type="http://schemas.openxmlformats.org/officeDocument/2006/relationships/customXml" Target="../ink/ink1320.xml"/><Relationship Id="rId28" Type="http://schemas.openxmlformats.org/officeDocument/2006/relationships/customXml" Target="../ink/ink1114.xml"/><Relationship Id="rId275" Type="http://schemas.openxmlformats.org/officeDocument/2006/relationships/image" Target="../media/image1164.png"/><Relationship Id="rId300" Type="http://schemas.openxmlformats.org/officeDocument/2006/relationships/customXml" Target="../ink/ink1250.xml"/><Relationship Id="rId482" Type="http://schemas.openxmlformats.org/officeDocument/2006/relationships/customXml" Target="../ink/ink1341.xml"/><Relationship Id="rId538" Type="http://schemas.openxmlformats.org/officeDocument/2006/relationships/customXml" Target="../ink/ink1369.xml"/><Relationship Id="rId81" Type="http://schemas.openxmlformats.org/officeDocument/2006/relationships/image" Target="../media/image1057.png"/><Relationship Id="rId135" Type="http://schemas.openxmlformats.org/officeDocument/2006/relationships/image" Target="../media/image1084.png"/><Relationship Id="rId177" Type="http://schemas.openxmlformats.org/officeDocument/2006/relationships/image" Target="../media/image1115.png"/><Relationship Id="rId342" Type="http://schemas.openxmlformats.org/officeDocument/2006/relationships/customXml" Target="../ink/ink1271.xml"/><Relationship Id="rId384" Type="http://schemas.openxmlformats.org/officeDocument/2006/relationships/customXml" Target="../ink/ink1292.xml"/><Relationship Id="rId591" Type="http://schemas.openxmlformats.org/officeDocument/2006/relationships/image" Target="../media/image1322.png"/><Relationship Id="rId605" Type="http://schemas.openxmlformats.org/officeDocument/2006/relationships/image" Target="../media/image1329.png"/><Relationship Id="rId202" Type="http://schemas.openxmlformats.org/officeDocument/2006/relationships/customXml" Target="../ink/ink1201.xml"/><Relationship Id="rId244" Type="http://schemas.openxmlformats.org/officeDocument/2006/relationships/customXml" Target="../ink/ink1222.xml"/><Relationship Id="rId39" Type="http://schemas.openxmlformats.org/officeDocument/2006/relationships/image" Target="../media/image1036.png"/><Relationship Id="rId286" Type="http://schemas.openxmlformats.org/officeDocument/2006/relationships/customXml" Target="../ink/ink1243.xml"/><Relationship Id="rId451" Type="http://schemas.openxmlformats.org/officeDocument/2006/relationships/image" Target="../media/image1252.png"/><Relationship Id="rId493" Type="http://schemas.openxmlformats.org/officeDocument/2006/relationships/image" Target="../media/image1273.png"/><Relationship Id="rId507" Type="http://schemas.openxmlformats.org/officeDocument/2006/relationships/image" Target="../media/image1280.png"/><Relationship Id="rId549" Type="http://schemas.openxmlformats.org/officeDocument/2006/relationships/image" Target="../media/image1301.png"/><Relationship Id="rId50" Type="http://schemas.openxmlformats.org/officeDocument/2006/relationships/customXml" Target="../ink/ink1125.xml"/><Relationship Id="rId104" Type="http://schemas.openxmlformats.org/officeDocument/2006/relationships/customXml" Target="../ink/ink1152.xml"/><Relationship Id="rId146" Type="http://schemas.openxmlformats.org/officeDocument/2006/relationships/customXml" Target="../ink/ink1173.xml"/><Relationship Id="rId188" Type="http://schemas.openxmlformats.org/officeDocument/2006/relationships/customXml" Target="../ink/ink1194.xml"/><Relationship Id="rId311" Type="http://schemas.openxmlformats.org/officeDocument/2006/relationships/image" Target="../media/image1182.png"/><Relationship Id="rId353" Type="http://schemas.openxmlformats.org/officeDocument/2006/relationships/image" Target="../media/image1203.png"/><Relationship Id="rId395" Type="http://schemas.openxmlformats.org/officeDocument/2006/relationships/image" Target="../media/image1224.png"/><Relationship Id="rId409" Type="http://schemas.openxmlformats.org/officeDocument/2006/relationships/image" Target="../media/image1231.png"/><Relationship Id="rId560" Type="http://schemas.openxmlformats.org/officeDocument/2006/relationships/customXml" Target="../ink/ink1380.xml"/><Relationship Id="rId92" Type="http://schemas.openxmlformats.org/officeDocument/2006/relationships/customXml" Target="../ink/ink1146.xml"/><Relationship Id="rId213" Type="http://schemas.openxmlformats.org/officeDocument/2006/relationships/image" Target="../media/image1133.png"/><Relationship Id="rId420" Type="http://schemas.openxmlformats.org/officeDocument/2006/relationships/customXml" Target="../ink/ink1310.xml"/><Relationship Id="rId255" Type="http://schemas.openxmlformats.org/officeDocument/2006/relationships/image" Target="../media/image1154.png"/><Relationship Id="rId297" Type="http://schemas.openxmlformats.org/officeDocument/2006/relationships/image" Target="../media/image1175.png"/><Relationship Id="rId462" Type="http://schemas.openxmlformats.org/officeDocument/2006/relationships/customXml" Target="../ink/ink1331.xml"/><Relationship Id="rId518" Type="http://schemas.openxmlformats.org/officeDocument/2006/relationships/customXml" Target="../ink/ink1359.xml"/><Relationship Id="rId115" Type="http://schemas.openxmlformats.org/officeDocument/2006/relationships/image" Target="../media/image1074.png"/><Relationship Id="rId157" Type="http://schemas.openxmlformats.org/officeDocument/2006/relationships/image" Target="../media/image1105.png"/><Relationship Id="rId322" Type="http://schemas.openxmlformats.org/officeDocument/2006/relationships/customXml" Target="../ink/ink1261.xml"/><Relationship Id="rId364" Type="http://schemas.openxmlformats.org/officeDocument/2006/relationships/customXml" Target="../ink/ink1282.xml"/><Relationship Id="rId61" Type="http://schemas.openxmlformats.org/officeDocument/2006/relationships/image" Target="../media/image1047.png"/><Relationship Id="rId199" Type="http://schemas.openxmlformats.org/officeDocument/2006/relationships/image" Target="../media/image1126.png"/><Relationship Id="rId571" Type="http://schemas.openxmlformats.org/officeDocument/2006/relationships/image" Target="../media/image1312.png"/><Relationship Id="rId19" Type="http://schemas.openxmlformats.org/officeDocument/2006/relationships/image" Target="../media/image1026.png"/><Relationship Id="rId224" Type="http://schemas.openxmlformats.org/officeDocument/2006/relationships/customXml" Target="../ink/ink1212.xml"/><Relationship Id="rId266" Type="http://schemas.openxmlformats.org/officeDocument/2006/relationships/customXml" Target="../ink/ink1233.xml"/><Relationship Id="rId431" Type="http://schemas.openxmlformats.org/officeDocument/2006/relationships/image" Target="../media/image1242.png"/><Relationship Id="rId473" Type="http://schemas.openxmlformats.org/officeDocument/2006/relationships/image" Target="../media/image1263.png"/><Relationship Id="rId529" Type="http://schemas.openxmlformats.org/officeDocument/2006/relationships/image" Target="../media/image1291.png"/><Relationship Id="rId30" Type="http://schemas.openxmlformats.org/officeDocument/2006/relationships/customXml" Target="../ink/ink1115.xml"/><Relationship Id="rId126" Type="http://schemas.openxmlformats.org/officeDocument/2006/relationships/customXml" Target="../ink/ink1163.xml"/><Relationship Id="rId168" Type="http://schemas.openxmlformats.org/officeDocument/2006/relationships/customXml" Target="../ink/ink1184.xml"/><Relationship Id="rId333" Type="http://schemas.openxmlformats.org/officeDocument/2006/relationships/image" Target="../media/image1193.png"/><Relationship Id="rId540" Type="http://schemas.openxmlformats.org/officeDocument/2006/relationships/customXml" Target="../ink/ink1370.xml"/><Relationship Id="rId72" Type="http://schemas.openxmlformats.org/officeDocument/2006/relationships/customXml" Target="../ink/ink1136.xml"/><Relationship Id="rId375" Type="http://schemas.openxmlformats.org/officeDocument/2006/relationships/image" Target="../media/image1214.png"/><Relationship Id="rId582" Type="http://schemas.openxmlformats.org/officeDocument/2006/relationships/customXml" Target="../ink/ink1391.xml"/><Relationship Id="rId3" Type="http://schemas.openxmlformats.org/officeDocument/2006/relationships/image" Target="../media/image1018.png"/><Relationship Id="rId235" Type="http://schemas.openxmlformats.org/officeDocument/2006/relationships/image" Target="../media/image1144.png"/><Relationship Id="rId277" Type="http://schemas.openxmlformats.org/officeDocument/2006/relationships/image" Target="../media/image1165.png"/><Relationship Id="rId400" Type="http://schemas.openxmlformats.org/officeDocument/2006/relationships/customXml" Target="../ink/ink1300.xml"/><Relationship Id="rId442" Type="http://schemas.openxmlformats.org/officeDocument/2006/relationships/customXml" Target="../ink/ink1321.xml"/><Relationship Id="rId484" Type="http://schemas.openxmlformats.org/officeDocument/2006/relationships/customXml" Target="../ink/ink1342.xml"/><Relationship Id="rId137" Type="http://schemas.openxmlformats.org/officeDocument/2006/relationships/image" Target="../media/image1085.png"/><Relationship Id="rId302" Type="http://schemas.openxmlformats.org/officeDocument/2006/relationships/customXml" Target="../ink/ink1251.xml"/><Relationship Id="rId344" Type="http://schemas.openxmlformats.org/officeDocument/2006/relationships/customXml" Target="../ink/ink1272.xml"/><Relationship Id="rId41" Type="http://schemas.openxmlformats.org/officeDocument/2006/relationships/image" Target="../media/image1037.png"/><Relationship Id="rId83" Type="http://schemas.openxmlformats.org/officeDocument/2006/relationships/image" Target="../media/image1058.png"/><Relationship Id="rId179" Type="http://schemas.openxmlformats.org/officeDocument/2006/relationships/image" Target="../media/image1116.png"/><Relationship Id="rId386" Type="http://schemas.openxmlformats.org/officeDocument/2006/relationships/customXml" Target="../ink/ink1293.xml"/><Relationship Id="rId551" Type="http://schemas.openxmlformats.org/officeDocument/2006/relationships/image" Target="../media/image1302.png"/><Relationship Id="rId593" Type="http://schemas.openxmlformats.org/officeDocument/2006/relationships/image" Target="../media/image1323.png"/><Relationship Id="rId607" Type="http://schemas.openxmlformats.org/officeDocument/2006/relationships/image" Target="../media/image1330.png"/><Relationship Id="rId190" Type="http://schemas.openxmlformats.org/officeDocument/2006/relationships/customXml" Target="../ink/ink1195.xml"/><Relationship Id="rId204" Type="http://schemas.openxmlformats.org/officeDocument/2006/relationships/customXml" Target="../ink/ink1202.xml"/><Relationship Id="rId246" Type="http://schemas.openxmlformats.org/officeDocument/2006/relationships/customXml" Target="../ink/ink1223.xml"/><Relationship Id="rId288" Type="http://schemas.openxmlformats.org/officeDocument/2006/relationships/customXml" Target="../ink/ink1244.xml"/><Relationship Id="rId411" Type="http://schemas.openxmlformats.org/officeDocument/2006/relationships/image" Target="../media/image1232.png"/><Relationship Id="rId453" Type="http://schemas.openxmlformats.org/officeDocument/2006/relationships/image" Target="../media/image1253.png"/><Relationship Id="rId509" Type="http://schemas.openxmlformats.org/officeDocument/2006/relationships/image" Target="../media/image1281.png"/><Relationship Id="rId106" Type="http://schemas.openxmlformats.org/officeDocument/2006/relationships/customXml" Target="../ink/ink1153.xml"/><Relationship Id="rId313" Type="http://schemas.openxmlformats.org/officeDocument/2006/relationships/image" Target="../media/image1183.png"/><Relationship Id="rId495" Type="http://schemas.openxmlformats.org/officeDocument/2006/relationships/image" Target="../media/image1274.png"/><Relationship Id="rId10" Type="http://schemas.openxmlformats.org/officeDocument/2006/relationships/customXml" Target="../ink/ink1105.xml"/><Relationship Id="rId52" Type="http://schemas.openxmlformats.org/officeDocument/2006/relationships/customXml" Target="../ink/ink1126.xml"/><Relationship Id="rId94" Type="http://schemas.openxmlformats.org/officeDocument/2006/relationships/customXml" Target="../ink/ink1147.xml"/><Relationship Id="rId148" Type="http://schemas.openxmlformats.org/officeDocument/2006/relationships/customXml" Target="../ink/ink1174.xml"/><Relationship Id="rId355" Type="http://schemas.openxmlformats.org/officeDocument/2006/relationships/image" Target="../media/image1204.png"/><Relationship Id="rId397" Type="http://schemas.openxmlformats.org/officeDocument/2006/relationships/image" Target="../media/image1225.png"/><Relationship Id="rId520" Type="http://schemas.openxmlformats.org/officeDocument/2006/relationships/customXml" Target="../ink/ink1360.xml"/><Relationship Id="rId562" Type="http://schemas.openxmlformats.org/officeDocument/2006/relationships/customXml" Target="../ink/ink1381.xml"/><Relationship Id="rId215" Type="http://schemas.openxmlformats.org/officeDocument/2006/relationships/image" Target="../media/image1134.png"/><Relationship Id="rId257" Type="http://schemas.openxmlformats.org/officeDocument/2006/relationships/image" Target="../media/image1155.png"/><Relationship Id="rId422" Type="http://schemas.openxmlformats.org/officeDocument/2006/relationships/customXml" Target="../ink/ink1311.xml"/><Relationship Id="rId464" Type="http://schemas.openxmlformats.org/officeDocument/2006/relationships/customXml" Target="../ink/ink1332.xml"/><Relationship Id="rId299" Type="http://schemas.openxmlformats.org/officeDocument/2006/relationships/image" Target="../media/image1176.png"/><Relationship Id="rId63" Type="http://schemas.openxmlformats.org/officeDocument/2006/relationships/image" Target="../media/image1048.png"/><Relationship Id="rId159" Type="http://schemas.openxmlformats.org/officeDocument/2006/relationships/image" Target="../media/image1106.png"/><Relationship Id="rId366" Type="http://schemas.openxmlformats.org/officeDocument/2006/relationships/customXml" Target="../ink/ink1283.xml"/><Relationship Id="rId573" Type="http://schemas.openxmlformats.org/officeDocument/2006/relationships/image" Target="../media/image1313.png"/><Relationship Id="rId226" Type="http://schemas.openxmlformats.org/officeDocument/2006/relationships/customXml" Target="../ink/ink1213.xml"/><Relationship Id="rId433" Type="http://schemas.openxmlformats.org/officeDocument/2006/relationships/image" Target="../media/image1243.png"/><Relationship Id="rId74" Type="http://schemas.openxmlformats.org/officeDocument/2006/relationships/customXml" Target="../ink/ink1137.xml"/><Relationship Id="rId377" Type="http://schemas.openxmlformats.org/officeDocument/2006/relationships/image" Target="../media/image1215.png"/><Relationship Id="rId500" Type="http://schemas.openxmlformats.org/officeDocument/2006/relationships/customXml" Target="../ink/ink1350.xml"/><Relationship Id="rId584" Type="http://schemas.openxmlformats.org/officeDocument/2006/relationships/customXml" Target="../ink/ink1392.xml"/><Relationship Id="rId5" Type="http://schemas.openxmlformats.org/officeDocument/2006/relationships/image" Target="../media/image1019.png"/><Relationship Id="rId237" Type="http://schemas.openxmlformats.org/officeDocument/2006/relationships/image" Target="../media/image1145.png"/><Relationship Id="rId444" Type="http://schemas.openxmlformats.org/officeDocument/2006/relationships/customXml" Target="../ink/ink1322.xml"/><Relationship Id="rId290" Type="http://schemas.openxmlformats.org/officeDocument/2006/relationships/customXml" Target="../ink/ink1245.xml"/><Relationship Id="rId304" Type="http://schemas.openxmlformats.org/officeDocument/2006/relationships/customXml" Target="../ink/ink1252.xml"/><Relationship Id="rId388" Type="http://schemas.openxmlformats.org/officeDocument/2006/relationships/customXml" Target="../ink/ink1294.xml"/><Relationship Id="rId511" Type="http://schemas.openxmlformats.org/officeDocument/2006/relationships/image" Target="../media/image1282.png"/><Relationship Id="rId609" Type="http://schemas.openxmlformats.org/officeDocument/2006/relationships/image" Target="../media/image1331.png"/><Relationship Id="rId85" Type="http://schemas.openxmlformats.org/officeDocument/2006/relationships/image" Target="../media/image1059.png"/><Relationship Id="rId150" Type="http://schemas.openxmlformats.org/officeDocument/2006/relationships/customXml" Target="../ink/ink1175.xml"/><Relationship Id="rId595" Type="http://schemas.openxmlformats.org/officeDocument/2006/relationships/image" Target="../media/image1324.png"/><Relationship Id="rId248" Type="http://schemas.openxmlformats.org/officeDocument/2006/relationships/customXml" Target="../ink/ink1224.xml"/><Relationship Id="rId455" Type="http://schemas.openxmlformats.org/officeDocument/2006/relationships/image" Target="../media/image1254.png"/><Relationship Id="rId12" Type="http://schemas.openxmlformats.org/officeDocument/2006/relationships/customXml" Target="../ink/ink1106.xml"/><Relationship Id="rId108" Type="http://schemas.openxmlformats.org/officeDocument/2006/relationships/customXml" Target="../ink/ink1154.xml"/><Relationship Id="rId315" Type="http://schemas.openxmlformats.org/officeDocument/2006/relationships/image" Target="../media/image1184.png"/><Relationship Id="rId522" Type="http://schemas.openxmlformats.org/officeDocument/2006/relationships/customXml" Target="../ink/ink1361.xml"/><Relationship Id="rId96" Type="http://schemas.openxmlformats.org/officeDocument/2006/relationships/customXml" Target="../ink/ink1148.xml"/><Relationship Id="rId161" Type="http://schemas.openxmlformats.org/officeDocument/2006/relationships/image" Target="../media/image1107.png"/><Relationship Id="rId399" Type="http://schemas.openxmlformats.org/officeDocument/2006/relationships/image" Target="../media/image1226.png"/><Relationship Id="rId259" Type="http://schemas.openxmlformats.org/officeDocument/2006/relationships/image" Target="../media/image1156.png"/><Relationship Id="rId466" Type="http://schemas.openxmlformats.org/officeDocument/2006/relationships/customXml" Target="../ink/ink1333.xml"/><Relationship Id="rId23" Type="http://schemas.openxmlformats.org/officeDocument/2006/relationships/image" Target="../media/image1028.png"/><Relationship Id="rId119" Type="http://schemas.openxmlformats.org/officeDocument/2006/relationships/image" Target="../media/image1076.png"/><Relationship Id="rId326" Type="http://schemas.openxmlformats.org/officeDocument/2006/relationships/customXml" Target="../ink/ink1263.xml"/><Relationship Id="rId533" Type="http://schemas.openxmlformats.org/officeDocument/2006/relationships/image" Target="../media/image1293.png"/><Relationship Id="rId172" Type="http://schemas.openxmlformats.org/officeDocument/2006/relationships/customXml" Target="../ink/ink1186.xml"/><Relationship Id="rId477" Type="http://schemas.openxmlformats.org/officeDocument/2006/relationships/image" Target="../media/image1265.png"/><Relationship Id="rId600" Type="http://schemas.openxmlformats.org/officeDocument/2006/relationships/customXml" Target="../ink/ink1400.xml"/><Relationship Id="rId337" Type="http://schemas.openxmlformats.org/officeDocument/2006/relationships/image" Target="../media/image1195.png"/><Relationship Id="rId34" Type="http://schemas.openxmlformats.org/officeDocument/2006/relationships/customXml" Target="../ink/ink1117.xml"/><Relationship Id="rId544" Type="http://schemas.openxmlformats.org/officeDocument/2006/relationships/customXml" Target="../ink/ink1372.xml"/><Relationship Id="rId183" Type="http://schemas.openxmlformats.org/officeDocument/2006/relationships/image" Target="../media/image1118.png"/><Relationship Id="rId390" Type="http://schemas.openxmlformats.org/officeDocument/2006/relationships/customXml" Target="../ink/ink1295.xml"/><Relationship Id="rId404" Type="http://schemas.openxmlformats.org/officeDocument/2006/relationships/customXml" Target="../ink/ink1302.xml"/><Relationship Id="rId611" Type="http://schemas.openxmlformats.org/officeDocument/2006/relationships/image" Target="../media/image1332.png"/><Relationship Id="rId250" Type="http://schemas.openxmlformats.org/officeDocument/2006/relationships/customXml" Target="../ink/ink1225.xml"/><Relationship Id="rId488" Type="http://schemas.openxmlformats.org/officeDocument/2006/relationships/customXml" Target="../ink/ink1344.xml"/><Relationship Id="rId45" Type="http://schemas.openxmlformats.org/officeDocument/2006/relationships/image" Target="../media/image1039.png"/><Relationship Id="rId110" Type="http://schemas.openxmlformats.org/officeDocument/2006/relationships/customXml" Target="../ink/ink1155.xml"/><Relationship Id="rId348" Type="http://schemas.openxmlformats.org/officeDocument/2006/relationships/customXml" Target="../ink/ink1274.xml"/><Relationship Id="rId555" Type="http://schemas.openxmlformats.org/officeDocument/2006/relationships/image" Target="../media/image1304.png"/><Relationship Id="rId194" Type="http://schemas.openxmlformats.org/officeDocument/2006/relationships/customXml" Target="../ink/ink1197.xml"/><Relationship Id="rId208" Type="http://schemas.openxmlformats.org/officeDocument/2006/relationships/customXml" Target="../ink/ink1204.xml"/><Relationship Id="rId415" Type="http://schemas.openxmlformats.org/officeDocument/2006/relationships/image" Target="../media/image1234.png"/><Relationship Id="rId261" Type="http://schemas.openxmlformats.org/officeDocument/2006/relationships/image" Target="../media/image1157.png"/><Relationship Id="rId499" Type="http://schemas.openxmlformats.org/officeDocument/2006/relationships/image" Target="../media/image1276.png"/><Relationship Id="rId56" Type="http://schemas.openxmlformats.org/officeDocument/2006/relationships/customXml" Target="../ink/ink1128.xml"/><Relationship Id="rId359" Type="http://schemas.openxmlformats.org/officeDocument/2006/relationships/image" Target="../media/image1206.png"/><Relationship Id="rId566" Type="http://schemas.openxmlformats.org/officeDocument/2006/relationships/customXml" Target="../ink/ink1383.xml"/><Relationship Id="rId121" Type="http://schemas.openxmlformats.org/officeDocument/2006/relationships/image" Target="../media/image1077.png"/><Relationship Id="rId219" Type="http://schemas.openxmlformats.org/officeDocument/2006/relationships/image" Target="../media/image1136.png"/><Relationship Id="rId426" Type="http://schemas.openxmlformats.org/officeDocument/2006/relationships/customXml" Target="../ink/ink1313.xml"/></Relationships>
</file>

<file path=ppt/slides/_rels/slide17.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3" Type="http://schemas.openxmlformats.org/officeDocument/2006/relationships/image" Target="../media/image1338.png"/><Relationship Id="rId18" Type="http://schemas.openxmlformats.org/officeDocument/2006/relationships/customXml" Target="../ink/ink1414.xml"/><Relationship Id="rId26" Type="http://schemas.openxmlformats.org/officeDocument/2006/relationships/customXml" Target="../ink/ink1418.xml"/><Relationship Id="rId39" Type="http://schemas.openxmlformats.org/officeDocument/2006/relationships/image" Target="../media/image1351.png"/><Relationship Id="rId21" Type="http://schemas.openxmlformats.org/officeDocument/2006/relationships/image" Target="../media/image1342.png"/><Relationship Id="rId34" Type="http://schemas.openxmlformats.org/officeDocument/2006/relationships/customXml" Target="../ink/ink1422.xml"/><Relationship Id="rId7" Type="http://schemas.openxmlformats.org/officeDocument/2006/relationships/image" Target="../media/image1335.png"/><Relationship Id="rId2" Type="http://schemas.openxmlformats.org/officeDocument/2006/relationships/customXml" Target="../ink/ink1406.xml"/><Relationship Id="rId16" Type="http://schemas.openxmlformats.org/officeDocument/2006/relationships/customXml" Target="../ink/ink1413.xml"/><Relationship Id="rId20" Type="http://schemas.openxmlformats.org/officeDocument/2006/relationships/customXml" Target="../ink/ink1415.xml"/><Relationship Id="rId29" Type="http://schemas.openxmlformats.org/officeDocument/2006/relationships/image" Target="../media/image1346.png"/><Relationship Id="rId41" Type="http://schemas.openxmlformats.org/officeDocument/2006/relationships/image" Target="../media/image1352.png"/><Relationship Id="rId1" Type="http://schemas.openxmlformats.org/officeDocument/2006/relationships/slideLayout" Target="../slideLayouts/slideLayout7.xml"/><Relationship Id="rId6" Type="http://schemas.openxmlformats.org/officeDocument/2006/relationships/customXml" Target="../ink/ink1408.xml"/><Relationship Id="rId11" Type="http://schemas.openxmlformats.org/officeDocument/2006/relationships/image" Target="../media/image1337.png"/><Relationship Id="rId24" Type="http://schemas.openxmlformats.org/officeDocument/2006/relationships/customXml" Target="../ink/ink1417.xml"/><Relationship Id="rId32" Type="http://schemas.openxmlformats.org/officeDocument/2006/relationships/customXml" Target="../ink/ink1421.xml"/><Relationship Id="rId37" Type="http://schemas.openxmlformats.org/officeDocument/2006/relationships/image" Target="../media/image1350.png"/><Relationship Id="rId40" Type="http://schemas.openxmlformats.org/officeDocument/2006/relationships/customXml" Target="../ink/ink1425.xml"/><Relationship Id="rId5" Type="http://schemas.openxmlformats.org/officeDocument/2006/relationships/image" Target="../media/image1334.png"/><Relationship Id="rId15" Type="http://schemas.openxmlformats.org/officeDocument/2006/relationships/image" Target="../media/image1339.png"/><Relationship Id="rId23" Type="http://schemas.openxmlformats.org/officeDocument/2006/relationships/image" Target="../media/image1343.png"/><Relationship Id="rId28" Type="http://schemas.openxmlformats.org/officeDocument/2006/relationships/customXml" Target="../ink/ink1419.xml"/><Relationship Id="rId36" Type="http://schemas.openxmlformats.org/officeDocument/2006/relationships/customXml" Target="../ink/ink1423.xml"/><Relationship Id="rId10" Type="http://schemas.openxmlformats.org/officeDocument/2006/relationships/customXml" Target="../ink/ink1410.xml"/><Relationship Id="rId19" Type="http://schemas.openxmlformats.org/officeDocument/2006/relationships/image" Target="../media/image1341.png"/><Relationship Id="rId31" Type="http://schemas.openxmlformats.org/officeDocument/2006/relationships/image" Target="../media/image1347.png"/><Relationship Id="rId4" Type="http://schemas.openxmlformats.org/officeDocument/2006/relationships/customXml" Target="../ink/ink1407.xml"/><Relationship Id="rId9" Type="http://schemas.openxmlformats.org/officeDocument/2006/relationships/image" Target="../media/image1336.png"/><Relationship Id="rId14" Type="http://schemas.openxmlformats.org/officeDocument/2006/relationships/customXml" Target="../ink/ink1412.xml"/><Relationship Id="rId22" Type="http://schemas.openxmlformats.org/officeDocument/2006/relationships/customXml" Target="../ink/ink1416.xml"/><Relationship Id="rId27" Type="http://schemas.openxmlformats.org/officeDocument/2006/relationships/image" Target="../media/image1345.png"/><Relationship Id="rId30" Type="http://schemas.openxmlformats.org/officeDocument/2006/relationships/customXml" Target="../ink/ink1420.xml"/><Relationship Id="rId35" Type="http://schemas.openxmlformats.org/officeDocument/2006/relationships/image" Target="../media/image1349.png"/><Relationship Id="rId8" Type="http://schemas.openxmlformats.org/officeDocument/2006/relationships/customXml" Target="../ink/ink1409.xml"/><Relationship Id="rId3" Type="http://schemas.openxmlformats.org/officeDocument/2006/relationships/image" Target="../media/image1333.png"/><Relationship Id="rId12" Type="http://schemas.openxmlformats.org/officeDocument/2006/relationships/customXml" Target="../ink/ink1411.xml"/><Relationship Id="rId17" Type="http://schemas.openxmlformats.org/officeDocument/2006/relationships/image" Target="../media/image1340.png"/><Relationship Id="rId25" Type="http://schemas.openxmlformats.org/officeDocument/2006/relationships/image" Target="../media/image1344.png"/><Relationship Id="rId33" Type="http://schemas.openxmlformats.org/officeDocument/2006/relationships/image" Target="../media/image1348.png"/><Relationship Id="rId38" Type="http://schemas.openxmlformats.org/officeDocument/2006/relationships/customXml" Target="../ink/ink1424.xml"/></Relationships>
</file>

<file path=ppt/slides/_rels/slide19.xml.rels><?xml version="1.0" encoding="UTF-8" standalone="yes"?>
<Relationships xmlns="http://schemas.openxmlformats.org/package/2006/relationships"><Relationship Id="rId2" Type="http://schemas.openxmlformats.org/officeDocument/2006/relationships/image" Target="../media/image135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6" Type="http://schemas.openxmlformats.org/officeDocument/2006/relationships/customXml" Target="../ink/ink1438.xml"/><Relationship Id="rId21" Type="http://schemas.openxmlformats.org/officeDocument/2006/relationships/image" Target="../media/image1363.png"/><Relationship Id="rId42" Type="http://schemas.openxmlformats.org/officeDocument/2006/relationships/customXml" Target="../ink/ink1446.xml"/><Relationship Id="rId47" Type="http://schemas.openxmlformats.org/officeDocument/2006/relationships/image" Target="../media/image1376.png"/><Relationship Id="rId63" Type="http://schemas.openxmlformats.org/officeDocument/2006/relationships/image" Target="../media/image1384.png"/><Relationship Id="rId68" Type="http://schemas.openxmlformats.org/officeDocument/2006/relationships/customXml" Target="../ink/ink1459.xml"/><Relationship Id="rId84" Type="http://schemas.openxmlformats.org/officeDocument/2006/relationships/customXml" Target="../ink/ink1467.xml"/><Relationship Id="rId89" Type="http://schemas.openxmlformats.org/officeDocument/2006/relationships/image" Target="../media/image1397.png"/><Relationship Id="rId16" Type="http://schemas.openxmlformats.org/officeDocument/2006/relationships/customXml" Target="../ink/ink1433.xml"/><Relationship Id="rId11" Type="http://schemas.openxmlformats.org/officeDocument/2006/relationships/image" Target="../media/image1358.png"/><Relationship Id="rId32" Type="http://schemas.openxmlformats.org/officeDocument/2006/relationships/customXml" Target="../ink/ink1441.xml"/><Relationship Id="rId37" Type="http://schemas.openxmlformats.org/officeDocument/2006/relationships/image" Target="../media/image1371.png"/><Relationship Id="rId53" Type="http://schemas.openxmlformats.org/officeDocument/2006/relationships/image" Target="../media/image1379.png"/><Relationship Id="rId58" Type="http://schemas.openxmlformats.org/officeDocument/2006/relationships/customXml" Target="../ink/ink1454.xml"/><Relationship Id="rId74" Type="http://schemas.openxmlformats.org/officeDocument/2006/relationships/customXml" Target="../ink/ink1462.xml"/><Relationship Id="rId79" Type="http://schemas.openxmlformats.org/officeDocument/2006/relationships/image" Target="../media/image1392.png"/><Relationship Id="rId5" Type="http://schemas.openxmlformats.org/officeDocument/2006/relationships/image" Target="../media/image1355.png"/><Relationship Id="rId90" Type="http://schemas.openxmlformats.org/officeDocument/2006/relationships/customXml" Target="../ink/ink1470.xml"/><Relationship Id="rId14" Type="http://schemas.openxmlformats.org/officeDocument/2006/relationships/customXml" Target="../ink/ink1432.xml"/><Relationship Id="rId22" Type="http://schemas.openxmlformats.org/officeDocument/2006/relationships/customXml" Target="../ink/ink1436.xml"/><Relationship Id="rId27" Type="http://schemas.openxmlformats.org/officeDocument/2006/relationships/image" Target="../media/image1366.png"/><Relationship Id="rId30" Type="http://schemas.openxmlformats.org/officeDocument/2006/relationships/customXml" Target="../ink/ink1440.xml"/><Relationship Id="rId35" Type="http://schemas.openxmlformats.org/officeDocument/2006/relationships/image" Target="../media/image1370.png"/><Relationship Id="rId43" Type="http://schemas.openxmlformats.org/officeDocument/2006/relationships/image" Target="../media/image1374.png"/><Relationship Id="rId48" Type="http://schemas.openxmlformats.org/officeDocument/2006/relationships/customXml" Target="../ink/ink1449.xml"/><Relationship Id="rId56" Type="http://schemas.openxmlformats.org/officeDocument/2006/relationships/customXml" Target="../ink/ink1453.xml"/><Relationship Id="rId64" Type="http://schemas.openxmlformats.org/officeDocument/2006/relationships/customXml" Target="../ink/ink1457.xml"/><Relationship Id="rId69" Type="http://schemas.openxmlformats.org/officeDocument/2006/relationships/image" Target="../media/image1387.png"/><Relationship Id="rId77" Type="http://schemas.openxmlformats.org/officeDocument/2006/relationships/image" Target="../media/image1391.png"/><Relationship Id="rId8" Type="http://schemas.openxmlformats.org/officeDocument/2006/relationships/customXml" Target="../ink/ink1429.xml"/><Relationship Id="rId51" Type="http://schemas.openxmlformats.org/officeDocument/2006/relationships/image" Target="../media/image1378.png"/><Relationship Id="rId72" Type="http://schemas.openxmlformats.org/officeDocument/2006/relationships/customXml" Target="../ink/ink1461.xml"/><Relationship Id="rId80" Type="http://schemas.openxmlformats.org/officeDocument/2006/relationships/customXml" Target="../ink/ink1465.xml"/><Relationship Id="rId85" Type="http://schemas.openxmlformats.org/officeDocument/2006/relationships/image" Target="../media/image1395.png"/><Relationship Id="rId3" Type="http://schemas.openxmlformats.org/officeDocument/2006/relationships/image" Target="../media/image1354.png"/><Relationship Id="rId12" Type="http://schemas.openxmlformats.org/officeDocument/2006/relationships/customXml" Target="../ink/ink1431.xml"/><Relationship Id="rId17" Type="http://schemas.openxmlformats.org/officeDocument/2006/relationships/image" Target="../media/image1361.png"/><Relationship Id="rId25" Type="http://schemas.openxmlformats.org/officeDocument/2006/relationships/image" Target="../media/image1365.png"/><Relationship Id="rId33" Type="http://schemas.openxmlformats.org/officeDocument/2006/relationships/image" Target="../media/image1369.png"/><Relationship Id="rId38" Type="http://schemas.openxmlformats.org/officeDocument/2006/relationships/customXml" Target="../ink/ink1444.xml"/><Relationship Id="rId46" Type="http://schemas.openxmlformats.org/officeDocument/2006/relationships/customXml" Target="../ink/ink1448.xml"/><Relationship Id="rId59" Type="http://schemas.openxmlformats.org/officeDocument/2006/relationships/image" Target="../media/image1382.png"/><Relationship Id="rId67" Type="http://schemas.openxmlformats.org/officeDocument/2006/relationships/image" Target="../media/image1386.png"/><Relationship Id="rId20" Type="http://schemas.openxmlformats.org/officeDocument/2006/relationships/customXml" Target="../ink/ink1435.xml"/><Relationship Id="rId41" Type="http://schemas.openxmlformats.org/officeDocument/2006/relationships/image" Target="../media/image1373.png"/><Relationship Id="rId54" Type="http://schemas.openxmlformats.org/officeDocument/2006/relationships/customXml" Target="../ink/ink1452.xml"/><Relationship Id="rId62" Type="http://schemas.openxmlformats.org/officeDocument/2006/relationships/customXml" Target="../ink/ink1456.xml"/><Relationship Id="rId70" Type="http://schemas.openxmlformats.org/officeDocument/2006/relationships/customXml" Target="../ink/ink1460.xml"/><Relationship Id="rId75" Type="http://schemas.openxmlformats.org/officeDocument/2006/relationships/image" Target="../media/image1390.png"/><Relationship Id="rId83" Type="http://schemas.openxmlformats.org/officeDocument/2006/relationships/image" Target="../media/image1394.png"/><Relationship Id="rId88" Type="http://schemas.openxmlformats.org/officeDocument/2006/relationships/customXml" Target="../ink/ink1469.xml"/><Relationship Id="rId91" Type="http://schemas.openxmlformats.org/officeDocument/2006/relationships/image" Target="../media/image1398.png"/><Relationship Id="rId1" Type="http://schemas.openxmlformats.org/officeDocument/2006/relationships/slideLayout" Target="../slideLayouts/slideLayout7.xml"/><Relationship Id="rId6" Type="http://schemas.openxmlformats.org/officeDocument/2006/relationships/customXml" Target="../ink/ink1428.xml"/><Relationship Id="rId15" Type="http://schemas.openxmlformats.org/officeDocument/2006/relationships/image" Target="../media/image1360.png"/><Relationship Id="rId23" Type="http://schemas.openxmlformats.org/officeDocument/2006/relationships/image" Target="../media/image1364.png"/><Relationship Id="rId28" Type="http://schemas.openxmlformats.org/officeDocument/2006/relationships/customXml" Target="../ink/ink1439.xml"/><Relationship Id="rId36" Type="http://schemas.openxmlformats.org/officeDocument/2006/relationships/customXml" Target="../ink/ink1443.xml"/><Relationship Id="rId49" Type="http://schemas.openxmlformats.org/officeDocument/2006/relationships/image" Target="../media/image1377.png"/><Relationship Id="rId57" Type="http://schemas.openxmlformats.org/officeDocument/2006/relationships/image" Target="../media/image1381.png"/><Relationship Id="rId10" Type="http://schemas.openxmlformats.org/officeDocument/2006/relationships/customXml" Target="../ink/ink1430.xml"/><Relationship Id="rId31" Type="http://schemas.openxmlformats.org/officeDocument/2006/relationships/image" Target="../media/image1368.png"/><Relationship Id="rId44" Type="http://schemas.openxmlformats.org/officeDocument/2006/relationships/customXml" Target="../ink/ink1447.xml"/><Relationship Id="rId52" Type="http://schemas.openxmlformats.org/officeDocument/2006/relationships/customXml" Target="../ink/ink1451.xml"/><Relationship Id="rId60" Type="http://schemas.openxmlformats.org/officeDocument/2006/relationships/customXml" Target="../ink/ink1455.xml"/><Relationship Id="rId65" Type="http://schemas.openxmlformats.org/officeDocument/2006/relationships/image" Target="../media/image1385.png"/><Relationship Id="rId73" Type="http://schemas.openxmlformats.org/officeDocument/2006/relationships/image" Target="../media/image1389.png"/><Relationship Id="rId78" Type="http://schemas.openxmlformats.org/officeDocument/2006/relationships/customXml" Target="../ink/ink1464.xml"/><Relationship Id="rId81" Type="http://schemas.openxmlformats.org/officeDocument/2006/relationships/image" Target="../media/image1393.png"/><Relationship Id="rId86" Type="http://schemas.openxmlformats.org/officeDocument/2006/relationships/customXml" Target="../ink/ink1468.xml"/><Relationship Id="rId4" Type="http://schemas.openxmlformats.org/officeDocument/2006/relationships/customXml" Target="../ink/ink1427.xml"/><Relationship Id="rId9" Type="http://schemas.openxmlformats.org/officeDocument/2006/relationships/image" Target="../media/image1357.png"/><Relationship Id="rId13" Type="http://schemas.openxmlformats.org/officeDocument/2006/relationships/image" Target="../media/image1359.png"/><Relationship Id="rId18" Type="http://schemas.openxmlformats.org/officeDocument/2006/relationships/customXml" Target="../ink/ink1434.xml"/><Relationship Id="rId39" Type="http://schemas.openxmlformats.org/officeDocument/2006/relationships/image" Target="../media/image1372.png"/><Relationship Id="rId34" Type="http://schemas.openxmlformats.org/officeDocument/2006/relationships/customXml" Target="../ink/ink1442.xml"/><Relationship Id="rId50" Type="http://schemas.openxmlformats.org/officeDocument/2006/relationships/customXml" Target="../ink/ink1450.xml"/><Relationship Id="rId55" Type="http://schemas.openxmlformats.org/officeDocument/2006/relationships/image" Target="../media/image1380.png"/><Relationship Id="rId76" Type="http://schemas.openxmlformats.org/officeDocument/2006/relationships/customXml" Target="../ink/ink1463.xml"/><Relationship Id="rId7" Type="http://schemas.openxmlformats.org/officeDocument/2006/relationships/image" Target="../media/image1356.png"/><Relationship Id="rId71" Type="http://schemas.openxmlformats.org/officeDocument/2006/relationships/image" Target="../media/image1388.png"/><Relationship Id="rId2" Type="http://schemas.openxmlformats.org/officeDocument/2006/relationships/customXml" Target="../ink/ink1426.xml"/><Relationship Id="rId29" Type="http://schemas.openxmlformats.org/officeDocument/2006/relationships/image" Target="../media/image1367.png"/><Relationship Id="rId24" Type="http://schemas.openxmlformats.org/officeDocument/2006/relationships/customXml" Target="../ink/ink1437.xml"/><Relationship Id="rId40" Type="http://schemas.openxmlformats.org/officeDocument/2006/relationships/customXml" Target="../ink/ink1445.xml"/><Relationship Id="rId45" Type="http://schemas.openxmlformats.org/officeDocument/2006/relationships/image" Target="../media/image1375.png"/><Relationship Id="rId66" Type="http://schemas.openxmlformats.org/officeDocument/2006/relationships/customXml" Target="../ink/ink1458.xml"/><Relationship Id="rId87" Type="http://schemas.openxmlformats.org/officeDocument/2006/relationships/image" Target="../media/image1396.png"/><Relationship Id="rId61" Type="http://schemas.openxmlformats.org/officeDocument/2006/relationships/image" Target="../media/image1383.png"/><Relationship Id="rId82" Type="http://schemas.openxmlformats.org/officeDocument/2006/relationships/customXml" Target="../ink/ink1466.xml"/><Relationship Id="rId19" Type="http://schemas.openxmlformats.org/officeDocument/2006/relationships/image" Target="../media/image136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1403.png"/><Relationship Id="rId3" Type="http://schemas.openxmlformats.org/officeDocument/2006/relationships/image" Target="../media/image1400.png"/><Relationship Id="rId7" Type="http://schemas.openxmlformats.org/officeDocument/2006/relationships/customXml" Target="../ink/ink1472.xml"/><Relationship Id="rId12" Type="http://schemas.openxmlformats.org/officeDocument/2006/relationships/image" Target="../media/image1405.png"/><Relationship Id="rId2" Type="http://schemas.openxmlformats.org/officeDocument/2006/relationships/image" Target="../media/image1399.png"/><Relationship Id="rId1" Type="http://schemas.openxmlformats.org/officeDocument/2006/relationships/slideLayout" Target="../slideLayouts/slideLayout7.xml"/><Relationship Id="rId6" Type="http://schemas.openxmlformats.org/officeDocument/2006/relationships/image" Target="../media/image1402.png"/><Relationship Id="rId11" Type="http://schemas.openxmlformats.org/officeDocument/2006/relationships/customXml" Target="../ink/ink1474.xml"/><Relationship Id="rId5" Type="http://schemas.openxmlformats.org/officeDocument/2006/relationships/customXml" Target="../ink/ink1471.xml"/><Relationship Id="rId10" Type="http://schemas.openxmlformats.org/officeDocument/2006/relationships/image" Target="../media/image1404.png"/><Relationship Id="rId4" Type="http://schemas.openxmlformats.org/officeDocument/2006/relationships/image" Target="../media/image1401.png"/><Relationship Id="rId9" Type="http://schemas.openxmlformats.org/officeDocument/2006/relationships/customXml" Target="../ink/ink147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B04326-6382-23AA-4F6C-A33C0B53EFAD}"/>
              </a:ext>
            </a:extLst>
          </p:cNvPr>
          <p:cNvSpPr txBox="1"/>
          <p:nvPr/>
        </p:nvSpPr>
        <p:spPr>
          <a:xfrm>
            <a:off x="1449760" y="444212"/>
            <a:ext cx="9292479" cy="1569660"/>
          </a:xfrm>
          <a:prstGeom prst="rect">
            <a:avLst/>
          </a:prstGeom>
          <a:noFill/>
        </p:spPr>
        <p:txBody>
          <a:bodyPr wrap="none" rtlCol="0">
            <a:spAutoFit/>
          </a:bodyPr>
          <a:lstStyle/>
          <a:p>
            <a:pPr algn="ctr"/>
            <a:r>
              <a:rPr lang="en-US" sz="3200" b="1" dirty="0">
                <a:solidFill>
                  <a:schemeClr val="bg1"/>
                </a:solidFill>
              </a:rPr>
              <a:t>ECEN 4/5632  Theory and Application of Digital Filters</a:t>
            </a:r>
          </a:p>
          <a:p>
            <a:pPr algn="ctr"/>
            <a:r>
              <a:rPr lang="en-US" sz="3200" b="1" dirty="0">
                <a:solidFill>
                  <a:schemeClr val="bg1"/>
                </a:solidFill>
              </a:rPr>
              <a:t>Lecture 12</a:t>
            </a:r>
            <a:r>
              <a:rPr lang="en-US" sz="3200" b="1">
                <a:solidFill>
                  <a:schemeClr val="bg1"/>
                </a:solidFill>
              </a:rPr>
              <a:t>, 10-13-26, 10-15-26</a:t>
            </a:r>
            <a:endParaRPr lang="en-US" sz="3200" b="1" dirty="0">
              <a:solidFill>
                <a:schemeClr val="bg1"/>
              </a:solidFill>
            </a:endParaRPr>
          </a:p>
          <a:p>
            <a:pPr algn="ctr"/>
            <a:r>
              <a:rPr lang="en-US" sz="3200" b="1" dirty="0">
                <a:solidFill>
                  <a:schemeClr val="bg1"/>
                </a:solidFill>
              </a:rPr>
              <a:t>Peter Mathys*</a:t>
            </a:r>
          </a:p>
        </p:txBody>
      </p:sp>
      <p:sp>
        <p:nvSpPr>
          <p:cNvPr id="3" name="TextBox 2">
            <a:extLst>
              <a:ext uri="{FF2B5EF4-FFF2-40B4-BE49-F238E27FC236}">
                <a16:creationId xmlns:a16="http://schemas.microsoft.com/office/drawing/2014/main" id="{45862320-FA96-DD1A-C234-95E03B37257B}"/>
              </a:ext>
            </a:extLst>
          </p:cNvPr>
          <p:cNvSpPr txBox="1"/>
          <p:nvPr/>
        </p:nvSpPr>
        <p:spPr>
          <a:xfrm>
            <a:off x="482600" y="6488668"/>
            <a:ext cx="5266185" cy="369332"/>
          </a:xfrm>
          <a:prstGeom prst="rect">
            <a:avLst/>
          </a:prstGeom>
          <a:noFill/>
        </p:spPr>
        <p:txBody>
          <a:bodyPr wrap="none" rtlCol="0">
            <a:spAutoFit/>
          </a:bodyPr>
          <a:lstStyle/>
          <a:p>
            <a:r>
              <a:rPr lang="en-US" dirty="0">
                <a:solidFill>
                  <a:schemeClr val="bg1"/>
                </a:solidFill>
              </a:rPr>
              <a:t>* With generous help from Gemini Pro and ChatGPT</a:t>
            </a:r>
          </a:p>
        </p:txBody>
      </p:sp>
    </p:spTree>
    <p:extLst>
      <p:ext uri="{BB962C8B-B14F-4D97-AF65-F5344CB8AC3E}">
        <p14:creationId xmlns:p14="http://schemas.microsoft.com/office/powerpoint/2010/main" val="2481203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253E"/>
        </a:solidFill>
        <a:effectLst/>
      </p:bgPr>
    </p:bg>
    <p:spTree>
      <p:nvGrpSpPr>
        <p:cNvPr id="1" name=""/>
        <p:cNvGrpSpPr/>
        <p:nvPr/>
      </p:nvGrpSpPr>
      <p:grpSpPr>
        <a:xfrm>
          <a:off x="0" y="0"/>
          <a:ext cx="0" cy="0"/>
          <a:chOff x="0" y="0"/>
          <a:chExt cx="0" cy="0"/>
        </a:xfrm>
      </p:grpSpPr>
      <p:sp>
        <p:nvSpPr>
          <p:cNvPr id="2" name="TextBox 1"/>
          <p:cNvSpPr txBox="1"/>
          <p:nvPr/>
        </p:nvSpPr>
        <p:spPr>
          <a:xfrm>
            <a:off x="640080" y="685800"/>
            <a:ext cx="2743200" cy="320040"/>
          </a:xfrm>
          <a:prstGeom prst="rect">
            <a:avLst/>
          </a:prstGeom>
          <a:noFill/>
        </p:spPr>
        <p:txBody>
          <a:bodyPr wrap="square">
            <a:spAutoFit/>
          </a:bodyPr>
          <a:lstStyle/>
          <a:p>
            <a:pPr algn="l"/>
            <a:r>
              <a:rPr lang="en-US" sz="1400" b="1" dirty="0">
                <a:solidFill>
                  <a:srgbClr val="24888E"/>
                </a:solidFill>
                <a:latin typeface="Aptos"/>
              </a:rPr>
              <a:t>WEEK 6 ● </a:t>
            </a:r>
            <a:r>
              <a:rPr sz="1400" b="1" dirty="0">
                <a:solidFill>
                  <a:srgbClr val="24888E"/>
                </a:solidFill>
                <a:latin typeface="Aptos"/>
              </a:rPr>
              <a:t>LECTURE </a:t>
            </a:r>
            <a:r>
              <a:rPr lang="en-US" sz="1400" b="1" dirty="0">
                <a:solidFill>
                  <a:srgbClr val="24888E"/>
                </a:solidFill>
                <a:latin typeface="Aptos"/>
              </a:rPr>
              <a:t>1</a:t>
            </a:r>
            <a:r>
              <a:rPr sz="1400" b="1" dirty="0">
                <a:solidFill>
                  <a:srgbClr val="24888E"/>
                </a:solidFill>
                <a:latin typeface="Aptos"/>
              </a:rPr>
              <a:t>2</a:t>
            </a:r>
          </a:p>
        </p:txBody>
      </p:sp>
      <p:sp>
        <p:nvSpPr>
          <p:cNvPr id="3" name="TextBox 2"/>
          <p:cNvSpPr txBox="1"/>
          <p:nvPr/>
        </p:nvSpPr>
        <p:spPr>
          <a:xfrm>
            <a:off x="640080" y="1234440"/>
            <a:ext cx="10607040" cy="1234440"/>
          </a:xfrm>
          <a:prstGeom prst="rect">
            <a:avLst/>
          </a:prstGeom>
          <a:noFill/>
        </p:spPr>
        <p:txBody>
          <a:bodyPr wrap="square">
            <a:spAutoFit/>
          </a:bodyPr>
          <a:lstStyle/>
          <a:p>
            <a:pPr algn="l"/>
            <a:r>
              <a:rPr sz="3400" b="1">
                <a:solidFill>
                  <a:srgbClr val="FFFFFF"/>
                </a:solidFill>
                <a:latin typeface="Aptos"/>
              </a:rPr>
              <a:t>The STFT and Spectrograms</a:t>
            </a:r>
          </a:p>
        </p:txBody>
      </p:sp>
      <p:sp>
        <p:nvSpPr>
          <p:cNvPr id="4" name="TextBox 3"/>
          <p:cNvSpPr txBox="1"/>
          <p:nvPr/>
        </p:nvSpPr>
        <p:spPr>
          <a:xfrm>
            <a:off x="658368" y="2788920"/>
            <a:ext cx="9875520" cy="594360"/>
          </a:xfrm>
          <a:prstGeom prst="rect">
            <a:avLst/>
          </a:prstGeom>
          <a:noFill/>
        </p:spPr>
        <p:txBody>
          <a:bodyPr wrap="square">
            <a:spAutoFit/>
          </a:bodyPr>
          <a:lstStyle/>
          <a:p>
            <a:pPr algn="l"/>
            <a:r>
              <a:rPr sz="2000" b="0">
                <a:solidFill>
                  <a:srgbClr val="D7E1EE"/>
                </a:solidFill>
                <a:latin typeface="Aptos"/>
              </a:rPr>
              <a:t>Local spectra for non-stationary signals and 2-D ML features</a:t>
            </a:r>
          </a:p>
        </p:txBody>
      </p:sp>
      <p:sp>
        <p:nvSpPr>
          <p:cNvPr id="5" name="TextBox 4"/>
          <p:cNvSpPr txBox="1"/>
          <p:nvPr/>
        </p:nvSpPr>
        <p:spPr>
          <a:xfrm>
            <a:off x="658368" y="5897880"/>
            <a:ext cx="10515600" cy="365760"/>
          </a:xfrm>
          <a:prstGeom prst="rect">
            <a:avLst/>
          </a:prstGeom>
          <a:noFill/>
        </p:spPr>
        <p:txBody>
          <a:bodyPr wrap="square">
            <a:spAutoFit/>
          </a:bodyPr>
          <a:lstStyle/>
          <a:p>
            <a:pPr algn="l"/>
            <a:r>
              <a:rPr sz="1200" b="0">
                <a:solidFill>
                  <a:srgbClr val="BECCDD"/>
                </a:solidFill>
                <a:latin typeface="Aptos"/>
              </a:rPr>
              <a:t>Oppenheim &amp; Schafer • DFT / FFT / STFT  |  Raschka • CNN architecture and feature pipelines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Learning objectives</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ROADMAP</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0:00–0:03</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325880"/>
            <a:ext cx="6766560" cy="3749039"/>
          </a:xfrm>
          <a:prstGeom prst="rect">
            <a:avLst/>
          </a:prstGeom>
          <a:noFill/>
        </p:spPr>
        <p:txBody>
          <a:bodyPr wrap="square">
            <a:spAutoFit/>
          </a:bodyPr>
          <a:lstStyle/>
          <a:p>
            <a:pPr>
              <a:spcAft>
                <a:spcPts val="700"/>
              </a:spcAft>
              <a:defRPr sz="2100">
                <a:solidFill>
                  <a:srgbClr val="191E26"/>
                </a:solidFill>
                <a:latin typeface="Aptos"/>
              </a:defRPr>
            </a:pPr>
            <a:r>
              <a:rPr dirty="0"/>
              <a:t>• Explain why a single global spectrum can fail for non-stationary signals.</a:t>
            </a:r>
          </a:p>
          <a:p>
            <a:pPr>
              <a:spcAft>
                <a:spcPts val="700"/>
              </a:spcAft>
              <a:defRPr sz="2100">
                <a:solidFill>
                  <a:srgbClr val="191E26"/>
                </a:solidFill>
                <a:latin typeface="Aptos"/>
              </a:defRPr>
            </a:pPr>
            <a:r>
              <a:rPr dirty="0"/>
              <a:t>• Interpret the STFT as a sequence of windowed local Fourier transforms.</a:t>
            </a:r>
          </a:p>
          <a:p>
            <a:pPr>
              <a:spcAft>
                <a:spcPts val="700"/>
              </a:spcAft>
              <a:defRPr sz="2100">
                <a:solidFill>
                  <a:srgbClr val="191E26"/>
                </a:solidFill>
                <a:latin typeface="Aptos"/>
              </a:defRPr>
            </a:pPr>
            <a:r>
              <a:rPr dirty="0"/>
              <a:t>• Predict the time–frequency resolution trade-off from window duration.</a:t>
            </a:r>
          </a:p>
          <a:p>
            <a:pPr>
              <a:spcAft>
                <a:spcPts val="700"/>
              </a:spcAft>
              <a:defRPr sz="2100">
                <a:solidFill>
                  <a:srgbClr val="191E26"/>
                </a:solidFill>
                <a:latin typeface="Aptos"/>
              </a:defRPr>
            </a:pPr>
            <a:r>
              <a:rPr dirty="0"/>
              <a:t>• Read and construct a spectrogram.</a:t>
            </a:r>
          </a:p>
          <a:p>
            <a:pPr>
              <a:spcAft>
                <a:spcPts val="700"/>
              </a:spcAft>
              <a:defRPr sz="2100">
                <a:solidFill>
                  <a:srgbClr val="191E26"/>
                </a:solidFill>
                <a:latin typeface="Aptos"/>
              </a:defRPr>
            </a:pPr>
            <a:r>
              <a:rPr dirty="0"/>
              <a:t>• Format spectrograms as structured tensors for </a:t>
            </a:r>
            <a:r>
              <a:rPr dirty="0" err="1"/>
              <a:t>PyTorch</a:t>
            </a:r>
            <a:r>
              <a:rPr dirty="0"/>
              <a:t> CNNs.</a:t>
            </a:r>
          </a:p>
        </p:txBody>
      </p:sp>
      <p:sp>
        <p:nvSpPr>
          <p:cNvPr id="8" name="Rounded Rectangle 7"/>
          <p:cNvSpPr/>
          <p:nvPr/>
        </p:nvSpPr>
        <p:spPr>
          <a:xfrm>
            <a:off x="7818120" y="1463040"/>
            <a:ext cx="3657600" cy="192024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64424" y="1554480"/>
            <a:ext cx="3364992" cy="219456"/>
          </a:xfrm>
          <a:prstGeom prst="rect">
            <a:avLst/>
          </a:prstGeom>
          <a:noFill/>
        </p:spPr>
        <p:txBody>
          <a:bodyPr wrap="square">
            <a:spAutoFit/>
          </a:bodyPr>
          <a:lstStyle/>
          <a:p>
            <a:pPr algn="l"/>
            <a:r>
              <a:rPr sz="1100" b="1">
                <a:solidFill>
                  <a:srgbClr val="24888E"/>
                </a:solidFill>
                <a:latin typeface="Aptos"/>
              </a:rPr>
              <a:t>Core question</a:t>
            </a:r>
          </a:p>
        </p:txBody>
      </p:sp>
      <p:sp>
        <p:nvSpPr>
          <p:cNvPr id="10" name="TextBox 9"/>
          <p:cNvSpPr txBox="1"/>
          <p:nvPr/>
        </p:nvSpPr>
        <p:spPr>
          <a:xfrm>
            <a:off x="7964424" y="1819656"/>
            <a:ext cx="3364992" cy="1472184"/>
          </a:xfrm>
          <a:prstGeom prst="rect">
            <a:avLst/>
          </a:prstGeom>
          <a:noFill/>
        </p:spPr>
        <p:txBody>
          <a:bodyPr wrap="square">
            <a:spAutoFit/>
          </a:bodyPr>
          <a:lstStyle/>
          <a:p>
            <a:pPr algn="l"/>
            <a:r>
              <a:rPr sz="1700" b="0">
                <a:solidFill>
                  <a:srgbClr val="191E26"/>
                </a:solidFill>
                <a:latin typeface="Aptos"/>
              </a:rPr>
              <a:t>How do we preserve both when a frequency occurs and what that frequency is?</a:t>
            </a: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BBB35BF0-A843-2858-E030-31575C943C79}"/>
                  </a:ext>
                </a:extLst>
              </p14:cNvPr>
              <p14:cNvContentPartPr/>
              <p14:nvPr/>
            </p14:nvContentPartPr>
            <p14:xfrm>
              <a:off x="2284342" y="3130736"/>
              <a:ext cx="1677600" cy="32760"/>
            </p14:xfrm>
          </p:contentPart>
        </mc:Choice>
        <mc:Fallback xmlns="">
          <p:pic>
            <p:nvPicPr>
              <p:cNvPr id="11" name="Ink 10">
                <a:extLst>
                  <a:ext uri="{FF2B5EF4-FFF2-40B4-BE49-F238E27FC236}">
                    <a16:creationId xmlns:a16="http://schemas.microsoft.com/office/drawing/2014/main" id="{BBB35BF0-A843-2858-E030-31575C943C79}"/>
                  </a:ext>
                </a:extLst>
              </p:cNvPr>
              <p:cNvPicPr/>
              <p:nvPr/>
            </p:nvPicPr>
            <p:blipFill>
              <a:blip r:embed="rId3"/>
              <a:stretch>
                <a:fillRect/>
              </a:stretch>
            </p:blipFill>
            <p:spPr>
              <a:xfrm>
                <a:off x="2275702" y="3122096"/>
                <a:ext cx="16952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8D5FC982-B9C1-66E9-324B-D116A391121D}"/>
                  </a:ext>
                </a:extLst>
              </p14:cNvPr>
              <p14:cNvContentPartPr/>
              <p14:nvPr/>
            </p14:nvContentPartPr>
            <p14:xfrm>
              <a:off x="3952942" y="3141536"/>
              <a:ext cx="2384280" cy="21960"/>
            </p14:xfrm>
          </p:contentPart>
        </mc:Choice>
        <mc:Fallback xmlns="">
          <p:pic>
            <p:nvPicPr>
              <p:cNvPr id="12" name="Ink 11">
                <a:extLst>
                  <a:ext uri="{FF2B5EF4-FFF2-40B4-BE49-F238E27FC236}">
                    <a16:creationId xmlns:a16="http://schemas.microsoft.com/office/drawing/2014/main" id="{8D5FC982-B9C1-66E9-324B-D116A391121D}"/>
                  </a:ext>
                </a:extLst>
              </p:cNvPr>
              <p:cNvPicPr/>
              <p:nvPr/>
            </p:nvPicPr>
            <p:blipFill>
              <a:blip r:embed="rId5"/>
              <a:stretch>
                <a:fillRect/>
              </a:stretch>
            </p:blipFill>
            <p:spPr>
              <a:xfrm>
                <a:off x="3944302" y="3132536"/>
                <a:ext cx="2401920" cy="396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Why a global spectrum is not enough</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NON-STATIONARY SIGNALS</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0:03–0:10</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global_spectrum_chirp.png"/>
          <p:cNvPicPr>
            <a:picLocks noChangeAspect="1"/>
          </p:cNvPicPr>
          <p:nvPr/>
        </p:nvPicPr>
        <p:blipFill>
          <a:blip r:embed="rId2"/>
          <a:stretch>
            <a:fillRect/>
          </a:stretch>
        </p:blipFill>
        <p:spPr>
          <a:xfrm>
            <a:off x="640080" y="1234440"/>
            <a:ext cx="6675120" cy="3108960"/>
          </a:xfrm>
          <a:prstGeom prst="rect">
            <a:avLst/>
          </a:prstGeom>
        </p:spPr>
      </p:pic>
      <p:sp>
        <p:nvSpPr>
          <p:cNvPr id="8" name="Rounded Rectangle 7"/>
          <p:cNvSpPr/>
          <p:nvPr/>
        </p:nvSpPr>
        <p:spPr>
          <a:xfrm>
            <a:off x="7589520" y="1508760"/>
            <a:ext cx="3657600" cy="11430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35824" y="1600200"/>
            <a:ext cx="3364992" cy="219456"/>
          </a:xfrm>
          <a:prstGeom prst="rect">
            <a:avLst/>
          </a:prstGeom>
          <a:noFill/>
        </p:spPr>
        <p:txBody>
          <a:bodyPr wrap="square">
            <a:spAutoFit/>
          </a:bodyPr>
          <a:lstStyle/>
          <a:p>
            <a:pPr algn="l"/>
            <a:r>
              <a:rPr sz="1100" b="1">
                <a:solidFill>
                  <a:srgbClr val="24888E"/>
                </a:solidFill>
                <a:latin typeface="Aptos"/>
              </a:rPr>
              <a:t>What it tells us</a:t>
            </a:r>
          </a:p>
        </p:txBody>
      </p:sp>
      <p:sp>
        <p:nvSpPr>
          <p:cNvPr id="10" name="TextBox 9"/>
          <p:cNvSpPr txBox="1"/>
          <p:nvPr/>
        </p:nvSpPr>
        <p:spPr>
          <a:xfrm>
            <a:off x="7735824" y="1865376"/>
            <a:ext cx="3364992" cy="694944"/>
          </a:xfrm>
          <a:prstGeom prst="rect">
            <a:avLst/>
          </a:prstGeom>
          <a:noFill/>
        </p:spPr>
        <p:txBody>
          <a:bodyPr wrap="square">
            <a:spAutoFit/>
          </a:bodyPr>
          <a:lstStyle/>
          <a:p>
            <a:pPr algn="l"/>
            <a:r>
              <a:rPr sz="1700" b="0">
                <a:solidFill>
                  <a:srgbClr val="191E26"/>
                </a:solidFill>
                <a:latin typeface="Aptos"/>
              </a:rPr>
              <a:t>Many frequencies occurred during the record.</a:t>
            </a:r>
          </a:p>
        </p:txBody>
      </p:sp>
      <p:sp>
        <p:nvSpPr>
          <p:cNvPr id="11" name="Rounded Rectangle 10"/>
          <p:cNvSpPr/>
          <p:nvPr/>
        </p:nvSpPr>
        <p:spPr>
          <a:xfrm>
            <a:off x="7589520" y="2971800"/>
            <a:ext cx="3657600" cy="141732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35824" y="3063240"/>
            <a:ext cx="3364992" cy="219456"/>
          </a:xfrm>
          <a:prstGeom prst="rect">
            <a:avLst/>
          </a:prstGeom>
          <a:noFill/>
        </p:spPr>
        <p:txBody>
          <a:bodyPr wrap="square">
            <a:spAutoFit/>
          </a:bodyPr>
          <a:lstStyle/>
          <a:p>
            <a:pPr algn="l"/>
            <a:r>
              <a:rPr sz="1100" b="1">
                <a:solidFill>
                  <a:srgbClr val="D67D35"/>
                </a:solidFill>
                <a:latin typeface="Aptos"/>
              </a:rPr>
              <a:t>What it loses</a:t>
            </a:r>
          </a:p>
        </p:txBody>
      </p:sp>
      <p:sp>
        <p:nvSpPr>
          <p:cNvPr id="13" name="TextBox 12"/>
          <p:cNvSpPr txBox="1"/>
          <p:nvPr/>
        </p:nvSpPr>
        <p:spPr>
          <a:xfrm>
            <a:off x="7735824" y="3328416"/>
            <a:ext cx="3364992" cy="969264"/>
          </a:xfrm>
          <a:prstGeom prst="rect">
            <a:avLst/>
          </a:prstGeom>
          <a:noFill/>
        </p:spPr>
        <p:txBody>
          <a:bodyPr wrap="square">
            <a:spAutoFit/>
          </a:bodyPr>
          <a:lstStyle/>
          <a:p>
            <a:pPr algn="l"/>
            <a:r>
              <a:rPr sz="1700" b="0">
                <a:solidFill>
                  <a:srgbClr val="191E26"/>
                </a:solidFill>
                <a:latin typeface="Aptos"/>
              </a:rPr>
              <a:t>It does not tell us that the dominant frequency swept upward with time.</a:t>
            </a:r>
          </a:p>
        </p:txBody>
      </p:sp>
      <p:sp>
        <p:nvSpPr>
          <p:cNvPr id="14" name="TextBox 13"/>
          <p:cNvSpPr txBox="1"/>
          <p:nvPr/>
        </p:nvSpPr>
        <p:spPr>
          <a:xfrm>
            <a:off x="822960" y="4754880"/>
            <a:ext cx="10515600" cy="594360"/>
          </a:xfrm>
          <a:prstGeom prst="rect">
            <a:avLst/>
          </a:prstGeom>
          <a:noFill/>
        </p:spPr>
        <p:txBody>
          <a:bodyPr wrap="square">
            <a:spAutoFit/>
          </a:bodyPr>
          <a:lstStyle/>
          <a:p>
            <a:pPr algn="l"/>
            <a:r>
              <a:rPr sz="2000" b="1">
                <a:solidFill>
                  <a:srgbClr val="16253E"/>
                </a:solidFill>
                <a:latin typeface="Aptos"/>
              </a:rPr>
              <a:t>Speech, radar, machinery faults, ECG/EEG, and transient events are often non-stationary.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Localize before transforming</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0:10–0:15</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77240" y="1371600"/>
            <a:ext cx="10424160" cy="685800"/>
          </a:xfrm>
          <a:prstGeom prst="rect">
            <a:avLst/>
          </a:prstGeom>
          <a:noFill/>
        </p:spPr>
        <p:txBody>
          <a:bodyPr wrap="square">
            <a:spAutoFit/>
          </a:bodyPr>
          <a:lstStyle/>
          <a:p>
            <a:pPr algn="l"/>
            <a:r>
              <a:rPr sz="2400" b="1">
                <a:solidFill>
                  <a:srgbClr val="16253E"/>
                </a:solidFill>
                <a:latin typeface="Aptos"/>
              </a:rPr>
              <a:t>Take a short window around a time location, then compute a Fourier transform of that local segment.</a:t>
            </a:r>
          </a:p>
        </p:txBody>
      </p:sp>
      <p:sp>
        <p:nvSpPr>
          <p:cNvPr id="8" name="TextBox 7"/>
          <p:cNvSpPr txBox="1"/>
          <p:nvPr/>
        </p:nvSpPr>
        <p:spPr>
          <a:xfrm>
            <a:off x="914400" y="2514600"/>
            <a:ext cx="9875520" cy="685800"/>
          </a:xfrm>
          <a:prstGeom prst="rect">
            <a:avLst/>
          </a:prstGeom>
          <a:noFill/>
        </p:spPr>
        <p:txBody>
          <a:bodyPr wrap="square">
            <a:spAutoFit/>
          </a:bodyPr>
          <a:lstStyle/>
          <a:p>
            <a:pPr algn="l"/>
            <a:r>
              <a:rPr sz="2800" b="1">
                <a:solidFill>
                  <a:srgbClr val="2463A0"/>
                </a:solidFill>
                <a:latin typeface="Aptos"/>
              </a:rPr>
              <a:t>X(r,ω) = Σₘ x[m] w[m−rR] e^(−jωm)</a:t>
            </a:r>
          </a:p>
        </p:txBody>
      </p:sp>
      <p:sp>
        <p:nvSpPr>
          <p:cNvPr id="9" name="TextBox 8"/>
          <p:cNvSpPr txBox="1"/>
          <p:nvPr/>
        </p:nvSpPr>
        <p:spPr>
          <a:xfrm>
            <a:off x="1005840" y="3474720"/>
            <a:ext cx="6400800" cy="1828800"/>
          </a:xfrm>
          <a:prstGeom prst="rect">
            <a:avLst/>
          </a:prstGeom>
          <a:noFill/>
        </p:spPr>
        <p:txBody>
          <a:bodyPr wrap="square">
            <a:spAutoFit/>
          </a:bodyPr>
          <a:lstStyle/>
          <a:p>
            <a:pPr>
              <a:spcAft>
                <a:spcPts val="700"/>
              </a:spcAft>
              <a:defRPr sz="2000">
                <a:solidFill>
                  <a:srgbClr val="191E26"/>
                </a:solidFill>
                <a:latin typeface="Aptos"/>
              </a:defRPr>
            </a:pPr>
            <a:r>
              <a:t>• r = frame index</a:t>
            </a:r>
          </a:p>
          <a:p>
            <a:pPr>
              <a:spcAft>
                <a:spcPts val="700"/>
              </a:spcAft>
              <a:defRPr sz="2000">
                <a:solidFill>
                  <a:srgbClr val="191E26"/>
                </a:solidFill>
                <a:latin typeface="Aptos"/>
              </a:defRPr>
            </a:pPr>
            <a:r>
              <a:t>• R = hop size between frames</a:t>
            </a:r>
          </a:p>
          <a:p>
            <a:pPr>
              <a:spcAft>
                <a:spcPts val="700"/>
              </a:spcAft>
              <a:defRPr sz="2000">
                <a:solidFill>
                  <a:srgbClr val="191E26"/>
                </a:solidFill>
                <a:latin typeface="Aptos"/>
              </a:defRPr>
            </a:pPr>
            <a:r>
              <a:t>• w[n] = analysis window</a:t>
            </a:r>
          </a:p>
          <a:p>
            <a:pPr>
              <a:spcAft>
                <a:spcPts val="700"/>
              </a:spcAft>
              <a:defRPr sz="2000">
                <a:solidFill>
                  <a:srgbClr val="191E26"/>
                </a:solidFill>
                <a:latin typeface="Aptos"/>
              </a:defRPr>
            </a:pPr>
            <a:r>
              <a:t>• Each frame produces one local spectrum.</a:t>
            </a:r>
          </a:p>
        </p:txBody>
      </p:sp>
      <p:sp>
        <p:nvSpPr>
          <p:cNvPr id="10" name="Rounded Rectangle 9"/>
          <p:cNvSpPr/>
          <p:nvPr/>
        </p:nvSpPr>
        <p:spPr>
          <a:xfrm>
            <a:off x="7726679" y="3246120"/>
            <a:ext cx="3566160" cy="20574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72983" y="3337560"/>
            <a:ext cx="3273552" cy="219456"/>
          </a:xfrm>
          <a:prstGeom prst="rect">
            <a:avLst/>
          </a:prstGeom>
          <a:noFill/>
        </p:spPr>
        <p:txBody>
          <a:bodyPr wrap="square">
            <a:spAutoFit/>
          </a:bodyPr>
          <a:lstStyle/>
          <a:p>
            <a:pPr algn="l"/>
            <a:r>
              <a:rPr sz="1100" b="1">
                <a:solidFill>
                  <a:srgbClr val="24888E"/>
                </a:solidFill>
                <a:latin typeface="Aptos"/>
              </a:rPr>
              <a:t>Equivalent notation</a:t>
            </a:r>
          </a:p>
        </p:txBody>
      </p:sp>
      <p:sp>
        <p:nvSpPr>
          <p:cNvPr id="12" name="TextBox 11"/>
          <p:cNvSpPr txBox="1"/>
          <p:nvPr/>
        </p:nvSpPr>
        <p:spPr>
          <a:xfrm>
            <a:off x="7872983" y="3602736"/>
            <a:ext cx="3273552" cy="1380744"/>
          </a:xfrm>
          <a:prstGeom prst="rect">
            <a:avLst/>
          </a:prstGeom>
          <a:noFill/>
        </p:spPr>
        <p:txBody>
          <a:bodyPr wrap="square">
            <a:spAutoFit/>
          </a:bodyPr>
          <a:lstStyle/>
          <a:p>
            <a:pPr algn="l"/>
            <a:r>
              <a:rPr sz="1700" b="0">
                <a:solidFill>
                  <a:srgbClr val="191E26"/>
                </a:solidFill>
                <a:latin typeface="Aptos"/>
              </a:rPr>
              <a:t>Texts place the window as w[rR−m] or w[m−rR]. For real symmetric windows, the practical idea is the same: select a neighborhood around the frame time.</a:t>
            </a:r>
          </a:p>
        </p:txBody>
      </p:sp>
      <mc:AlternateContent xmlns:mc="http://schemas.openxmlformats.org/markup-compatibility/2006" xmlns:p14="http://schemas.microsoft.com/office/powerpoint/2010/main">
        <mc:Choice Requires="p14">
          <p:contentPart p14:bwMode="auto" r:id="rId2">
            <p14:nvContentPartPr>
              <p14:cNvPr id="21" name="Ink 20">
                <a:extLst>
                  <a:ext uri="{FF2B5EF4-FFF2-40B4-BE49-F238E27FC236}">
                    <a16:creationId xmlns:a16="http://schemas.microsoft.com/office/drawing/2014/main" id="{B7756856-A39B-8BEC-3559-8E3C0A7F79C8}"/>
                  </a:ext>
                </a:extLst>
              </p14:cNvPr>
              <p14:cNvContentPartPr/>
              <p14:nvPr/>
            </p14:nvContentPartPr>
            <p14:xfrm>
              <a:off x="1893022" y="1786136"/>
              <a:ext cx="1575720" cy="15840"/>
            </p14:xfrm>
          </p:contentPart>
        </mc:Choice>
        <mc:Fallback xmlns="">
          <p:pic>
            <p:nvPicPr>
              <p:cNvPr id="21" name="Ink 20">
                <a:extLst>
                  <a:ext uri="{FF2B5EF4-FFF2-40B4-BE49-F238E27FC236}">
                    <a16:creationId xmlns:a16="http://schemas.microsoft.com/office/drawing/2014/main" id="{B7756856-A39B-8BEC-3559-8E3C0A7F79C8}"/>
                  </a:ext>
                </a:extLst>
              </p:cNvPr>
              <p:cNvPicPr/>
              <p:nvPr/>
            </p:nvPicPr>
            <p:blipFill>
              <a:blip r:embed="rId3"/>
              <a:stretch>
                <a:fillRect/>
              </a:stretch>
            </p:blipFill>
            <p:spPr>
              <a:xfrm>
                <a:off x="1884022" y="1777136"/>
                <a:ext cx="1593360" cy="33480"/>
              </a:xfrm>
              <a:prstGeom prst="rect">
                <a:avLst/>
              </a:prstGeom>
            </p:spPr>
          </p:pic>
        </mc:Fallback>
      </mc:AlternateContent>
      <p:grpSp>
        <p:nvGrpSpPr>
          <p:cNvPr id="24" name="Group 23">
            <a:extLst>
              <a:ext uri="{FF2B5EF4-FFF2-40B4-BE49-F238E27FC236}">
                <a16:creationId xmlns:a16="http://schemas.microsoft.com/office/drawing/2014/main" id="{047EF54A-BEDA-2A95-E73A-E641BE97F4B1}"/>
              </a:ext>
            </a:extLst>
          </p:cNvPr>
          <p:cNvGrpSpPr/>
          <p:nvPr/>
        </p:nvGrpSpPr>
        <p:grpSpPr>
          <a:xfrm>
            <a:off x="3694462" y="1737536"/>
            <a:ext cx="2959560" cy="54360"/>
            <a:chOff x="3694462" y="1737536"/>
            <a:chExt cx="2959560" cy="54360"/>
          </a:xfrm>
        </p:grpSpPr>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F55435EA-9849-F418-F720-BF64A952AEF4}"/>
                    </a:ext>
                  </a:extLst>
                </p14:cNvPr>
                <p14:cNvContentPartPr/>
                <p14:nvPr/>
              </p14:nvContentPartPr>
              <p14:xfrm>
                <a:off x="3701302" y="1737536"/>
                <a:ext cx="2952720" cy="54360"/>
              </p14:xfrm>
            </p:contentPart>
          </mc:Choice>
          <mc:Fallback xmlns="">
            <p:pic>
              <p:nvPicPr>
                <p:cNvPr id="22" name="Ink 21">
                  <a:extLst>
                    <a:ext uri="{FF2B5EF4-FFF2-40B4-BE49-F238E27FC236}">
                      <a16:creationId xmlns:a16="http://schemas.microsoft.com/office/drawing/2014/main" id="{F55435EA-9849-F418-F720-BF64A952AEF4}"/>
                    </a:ext>
                  </a:extLst>
                </p:cNvPr>
                <p:cNvPicPr/>
                <p:nvPr/>
              </p:nvPicPr>
              <p:blipFill>
                <a:blip r:embed="rId5"/>
                <a:stretch>
                  <a:fillRect/>
                </a:stretch>
              </p:blipFill>
              <p:spPr>
                <a:xfrm>
                  <a:off x="3692662" y="1728536"/>
                  <a:ext cx="29703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AC0EE780-0475-1BD4-9087-C1D05FDE5B9E}"/>
                    </a:ext>
                  </a:extLst>
                </p14:cNvPr>
                <p14:cNvContentPartPr/>
                <p14:nvPr/>
              </p14:nvContentPartPr>
              <p14:xfrm>
                <a:off x="3694462" y="1764896"/>
                <a:ext cx="132120" cy="10800"/>
              </p14:xfrm>
            </p:contentPart>
          </mc:Choice>
          <mc:Fallback xmlns="">
            <p:pic>
              <p:nvPicPr>
                <p:cNvPr id="23" name="Ink 22">
                  <a:extLst>
                    <a:ext uri="{FF2B5EF4-FFF2-40B4-BE49-F238E27FC236}">
                      <a16:creationId xmlns:a16="http://schemas.microsoft.com/office/drawing/2014/main" id="{AC0EE780-0475-1BD4-9087-C1D05FDE5B9E}"/>
                    </a:ext>
                  </a:extLst>
                </p:cNvPr>
                <p:cNvPicPr/>
                <p:nvPr/>
              </p:nvPicPr>
              <p:blipFill>
                <a:blip r:embed="rId7"/>
                <a:stretch>
                  <a:fillRect/>
                </a:stretch>
              </p:blipFill>
              <p:spPr>
                <a:xfrm>
                  <a:off x="3685822" y="1756256"/>
                  <a:ext cx="149760" cy="28440"/>
                </a:xfrm>
                <a:prstGeom prst="rect">
                  <a:avLst/>
                </a:prstGeom>
              </p:spPr>
            </p:pic>
          </mc:Fallback>
        </mc:AlternateContent>
      </p:grpSp>
      <p:grpSp>
        <p:nvGrpSpPr>
          <p:cNvPr id="28" name="Group 27">
            <a:extLst>
              <a:ext uri="{FF2B5EF4-FFF2-40B4-BE49-F238E27FC236}">
                <a16:creationId xmlns:a16="http://schemas.microsoft.com/office/drawing/2014/main" id="{2A1AA90E-A5EC-AB86-7810-F66906659E3C}"/>
              </a:ext>
            </a:extLst>
          </p:cNvPr>
          <p:cNvGrpSpPr/>
          <p:nvPr/>
        </p:nvGrpSpPr>
        <p:grpSpPr>
          <a:xfrm>
            <a:off x="1112902" y="3118136"/>
            <a:ext cx="865800" cy="348840"/>
            <a:chOff x="1112902" y="3118136"/>
            <a:chExt cx="865800" cy="348840"/>
          </a:xfrm>
        </p:grpSpPr>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724764C9-7C90-5B34-6DD0-EE99FD10487F}"/>
                    </a:ext>
                  </a:extLst>
                </p14:cNvPr>
                <p14:cNvContentPartPr/>
                <p14:nvPr/>
              </p14:nvContentPartPr>
              <p14:xfrm>
                <a:off x="1112902" y="3166376"/>
                <a:ext cx="170640" cy="222120"/>
              </p14:xfrm>
            </p:contentPart>
          </mc:Choice>
          <mc:Fallback xmlns="">
            <p:pic>
              <p:nvPicPr>
                <p:cNvPr id="13" name="Ink 12">
                  <a:extLst>
                    <a:ext uri="{FF2B5EF4-FFF2-40B4-BE49-F238E27FC236}">
                      <a16:creationId xmlns:a16="http://schemas.microsoft.com/office/drawing/2014/main" id="{724764C9-7C90-5B34-6DD0-EE99FD10487F}"/>
                    </a:ext>
                  </a:extLst>
                </p:cNvPr>
                <p:cNvPicPr/>
                <p:nvPr/>
              </p:nvPicPr>
              <p:blipFill>
                <a:blip r:embed="rId9"/>
                <a:stretch>
                  <a:fillRect/>
                </a:stretch>
              </p:blipFill>
              <p:spPr>
                <a:xfrm>
                  <a:off x="1104262" y="3157736"/>
                  <a:ext cx="18828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25A03B30-0815-3083-A368-14E98B9613E8}"/>
                    </a:ext>
                  </a:extLst>
                </p14:cNvPr>
                <p14:cNvContentPartPr/>
                <p14:nvPr/>
              </p14:nvContentPartPr>
              <p14:xfrm>
                <a:off x="1160782" y="3147656"/>
                <a:ext cx="81000" cy="249120"/>
              </p14:xfrm>
            </p:contentPart>
          </mc:Choice>
          <mc:Fallback xmlns="">
            <p:pic>
              <p:nvPicPr>
                <p:cNvPr id="14" name="Ink 13">
                  <a:extLst>
                    <a:ext uri="{FF2B5EF4-FFF2-40B4-BE49-F238E27FC236}">
                      <a16:creationId xmlns:a16="http://schemas.microsoft.com/office/drawing/2014/main" id="{25A03B30-0815-3083-A368-14E98B9613E8}"/>
                    </a:ext>
                  </a:extLst>
                </p:cNvPr>
                <p:cNvPicPr/>
                <p:nvPr/>
              </p:nvPicPr>
              <p:blipFill>
                <a:blip r:embed="rId11"/>
                <a:stretch>
                  <a:fillRect/>
                </a:stretch>
              </p:blipFill>
              <p:spPr>
                <a:xfrm>
                  <a:off x="1152142" y="3139016"/>
                  <a:ext cx="9864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4DDD825B-F23F-D281-CC96-1849717BFD13}"/>
                    </a:ext>
                  </a:extLst>
                </p14:cNvPr>
                <p14:cNvContentPartPr/>
                <p14:nvPr/>
              </p14:nvContentPartPr>
              <p14:xfrm>
                <a:off x="1308022" y="3118136"/>
                <a:ext cx="70560" cy="285120"/>
              </p14:xfrm>
            </p:contentPart>
          </mc:Choice>
          <mc:Fallback xmlns="">
            <p:pic>
              <p:nvPicPr>
                <p:cNvPr id="15" name="Ink 14">
                  <a:extLst>
                    <a:ext uri="{FF2B5EF4-FFF2-40B4-BE49-F238E27FC236}">
                      <a16:creationId xmlns:a16="http://schemas.microsoft.com/office/drawing/2014/main" id="{4DDD825B-F23F-D281-CC96-1849717BFD13}"/>
                    </a:ext>
                  </a:extLst>
                </p:cNvPr>
                <p:cNvPicPr/>
                <p:nvPr/>
              </p:nvPicPr>
              <p:blipFill>
                <a:blip r:embed="rId13"/>
                <a:stretch>
                  <a:fillRect/>
                </a:stretch>
              </p:blipFill>
              <p:spPr>
                <a:xfrm>
                  <a:off x="1299022" y="3109496"/>
                  <a:ext cx="8820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AAF464D3-2668-2729-9A09-64021BEFB82B}"/>
                    </a:ext>
                  </a:extLst>
                </p14:cNvPr>
                <p14:cNvContentPartPr/>
                <p14:nvPr/>
              </p14:nvContentPartPr>
              <p14:xfrm>
                <a:off x="1408462" y="3258536"/>
                <a:ext cx="56880" cy="123840"/>
              </p14:xfrm>
            </p:contentPart>
          </mc:Choice>
          <mc:Fallback xmlns="">
            <p:pic>
              <p:nvPicPr>
                <p:cNvPr id="16" name="Ink 15">
                  <a:extLst>
                    <a:ext uri="{FF2B5EF4-FFF2-40B4-BE49-F238E27FC236}">
                      <a16:creationId xmlns:a16="http://schemas.microsoft.com/office/drawing/2014/main" id="{AAF464D3-2668-2729-9A09-64021BEFB82B}"/>
                    </a:ext>
                  </a:extLst>
                </p:cNvPr>
                <p:cNvPicPr/>
                <p:nvPr/>
              </p:nvPicPr>
              <p:blipFill>
                <a:blip r:embed="rId15"/>
                <a:stretch>
                  <a:fillRect/>
                </a:stretch>
              </p:blipFill>
              <p:spPr>
                <a:xfrm>
                  <a:off x="1399822" y="3249896"/>
                  <a:ext cx="745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0E7F2F85-8CBA-0F20-33BF-FCD832632CF8}"/>
                    </a:ext>
                  </a:extLst>
                </p14:cNvPr>
                <p14:cNvContentPartPr/>
                <p14:nvPr/>
              </p14:nvContentPartPr>
              <p14:xfrm>
                <a:off x="1574782" y="3386336"/>
                <a:ext cx="29520" cy="80640"/>
              </p14:xfrm>
            </p:contentPart>
          </mc:Choice>
          <mc:Fallback xmlns="">
            <p:pic>
              <p:nvPicPr>
                <p:cNvPr id="17" name="Ink 16">
                  <a:extLst>
                    <a:ext uri="{FF2B5EF4-FFF2-40B4-BE49-F238E27FC236}">
                      <a16:creationId xmlns:a16="http://schemas.microsoft.com/office/drawing/2014/main" id="{0E7F2F85-8CBA-0F20-33BF-FCD832632CF8}"/>
                    </a:ext>
                  </a:extLst>
                </p:cNvPr>
                <p:cNvPicPr/>
                <p:nvPr/>
              </p:nvPicPr>
              <p:blipFill>
                <a:blip r:embed="rId17"/>
                <a:stretch>
                  <a:fillRect/>
                </a:stretch>
              </p:blipFill>
              <p:spPr>
                <a:xfrm>
                  <a:off x="1566142" y="3377336"/>
                  <a:ext cx="47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5FC2443D-5733-D238-C7AE-A07C44316818}"/>
                    </a:ext>
                  </a:extLst>
                </p14:cNvPr>
                <p14:cNvContentPartPr/>
                <p14:nvPr/>
              </p14:nvContentPartPr>
              <p14:xfrm>
                <a:off x="1876462" y="3136496"/>
                <a:ext cx="102240" cy="260280"/>
              </p14:xfrm>
            </p:contentPart>
          </mc:Choice>
          <mc:Fallback xmlns="">
            <p:pic>
              <p:nvPicPr>
                <p:cNvPr id="19" name="Ink 18">
                  <a:extLst>
                    <a:ext uri="{FF2B5EF4-FFF2-40B4-BE49-F238E27FC236}">
                      <a16:creationId xmlns:a16="http://schemas.microsoft.com/office/drawing/2014/main" id="{5FC2443D-5733-D238-C7AE-A07C44316818}"/>
                    </a:ext>
                  </a:extLst>
                </p:cNvPr>
                <p:cNvPicPr/>
                <p:nvPr/>
              </p:nvPicPr>
              <p:blipFill>
                <a:blip r:embed="rId19"/>
                <a:stretch>
                  <a:fillRect/>
                </a:stretch>
              </p:blipFill>
              <p:spPr>
                <a:xfrm>
                  <a:off x="1867822" y="3127496"/>
                  <a:ext cx="11988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7" name="Ink 26">
                  <a:extLst>
                    <a:ext uri="{FF2B5EF4-FFF2-40B4-BE49-F238E27FC236}">
                      <a16:creationId xmlns:a16="http://schemas.microsoft.com/office/drawing/2014/main" id="{54186281-1579-8AB2-5E57-36AD67FB79EE}"/>
                    </a:ext>
                  </a:extLst>
                </p14:cNvPr>
                <p14:cNvContentPartPr/>
                <p14:nvPr/>
              </p14:nvContentPartPr>
              <p14:xfrm>
                <a:off x="1668742" y="3209936"/>
                <a:ext cx="171360" cy="140400"/>
              </p14:xfrm>
            </p:contentPart>
          </mc:Choice>
          <mc:Fallback xmlns="">
            <p:pic>
              <p:nvPicPr>
                <p:cNvPr id="27" name="Ink 26">
                  <a:extLst>
                    <a:ext uri="{FF2B5EF4-FFF2-40B4-BE49-F238E27FC236}">
                      <a16:creationId xmlns:a16="http://schemas.microsoft.com/office/drawing/2014/main" id="{54186281-1579-8AB2-5E57-36AD67FB79EE}"/>
                    </a:ext>
                  </a:extLst>
                </p:cNvPr>
                <p:cNvPicPr/>
                <p:nvPr/>
              </p:nvPicPr>
              <p:blipFill>
                <a:blip r:embed="rId21"/>
                <a:stretch>
                  <a:fillRect/>
                </a:stretch>
              </p:blipFill>
              <p:spPr>
                <a:xfrm>
                  <a:off x="1659742" y="3200936"/>
                  <a:ext cx="189000" cy="158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29" name="Ink 28">
                <a:extLst>
                  <a:ext uri="{FF2B5EF4-FFF2-40B4-BE49-F238E27FC236}">
                    <a16:creationId xmlns:a16="http://schemas.microsoft.com/office/drawing/2014/main" id="{6856BA03-A50E-91B8-BEF3-6878D0DCE599}"/>
                  </a:ext>
                </a:extLst>
              </p14:cNvPr>
              <p14:cNvContentPartPr/>
              <p14:nvPr/>
            </p14:nvContentPartPr>
            <p14:xfrm>
              <a:off x="2137462" y="3322616"/>
              <a:ext cx="111240" cy="12240"/>
            </p14:xfrm>
          </p:contentPart>
        </mc:Choice>
        <mc:Fallback xmlns="">
          <p:pic>
            <p:nvPicPr>
              <p:cNvPr id="29" name="Ink 28">
                <a:extLst>
                  <a:ext uri="{FF2B5EF4-FFF2-40B4-BE49-F238E27FC236}">
                    <a16:creationId xmlns:a16="http://schemas.microsoft.com/office/drawing/2014/main" id="{6856BA03-A50E-91B8-BEF3-6878D0DCE599}"/>
                  </a:ext>
                </a:extLst>
              </p:cNvPr>
              <p:cNvPicPr/>
              <p:nvPr/>
            </p:nvPicPr>
            <p:blipFill>
              <a:blip r:embed="rId23"/>
              <a:stretch>
                <a:fillRect/>
              </a:stretch>
            </p:blipFill>
            <p:spPr>
              <a:xfrm>
                <a:off x="2128822" y="3313616"/>
                <a:ext cx="1288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0" name="Ink 29">
                <a:extLst>
                  <a:ext uri="{FF2B5EF4-FFF2-40B4-BE49-F238E27FC236}">
                    <a16:creationId xmlns:a16="http://schemas.microsoft.com/office/drawing/2014/main" id="{FE621769-ED43-1340-1792-05C6336E773C}"/>
                  </a:ext>
                </a:extLst>
              </p14:cNvPr>
              <p14:cNvContentPartPr/>
              <p14:nvPr/>
            </p14:nvContentPartPr>
            <p14:xfrm>
              <a:off x="2110462" y="3268976"/>
              <a:ext cx="133200" cy="11160"/>
            </p14:xfrm>
          </p:contentPart>
        </mc:Choice>
        <mc:Fallback xmlns="">
          <p:pic>
            <p:nvPicPr>
              <p:cNvPr id="30" name="Ink 29">
                <a:extLst>
                  <a:ext uri="{FF2B5EF4-FFF2-40B4-BE49-F238E27FC236}">
                    <a16:creationId xmlns:a16="http://schemas.microsoft.com/office/drawing/2014/main" id="{FE621769-ED43-1340-1792-05C6336E773C}"/>
                  </a:ext>
                </a:extLst>
              </p:cNvPr>
              <p:cNvPicPr/>
              <p:nvPr/>
            </p:nvPicPr>
            <p:blipFill>
              <a:blip r:embed="rId25"/>
              <a:stretch>
                <a:fillRect/>
              </a:stretch>
            </p:blipFill>
            <p:spPr>
              <a:xfrm>
                <a:off x="2101462" y="3260336"/>
                <a:ext cx="1508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2" name="Ink 31">
                <a:extLst>
                  <a:ext uri="{FF2B5EF4-FFF2-40B4-BE49-F238E27FC236}">
                    <a16:creationId xmlns:a16="http://schemas.microsoft.com/office/drawing/2014/main" id="{40FB70C1-707F-18B3-86AD-577AF62B1501}"/>
                  </a:ext>
                </a:extLst>
              </p14:cNvPr>
              <p14:cNvContentPartPr/>
              <p14:nvPr/>
            </p14:nvContentPartPr>
            <p14:xfrm>
              <a:off x="2370022" y="3141896"/>
              <a:ext cx="390600" cy="243000"/>
            </p14:xfrm>
          </p:contentPart>
        </mc:Choice>
        <mc:Fallback xmlns="">
          <p:pic>
            <p:nvPicPr>
              <p:cNvPr id="32" name="Ink 31">
                <a:extLst>
                  <a:ext uri="{FF2B5EF4-FFF2-40B4-BE49-F238E27FC236}">
                    <a16:creationId xmlns:a16="http://schemas.microsoft.com/office/drawing/2014/main" id="{40FB70C1-707F-18B3-86AD-577AF62B1501}"/>
                  </a:ext>
                </a:extLst>
              </p:cNvPr>
              <p:cNvPicPr/>
              <p:nvPr/>
            </p:nvPicPr>
            <p:blipFill>
              <a:blip r:embed="rId27"/>
              <a:stretch>
                <a:fillRect/>
              </a:stretch>
            </p:blipFill>
            <p:spPr>
              <a:xfrm>
                <a:off x="2361022" y="3132896"/>
                <a:ext cx="40824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3" name="Ink 32">
                <a:extLst>
                  <a:ext uri="{FF2B5EF4-FFF2-40B4-BE49-F238E27FC236}">
                    <a16:creationId xmlns:a16="http://schemas.microsoft.com/office/drawing/2014/main" id="{3B00C774-21E6-CD76-B46C-3BDFE2A9E2DF}"/>
                  </a:ext>
                </a:extLst>
              </p14:cNvPr>
              <p14:cNvContentPartPr/>
              <p14:nvPr/>
            </p14:nvContentPartPr>
            <p14:xfrm>
              <a:off x="2473342" y="3438536"/>
              <a:ext cx="203040" cy="66240"/>
            </p14:xfrm>
          </p:contentPart>
        </mc:Choice>
        <mc:Fallback xmlns="">
          <p:pic>
            <p:nvPicPr>
              <p:cNvPr id="33" name="Ink 32">
                <a:extLst>
                  <a:ext uri="{FF2B5EF4-FFF2-40B4-BE49-F238E27FC236}">
                    <a16:creationId xmlns:a16="http://schemas.microsoft.com/office/drawing/2014/main" id="{3B00C774-21E6-CD76-B46C-3BDFE2A9E2DF}"/>
                  </a:ext>
                </a:extLst>
              </p:cNvPr>
              <p:cNvPicPr/>
              <p:nvPr/>
            </p:nvPicPr>
            <p:blipFill>
              <a:blip r:embed="rId29"/>
              <a:stretch>
                <a:fillRect/>
              </a:stretch>
            </p:blipFill>
            <p:spPr>
              <a:xfrm>
                <a:off x="2464342" y="3429896"/>
                <a:ext cx="2206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5" name="Ink 34">
                <a:extLst>
                  <a:ext uri="{FF2B5EF4-FFF2-40B4-BE49-F238E27FC236}">
                    <a16:creationId xmlns:a16="http://schemas.microsoft.com/office/drawing/2014/main" id="{44BDF4B1-6D60-5D41-266E-515FA601AE8A}"/>
                  </a:ext>
                </a:extLst>
              </p14:cNvPr>
              <p14:cNvContentPartPr/>
              <p14:nvPr/>
            </p14:nvContentPartPr>
            <p14:xfrm>
              <a:off x="2913262" y="3204896"/>
              <a:ext cx="137520" cy="111960"/>
            </p14:xfrm>
          </p:contentPart>
        </mc:Choice>
        <mc:Fallback xmlns="">
          <p:pic>
            <p:nvPicPr>
              <p:cNvPr id="35" name="Ink 34">
                <a:extLst>
                  <a:ext uri="{FF2B5EF4-FFF2-40B4-BE49-F238E27FC236}">
                    <a16:creationId xmlns:a16="http://schemas.microsoft.com/office/drawing/2014/main" id="{44BDF4B1-6D60-5D41-266E-515FA601AE8A}"/>
                  </a:ext>
                </a:extLst>
              </p:cNvPr>
              <p:cNvPicPr/>
              <p:nvPr/>
            </p:nvPicPr>
            <p:blipFill>
              <a:blip r:embed="rId31"/>
              <a:stretch>
                <a:fillRect/>
              </a:stretch>
            </p:blipFill>
            <p:spPr>
              <a:xfrm>
                <a:off x="2904262" y="3196256"/>
                <a:ext cx="15516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6" name="Ink 35">
                <a:extLst>
                  <a:ext uri="{FF2B5EF4-FFF2-40B4-BE49-F238E27FC236}">
                    <a16:creationId xmlns:a16="http://schemas.microsoft.com/office/drawing/2014/main" id="{8AD6A408-8364-F763-EBE1-BF1150CF2B3B}"/>
                  </a:ext>
                </a:extLst>
              </p14:cNvPr>
              <p14:cNvContentPartPr/>
              <p14:nvPr/>
            </p14:nvContentPartPr>
            <p14:xfrm>
              <a:off x="2935582" y="3216056"/>
              <a:ext cx="87120" cy="106200"/>
            </p14:xfrm>
          </p:contentPart>
        </mc:Choice>
        <mc:Fallback xmlns="">
          <p:pic>
            <p:nvPicPr>
              <p:cNvPr id="36" name="Ink 35">
                <a:extLst>
                  <a:ext uri="{FF2B5EF4-FFF2-40B4-BE49-F238E27FC236}">
                    <a16:creationId xmlns:a16="http://schemas.microsoft.com/office/drawing/2014/main" id="{8AD6A408-8364-F763-EBE1-BF1150CF2B3B}"/>
                  </a:ext>
                </a:extLst>
              </p:cNvPr>
              <p:cNvPicPr/>
              <p:nvPr/>
            </p:nvPicPr>
            <p:blipFill>
              <a:blip r:embed="rId33"/>
              <a:stretch>
                <a:fillRect/>
              </a:stretch>
            </p:blipFill>
            <p:spPr>
              <a:xfrm>
                <a:off x="2926582" y="3207056"/>
                <a:ext cx="1047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7" name="Ink 36">
                <a:extLst>
                  <a:ext uri="{FF2B5EF4-FFF2-40B4-BE49-F238E27FC236}">
                    <a16:creationId xmlns:a16="http://schemas.microsoft.com/office/drawing/2014/main" id="{5D853691-FA22-F455-12D0-EDF46B328444}"/>
                  </a:ext>
                </a:extLst>
              </p14:cNvPr>
              <p14:cNvContentPartPr/>
              <p14:nvPr/>
            </p14:nvContentPartPr>
            <p14:xfrm>
              <a:off x="3108742" y="3109496"/>
              <a:ext cx="88920" cy="220320"/>
            </p14:xfrm>
          </p:contentPart>
        </mc:Choice>
        <mc:Fallback xmlns="">
          <p:pic>
            <p:nvPicPr>
              <p:cNvPr id="37" name="Ink 36">
                <a:extLst>
                  <a:ext uri="{FF2B5EF4-FFF2-40B4-BE49-F238E27FC236}">
                    <a16:creationId xmlns:a16="http://schemas.microsoft.com/office/drawing/2014/main" id="{5D853691-FA22-F455-12D0-EDF46B328444}"/>
                  </a:ext>
                </a:extLst>
              </p:cNvPr>
              <p:cNvPicPr/>
              <p:nvPr/>
            </p:nvPicPr>
            <p:blipFill>
              <a:blip r:embed="rId35"/>
              <a:stretch>
                <a:fillRect/>
              </a:stretch>
            </p:blipFill>
            <p:spPr>
              <a:xfrm>
                <a:off x="3100102" y="3100856"/>
                <a:ext cx="10656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8" name="Ink 37">
                <a:extLst>
                  <a:ext uri="{FF2B5EF4-FFF2-40B4-BE49-F238E27FC236}">
                    <a16:creationId xmlns:a16="http://schemas.microsoft.com/office/drawing/2014/main" id="{68B587E8-3713-D705-B249-2A890D5D0A5B}"/>
                  </a:ext>
                </a:extLst>
              </p14:cNvPr>
              <p14:cNvContentPartPr/>
              <p14:nvPr/>
            </p14:nvContentPartPr>
            <p14:xfrm>
              <a:off x="3199822" y="3207056"/>
              <a:ext cx="218880" cy="86400"/>
            </p14:xfrm>
          </p:contentPart>
        </mc:Choice>
        <mc:Fallback xmlns="">
          <p:pic>
            <p:nvPicPr>
              <p:cNvPr id="38" name="Ink 37">
                <a:extLst>
                  <a:ext uri="{FF2B5EF4-FFF2-40B4-BE49-F238E27FC236}">
                    <a16:creationId xmlns:a16="http://schemas.microsoft.com/office/drawing/2014/main" id="{68B587E8-3713-D705-B249-2A890D5D0A5B}"/>
                  </a:ext>
                </a:extLst>
              </p:cNvPr>
              <p:cNvPicPr/>
              <p:nvPr/>
            </p:nvPicPr>
            <p:blipFill>
              <a:blip r:embed="rId37"/>
              <a:stretch>
                <a:fillRect/>
              </a:stretch>
            </p:blipFill>
            <p:spPr>
              <a:xfrm>
                <a:off x="3191182" y="3198416"/>
                <a:ext cx="236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9" name="Ink 38">
                <a:extLst>
                  <a:ext uri="{FF2B5EF4-FFF2-40B4-BE49-F238E27FC236}">
                    <a16:creationId xmlns:a16="http://schemas.microsoft.com/office/drawing/2014/main" id="{832AA75C-E870-BE5E-B388-7229AFF6E0FA}"/>
                  </a:ext>
                </a:extLst>
              </p14:cNvPr>
              <p14:cNvContentPartPr/>
              <p14:nvPr/>
            </p14:nvContentPartPr>
            <p14:xfrm>
              <a:off x="3412942" y="3124616"/>
              <a:ext cx="115200" cy="245160"/>
            </p14:xfrm>
          </p:contentPart>
        </mc:Choice>
        <mc:Fallback xmlns="">
          <p:pic>
            <p:nvPicPr>
              <p:cNvPr id="39" name="Ink 38">
                <a:extLst>
                  <a:ext uri="{FF2B5EF4-FFF2-40B4-BE49-F238E27FC236}">
                    <a16:creationId xmlns:a16="http://schemas.microsoft.com/office/drawing/2014/main" id="{832AA75C-E870-BE5E-B388-7229AFF6E0FA}"/>
                  </a:ext>
                </a:extLst>
              </p:cNvPr>
              <p:cNvPicPr/>
              <p:nvPr/>
            </p:nvPicPr>
            <p:blipFill>
              <a:blip r:embed="rId39"/>
              <a:stretch>
                <a:fillRect/>
              </a:stretch>
            </p:blipFill>
            <p:spPr>
              <a:xfrm>
                <a:off x="3403942" y="3115616"/>
                <a:ext cx="13284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0" name="Ink 39">
                <a:extLst>
                  <a:ext uri="{FF2B5EF4-FFF2-40B4-BE49-F238E27FC236}">
                    <a16:creationId xmlns:a16="http://schemas.microsoft.com/office/drawing/2014/main" id="{CD8AFDCA-FE8E-E70F-8720-B65EB253EFC7}"/>
                  </a:ext>
                </a:extLst>
              </p14:cNvPr>
              <p14:cNvContentPartPr/>
              <p14:nvPr/>
            </p14:nvContentPartPr>
            <p14:xfrm>
              <a:off x="3306382" y="3248096"/>
              <a:ext cx="5760" cy="20160"/>
            </p14:xfrm>
          </p:contentPart>
        </mc:Choice>
        <mc:Fallback xmlns="">
          <p:pic>
            <p:nvPicPr>
              <p:cNvPr id="40" name="Ink 39">
                <a:extLst>
                  <a:ext uri="{FF2B5EF4-FFF2-40B4-BE49-F238E27FC236}">
                    <a16:creationId xmlns:a16="http://schemas.microsoft.com/office/drawing/2014/main" id="{CD8AFDCA-FE8E-E70F-8720-B65EB253EFC7}"/>
                  </a:ext>
                </a:extLst>
              </p:cNvPr>
              <p:cNvPicPr/>
              <p:nvPr/>
            </p:nvPicPr>
            <p:blipFill>
              <a:blip r:embed="rId41"/>
              <a:stretch>
                <a:fillRect/>
              </a:stretch>
            </p:blipFill>
            <p:spPr>
              <a:xfrm>
                <a:off x="3297742" y="3239096"/>
                <a:ext cx="23400" cy="37800"/>
              </a:xfrm>
              <a:prstGeom prst="rect">
                <a:avLst/>
              </a:prstGeom>
            </p:spPr>
          </p:pic>
        </mc:Fallback>
      </mc:AlternateContent>
      <p:grpSp>
        <p:nvGrpSpPr>
          <p:cNvPr id="66" name="Group 65">
            <a:extLst>
              <a:ext uri="{FF2B5EF4-FFF2-40B4-BE49-F238E27FC236}">
                <a16:creationId xmlns:a16="http://schemas.microsoft.com/office/drawing/2014/main" id="{299BE1AC-4880-1E0B-A532-8769F719F155}"/>
              </a:ext>
            </a:extLst>
          </p:cNvPr>
          <p:cNvGrpSpPr/>
          <p:nvPr/>
        </p:nvGrpSpPr>
        <p:grpSpPr>
          <a:xfrm>
            <a:off x="1074382" y="5618696"/>
            <a:ext cx="3578040" cy="336240"/>
            <a:chOff x="1074382" y="5618696"/>
            <a:chExt cx="3578040" cy="336240"/>
          </a:xfrm>
        </p:grpSpPr>
        <mc:AlternateContent xmlns:mc="http://schemas.openxmlformats.org/markup-compatibility/2006" xmlns:p14="http://schemas.microsoft.com/office/powerpoint/2010/main">
          <mc:Choice Requires="p14">
            <p:contentPart p14:bwMode="auto" r:id="rId42">
              <p14:nvContentPartPr>
                <p14:cNvPr id="51" name="Ink 50">
                  <a:extLst>
                    <a:ext uri="{FF2B5EF4-FFF2-40B4-BE49-F238E27FC236}">
                      <a16:creationId xmlns:a16="http://schemas.microsoft.com/office/drawing/2014/main" id="{54B43A25-B4E5-5A33-9831-A40C12E83F1F}"/>
                    </a:ext>
                  </a:extLst>
                </p14:cNvPr>
                <p14:cNvContentPartPr/>
                <p14:nvPr/>
              </p14:nvContentPartPr>
              <p14:xfrm>
                <a:off x="4630102" y="5676656"/>
                <a:ext cx="22320" cy="200520"/>
              </p14:xfrm>
            </p:contentPart>
          </mc:Choice>
          <mc:Fallback xmlns="">
            <p:pic>
              <p:nvPicPr>
                <p:cNvPr id="51" name="Ink 50">
                  <a:extLst>
                    <a:ext uri="{FF2B5EF4-FFF2-40B4-BE49-F238E27FC236}">
                      <a16:creationId xmlns:a16="http://schemas.microsoft.com/office/drawing/2014/main" id="{54B43A25-B4E5-5A33-9831-A40C12E83F1F}"/>
                    </a:ext>
                  </a:extLst>
                </p:cNvPr>
                <p:cNvPicPr/>
                <p:nvPr/>
              </p:nvPicPr>
              <p:blipFill>
                <a:blip r:embed="rId43"/>
                <a:stretch>
                  <a:fillRect/>
                </a:stretch>
              </p:blipFill>
              <p:spPr>
                <a:xfrm>
                  <a:off x="4621462" y="5668016"/>
                  <a:ext cx="3996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2" name="Ink 51">
                  <a:extLst>
                    <a:ext uri="{FF2B5EF4-FFF2-40B4-BE49-F238E27FC236}">
                      <a16:creationId xmlns:a16="http://schemas.microsoft.com/office/drawing/2014/main" id="{AEC434EB-0245-8959-875F-2EB2AD8FA4A6}"/>
                    </a:ext>
                  </a:extLst>
                </p14:cNvPr>
                <p14:cNvContentPartPr/>
                <p14:nvPr/>
              </p14:nvContentPartPr>
              <p14:xfrm>
                <a:off x="1074382" y="5618696"/>
                <a:ext cx="3519000" cy="48960"/>
              </p14:xfrm>
            </p:contentPart>
          </mc:Choice>
          <mc:Fallback xmlns="">
            <p:pic>
              <p:nvPicPr>
                <p:cNvPr id="52" name="Ink 51">
                  <a:extLst>
                    <a:ext uri="{FF2B5EF4-FFF2-40B4-BE49-F238E27FC236}">
                      <a16:creationId xmlns:a16="http://schemas.microsoft.com/office/drawing/2014/main" id="{AEC434EB-0245-8959-875F-2EB2AD8FA4A6}"/>
                    </a:ext>
                  </a:extLst>
                </p:cNvPr>
                <p:cNvPicPr/>
                <p:nvPr/>
              </p:nvPicPr>
              <p:blipFill>
                <a:blip r:embed="rId45"/>
                <a:stretch>
                  <a:fillRect/>
                </a:stretch>
              </p:blipFill>
              <p:spPr>
                <a:xfrm>
                  <a:off x="1065742" y="5609696"/>
                  <a:ext cx="353664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3" name="Ink 52">
                  <a:extLst>
                    <a:ext uri="{FF2B5EF4-FFF2-40B4-BE49-F238E27FC236}">
                      <a16:creationId xmlns:a16="http://schemas.microsoft.com/office/drawing/2014/main" id="{D58B7FDE-1A13-E12E-0EE8-A31D7509265B}"/>
                    </a:ext>
                  </a:extLst>
                </p14:cNvPr>
                <p14:cNvContentPartPr/>
                <p14:nvPr/>
              </p14:nvContentPartPr>
              <p14:xfrm>
                <a:off x="1077262" y="5666936"/>
                <a:ext cx="12600" cy="195840"/>
              </p14:xfrm>
            </p:contentPart>
          </mc:Choice>
          <mc:Fallback xmlns="">
            <p:pic>
              <p:nvPicPr>
                <p:cNvPr id="53" name="Ink 52">
                  <a:extLst>
                    <a:ext uri="{FF2B5EF4-FFF2-40B4-BE49-F238E27FC236}">
                      <a16:creationId xmlns:a16="http://schemas.microsoft.com/office/drawing/2014/main" id="{D58B7FDE-1A13-E12E-0EE8-A31D7509265B}"/>
                    </a:ext>
                  </a:extLst>
                </p:cNvPr>
                <p:cNvPicPr/>
                <p:nvPr/>
              </p:nvPicPr>
              <p:blipFill>
                <a:blip r:embed="rId47"/>
                <a:stretch>
                  <a:fillRect/>
                </a:stretch>
              </p:blipFill>
              <p:spPr>
                <a:xfrm>
                  <a:off x="1068622" y="5658296"/>
                  <a:ext cx="302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5" name="Ink 54">
                  <a:extLst>
                    <a:ext uri="{FF2B5EF4-FFF2-40B4-BE49-F238E27FC236}">
                      <a16:creationId xmlns:a16="http://schemas.microsoft.com/office/drawing/2014/main" id="{6C8C908C-353B-38C1-C4D0-32A10CD6B05F}"/>
                    </a:ext>
                  </a:extLst>
                </p14:cNvPr>
                <p14:cNvContentPartPr/>
                <p14:nvPr/>
              </p14:nvContentPartPr>
              <p14:xfrm>
                <a:off x="1126582" y="5900576"/>
                <a:ext cx="3466800" cy="54360"/>
              </p14:xfrm>
            </p:contentPart>
          </mc:Choice>
          <mc:Fallback xmlns="">
            <p:pic>
              <p:nvPicPr>
                <p:cNvPr id="55" name="Ink 54">
                  <a:extLst>
                    <a:ext uri="{FF2B5EF4-FFF2-40B4-BE49-F238E27FC236}">
                      <a16:creationId xmlns:a16="http://schemas.microsoft.com/office/drawing/2014/main" id="{6C8C908C-353B-38C1-C4D0-32A10CD6B05F}"/>
                    </a:ext>
                  </a:extLst>
                </p:cNvPr>
                <p:cNvPicPr/>
                <p:nvPr/>
              </p:nvPicPr>
              <p:blipFill>
                <a:blip r:embed="rId49"/>
                <a:stretch>
                  <a:fillRect/>
                </a:stretch>
              </p:blipFill>
              <p:spPr>
                <a:xfrm>
                  <a:off x="1117942" y="5891576"/>
                  <a:ext cx="34844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6" name="Ink 55">
                  <a:extLst>
                    <a:ext uri="{FF2B5EF4-FFF2-40B4-BE49-F238E27FC236}">
                      <a16:creationId xmlns:a16="http://schemas.microsoft.com/office/drawing/2014/main" id="{E1D16FAA-B355-6D62-A294-FDC98AB6E723}"/>
                    </a:ext>
                  </a:extLst>
                </p14:cNvPr>
                <p14:cNvContentPartPr/>
                <p14:nvPr/>
              </p14:nvContentPartPr>
              <p14:xfrm>
                <a:off x="1081942" y="5868896"/>
                <a:ext cx="39960" cy="11880"/>
              </p14:xfrm>
            </p:contentPart>
          </mc:Choice>
          <mc:Fallback xmlns="">
            <p:pic>
              <p:nvPicPr>
                <p:cNvPr id="56" name="Ink 55">
                  <a:extLst>
                    <a:ext uri="{FF2B5EF4-FFF2-40B4-BE49-F238E27FC236}">
                      <a16:creationId xmlns:a16="http://schemas.microsoft.com/office/drawing/2014/main" id="{E1D16FAA-B355-6D62-A294-FDC98AB6E723}"/>
                    </a:ext>
                  </a:extLst>
                </p:cNvPr>
                <p:cNvPicPr/>
                <p:nvPr/>
              </p:nvPicPr>
              <p:blipFill>
                <a:blip r:embed="rId51"/>
                <a:stretch>
                  <a:fillRect/>
                </a:stretch>
              </p:blipFill>
              <p:spPr>
                <a:xfrm>
                  <a:off x="1072942" y="5860256"/>
                  <a:ext cx="576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8" name="Ink 57">
                  <a:extLst>
                    <a:ext uri="{FF2B5EF4-FFF2-40B4-BE49-F238E27FC236}">
                      <a16:creationId xmlns:a16="http://schemas.microsoft.com/office/drawing/2014/main" id="{821DB74E-79B1-9D74-60B1-03B82DA51240}"/>
                    </a:ext>
                  </a:extLst>
                </p14:cNvPr>
                <p14:cNvContentPartPr/>
                <p14:nvPr/>
              </p14:nvContentPartPr>
              <p14:xfrm>
                <a:off x="2503582" y="5755136"/>
                <a:ext cx="108000" cy="75240"/>
              </p14:xfrm>
            </p:contentPart>
          </mc:Choice>
          <mc:Fallback xmlns="">
            <p:pic>
              <p:nvPicPr>
                <p:cNvPr id="58" name="Ink 57">
                  <a:extLst>
                    <a:ext uri="{FF2B5EF4-FFF2-40B4-BE49-F238E27FC236}">
                      <a16:creationId xmlns:a16="http://schemas.microsoft.com/office/drawing/2014/main" id="{821DB74E-79B1-9D74-60B1-03B82DA51240}"/>
                    </a:ext>
                  </a:extLst>
                </p:cNvPr>
                <p:cNvPicPr/>
                <p:nvPr/>
              </p:nvPicPr>
              <p:blipFill>
                <a:blip r:embed="rId53"/>
                <a:stretch>
                  <a:fillRect/>
                </a:stretch>
              </p:blipFill>
              <p:spPr>
                <a:xfrm>
                  <a:off x="2494942" y="5746136"/>
                  <a:ext cx="1256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9" name="Ink 58">
                  <a:extLst>
                    <a:ext uri="{FF2B5EF4-FFF2-40B4-BE49-F238E27FC236}">
                      <a16:creationId xmlns:a16="http://schemas.microsoft.com/office/drawing/2014/main" id="{8AF4BEEF-AE2F-70E9-9438-F540776AA15E}"/>
                    </a:ext>
                  </a:extLst>
                </p14:cNvPr>
                <p14:cNvContentPartPr/>
                <p14:nvPr/>
              </p14:nvContentPartPr>
              <p14:xfrm>
                <a:off x="2544622" y="5759816"/>
                <a:ext cx="65880" cy="72360"/>
              </p14:xfrm>
            </p:contentPart>
          </mc:Choice>
          <mc:Fallback xmlns="">
            <p:pic>
              <p:nvPicPr>
                <p:cNvPr id="59" name="Ink 58">
                  <a:extLst>
                    <a:ext uri="{FF2B5EF4-FFF2-40B4-BE49-F238E27FC236}">
                      <a16:creationId xmlns:a16="http://schemas.microsoft.com/office/drawing/2014/main" id="{8AF4BEEF-AE2F-70E9-9438-F540776AA15E}"/>
                    </a:ext>
                  </a:extLst>
                </p:cNvPr>
                <p:cNvPicPr/>
                <p:nvPr/>
              </p:nvPicPr>
              <p:blipFill>
                <a:blip r:embed="rId55"/>
                <a:stretch>
                  <a:fillRect/>
                </a:stretch>
              </p:blipFill>
              <p:spPr>
                <a:xfrm>
                  <a:off x="2535622" y="5751176"/>
                  <a:ext cx="835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1" name="Ink 60">
                  <a:extLst>
                    <a:ext uri="{FF2B5EF4-FFF2-40B4-BE49-F238E27FC236}">
                      <a16:creationId xmlns:a16="http://schemas.microsoft.com/office/drawing/2014/main" id="{7871C6F1-D36B-D89A-CB6E-4A09F39A3D48}"/>
                    </a:ext>
                  </a:extLst>
                </p14:cNvPr>
                <p14:cNvContentPartPr/>
                <p14:nvPr/>
              </p14:nvContentPartPr>
              <p14:xfrm>
                <a:off x="2573062" y="5810576"/>
                <a:ext cx="10800" cy="8640"/>
              </p14:xfrm>
            </p:contentPart>
          </mc:Choice>
          <mc:Fallback xmlns="">
            <p:pic>
              <p:nvPicPr>
                <p:cNvPr id="61" name="Ink 60">
                  <a:extLst>
                    <a:ext uri="{FF2B5EF4-FFF2-40B4-BE49-F238E27FC236}">
                      <a16:creationId xmlns:a16="http://schemas.microsoft.com/office/drawing/2014/main" id="{7871C6F1-D36B-D89A-CB6E-4A09F39A3D48}"/>
                    </a:ext>
                  </a:extLst>
                </p:cNvPr>
                <p:cNvPicPr/>
                <p:nvPr/>
              </p:nvPicPr>
              <p:blipFill>
                <a:blip r:embed="rId57"/>
                <a:stretch>
                  <a:fillRect/>
                </a:stretch>
              </p:blipFill>
              <p:spPr>
                <a:xfrm>
                  <a:off x="2564062" y="5801576"/>
                  <a:ext cx="284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3" name="Ink 62">
                  <a:extLst>
                    <a:ext uri="{FF2B5EF4-FFF2-40B4-BE49-F238E27FC236}">
                      <a16:creationId xmlns:a16="http://schemas.microsoft.com/office/drawing/2014/main" id="{AF669E31-0464-9766-2843-FFCF1E884C91}"/>
                    </a:ext>
                  </a:extLst>
                </p14:cNvPr>
                <p14:cNvContentPartPr/>
                <p14:nvPr/>
              </p14:nvContentPartPr>
              <p14:xfrm>
                <a:off x="2677462" y="5683856"/>
                <a:ext cx="63000" cy="170640"/>
              </p14:xfrm>
            </p:contentPart>
          </mc:Choice>
          <mc:Fallback xmlns="">
            <p:pic>
              <p:nvPicPr>
                <p:cNvPr id="63" name="Ink 62">
                  <a:extLst>
                    <a:ext uri="{FF2B5EF4-FFF2-40B4-BE49-F238E27FC236}">
                      <a16:creationId xmlns:a16="http://schemas.microsoft.com/office/drawing/2014/main" id="{AF669E31-0464-9766-2843-FFCF1E884C91}"/>
                    </a:ext>
                  </a:extLst>
                </p:cNvPr>
                <p:cNvPicPr/>
                <p:nvPr/>
              </p:nvPicPr>
              <p:blipFill>
                <a:blip r:embed="rId59"/>
                <a:stretch>
                  <a:fillRect/>
                </a:stretch>
              </p:blipFill>
              <p:spPr>
                <a:xfrm>
                  <a:off x="2668822" y="5674856"/>
                  <a:ext cx="8064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4" name="Ink 63">
                  <a:extLst>
                    <a:ext uri="{FF2B5EF4-FFF2-40B4-BE49-F238E27FC236}">
                      <a16:creationId xmlns:a16="http://schemas.microsoft.com/office/drawing/2014/main" id="{F11BF412-E5AD-B25C-08DD-AFFDFAC36F34}"/>
                    </a:ext>
                  </a:extLst>
                </p14:cNvPr>
                <p14:cNvContentPartPr/>
                <p14:nvPr/>
              </p14:nvContentPartPr>
              <p14:xfrm>
                <a:off x="2766742" y="5773856"/>
                <a:ext cx="129240" cy="42840"/>
              </p14:xfrm>
            </p:contentPart>
          </mc:Choice>
          <mc:Fallback xmlns="">
            <p:pic>
              <p:nvPicPr>
                <p:cNvPr id="64" name="Ink 63">
                  <a:extLst>
                    <a:ext uri="{FF2B5EF4-FFF2-40B4-BE49-F238E27FC236}">
                      <a16:creationId xmlns:a16="http://schemas.microsoft.com/office/drawing/2014/main" id="{F11BF412-E5AD-B25C-08DD-AFFDFAC36F34}"/>
                    </a:ext>
                  </a:extLst>
                </p:cNvPr>
                <p:cNvPicPr/>
                <p:nvPr/>
              </p:nvPicPr>
              <p:blipFill>
                <a:blip r:embed="rId61"/>
                <a:stretch>
                  <a:fillRect/>
                </a:stretch>
              </p:blipFill>
              <p:spPr>
                <a:xfrm>
                  <a:off x="2757742" y="5765216"/>
                  <a:ext cx="14688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5" name="Ink 64">
                  <a:extLst>
                    <a:ext uri="{FF2B5EF4-FFF2-40B4-BE49-F238E27FC236}">
                      <a16:creationId xmlns:a16="http://schemas.microsoft.com/office/drawing/2014/main" id="{B35D3FED-51A1-335C-8D2C-FBCD1DCE9067}"/>
                    </a:ext>
                  </a:extLst>
                </p14:cNvPr>
                <p14:cNvContentPartPr/>
                <p14:nvPr/>
              </p14:nvContentPartPr>
              <p14:xfrm>
                <a:off x="2907862" y="5698256"/>
                <a:ext cx="115200" cy="163800"/>
              </p14:xfrm>
            </p:contentPart>
          </mc:Choice>
          <mc:Fallback xmlns="">
            <p:pic>
              <p:nvPicPr>
                <p:cNvPr id="65" name="Ink 64">
                  <a:extLst>
                    <a:ext uri="{FF2B5EF4-FFF2-40B4-BE49-F238E27FC236}">
                      <a16:creationId xmlns:a16="http://schemas.microsoft.com/office/drawing/2014/main" id="{B35D3FED-51A1-335C-8D2C-FBCD1DCE9067}"/>
                    </a:ext>
                  </a:extLst>
                </p:cNvPr>
                <p:cNvPicPr/>
                <p:nvPr/>
              </p:nvPicPr>
              <p:blipFill>
                <a:blip r:embed="rId63"/>
                <a:stretch>
                  <a:fillRect/>
                </a:stretch>
              </p:blipFill>
              <p:spPr>
                <a:xfrm>
                  <a:off x="2898862" y="5689616"/>
                  <a:ext cx="132840" cy="181440"/>
                </a:xfrm>
                <a:prstGeom prst="rect">
                  <a:avLst/>
                </a:prstGeom>
              </p:spPr>
            </p:pic>
          </mc:Fallback>
        </mc:AlternateContent>
      </p:grpSp>
      <p:grpSp>
        <p:nvGrpSpPr>
          <p:cNvPr id="69" name="Group 68">
            <a:extLst>
              <a:ext uri="{FF2B5EF4-FFF2-40B4-BE49-F238E27FC236}">
                <a16:creationId xmlns:a16="http://schemas.microsoft.com/office/drawing/2014/main" id="{9A79FB48-F4A9-794B-24F6-3C785BF0C1A5}"/>
              </a:ext>
            </a:extLst>
          </p:cNvPr>
          <p:cNvGrpSpPr/>
          <p:nvPr/>
        </p:nvGrpSpPr>
        <p:grpSpPr>
          <a:xfrm>
            <a:off x="1130902" y="6015776"/>
            <a:ext cx="711000" cy="87840"/>
            <a:chOff x="1130902" y="6015776"/>
            <a:chExt cx="711000" cy="87840"/>
          </a:xfrm>
        </p:grpSpPr>
        <mc:AlternateContent xmlns:mc="http://schemas.openxmlformats.org/markup-compatibility/2006" xmlns:p14="http://schemas.microsoft.com/office/powerpoint/2010/main">
          <mc:Choice Requires="p14">
            <p:contentPart p14:bwMode="auto" r:id="rId64">
              <p14:nvContentPartPr>
                <p14:cNvPr id="67" name="Ink 66">
                  <a:extLst>
                    <a:ext uri="{FF2B5EF4-FFF2-40B4-BE49-F238E27FC236}">
                      <a16:creationId xmlns:a16="http://schemas.microsoft.com/office/drawing/2014/main" id="{FA290726-DA0B-CAC8-27E8-C1AC536D7593}"/>
                    </a:ext>
                  </a:extLst>
                </p14:cNvPr>
                <p14:cNvContentPartPr/>
                <p14:nvPr/>
              </p14:nvContentPartPr>
              <p14:xfrm>
                <a:off x="1827502" y="6015776"/>
                <a:ext cx="14400" cy="54720"/>
              </p14:xfrm>
            </p:contentPart>
          </mc:Choice>
          <mc:Fallback xmlns="">
            <p:pic>
              <p:nvPicPr>
                <p:cNvPr id="67" name="Ink 66">
                  <a:extLst>
                    <a:ext uri="{FF2B5EF4-FFF2-40B4-BE49-F238E27FC236}">
                      <a16:creationId xmlns:a16="http://schemas.microsoft.com/office/drawing/2014/main" id="{FA290726-DA0B-CAC8-27E8-C1AC536D7593}"/>
                    </a:ext>
                  </a:extLst>
                </p:cNvPr>
                <p:cNvPicPr/>
                <p:nvPr/>
              </p:nvPicPr>
              <p:blipFill>
                <a:blip r:embed="rId65"/>
                <a:stretch>
                  <a:fillRect/>
                </a:stretch>
              </p:blipFill>
              <p:spPr>
                <a:xfrm>
                  <a:off x="1818862" y="6006776"/>
                  <a:ext cx="320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8" name="Ink 67">
                  <a:extLst>
                    <a:ext uri="{FF2B5EF4-FFF2-40B4-BE49-F238E27FC236}">
                      <a16:creationId xmlns:a16="http://schemas.microsoft.com/office/drawing/2014/main" id="{CB4DDD06-8375-26A0-A9FB-55EF05EFC6E6}"/>
                    </a:ext>
                  </a:extLst>
                </p14:cNvPr>
                <p14:cNvContentPartPr/>
                <p14:nvPr/>
              </p14:nvContentPartPr>
              <p14:xfrm>
                <a:off x="1130902" y="6044936"/>
                <a:ext cx="692640" cy="58680"/>
              </p14:xfrm>
            </p:contentPart>
          </mc:Choice>
          <mc:Fallback xmlns="">
            <p:pic>
              <p:nvPicPr>
                <p:cNvPr id="68" name="Ink 67">
                  <a:extLst>
                    <a:ext uri="{FF2B5EF4-FFF2-40B4-BE49-F238E27FC236}">
                      <a16:creationId xmlns:a16="http://schemas.microsoft.com/office/drawing/2014/main" id="{CB4DDD06-8375-26A0-A9FB-55EF05EFC6E6}"/>
                    </a:ext>
                  </a:extLst>
                </p:cNvPr>
                <p:cNvPicPr/>
                <p:nvPr/>
              </p:nvPicPr>
              <p:blipFill>
                <a:blip r:embed="rId67"/>
                <a:stretch>
                  <a:fillRect/>
                </a:stretch>
              </p:blipFill>
              <p:spPr>
                <a:xfrm>
                  <a:off x="1122262" y="6036296"/>
                  <a:ext cx="710280" cy="76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
            <p14:nvContentPartPr>
              <p14:cNvPr id="70" name="Ink 69">
                <a:extLst>
                  <a:ext uri="{FF2B5EF4-FFF2-40B4-BE49-F238E27FC236}">
                    <a16:creationId xmlns:a16="http://schemas.microsoft.com/office/drawing/2014/main" id="{ADFFBE16-CA65-E9A0-E2DF-32C4B0ECA5F1}"/>
                  </a:ext>
                </a:extLst>
              </p14:cNvPr>
              <p14:cNvContentPartPr/>
              <p14:nvPr/>
            </p14:nvContentPartPr>
            <p14:xfrm>
              <a:off x="1190662" y="6236096"/>
              <a:ext cx="139680" cy="99720"/>
            </p14:xfrm>
          </p:contentPart>
        </mc:Choice>
        <mc:Fallback xmlns="">
          <p:pic>
            <p:nvPicPr>
              <p:cNvPr id="70" name="Ink 69">
                <a:extLst>
                  <a:ext uri="{FF2B5EF4-FFF2-40B4-BE49-F238E27FC236}">
                    <a16:creationId xmlns:a16="http://schemas.microsoft.com/office/drawing/2014/main" id="{ADFFBE16-CA65-E9A0-E2DF-32C4B0ECA5F1}"/>
                  </a:ext>
                </a:extLst>
              </p:cNvPr>
              <p:cNvPicPr/>
              <p:nvPr/>
            </p:nvPicPr>
            <p:blipFill>
              <a:blip r:embed="rId69"/>
              <a:stretch>
                <a:fillRect/>
              </a:stretch>
            </p:blipFill>
            <p:spPr>
              <a:xfrm>
                <a:off x="1182022" y="6227456"/>
                <a:ext cx="157320" cy="117360"/>
              </a:xfrm>
              <a:prstGeom prst="rect">
                <a:avLst/>
              </a:prstGeom>
            </p:spPr>
          </p:pic>
        </mc:Fallback>
      </mc:AlternateContent>
      <p:grpSp>
        <p:nvGrpSpPr>
          <p:cNvPr id="75" name="Group 74">
            <a:extLst>
              <a:ext uri="{FF2B5EF4-FFF2-40B4-BE49-F238E27FC236}">
                <a16:creationId xmlns:a16="http://schemas.microsoft.com/office/drawing/2014/main" id="{DD0FB27A-0806-DDF9-9FC9-EB3FD703425D}"/>
              </a:ext>
            </a:extLst>
          </p:cNvPr>
          <p:cNvGrpSpPr/>
          <p:nvPr/>
        </p:nvGrpSpPr>
        <p:grpSpPr>
          <a:xfrm>
            <a:off x="1386142" y="6172736"/>
            <a:ext cx="280440" cy="176040"/>
            <a:chOff x="1386142" y="6172736"/>
            <a:chExt cx="280440" cy="176040"/>
          </a:xfrm>
        </p:grpSpPr>
        <mc:AlternateContent xmlns:mc="http://schemas.openxmlformats.org/markup-compatibility/2006" xmlns:p14="http://schemas.microsoft.com/office/powerpoint/2010/main">
          <mc:Choice Requires="p14">
            <p:contentPart p14:bwMode="auto" r:id="rId70">
              <p14:nvContentPartPr>
                <p14:cNvPr id="71" name="Ink 70">
                  <a:extLst>
                    <a:ext uri="{FF2B5EF4-FFF2-40B4-BE49-F238E27FC236}">
                      <a16:creationId xmlns:a16="http://schemas.microsoft.com/office/drawing/2014/main" id="{B738E9C1-C4F5-5C5A-3253-44D9439EF335}"/>
                    </a:ext>
                  </a:extLst>
                </p14:cNvPr>
                <p14:cNvContentPartPr/>
                <p14:nvPr/>
              </p14:nvContentPartPr>
              <p14:xfrm>
                <a:off x="1386142" y="6172736"/>
                <a:ext cx="70560" cy="160560"/>
              </p14:xfrm>
            </p:contentPart>
          </mc:Choice>
          <mc:Fallback xmlns="">
            <p:pic>
              <p:nvPicPr>
                <p:cNvPr id="71" name="Ink 70">
                  <a:extLst>
                    <a:ext uri="{FF2B5EF4-FFF2-40B4-BE49-F238E27FC236}">
                      <a16:creationId xmlns:a16="http://schemas.microsoft.com/office/drawing/2014/main" id="{B738E9C1-C4F5-5C5A-3253-44D9439EF335}"/>
                    </a:ext>
                  </a:extLst>
                </p:cNvPr>
                <p:cNvPicPr/>
                <p:nvPr/>
              </p:nvPicPr>
              <p:blipFill>
                <a:blip r:embed="rId71"/>
                <a:stretch>
                  <a:fillRect/>
                </a:stretch>
              </p:blipFill>
              <p:spPr>
                <a:xfrm>
                  <a:off x="1377502" y="6164096"/>
                  <a:ext cx="882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2" name="Ink 71">
                  <a:extLst>
                    <a:ext uri="{FF2B5EF4-FFF2-40B4-BE49-F238E27FC236}">
                      <a16:creationId xmlns:a16="http://schemas.microsoft.com/office/drawing/2014/main" id="{3920A2D5-E40D-FDFF-4CE3-7C043DE7E59A}"/>
                    </a:ext>
                  </a:extLst>
                </p14:cNvPr>
                <p14:cNvContentPartPr/>
                <p14:nvPr/>
              </p14:nvContentPartPr>
              <p14:xfrm>
                <a:off x="1453462" y="6253736"/>
                <a:ext cx="161280" cy="56160"/>
              </p14:xfrm>
            </p:contentPart>
          </mc:Choice>
          <mc:Fallback xmlns="">
            <p:pic>
              <p:nvPicPr>
                <p:cNvPr id="72" name="Ink 71">
                  <a:extLst>
                    <a:ext uri="{FF2B5EF4-FFF2-40B4-BE49-F238E27FC236}">
                      <a16:creationId xmlns:a16="http://schemas.microsoft.com/office/drawing/2014/main" id="{3920A2D5-E40D-FDFF-4CE3-7C043DE7E59A}"/>
                    </a:ext>
                  </a:extLst>
                </p:cNvPr>
                <p:cNvPicPr/>
                <p:nvPr/>
              </p:nvPicPr>
              <p:blipFill>
                <a:blip r:embed="rId73"/>
                <a:stretch>
                  <a:fillRect/>
                </a:stretch>
              </p:blipFill>
              <p:spPr>
                <a:xfrm>
                  <a:off x="1444822" y="6245096"/>
                  <a:ext cx="1789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4" name="Ink 73">
                  <a:extLst>
                    <a:ext uri="{FF2B5EF4-FFF2-40B4-BE49-F238E27FC236}">
                      <a16:creationId xmlns:a16="http://schemas.microsoft.com/office/drawing/2014/main" id="{56897BD5-7AD1-2D65-89B0-DE3662F55D2B}"/>
                    </a:ext>
                  </a:extLst>
                </p14:cNvPr>
                <p14:cNvContentPartPr/>
                <p14:nvPr/>
              </p14:nvContentPartPr>
              <p14:xfrm>
                <a:off x="1589542" y="6191816"/>
                <a:ext cx="77040" cy="156960"/>
              </p14:xfrm>
            </p:contentPart>
          </mc:Choice>
          <mc:Fallback xmlns="">
            <p:pic>
              <p:nvPicPr>
                <p:cNvPr id="74" name="Ink 73">
                  <a:extLst>
                    <a:ext uri="{FF2B5EF4-FFF2-40B4-BE49-F238E27FC236}">
                      <a16:creationId xmlns:a16="http://schemas.microsoft.com/office/drawing/2014/main" id="{56897BD5-7AD1-2D65-89B0-DE3662F55D2B}"/>
                    </a:ext>
                  </a:extLst>
                </p:cNvPr>
                <p:cNvPicPr/>
                <p:nvPr/>
              </p:nvPicPr>
              <p:blipFill>
                <a:blip r:embed="rId75"/>
                <a:stretch>
                  <a:fillRect/>
                </a:stretch>
              </p:blipFill>
              <p:spPr>
                <a:xfrm>
                  <a:off x="1580542" y="6183176"/>
                  <a:ext cx="94680" cy="174600"/>
                </a:xfrm>
                <a:prstGeom prst="rect">
                  <a:avLst/>
                </a:prstGeom>
              </p:spPr>
            </p:pic>
          </mc:Fallback>
        </mc:AlternateContent>
      </p:grpSp>
      <p:grpSp>
        <p:nvGrpSpPr>
          <p:cNvPr id="81" name="Group 80">
            <a:extLst>
              <a:ext uri="{FF2B5EF4-FFF2-40B4-BE49-F238E27FC236}">
                <a16:creationId xmlns:a16="http://schemas.microsoft.com/office/drawing/2014/main" id="{8B9A8FE9-BCF7-410D-4BC9-8548B69527ED}"/>
              </a:ext>
            </a:extLst>
          </p:cNvPr>
          <p:cNvGrpSpPr/>
          <p:nvPr/>
        </p:nvGrpSpPr>
        <p:grpSpPr>
          <a:xfrm>
            <a:off x="632302" y="6371456"/>
            <a:ext cx="340560" cy="116280"/>
            <a:chOff x="632302" y="6371456"/>
            <a:chExt cx="340560" cy="116280"/>
          </a:xfrm>
        </p:grpSpPr>
        <mc:AlternateContent xmlns:mc="http://schemas.openxmlformats.org/markup-compatibility/2006" xmlns:p14="http://schemas.microsoft.com/office/powerpoint/2010/main">
          <mc:Choice Requires="p14">
            <p:contentPart p14:bwMode="auto" r:id="rId76">
              <p14:nvContentPartPr>
                <p14:cNvPr id="76" name="Ink 75">
                  <a:extLst>
                    <a:ext uri="{FF2B5EF4-FFF2-40B4-BE49-F238E27FC236}">
                      <a16:creationId xmlns:a16="http://schemas.microsoft.com/office/drawing/2014/main" id="{47D37E83-94DA-4A13-404B-3C709C5FC4D4}"/>
                    </a:ext>
                  </a:extLst>
                </p14:cNvPr>
                <p14:cNvContentPartPr/>
                <p14:nvPr/>
              </p14:nvContentPartPr>
              <p14:xfrm>
                <a:off x="632302" y="6394496"/>
                <a:ext cx="36720" cy="93240"/>
              </p14:xfrm>
            </p:contentPart>
          </mc:Choice>
          <mc:Fallback xmlns="">
            <p:pic>
              <p:nvPicPr>
                <p:cNvPr id="76" name="Ink 75">
                  <a:extLst>
                    <a:ext uri="{FF2B5EF4-FFF2-40B4-BE49-F238E27FC236}">
                      <a16:creationId xmlns:a16="http://schemas.microsoft.com/office/drawing/2014/main" id="{47D37E83-94DA-4A13-404B-3C709C5FC4D4}"/>
                    </a:ext>
                  </a:extLst>
                </p:cNvPr>
                <p:cNvPicPr/>
                <p:nvPr/>
              </p:nvPicPr>
              <p:blipFill>
                <a:blip r:embed="rId77"/>
                <a:stretch>
                  <a:fillRect/>
                </a:stretch>
              </p:blipFill>
              <p:spPr>
                <a:xfrm>
                  <a:off x="623662" y="6385856"/>
                  <a:ext cx="5436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7" name="Ink 76">
                  <a:extLst>
                    <a:ext uri="{FF2B5EF4-FFF2-40B4-BE49-F238E27FC236}">
                      <a16:creationId xmlns:a16="http://schemas.microsoft.com/office/drawing/2014/main" id="{EF108C97-C637-DA5A-8372-DEFBA7214BA0}"/>
                    </a:ext>
                  </a:extLst>
                </p14:cNvPr>
                <p14:cNvContentPartPr/>
                <p14:nvPr/>
              </p14:nvContentPartPr>
              <p14:xfrm>
                <a:off x="755062" y="6440936"/>
                <a:ext cx="63720" cy="8280"/>
              </p14:xfrm>
            </p:contentPart>
          </mc:Choice>
          <mc:Fallback xmlns="">
            <p:pic>
              <p:nvPicPr>
                <p:cNvPr id="77" name="Ink 76">
                  <a:extLst>
                    <a:ext uri="{FF2B5EF4-FFF2-40B4-BE49-F238E27FC236}">
                      <a16:creationId xmlns:a16="http://schemas.microsoft.com/office/drawing/2014/main" id="{EF108C97-C637-DA5A-8372-DEFBA7214BA0}"/>
                    </a:ext>
                  </a:extLst>
                </p:cNvPr>
                <p:cNvPicPr/>
                <p:nvPr/>
              </p:nvPicPr>
              <p:blipFill>
                <a:blip r:embed="rId79"/>
                <a:stretch>
                  <a:fillRect/>
                </a:stretch>
              </p:blipFill>
              <p:spPr>
                <a:xfrm>
                  <a:off x="746422" y="6431936"/>
                  <a:ext cx="813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8" name="Ink 77">
                  <a:extLst>
                    <a:ext uri="{FF2B5EF4-FFF2-40B4-BE49-F238E27FC236}">
                      <a16:creationId xmlns:a16="http://schemas.microsoft.com/office/drawing/2014/main" id="{AEFFA537-3604-DDDA-4B17-1339B80A0919}"/>
                    </a:ext>
                  </a:extLst>
                </p14:cNvPr>
                <p14:cNvContentPartPr/>
                <p14:nvPr/>
              </p14:nvContentPartPr>
              <p14:xfrm>
                <a:off x="750022" y="6384776"/>
                <a:ext cx="52920" cy="10800"/>
              </p14:xfrm>
            </p:contentPart>
          </mc:Choice>
          <mc:Fallback xmlns="">
            <p:pic>
              <p:nvPicPr>
                <p:cNvPr id="78" name="Ink 77">
                  <a:extLst>
                    <a:ext uri="{FF2B5EF4-FFF2-40B4-BE49-F238E27FC236}">
                      <a16:creationId xmlns:a16="http://schemas.microsoft.com/office/drawing/2014/main" id="{AEFFA537-3604-DDDA-4B17-1339B80A0919}"/>
                    </a:ext>
                  </a:extLst>
                </p:cNvPr>
                <p:cNvPicPr/>
                <p:nvPr/>
              </p:nvPicPr>
              <p:blipFill>
                <a:blip r:embed="rId81"/>
                <a:stretch>
                  <a:fillRect/>
                </a:stretch>
              </p:blipFill>
              <p:spPr>
                <a:xfrm>
                  <a:off x="741022" y="6375776"/>
                  <a:ext cx="705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0" name="Ink 79">
                  <a:extLst>
                    <a:ext uri="{FF2B5EF4-FFF2-40B4-BE49-F238E27FC236}">
                      <a16:creationId xmlns:a16="http://schemas.microsoft.com/office/drawing/2014/main" id="{E3534180-60FD-A549-3BB3-F93FAB0D8736}"/>
                    </a:ext>
                  </a:extLst>
                </p14:cNvPr>
                <p14:cNvContentPartPr/>
                <p14:nvPr/>
              </p14:nvContentPartPr>
              <p14:xfrm>
                <a:off x="879982" y="6371456"/>
                <a:ext cx="92880" cy="62640"/>
              </p14:xfrm>
            </p:contentPart>
          </mc:Choice>
          <mc:Fallback xmlns="">
            <p:pic>
              <p:nvPicPr>
                <p:cNvPr id="80" name="Ink 79">
                  <a:extLst>
                    <a:ext uri="{FF2B5EF4-FFF2-40B4-BE49-F238E27FC236}">
                      <a16:creationId xmlns:a16="http://schemas.microsoft.com/office/drawing/2014/main" id="{E3534180-60FD-A549-3BB3-F93FAB0D8736}"/>
                    </a:ext>
                  </a:extLst>
                </p:cNvPr>
                <p:cNvPicPr/>
                <p:nvPr/>
              </p:nvPicPr>
              <p:blipFill>
                <a:blip r:embed="rId83"/>
                <a:stretch>
                  <a:fillRect/>
                </a:stretch>
              </p:blipFill>
              <p:spPr>
                <a:xfrm>
                  <a:off x="870982" y="6362816"/>
                  <a:ext cx="110520" cy="80280"/>
                </a:xfrm>
                <a:prstGeom prst="rect">
                  <a:avLst/>
                </a:prstGeom>
              </p:spPr>
            </p:pic>
          </mc:Fallback>
        </mc:AlternateContent>
      </p:grpSp>
      <p:grpSp>
        <p:nvGrpSpPr>
          <p:cNvPr id="93" name="Group 92">
            <a:extLst>
              <a:ext uri="{FF2B5EF4-FFF2-40B4-BE49-F238E27FC236}">
                <a16:creationId xmlns:a16="http://schemas.microsoft.com/office/drawing/2014/main" id="{C0549820-97E6-0822-4C08-CDA5A303ABF4}"/>
              </a:ext>
            </a:extLst>
          </p:cNvPr>
          <p:cNvGrpSpPr/>
          <p:nvPr/>
        </p:nvGrpSpPr>
        <p:grpSpPr>
          <a:xfrm>
            <a:off x="1663702" y="5982296"/>
            <a:ext cx="1424520" cy="556560"/>
            <a:chOff x="1663702" y="5982296"/>
            <a:chExt cx="1424520" cy="556560"/>
          </a:xfrm>
        </p:grpSpPr>
        <mc:AlternateContent xmlns:mc="http://schemas.openxmlformats.org/markup-compatibility/2006" xmlns:p14="http://schemas.microsoft.com/office/powerpoint/2010/main">
          <mc:Choice Requires="p14">
            <p:contentPart p14:bwMode="auto" r:id="rId84">
              <p14:nvContentPartPr>
                <p14:cNvPr id="82" name="Ink 81">
                  <a:extLst>
                    <a:ext uri="{FF2B5EF4-FFF2-40B4-BE49-F238E27FC236}">
                      <a16:creationId xmlns:a16="http://schemas.microsoft.com/office/drawing/2014/main" id="{CE035AC5-8701-4474-1DC8-118EF8616A17}"/>
                    </a:ext>
                  </a:extLst>
                </p14:cNvPr>
                <p14:cNvContentPartPr/>
                <p14:nvPr/>
              </p14:nvContentPartPr>
              <p14:xfrm>
                <a:off x="1663702" y="5985536"/>
                <a:ext cx="24840" cy="131400"/>
              </p14:xfrm>
            </p:contentPart>
          </mc:Choice>
          <mc:Fallback xmlns="">
            <p:pic>
              <p:nvPicPr>
                <p:cNvPr id="82" name="Ink 81">
                  <a:extLst>
                    <a:ext uri="{FF2B5EF4-FFF2-40B4-BE49-F238E27FC236}">
                      <a16:creationId xmlns:a16="http://schemas.microsoft.com/office/drawing/2014/main" id="{CE035AC5-8701-4474-1DC8-118EF8616A17}"/>
                    </a:ext>
                  </a:extLst>
                </p:cNvPr>
                <p:cNvPicPr/>
                <p:nvPr/>
              </p:nvPicPr>
              <p:blipFill>
                <a:blip r:embed="rId85"/>
                <a:stretch>
                  <a:fillRect/>
                </a:stretch>
              </p:blipFill>
              <p:spPr>
                <a:xfrm>
                  <a:off x="1655062" y="5976896"/>
                  <a:ext cx="424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83" name="Ink 82">
                  <a:extLst>
                    <a:ext uri="{FF2B5EF4-FFF2-40B4-BE49-F238E27FC236}">
                      <a16:creationId xmlns:a16="http://schemas.microsoft.com/office/drawing/2014/main" id="{9C6833CA-4360-3594-132E-3159FF163860}"/>
                    </a:ext>
                  </a:extLst>
                </p14:cNvPr>
                <p14:cNvContentPartPr/>
                <p14:nvPr/>
              </p14:nvContentPartPr>
              <p14:xfrm>
                <a:off x="1699342" y="5982296"/>
                <a:ext cx="586080" cy="163440"/>
              </p14:xfrm>
            </p:contentPart>
          </mc:Choice>
          <mc:Fallback xmlns="">
            <p:pic>
              <p:nvPicPr>
                <p:cNvPr id="83" name="Ink 82">
                  <a:extLst>
                    <a:ext uri="{FF2B5EF4-FFF2-40B4-BE49-F238E27FC236}">
                      <a16:creationId xmlns:a16="http://schemas.microsoft.com/office/drawing/2014/main" id="{9C6833CA-4360-3594-132E-3159FF163860}"/>
                    </a:ext>
                  </a:extLst>
                </p:cNvPr>
                <p:cNvPicPr/>
                <p:nvPr/>
              </p:nvPicPr>
              <p:blipFill>
                <a:blip r:embed="rId87"/>
                <a:stretch>
                  <a:fillRect/>
                </a:stretch>
              </p:blipFill>
              <p:spPr>
                <a:xfrm>
                  <a:off x="1690702" y="5973656"/>
                  <a:ext cx="60372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5" name="Ink 84">
                  <a:extLst>
                    <a:ext uri="{FF2B5EF4-FFF2-40B4-BE49-F238E27FC236}">
                      <a16:creationId xmlns:a16="http://schemas.microsoft.com/office/drawing/2014/main" id="{F8548FAD-1FF5-C6E5-24C6-B209E2699B98}"/>
                    </a:ext>
                  </a:extLst>
                </p14:cNvPr>
                <p14:cNvContentPartPr/>
                <p14:nvPr/>
              </p14:nvContentPartPr>
              <p14:xfrm>
                <a:off x="1961782" y="6218816"/>
                <a:ext cx="30240" cy="85680"/>
              </p14:xfrm>
            </p:contentPart>
          </mc:Choice>
          <mc:Fallback xmlns="">
            <p:pic>
              <p:nvPicPr>
                <p:cNvPr id="85" name="Ink 84">
                  <a:extLst>
                    <a:ext uri="{FF2B5EF4-FFF2-40B4-BE49-F238E27FC236}">
                      <a16:creationId xmlns:a16="http://schemas.microsoft.com/office/drawing/2014/main" id="{F8548FAD-1FF5-C6E5-24C6-B209E2699B98}"/>
                    </a:ext>
                  </a:extLst>
                </p:cNvPr>
                <p:cNvPicPr/>
                <p:nvPr/>
              </p:nvPicPr>
              <p:blipFill>
                <a:blip r:embed="rId89"/>
                <a:stretch>
                  <a:fillRect/>
                </a:stretch>
              </p:blipFill>
              <p:spPr>
                <a:xfrm>
                  <a:off x="1953142" y="6210176"/>
                  <a:ext cx="478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7" name="Ink 86">
                  <a:extLst>
                    <a:ext uri="{FF2B5EF4-FFF2-40B4-BE49-F238E27FC236}">
                      <a16:creationId xmlns:a16="http://schemas.microsoft.com/office/drawing/2014/main" id="{C70F89F3-AD53-76B5-1533-26CABB5DE8B2}"/>
                    </a:ext>
                  </a:extLst>
                </p14:cNvPr>
                <p14:cNvContentPartPr/>
                <p14:nvPr/>
              </p14:nvContentPartPr>
              <p14:xfrm>
                <a:off x="2152942" y="6399176"/>
                <a:ext cx="150120" cy="103320"/>
              </p14:xfrm>
            </p:contentPart>
          </mc:Choice>
          <mc:Fallback xmlns="">
            <p:pic>
              <p:nvPicPr>
                <p:cNvPr id="87" name="Ink 86">
                  <a:extLst>
                    <a:ext uri="{FF2B5EF4-FFF2-40B4-BE49-F238E27FC236}">
                      <a16:creationId xmlns:a16="http://schemas.microsoft.com/office/drawing/2014/main" id="{C70F89F3-AD53-76B5-1533-26CABB5DE8B2}"/>
                    </a:ext>
                  </a:extLst>
                </p:cNvPr>
                <p:cNvPicPr/>
                <p:nvPr/>
              </p:nvPicPr>
              <p:blipFill>
                <a:blip r:embed="rId91"/>
                <a:stretch>
                  <a:fillRect/>
                </a:stretch>
              </p:blipFill>
              <p:spPr>
                <a:xfrm>
                  <a:off x="2143942" y="6390176"/>
                  <a:ext cx="16776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88" name="Ink 87">
                  <a:extLst>
                    <a:ext uri="{FF2B5EF4-FFF2-40B4-BE49-F238E27FC236}">
                      <a16:creationId xmlns:a16="http://schemas.microsoft.com/office/drawing/2014/main" id="{DE5A6643-5D1E-9E8C-24EA-B153AF152E7F}"/>
                    </a:ext>
                  </a:extLst>
                </p14:cNvPr>
                <p14:cNvContentPartPr/>
                <p14:nvPr/>
              </p14:nvContentPartPr>
              <p14:xfrm>
                <a:off x="2346262" y="6374336"/>
                <a:ext cx="88560" cy="159480"/>
              </p14:xfrm>
            </p:contentPart>
          </mc:Choice>
          <mc:Fallback xmlns="">
            <p:pic>
              <p:nvPicPr>
                <p:cNvPr id="88" name="Ink 87">
                  <a:extLst>
                    <a:ext uri="{FF2B5EF4-FFF2-40B4-BE49-F238E27FC236}">
                      <a16:creationId xmlns:a16="http://schemas.microsoft.com/office/drawing/2014/main" id="{DE5A6643-5D1E-9E8C-24EA-B153AF152E7F}"/>
                    </a:ext>
                  </a:extLst>
                </p:cNvPr>
                <p:cNvPicPr/>
                <p:nvPr/>
              </p:nvPicPr>
              <p:blipFill>
                <a:blip r:embed="rId93"/>
                <a:stretch>
                  <a:fillRect/>
                </a:stretch>
              </p:blipFill>
              <p:spPr>
                <a:xfrm>
                  <a:off x="2337622" y="6365336"/>
                  <a:ext cx="1062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9" name="Ink 88">
                  <a:extLst>
                    <a:ext uri="{FF2B5EF4-FFF2-40B4-BE49-F238E27FC236}">
                      <a16:creationId xmlns:a16="http://schemas.microsoft.com/office/drawing/2014/main" id="{D2E851E9-6AD4-68CC-1F7C-7BEE45E2B56F}"/>
                    </a:ext>
                  </a:extLst>
                </p14:cNvPr>
                <p14:cNvContentPartPr/>
                <p14:nvPr/>
              </p14:nvContentPartPr>
              <p14:xfrm>
                <a:off x="2460742" y="6450656"/>
                <a:ext cx="153360" cy="42840"/>
              </p14:xfrm>
            </p:contentPart>
          </mc:Choice>
          <mc:Fallback xmlns="">
            <p:pic>
              <p:nvPicPr>
                <p:cNvPr id="89" name="Ink 88">
                  <a:extLst>
                    <a:ext uri="{FF2B5EF4-FFF2-40B4-BE49-F238E27FC236}">
                      <a16:creationId xmlns:a16="http://schemas.microsoft.com/office/drawing/2014/main" id="{D2E851E9-6AD4-68CC-1F7C-7BEE45E2B56F}"/>
                    </a:ext>
                  </a:extLst>
                </p:cNvPr>
                <p:cNvPicPr/>
                <p:nvPr/>
              </p:nvPicPr>
              <p:blipFill>
                <a:blip r:embed="rId95"/>
                <a:stretch>
                  <a:fillRect/>
                </a:stretch>
              </p:blipFill>
              <p:spPr>
                <a:xfrm>
                  <a:off x="2451742" y="6441656"/>
                  <a:ext cx="17100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0" name="Ink 89">
                  <a:extLst>
                    <a:ext uri="{FF2B5EF4-FFF2-40B4-BE49-F238E27FC236}">
                      <a16:creationId xmlns:a16="http://schemas.microsoft.com/office/drawing/2014/main" id="{938987EE-2C63-7F13-E008-670851E1A8E4}"/>
                    </a:ext>
                  </a:extLst>
                </p14:cNvPr>
                <p14:cNvContentPartPr/>
                <p14:nvPr/>
              </p14:nvContentPartPr>
              <p14:xfrm>
                <a:off x="2690422" y="6464336"/>
                <a:ext cx="75240" cy="6840"/>
              </p14:xfrm>
            </p:contentPart>
          </mc:Choice>
          <mc:Fallback xmlns="">
            <p:pic>
              <p:nvPicPr>
                <p:cNvPr id="90" name="Ink 89">
                  <a:extLst>
                    <a:ext uri="{FF2B5EF4-FFF2-40B4-BE49-F238E27FC236}">
                      <a16:creationId xmlns:a16="http://schemas.microsoft.com/office/drawing/2014/main" id="{938987EE-2C63-7F13-E008-670851E1A8E4}"/>
                    </a:ext>
                  </a:extLst>
                </p:cNvPr>
                <p:cNvPicPr/>
                <p:nvPr/>
              </p:nvPicPr>
              <p:blipFill>
                <a:blip r:embed="rId97"/>
                <a:stretch>
                  <a:fillRect/>
                </a:stretch>
              </p:blipFill>
              <p:spPr>
                <a:xfrm>
                  <a:off x="2681422" y="6455336"/>
                  <a:ext cx="9288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1" name="Ink 90">
                  <a:extLst>
                    <a:ext uri="{FF2B5EF4-FFF2-40B4-BE49-F238E27FC236}">
                      <a16:creationId xmlns:a16="http://schemas.microsoft.com/office/drawing/2014/main" id="{DB406491-EDA5-B00A-C9AD-DEC034DB4AC0}"/>
                    </a:ext>
                  </a:extLst>
                </p14:cNvPr>
                <p14:cNvContentPartPr/>
                <p14:nvPr/>
              </p14:nvContentPartPr>
              <p14:xfrm>
                <a:off x="2832982" y="6383696"/>
                <a:ext cx="127800" cy="113400"/>
              </p14:xfrm>
            </p:contentPart>
          </mc:Choice>
          <mc:Fallback xmlns="">
            <p:pic>
              <p:nvPicPr>
                <p:cNvPr id="91" name="Ink 90">
                  <a:extLst>
                    <a:ext uri="{FF2B5EF4-FFF2-40B4-BE49-F238E27FC236}">
                      <a16:creationId xmlns:a16="http://schemas.microsoft.com/office/drawing/2014/main" id="{DB406491-EDA5-B00A-C9AD-DEC034DB4AC0}"/>
                    </a:ext>
                  </a:extLst>
                </p:cNvPr>
                <p:cNvPicPr/>
                <p:nvPr/>
              </p:nvPicPr>
              <p:blipFill>
                <a:blip r:embed="rId99"/>
                <a:stretch>
                  <a:fillRect/>
                </a:stretch>
              </p:blipFill>
              <p:spPr>
                <a:xfrm>
                  <a:off x="2823982" y="6374696"/>
                  <a:ext cx="14544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2" name="Ink 91">
                  <a:extLst>
                    <a:ext uri="{FF2B5EF4-FFF2-40B4-BE49-F238E27FC236}">
                      <a16:creationId xmlns:a16="http://schemas.microsoft.com/office/drawing/2014/main" id="{E8296F38-0957-F750-F0D1-196CA949BA9A}"/>
                    </a:ext>
                  </a:extLst>
                </p14:cNvPr>
                <p14:cNvContentPartPr/>
                <p14:nvPr/>
              </p14:nvContentPartPr>
              <p14:xfrm>
                <a:off x="2987422" y="6380816"/>
                <a:ext cx="100800" cy="158040"/>
              </p14:xfrm>
            </p:contentPart>
          </mc:Choice>
          <mc:Fallback xmlns="">
            <p:pic>
              <p:nvPicPr>
                <p:cNvPr id="92" name="Ink 91">
                  <a:extLst>
                    <a:ext uri="{FF2B5EF4-FFF2-40B4-BE49-F238E27FC236}">
                      <a16:creationId xmlns:a16="http://schemas.microsoft.com/office/drawing/2014/main" id="{E8296F38-0957-F750-F0D1-196CA949BA9A}"/>
                    </a:ext>
                  </a:extLst>
                </p:cNvPr>
                <p:cNvPicPr/>
                <p:nvPr/>
              </p:nvPicPr>
              <p:blipFill>
                <a:blip r:embed="rId101"/>
                <a:stretch>
                  <a:fillRect/>
                </a:stretch>
              </p:blipFill>
              <p:spPr>
                <a:xfrm>
                  <a:off x="2978782" y="6371816"/>
                  <a:ext cx="118440" cy="175680"/>
                </a:xfrm>
                <a:prstGeom prst="rect">
                  <a:avLst/>
                </a:prstGeom>
              </p:spPr>
            </p:pic>
          </mc:Fallback>
        </mc:AlternateContent>
      </p:grpSp>
      <p:grpSp>
        <p:nvGrpSpPr>
          <p:cNvPr id="108" name="Group 107">
            <a:extLst>
              <a:ext uri="{FF2B5EF4-FFF2-40B4-BE49-F238E27FC236}">
                <a16:creationId xmlns:a16="http://schemas.microsoft.com/office/drawing/2014/main" id="{9382EFB7-7339-F336-A265-FFEA7BDD2EEA}"/>
              </a:ext>
            </a:extLst>
          </p:cNvPr>
          <p:cNvGrpSpPr/>
          <p:nvPr/>
        </p:nvGrpSpPr>
        <p:grpSpPr>
          <a:xfrm>
            <a:off x="2099662" y="5967536"/>
            <a:ext cx="2516760" cy="547560"/>
            <a:chOff x="2099662" y="5967536"/>
            <a:chExt cx="2516760" cy="547560"/>
          </a:xfrm>
        </p:grpSpPr>
        <mc:AlternateContent xmlns:mc="http://schemas.openxmlformats.org/markup-compatibility/2006" xmlns:p14="http://schemas.microsoft.com/office/powerpoint/2010/main">
          <mc:Choice Requires="p14">
            <p:contentPart p14:bwMode="auto" r:id="rId102">
              <p14:nvContentPartPr>
                <p14:cNvPr id="94" name="Ink 93">
                  <a:extLst>
                    <a:ext uri="{FF2B5EF4-FFF2-40B4-BE49-F238E27FC236}">
                      <a16:creationId xmlns:a16="http://schemas.microsoft.com/office/drawing/2014/main" id="{8700F4A6-EE39-0B34-7E7A-9F6A5307BFFC}"/>
                    </a:ext>
                  </a:extLst>
                </p14:cNvPr>
                <p14:cNvContentPartPr/>
                <p14:nvPr/>
              </p14:nvContentPartPr>
              <p14:xfrm>
                <a:off x="2099662" y="5991296"/>
                <a:ext cx="5760" cy="106200"/>
              </p14:xfrm>
            </p:contentPart>
          </mc:Choice>
          <mc:Fallback xmlns="">
            <p:pic>
              <p:nvPicPr>
                <p:cNvPr id="94" name="Ink 93">
                  <a:extLst>
                    <a:ext uri="{FF2B5EF4-FFF2-40B4-BE49-F238E27FC236}">
                      <a16:creationId xmlns:a16="http://schemas.microsoft.com/office/drawing/2014/main" id="{8700F4A6-EE39-0B34-7E7A-9F6A5307BFFC}"/>
                    </a:ext>
                  </a:extLst>
                </p:cNvPr>
                <p:cNvPicPr/>
                <p:nvPr/>
              </p:nvPicPr>
              <p:blipFill>
                <a:blip r:embed="rId103"/>
                <a:stretch>
                  <a:fillRect/>
                </a:stretch>
              </p:blipFill>
              <p:spPr>
                <a:xfrm>
                  <a:off x="2091022" y="5982296"/>
                  <a:ext cx="2340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95" name="Ink 94">
                  <a:extLst>
                    <a:ext uri="{FF2B5EF4-FFF2-40B4-BE49-F238E27FC236}">
                      <a16:creationId xmlns:a16="http://schemas.microsoft.com/office/drawing/2014/main" id="{CE5416A5-25F2-E68A-83CD-00637A761A6D}"/>
                    </a:ext>
                  </a:extLst>
                </p14:cNvPr>
                <p14:cNvContentPartPr/>
                <p14:nvPr/>
              </p14:nvContentPartPr>
              <p14:xfrm>
                <a:off x="2110462" y="5967536"/>
                <a:ext cx="576000" cy="136440"/>
              </p14:xfrm>
            </p:contentPart>
          </mc:Choice>
          <mc:Fallback xmlns="">
            <p:pic>
              <p:nvPicPr>
                <p:cNvPr id="95" name="Ink 94">
                  <a:extLst>
                    <a:ext uri="{FF2B5EF4-FFF2-40B4-BE49-F238E27FC236}">
                      <a16:creationId xmlns:a16="http://schemas.microsoft.com/office/drawing/2014/main" id="{CE5416A5-25F2-E68A-83CD-00637A761A6D}"/>
                    </a:ext>
                  </a:extLst>
                </p:cNvPr>
                <p:cNvPicPr/>
                <p:nvPr/>
              </p:nvPicPr>
              <p:blipFill>
                <a:blip r:embed="rId105"/>
                <a:stretch>
                  <a:fillRect/>
                </a:stretch>
              </p:blipFill>
              <p:spPr>
                <a:xfrm>
                  <a:off x="2101462" y="5958536"/>
                  <a:ext cx="5936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7" name="Ink 96">
                  <a:extLst>
                    <a:ext uri="{FF2B5EF4-FFF2-40B4-BE49-F238E27FC236}">
                      <a16:creationId xmlns:a16="http://schemas.microsoft.com/office/drawing/2014/main" id="{D542E3AA-B849-D1B1-B46B-F9ED99433C9A}"/>
                    </a:ext>
                  </a:extLst>
                </p14:cNvPr>
                <p14:cNvContentPartPr/>
                <p14:nvPr/>
              </p14:nvContentPartPr>
              <p14:xfrm>
                <a:off x="2578102" y="6156176"/>
                <a:ext cx="638640" cy="120960"/>
              </p14:xfrm>
            </p:contentPart>
          </mc:Choice>
          <mc:Fallback xmlns="">
            <p:pic>
              <p:nvPicPr>
                <p:cNvPr id="97" name="Ink 96">
                  <a:extLst>
                    <a:ext uri="{FF2B5EF4-FFF2-40B4-BE49-F238E27FC236}">
                      <a16:creationId xmlns:a16="http://schemas.microsoft.com/office/drawing/2014/main" id="{D542E3AA-B849-D1B1-B46B-F9ED99433C9A}"/>
                    </a:ext>
                  </a:extLst>
                </p:cNvPr>
                <p:cNvPicPr/>
                <p:nvPr/>
              </p:nvPicPr>
              <p:blipFill>
                <a:blip r:embed="rId107"/>
                <a:stretch>
                  <a:fillRect/>
                </a:stretch>
              </p:blipFill>
              <p:spPr>
                <a:xfrm>
                  <a:off x="2569462" y="6147176"/>
                  <a:ext cx="65628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9" name="Ink 98">
                  <a:extLst>
                    <a:ext uri="{FF2B5EF4-FFF2-40B4-BE49-F238E27FC236}">
                      <a16:creationId xmlns:a16="http://schemas.microsoft.com/office/drawing/2014/main" id="{986F9078-DAA7-D4D5-36A8-B486E8CDB59E}"/>
                    </a:ext>
                  </a:extLst>
                </p14:cNvPr>
                <p14:cNvContentPartPr/>
                <p14:nvPr/>
              </p14:nvContentPartPr>
              <p14:xfrm>
                <a:off x="3412942" y="6340496"/>
                <a:ext cx="154080" cy="114480"/>
              </p14:xfrm>
            </p:contentPart>
          </mc:Choice>
          <mc:Fallback xmlns="">
            <p:pic>
              <p:nvPicPr>
                <p:cNvPr id="99" name="Ink 98">
                  <a:extLst>
                    <a:ext uri="{FF2B5EF4-FFF2-40B4-BE49-F238E27FC236}">
                      <a16:creationId xmlns:a16="http://schemas.microsoft.com/office/drawing/2014/main" id="{986F9078-DAA7-D4D5-36A8-B486E8CDB59E}"/>
                    </a:ext>
                  </a:extLst>
                </p:cNvPr>
                <p:cNvPicPr/>
                <p:nvPr/>
              </p:nvPicPr>
              <p:blipFill>
                <a:blip r:embed="rId109"/>
                <a:stretch>
                  <a:fillRect/>
                </a:stretch>
              </p:blipFill>
              <p:spPr>
                <a:xfrm>
                  <a:off x="3403942" y="6331856"/>
                  <a:ext cx="1717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01" name="Ink 100">
                  <a:extLst>
                    <a:ext uri="{FF2B5EF4-FFF2-40B4-BE49-F238E27FC236}">
                      <a16:creationId xmlns:a16="http://schemas.microsoft.com/office/drawing/2014/main" id="{37897AC7-E659-5D30-5976-6F5548527297}"/>
                    </a:ext>
                  </a:extLst>
                </p14:cNvPr>
                <p14:cNvContentPartPr/>
                <p14:nvPr/>
              </p14:nvContentPartPr>
              <p14:xfrm>
                <a:off x="3603022" y="6279656"/>
                <a:ext cx="103320" cy="212760"/>
              </p14:xfrm>
            </p:contentPart>
          </mc:Choice>
          <mc:Fallback xmlns="">
            <p:pic>
              <p:nvPicPr>
                <p:cNvPr id="101" name="Ink 100">
                  <a:extLst>
                    <a:ext uri="{FF2B5EF4-FFF2-40B4-BE49-F238E27FC236}">
                      <a16:creationId xmlns:a16="http://schemas.microsoft.com/office/drawing/2014/main" id="{37897AC7-E659-5D30-5976-6F5548527297}"/>
                    </a:ext>
                  </a:extLst>
                </p:cNvPr>
                <p:cNvPicPr/>
                <p:nvPr/>
              </p:nvPicPr>
              <p:blipFill>
                <a:blip r:embed="rId111"/>
                <a:stretch>
                  <a:fillRect/>
                </a:stretch>
              </p:blipFill>
              <p:spPr>
                <a:xfrm>
                  <a:off x="3594022" y="6271016"/>
                  <a:ext cx="12096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2" name="Ink 101">
                  <a:extLst>
                    <a:ext uri="{FF2B5EF4-FFF2-40B4-BE49-F238E27FC236}">
                      <a16:creationId xmlns:a16="http://schemas.microsoft.com/office/drawing/2014/main" id="{75EA2A26-0837-644D-6AC2-EADF6EF707EE}"/>
                    </a:ext>
                  </a:extLst>
                </p14:cNvPr>
                <p14:cNvContentPartPr/>
                <p14:nvPr/>
              </p14:nvContentPartPr>
              <p14:xfrm>
                <a:off x="3716062" y="6397016"/>
                <a:ext cx="182520" cy="54000"/>
              </p14:xfrm>
            </p:contentPart>
          </mc:Choice>
          <mc:Fallback xmlns="">
            <p:pic>
              <p:nvPicPr>
                <p:cNvPr id="102" name="Ink 101">
                  <a:extLst>
                    <a:ext uri="{FF2B5EF4-FFF2-40B4-BE49-F238E27FC236}">
                      <a16:creationId xmlns:a16="http://schemas.microsoft.com/office/drawing/2014/main" id="{75EA2A26-0837-644D-6AC2-EADF6EF707EE}"/>
                    </a:ext>
                  </a:extLst>
                </p:cNvPr>
                <p:cNvPicPr/>
                <p:nvPr/>
              </p:nvPicPr>
              <p:blipFill>
                <a:blip r:embed="rId113"/>
                <a:stretch>
                  <a:fillRect/>
                </a:stretch>
              </p:blipFill>
              <p:spPr>
                <a:xfrm>
                  <a:off x="3707062" y="6388376"/>
                  <a:ext cx="20016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03" name="Ink 102">
                  <a:extLst>
                    <a:ext uri="{FF2B5EF4-FFF2-40B4-BE49-F238E27FC236}">
                      <a16:creationId xmlns:a16="http://schemas.microsoft.com/office/drawing/2014/main" id="{C2526C91-6A40-4F91-F8AF-1E2A987C22BF}"/>
                    </a:ext>
                  </a:extLst>
                </p14:cNvPr>
                <p14:cNvContentPartPr/>
                <p14:nvPr/>
              </p14:nvContentPartPr>
              <p14:xfrm>
                <a:off x="3960142" y="6405296"/>
                <a:ext cx="117360" cy="11520"/>
              </p14:xfrm>
            </p:contentPart>
          </mc:Choice>
          <mc:Fallback xmlns="">
            <p:pic>
              <p:nvPicPr>
                <p:cNvPr id="103" name="Ink 102">
                  <a:extLst>
                    <a:ext uri="{FF2B5EF4-FFF2-40B4-BE49-F238E27FC236}">
                      <a16:creationId xmlns:a16="http://schemas.microsoft.com/office/drawing/2014/main" id="{C2526C91-6A40-4F91-F8AF-1E2A987C22BF}"/>
                    </a:ext>
                  </a:extLst>
                </p:cNvPr>
                <p:cNvPicPr/>
                <p:nvPr/>
              </p:nvPicPr>
              <p:blipFill>
                <a:blip r:embed="rId115"/>
                <a:stretch>
                  <a:fillRect/>
                </a:stretch>
              </p:blipFill>
              <p:spPr>
                <a:xfrm>
                  <a:off x="3951502" y="6396656"/>
                  <a:ext cx="1350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5" name="Ink 104">
                  <a:extLst>
                    <a:ext uri="{FF2B5EF4-FFF2-40B4-BE49-F238E27FC236}">
                      <a16:creationId xmlns:a16="http://schemas.microsoft.com/office/drawing/2014/main" id="{3D414609-836F-87D5-813C-87D8C3C43723}"/>
                    </a:ext>
                  </a:extLst>
                </p14:cNvPr>
                <p14:cNvContentPartPr/>
                <p14:nvPr/>
              </p14:nvContentPartPr>
              <p14:xfrm>
                <a:off x="4187662" y="6347336"/>
                <a:ext cx="134640" cy="124200"/>
              </p14:xfrm>
            </p:contentPart>
          </mc:Choice>
          <mc:Fallback xmlns="">
            <p:pic>
              <p:nvPicPr>
                <p:cNvPr id="105" name="Ink 104">
                  <a:extLst>
                    <a:ext uri="{FF2B5EF4-FFF2-40B4-BE49-F238E27FC236}">
                      <a16:creationId xmlns:a16="http://schemas.microsoft.com/office/drawing/2014/main" id="{3D414609-836F-87D5-813C-87D8C3C43723}"/>
                    </a:ext>
                  </a:extLst>
                </p:cNvPr>
                <p:cNvPicPr/>
                <p:nvPr/>
              </p:nvPicPr>
              <p:blipFill>
                <a:blip r:embed="rId117"/>
                <a:stretch>
                  <a:fillRect/>
                </a:stretch>
              </p:blipFill>
              <p:spPr>
                <a:xfrm>
                  <a:off x="4178662" y="6338696"/>
                  <a:ext cx="1522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6" name="Ink 105">
                  <a:extLst>
                    <a:ext uri="{FF2B5EF4-FFF2-40B4-BE49-F238E27FC236}">
                      <a16:creationId xmlns:a16="http://schemas.microsoft.com/office/drawing/2014/main" id="{DE84E4E4-A5E2-909B-29ED-C016BD236B7B}"/>
                    </a:ext>
                  </a:extLst>
                </p14:cNvPr>
                <p14:cNvContentPartPr/>
                <p14:nvPr/>
              </p14:nvContentPartPr>
              <p14:xfrm>
                <a:off x="4349302" y="6303776"/>
                <a:ext cx="143280" cy="150480"/>
              </p14:xfrm>
            </p:contentPart>
          </mc:Choice>
          <mc:Fallback xmlns="">
            <p:pic>
              <p:nvPicPr>
                <p:cNvPr id="106" name="Ink 105">
                  <a:extLst>
                    <a:ext uri="{FF2B5EF4-FFF2-40B4-BE49-F238E27FC236}">
                      <a16:creationId xmlns:a16="http://schemas.microsoft.com/office/drawing/2014/main" id="{DE84E4E4-A5E2-909B-29ED-C016BD236B7B}"/>
                    </a:ext>
                  </a:extLst>
                </p:cNvPr>
                <p:cNvPicPr/>
                <p:nvPr/>
              </p:nvPicPr>
              <p:blipFill>
                <a:blip r:embed="rId119"/>
                <a:stretch>
                  <a:fillRect/>
                </a:stretch>
              </p:blipFill>
              <p:spPr>
                <a:xfrm>
                  <a:off x="4340302" y="6294776"/>
                  <a:ext cx="1609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7" name="Ink 106">
                  <a:extLst>
                    <a:ext uri="{FF2B5EF4-FFF2-40B4-BE49-F238E27FC236}">
                      <a16:creationId xmlns:a16="http://schemas.microsoft.com/office/drawing/2014/main" id="{C495F3C6-AEFE-056E-77DA-02D6D46AA6BB}"/>
                    </a:ext>
                  </a:extLst>
                </p14:cNvPr>
                <p14:cNvContentPartPr/>
                <p14:nvPr/>
              </p14:nvContentPartPr>
              <p14:xfrm>
                <a:off x="4523902" y="6297656"/>
                <a:ext cx="92520" cy="217440"/>
              </p14:xfrm>
            </p:contentPart>
          </mc:Choice>
          <mc:Fallback xmlns="">
            <p:pic>
              <p:nvPicPr>
                <p:cNvPr id="107" name="Ink 106">
                  <a:extLst>
                    <a:ext uri="{FF2B5EF4-FFF2-40B4-BE49-F238E27FC236}">
                      <a16:creationId xmlns:a16="http://schemas.microsoft.com/office/drawing/2014/main" id="{C495F3C6-AEFE-056E-77DA-02D6D46AA6BB}"/>
                    </a:ext>
                  </a:extLst>
                </p:cNvPr>
                <p:cNvPicPr/>
                <p:nvPr/>
              </p:nvPicPr>
              <p:blipFill>
                <a:blip r:embed="rId121"/>
                <a:stretch>
                  <a:fillRect/>
                </a:stretch>
              </p:blipFill>
              <p:spPr>
                <a:xfrm>
                  <a:off x="4515262" y="6289016"/>
                  <a:ext cx="110160" cy="235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2">
            <p14:nvContentPartPr>
              <p14:cNvPr id="109" name="Ink 108">
                <a:extLst>
                  <a:ext uri="{FF2B5EF4-FFF2-40B4-BE49-F238E27FC236}">
                    <a16:creationId xmlns:a16="http://schemas.microsoft.com/office/drawing/2014/main" id="{2461E21F-5014-15D3-C6D3-0B6085D548E8}"/>
                  </a:ext>
                </a:extLst>
              </p14:cNvPr>
              <p14:cNvContentPartPr/>
              <p14:nvPr/>
            </p14:nvContentPartPr>
            <p14:xfrm>
              <a:off x="2078422" y="5682776"/>
              <a:ext cx="5760" cy="186120"/>
            </p14:xfrm>
          </p:contentPart>
        </mc:Choice>
        <mc:Fallback xmlns="">
          <p:pic>
            <p:nvPicPr>
              <p:cNvPr id="109" name="Ink 108">
                <a:extLst>
                  <a:ext uri="{FF2B5EF4-FFF2-40B4-BE49-F238E27FC236}">
                    <a16:creationId xmlns:a16="http://schemas.microsoft.com/office/drawing/2014/main" id="{2461E21F-5014-15D3-C6D3-0B6085D548E8}"/>
                  </a:ext>
                </a:extLst>
              </p:cNvPr>
              <p:cNvPicPr/>
              <p:nvPr/>
            </p:nvPicPr>
            <p:blipFill>
              <a:blip r:embed="rId123"/>
              <a:stretch>
                <a:fillRect/>
              </a:stretch>
            </p:blipFill>
            <p:spPr>
              <a:xfrm>
                <a:off x="2069782" y="5674136"/>
                <a:ext cx="234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10" name="Ink 109">
                <a:extLst>
                  <a:ext uri="{FF2B5EF4-FFF2-40B4-BE49-F238E27FC236}">
                    <a16:creationId xmlns:a16="http://schemas.microsoft.com/office/drawing/2014/main" id="{8606BAB4-698A-D40C-8C67-FECF431BA2BA}"/>
                  </a:ext>
                </a:extLst>
              </p14:cNvPr>
              <p14:cNvContentPartPr/>
              <p14:nvPr/>
            </p14:nvContentPartPr>
            <p14:xfrm>
              <a:off x="2610142" y="5709416"/>
              <a:ext cx="21960" cy="191520"/>
            </p14:xfrm>
          </p:contentPart>
        </mc:Choice>
        <mc:Fallback xmlns="">
          <p:pic>
            <p:nvPicPr>
              <p:cNvPr id="110" name="Ink 109">
                <a:extLst>
                  <a:ext uri="{FF2B5EF4-FFF2-40B4-BE49-F238E27FC236}">
                    <a16:creationId xmlns:a16="http://schemas.microsoft.com/office/drawing/2014/main" id="{8606BAB4-698A-D40C-8C67-FECF431BA2BA}"/>
                  </a:ext>
                </a:extLst>
              </p:cNvPr>
              <p:cNvPicPr/>
              <p:nvPr/>
            </p:nvPicPr>
            <p:blipFill>
              <a:blip r:embed="rId125"/>
              <a:stretch>
                <a:fillRect/>
              </a:stretch>
            </p:blipFill>
            <p:spPr>
              <a:xfrm>
                <a:off x="2601142" y="5700776"/>
                <a:ext cx="396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1" name="Ink 110">
                <a:extLst>
                  <a:ext uri="{FF2B5EF4-FFF2-40B4-BE49-F238E27FC236}">
                    <a16:creationId xmlns:a16="http://schemas.microsoft.com/office/drawing/2014/main" id="{A09C6242-79E6-523D-AF41-39D2555A2EE2}"/>
                  </a:ext>
                </a:extLst>
              </p14:cNvPr>
              <p14:cNvContentPartPr/>
              <p14:nvPr/>
            </p14:nvContentPartPr>
            <p14:xfrm>
              <a:off x="2225662" y="5696816"/>
              <a:ext cx="29160" cy="186120"/>
            </p14:xfrm>
          </p:contentPart>
        </mc:Choice>
        <mc:Fallback xmlns="">
          <p:pic>
            <p:nvPicPr>
              <p:cNvPr id="111" name="Ink 110">
                <a:extLst>
                  <a:ext uri="{FF2B5EF4-FFF2-40B4-BE49-F238E27FC236}">
                    <a16:creationId xmlns:a16="http://schemas.microsoft.com/office/drawing/2014/main" id="{A09C6242-79E6-523D-AF41-39D2555A2EE2}"/>
                  </a:ext>
                </a:extLst>
              </p:cNvPr>
              <p:cNvPicPr/>
              <p:nvPr/>
            </p:nvPicPr>
            <p:blipFill>
              <a:blip r:embed="rId127"/>
              <a:stretch>
                <a:fillRect/>
              </a:stretch>
            </p:blipFill>
            <p:spPr>
              <a:xfrm>
                <a:off x="2216662" y="5688176"/>
                <a:ext cx="468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12" name="Ink 111">
                <a:extLst>
                  <a:ext uri="{FF2B5EF4-FFF2-40B4-BE49-F238E27FC236}">
                    <a16:creationId xmlns:a16="http://schemas.microsoft.com/office/drawing/2014/main" id="{EB1BA15B-A3F5-9A7A-C0D4-C4FC319D701B}"/>
                  </a:ext>
                </a:extLst>
              </p14:cNvPr>
              <p14:cNvContentPartPr/>
              <p14:nvPr/>
            </p14:nvContentPartPr>
            <p14:xfrm>
              <a:off x="1662622" y="5684936"/>
              <a:ext cx="17640" cy="205920"/>
            </p14:xfrm>
          </p:contentPart>
        </mc:Choice>
        <mc:Fallback xmlns="">
          <p:pic>
            <p:nvPicPr>
              <p:cNvPr id="112" name="Ink 111">
                <a:extLst>
                  <a:ext uri="{FF2B5EF4-FFF2-40B4-BE49-F238E27FC236}">
                    <a16:creationId xmlns:a16="http://schemas.microsoft.com/office/drawing/2014/main" id="{EB1BA15B-A3F5-9A7A-C0D4-C4FC319D701B}"/>
                  </a:ext>
                </a:extLst>
              </p:cNvPr>
              <p:cNvPicPr/>
              <p:nvPr/>
            </p:nvPicPr>
            <p:blipFill>
              <a:blip r:embed="rId129"/>
              <a:stretch>
                <a:fillRect/>
              </a:stretch>
            </p:blipFill>
            <p:spPr>
              <a:xfrm>
                <a:off x="1653982" y="5676296"/>
                <a:ext cx="3528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3" name="Ink 112">
                <a:extLst>
                  <a:ext uri="{FF2B5EF4-FFF2-40B4-BE49-F238E27FC236}">
                    <a16:creationId xmlns:a16="http://schemas.microsoft.com/office/drawing/2014/main" id="{78B4EBD8-9915-0BA6-7BA1-849BC312D6A6}"/>
                  </a:ext>
                </a:extLst>
              </p14:cNvPr>
              <p14:cNvContentPartPr/>
              <p14:nvPr/>
            </p14:nvContentPartPr>
            <p14:xfrm>
              <a:off x="1817782" y="5695376"/>
              <a:ext cx="6120" cy="211320"/>
            </p14:xfrm>
          </p:contentPart>
        </mc:Choice>
        <mc:Fallback xmlns="">
          <p:pic>
            <p:nvPicPr>
              <p:cNvPr id="113" name="Ink 112">
                <a:extLst>
                  <a:ext uri="{FF2B5EF4-FFF2-40B4-BE49-F238E27FC236}">
                    <a16:creationId xmlns:a16="http://schemas.microsoft.com/office/drawing/2014/main" id="{78B4EBD8-9915-0BA6-7BA1-849BC312D6A6}"/>
                  </a:ext>
                </a:extLst>
              </p:cNvPr>
              <p:cNvPicPr/>
              <p:nvPr/>
            </p:nvPicPr>
            <p:blipFill>
              <a:blip r:embed="rId131"/>
              <a:stretch>
                <a:fillRect/>
              </a:stretch>
            </p:blipFill>
            <p:spPr>
              <a:xfrm>
                <a:off x="1809142" y="5686736"/>
                <a:ext cx="2376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14" name="Ink 113">
                <a:extLst>
                  <a:ext uri="{FF2B5EF4-FFF2-40B4-BE49-F238E27FC236}">
                    <a16:creationId xmlns:a16="http://schemas.microsoft.com/office/drawing/2014/main" id="{0FC4EA76-02BD-9AF1-D9E5-71C3F1AB33C8}"/>
                  </a:ext>
                </a:extLst>
              </p14:cNvPr>
              <p14:cNvContentPartPr/>
              <p14:nvPr/>
            </p14:nvContentPartPr>
            <p14:xfrm>
              <a:off x="1126942" y="5682776"/>
              <a:ext cx="360" cy="194040"/>
            </p14:xfrm>
          </p:contentPart>
        </mc:Choice>
        <mc:Fallback xmlns="">
          <p:pic>
            <p:nvPicPr>
              <p:cNvPr id="114" name="Ink 113">
                <a:extLst>
                  <a:ext uri="{FF2B5EF4-FFF2-40B4-BE49-F238E27FC236}">
                    <a16:creationId xmlns:a16="http://schemas.microsoft.com/office/drawing/2014/main" id="{0FC4EA76-02BD-9AF1-D9E5-71C3F1AB33C8}"/>
                  </a:ext>
                </a:extLst>
              </p:cNvPr>
              <p:cNvPicPr/>
              <p:nvPr/>
            </p:nvPicPr>
            <p:blipFill>
              <a:blip r:embed="rId133"/>
              <a:stretch>
                <a:fillRect/>
              </a:stretch>
            </p:blipFill>
            <p:spPr>
              <a:xfrm>
                <a:off x="1117942" y="5674136"/>
                <a:ext cx="18000" cy="211680"/>
              </a:xfrm>
              <a:prstGeom prst="rect">
                <a:avLst/>
              </a:prstGeom>
            </p:spPr>
          </p:pic>
        </mc:Fallback>
      </mc:AlternateContent>
      <p:grpSp>
        <p:nvGrpSpPr>
          <p:cNvPr id="130" name="Group 129">
            <a:extLst>
              <a:ext uri="{FF2B5EF4-FFF2-40B4-BE49-F238E27FC236}">
                <a16:creationId xmlns:a16="http://schemas.microsoft.com/office/drawing/2014/main" id="{82BAF194-C397-E6BB-32A5-A8B1D813F412}"/>
              </a:ext>
            </a:extLst>
          </p:cNvPr>
          <p:cNvGrpSpPr/>
          <p:nvPr/>
        </p:nvGrpSpPr>
        <p:grpSpPr>
          <a:xfrm>
            <a:off x="5805142" y="6060416"/>
            <a:ext cx="1812960" cy="368280"/>
            <a:chOff x="5805142" y="6060416"/>
            <a:chExt cx="1812960" cy="368280"/>
          </a:xfrm>
        </p:grpSpPr>
        <mc:AlternateContent xmlns:mc="http://schemas.openxmlformats.org/markup-compatibility/2006" xmlns:p14="http://schemas.microsoft.com/office/powerpoint/2010/main">
          <mc:Choice Requires="p14">
            <p:contentPart p14:bwMode="auto" r:id="rId134">
              <p14:nvContentPartPr>
                <p14:cNvPr id="115" name="Ink 114">
                  <a:extLst>
                    <a:ext uri="{FF2B5EF4-FFF2-40B4-BE49-F238E27FC236}">
                      <a16:creationId xmlns:a16="http://schemas.microsoft.com/office/drawing/2014/main" id="{F3E56463-EFBC-125A-A4F2-EC1BDD407CB7}"/>
                    </a:ext>
                  </a:extLst>
                </p14:cNvPr>
                <p14:cNvContentPartPr/>
                <p14:nvPr/>
              </p14:nvContentPartPr>
              <p14:xfrm>
                <a:off x="5874262" y="6145376"/>
                <a:ext cx="360" cy="153000"/>
              </p14:xfrm>
            </p:contentPart>
          </mc:Choice>
          <mc:Fallback xmlns="">
            <p:pic>
              <p:nvPicPr>
                <p:cNvPr id="115" name="Ink 114">
                  <a:extLst>
                    <a:ext uri="{FF2B5EF4-FFF2-40B4-BE49-F238E27FC236}">
                      <a16:creationId xmlns:a16="http://schemas.microsoft.com/office/drawing/2014/main" id="{F3E56463-EFBC-125A-A4F2-EC1BDD407CB7}"/>
                    </a:ext>
                  </a:extLst>
                </p:cNvPr>
                <p:cNvPicPr/>
                <p:nvPr/>
              </p:nvPicPr>
              <p:blipFill>
                <a:blip r:embed="rId135"/>
                <a:stretch>
                  <a:fillRect/>
                </a:stretch>
              </p:blipFill>
              <p:spPr>
                <a:xfrm>
                  <a:off x="5865622" y="6136736"/>
                  <a:ext cx="1800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16" name="Ink 115">
                  <a:extLst>
                    <a:ext uri="{FF2B5EF4-FFF2-40B4-BE49-F238E27FC236}">
                      <a16:creationId xmlns:a16="http://schemas.microsoft.com/office/drawing/2014/main" id="{FC6BBE3F-DB66-D16A-C98E-6BD8F271A5F8}"/>
                    </a:ext>
                  </a:extLst>
                </p14:cNvPr>
                <p14:cNvContentPartPr/>
                <p14:nvPr/>
              </p14:nvContentPartPr>
              <p14:xfrm>
                <a:off x="5805142" y="6120176"/>
                <a:ext cx="236520" cy="187920"/>
              </p14:xfrm>
            </p:contentPart>
          </mc:Choice>
          <mc:Fallback xmlns="">
            <p:pic>
              <p:nvPicPr>
                <p:cNvPr id="116" name="Ink 115">
                  <a:extLst>
                    <a:ext uri="{FF2B5EF4-FFF2-40B4-BE49-F238E27FC236}">
                      <a16:creationId xmlns:a16="http://schemas.microsoft.com/office/drawing/2014/main" id="{FC6BBE3F-DB66-D16A-C98E-6BD8F271A5F8}"/>
                    </a:ext>
                  </a:extLst>
                </p:cNvPr>
                <p:cNvPicPr/>
                <p:nvPr/>
              </p:nvPicPr>
              <p:blipFill>
                <a:blip r:embed="rId137"/>
                <a:stretch>
                  <a:fillRect/>
                </a:stretch>
              </p:blipFill>
              <p:spPr>
                <a:xfrm>
                  <a:off x="5796502" y="6111536"/>
                  <a:ext cx="25416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7" name="Ink 116">
                  <a:extLst>
                    <a:ext uri="{FF2B5EF4-FFF2-40B4-BE49-F238E27FC236}">
                      <a16:creationId xmlns:a16="http://schemas.microsoft.com/office/drawing/2014/main" id="{87883085-E90A-FA91-59E8-0C153AC8508B}"/>
                    </a:ext>
                  </a:extLst>
                </p14:cNvPr>
                <p14:cNvContentPartPr/>
                <p14:nvPr/>
              </p14:nvContentPartPr>
              <p14:xfrm>
                <a:off x="6145342" y="6193256"/>
                <a:ext cx="8280" cy="14760"/>
              </p14:xfrm>
            </p:contentPart>
          </mc:Choice>
          <mc:Fallback xmlns="">
            <p:pic>
              <p:nvPicPr>
                <p:cNvPr id="117" name="Ink 116">
                  <a:extLst>
                    <a:ext uri="{FF2B5EF4-FFF2-40B4-BE49-F238E27FC236}">
                      <a16:creationId xmlns:a16="http://schemas.microsoft.com/office/drawing/2014/main" id="{87883085-E90A-FA91-59E8-0C153AC8508B}"/>
                    </a:ext>
                  </a:extLst>
                </p:cNvPr>
                <p:cNvPicPr/>
                <p:nvPr/>
              </p:nvPicPr>
              <p:blipFill>
                <a:blip r:embed="rId139"/>
                <a:stretch>
                  <a:fillRect/>
                </a:stretch>
              </p:blipFill>
              <p:spPr>
                <a:xfrm>
                  <a:off x="6136702" y="6184616"/>
                  <a:ext cx="2592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18" name="Ink 117">
                  <a:extLst>
                    <a:ext uri="{FF2B5EF4-FFF2-40B4-BE49-F238E27FC236}">
                      <a16:creationId xmlns:a16="http://schemas.microsoft.com/office/drawing/2014/main" id="{36DDA797-D2FA-37E0-F2B3-3382DCA568AE}"/>
                    </a:ext>
                  </a:extLst>
                </p14:cNvPr>
                <p14:cNvContentPartPr/>
                <p14:nvPr/>
              </p14:nvContentPartPr>
              <p14:xfrm>
                <a:off x="6138142" y="6273176"/>
                <a:ext cx="2520" cy="16200"/>
              </p14:xfrm>
            </p:contentPart>
          </mc:Choice>
          <mc:Fallback xmlns="">
            <p:pic>
              <p:nvPicPr>
                <p:cNvPr id="118" name="Ink 117">
                  <a:extLst>
                    <a:ext uri="{FF2B5EF4-FFF2-40B4-BE49-F238E27FC236}">
                      <a16:creationId xmlns:a16="http://schemas.microsoft.com/office/drawing/2014/main" id="{36DDA797-D2FA-37E0-F2B3-3382DCA568AE}"/>
                    </a:ext>
                  </a:extLst>
                </p:cNvPr>
                <p:cNvPicPr/>
                <p:nvPr/>
              </p:nvPicPr>
              <p:blipFill>
                <a:blip r:embed="rId141"/>
                <a:stretch>
                  <a:fillRect/>
                </a:stretch>
              </p:blipFill>
              <p:spPr>
                <a:xfrm>
                  <a:off x="6129142" y="6264176"/>
                  <a:ext cx="201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19" name="Ink 118">
                  <a:extLst>
                    <a:ext uri="{FF2B5EF4-FFF2-40B4-BE49-F238E27FC236}">
                      <a16:creationId xmlns:a16="http://schemas.microsoft.com/office/drawing/2014/main" id="{AADC9A9B-6AE0-823A-5FDD-2B425D4523A0}"/>
                    </a:ext>
                  </a:extLst>
                </p14:cNvPr>
                <p14:cNvContentPartPr/>
                <p14:nvPr/>
              </p14:nvContentPartPr>
              <p14:xfrm>
                <a:off x="6267022" y="6118736"/>
                <a:ext cx="139680" cy="192240"/>
              </p14:xfrm>
            </p:contentPart>
          </mc:Choice>
          <mc:Fallback xmlns="">
            <p:pic>
              <p:nvPicPr>
                <p:cNvPr id="119" name="Ink 118">
                  <a:extLst>
                    <a:ext uri="{FF2B5EF4-FFF2-40B4-BE49-F238E27FC236}">
                      <a16:creationId xmlns:a16="http://schemas.microsoft.com/office/drawing/2014/main" id="{AADC9A9B-6AE0-823A-5FDD-2B425D4523A0}"/>
                    </a:ext>
                  </a:extLst>
                </p:cNvPr>
                <p:cNvPicPr/>
                <p:nvPr/>
              </p:nvPicPr>
              <p:blipFill>
                <a:blip r:embed="rId143"/>
                <a:stretch>
                  <a:fillRect/>
                </a:stretch>
              </p:blipFill>
              <p:spPr>
                <a:xfrm>
                  <a:off x="6258022" y="6110096"/>
                  <a:ext cx="1573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20" name="Ink 119">
                  <a:extLst>
                    <a:ext uri="{FF2B5EF4-FFF2-40B4-BE49-F238E27FC236}">
                      <a16:creationId xmlns:a16="http://schemas.microsoft.com/office/drawing/2014/main" id="{93005C67-F17E-9C42-C7EA-2BD26A3992FA}"/>
                    </a:ext>
                  </a:extLst>
                </p14:cNvPr>
                <p14:cNvContentPartPr/>
                <p14:nvPr/>
              </p14:nvContentPartPr>
              <p14:xfrm>
                <a:off x="6437662" y="6246536"/>
                <a:ext cx="9360" cy="53640"/>
              </p14:xfrm>
            </p:contentPart>
          </mc:Choice>
          <mc:Fallback xmlns="">
            <p:pic>
              <p:nvPicPr>
                <p:cNvPr id="120" name="Ink 119">
                  <a:extLst>
                    <a:ext uri="{FF2B5EF4-FFF2-40B4-BE49-F238E27FC236}">
                      <a16:creationId xmlns:a16="http://schemas.microsoft.com/office/drawing/2014/main" id="{93005C67-F17E-9C42-C7EA-2BD26A3992FA}"/>
                    </a:ext>
                  </a:extLst>
                </p:cNvPr>
                <p:cNvPicPr/>
                <p:nvPr/>
              </p:nvPicPr>
              <p:blipFill>
                <a:blip r:embed="rId145"/>
                <a:stretch>
                  <a:fillRect/>
                </a:stretch>
              </p:blipFill>
              <p:spPr>
                <a:xfrm>
                  <a:off x="6429022" y="6237536"/>
                  <a:ext cx="270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21" name="Ink 120">
                  <a:extLst>
                    <a:ext uri="{FF2B5EF4-FFF2-40B4-BE49-F238E27FC236}">
                      <a16:creationId xmlns:a16="http://schemas.microsoft.com/office/drawing/2014/main" id="{AC4F6F7C-90D7-D95E-FDB9-57B7544CCFA5}"/>
                    </a:ext>
                  </a:extLst>
                </p14:cNvPr>
                <p14:cNvContentPartPr/>
                <p14:nvPr/>
              </p14:nvContentPartPr>
              <p14:xfrm>
                <a:off x="6437662" y="6166616"/>
                <a:ext cx="3600" cy="12240"/>
              </p14:xfrm>
            </p:contentPart>
          </mc:Choice>
          <mc:Fallback xmlns="">
            <p:pic>
              <p:nvPicPr>
                <p:cNvPr id="121" name="Ink 120">
                  <a:extLst>
                    <a:ext uri="{FF2B5EF4-FFF2-40B4-BE49-F238E27FC236}">
                      <a16:creationId xmlns:a16="http://schemas.microsoft.com/office/drawing/2014/main" id="{AC4F6F7C-90D7-D95E-FDB9-57B7544CCFA5}"/>
                    </a:ext>
                  </a:extLst>
                </p:cNvPr>
                <p:cNvPicPr/>
                <p:nvPr/>
              </p:nvPicPr>
              <p:blipFill>
                <a:blip r:embed="rId147"/>
                <a:stretch>
                  <a:fillRect/>
                </a:stretch>
              </p:blipFill>
              <p:spPr>
                <a:xfrm>
                  <a:off x="6429022" y="6157976"/>
                  <a:ext cx="212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22" name="Ink 121">
                  <a:extLst>
                    <a:ext uri="{FF2B5EF4-FFF2-40B4-BE49-F238E27FC236}">
                      <a16:creationId xmlns:a16="http://schemas.microsoft.com/office/drawing/2014/main" id="{BCFA9720-0B56-19FF-3B55-2312D5792698}"/>
                    </a:ext>
                  </a:extLst>
                </p14:cNvPr>
                <p14:cNvContentPartPr/>
                <p14:nvPr/>
              </p14:nvContentPartPr>
              <p14:xfrm>
                <a:off x="6421822" y="6189296"/>
                <a:ext cx="106560" cy="121680"/>
              </p14:xfrm>
            </p:contentPart>
          </mc:Choice>
          <mc:Fallback xmlns="">
            <p:pic>
              <p:nvPicPr>
                <p:cNvPr id="122" name="Ink 121">
                  <a:extLst>
                    <a:ext uri="{FF2B5EF4-FFF2-40B4-BE49-F238E27FC236}">
                      <a16:creationId xmlns:a16="http://schemas.microsoft.com/office/drawing/2014/main" id="{BCFA9720-0B56-19FF-3B55-2312D5792698}"/>
                    </a:ext>
                  </a:extLst>
                </p:cNvPr>
                <p:cNvPicPr/>
                <p:nvPr/>
              </p:nvPicPr>
              <p:blipFill>
                <a:blip r:embed="rId149"/>
                <a:stretch>
                  <a:fillRect/>
                </a:stretch>
              </p:blipFill>
              <p:spPr>
                <a:xfrm>
                  <a:off x="6413182" y="6180296"/>
                  <a:ext cx="1242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23" name="Ink 122">
                  <a:extLst>
                    <a:ext uri="{FF2B5EF4-FFF2-40B4-BE49-F238E27FC236}">
                      <a16:creationId xmlns:a16="http://schemas.microsoft.com/office/drawing/2014/main" id="{65BE128E-30F3-6BDD-B8E6-C389A91AF3AC}"/>
                    </a:ext>
                  </a:extLst>
                </p14:cNvPr>
                <p14:cNvContentPartPr/>
                <p14:nvPr/>
              </p14:nvContentPartPr>
              <p14:xfrm>
                <a:off x="6575182" y="6197936"/>
                <a:ext cx="102240" cy="206280"/>
              </p14:xfrm>
            </p:contentPart>
          </mc:Choice>
          <mc:Fallback xmlns="">
            <p:pic>
              <p:nvPicPr>
                <p:cNvPr id="123" name="Ink 122">
                  <a:extLst>
                    <a:ext uri="{FF2B5EF4-FFF2-40B4-BE49-F238E27FC236}">
                      <a16:creationId xmlns:a16="http://schemas.microsoft.com/office/drawing/2014/main" id="{65BE128E-30F3-6BDD-B8E6-C389A91AF3AC}"/>
                    </a:ext>
                  </a:extLst>
                </p:cNvPr>
                <p:cNvPicPr/>
                <p:nvPr/>
              </p:nvPicPr>
              <p:blipFill>
                <a:blip r:embed="rId151"/>
                <a:stretch>
                  <a:fillRect/>
                </a:stretch>
              </p:blipFill>
              <p:spPr>
                <a:xfrm>
                  <a:off x="6566542" y="6188936"/>
                  <a:ext cx="11988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25" name="Ink 124">
                  <a:extLst>
                    <a:ext uri="{FF2B5EF4-FFF2-40B4-BE49-F238E27FC236}">
                      <a16:creationId xmlns:a16="http://schemas.microsoft.com/office/drawing/2014/main" id="{C89FDEC8-C78B-7EED-B1A6-AE87D522505D}"/>
                    </a:ext>
                  </a:extLst>
                </p14:cNvPr>
                <p14:cNvContentPartPr/>
                <p14:nvPr/>
              </p14:nvContentPartPr>
              <p14:xfrm>
                <a:off x="6815302" y="6084896"/>
                <a:ext cx="379080" cy="210240"/>
              </p14:xfrm>
            </p:contentPart>
          </mc:Choice>
          <mc:Fallback xmlns="">
            <p:pic>
              <p:nvPicPr>
                <p:cNvPr id="125" name="Ink 124">
                  <a:extLst>
                    <a:ext uri="{FF2B5EF4-FFF2-40B4-BE49-F238E27FC236}">
                      <a16:creationId xmlns:a16="http://schemas.microsoft.com/office/drawing/2014/main" id="{C89FDEC8-C78B-7EED-B1A6-AE87D522505D}"/>
                    </a:ext>
                  </a:extLst>
                </p:cNvPr>
                <p:cNvPicPr/>
                <p:nvPr/>
              </p:nvPicPr>
              <p:blipFill>
                <a:blip r:embed="rId153"/>
                <a:stretch>
                  <a:fillRect/>
                </a:stretch>
              </p:blipFill>
              <p:spPr>
                <a:xfrm>
                  <a:off x="6806662" y="6076256"/>
                  <a:ext cx="39672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26" name="Ink 125">
                  <a:extLst>
                    <a:ext uri="{FF2B5EF4-FFF2-40B4-BE49-F238E27FC236}">
                      <a16:creationId xmlns:a16="http://schemas.microsoft.com/office/drawing/2014/main" id="{A66F9E33-0497-D1ED-4507-FB88D21727DD}"/>
                    </a:ext>
                  </a:extLst>
                </p14:cNvPr>
                <p14:cNvContentPartPr/>
                <p14:nvPr/>
              </p14:nvContentPartPr>
              <p14:xfrm>
                <a:off x="7243342" y="6238616"/>
                <a:ext cx="103680" cy="190080"/>
              </p14:xfrm>
            </p:contentPart>
          </mc:Choice>
          <mc:Fallback xmlns="">
            <p:pic>
              <p:nvPicPr>
                <p:cNvPr id="126" name="Ink 125">
                  <a:extLst>
                    <a:ext uri="{FF2B5EF4-FFF2-40B4-BE49-F238E27FC236}">
                      <a16:creationId xmlns:a16="http://schemas.microsoft.com/office/drawing/2014/main" id="{A66F9E33-0497-D1ED-4507-FB88D21727DD}"/>
                    </a:ext>
                  </a:extLst>
                </p:cNvPr>
                <p:cNvPicPr/>
                <p:nvPr/>
              </p:nvPicPr>
              <p:blipFill>
                <a:blip r:embed="rId155"/>
                <a:stretch>
                  <a:fillRect/>
                </a:stretch>
              </p:blipFill>
              <p:spPr>
                <a:xfrm>
                  <a:off x="7234702" y="6229616"/>
                  <a:ext cx="12132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7" name="Ink 126">
                  <a:extLst>
                    <a:ext uri="{FF2B5EF4-FFF2-40B4-BE49-F238E27FC236}">
                      <a16:creationId xmlns:a16="http://schemas.microsoft.com/office/drawing/2014/main" id="{69E453B4-7EF2-A1F0-2350-1F10E5C80E8A}"/>
                    </a:ext>
                  </a:extLst>
                </p14:cNvPr>
                <p14:cNvContentPartPr/>
                <p14:nvPr/>
              </p14:nvContentPartPr>
              <p14:xfrm>
                <a:off x="7368262" y="6060416"/>
                <a:ext cx="68760" cy="224280"/>
              </p14:xfrm>
            </p:contentPart>
          </mc:Choice>
          <mc:Fallback xmlns="">
            <p:pic>
              <p:nvPicPr>
                <p:cNvPr id="127" name="Ink 126">
                  <a:extLst>
                    <a:ext uri="{FF2B5EF4-FFF2-40B4-BE49-F238E27FC236}">
                      <a16:creationId xmlns:a16="http://schemas.microsoft.com/office/drawing/2014/main" id="{69E453B4-7EF2-A1F0-2350-1F10E5C80E8A}"/>
                    </a:ext>
                  </a:extLst>
                </p:cNvPr>
                <p:cNvPicPr/>
                <p:nvPr/>
              </p:nvPicPr>
              <p:blipFill>
                <a:blip r:embed="rId157"/>
                <a:stretch>
                  <a:fillRect/>
                </a:stretch>
              </p:blipFill>
              <p:spPr>
                <a:xfrm>
                  <a:off x="7359262" y="6051416"/>
                  <a:ext cx="8640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28" name="Ink 127">
                  <a:extLst>
                    <a:ext uri="{FF2B5EF4-FFF2-40B4-BE49-F238E27FC236}">
                      <a16:creationId xmlns:a16="http://schemas.microsoft.com/office/drawing/2014/main" id="{CEC22607-BDEF-9423-F45C-AE15E8946AC9}"/>
                    </a:ext>
                  </a:extLst>
                </p14:cNvPr>
                <p14:cNvContentPartPr/>
                <p14:nvPr/>
              </p14:nvContentPartPr>
              <p14:xfrm>
                <a:off x="7304902" y="6192896"/>
                <a:ext cx="132840" cy="27360"/>
              </p14:xfrm>
            </p:contentPart>
          </mc:Choice>
          <mc:Fallback xmlns="">
            <p:pic>
              <p:nvPicPr>
                <p:cNvPr id="128" name="Ink 127">
                  <a:extLst>
                    <a:ext uri="{FF2B5EF4-FFF2-40B4-BE49-F238E27FC236}">
                      <a16:creationId xmlns:a16="http://schemas.microsoft.com/office/drawing/2014/main" id="{CEC22607-BDEF-9423-F45C-AE15E8946AC9}"/>
                    </a:ext>
                  </a:extLst>
                </p:cNvPr>
                <p:cNvPicPr/>
                <p:nvPr/>
              </p:nvPicPr>
              <p:blipFill>
                <a:blip r:embed="rId159"/>
                <a:stretch>
                  <a:fillRect/>
                </a:stretch>
              </p:blipFill>
              <p:spPr>
                <a:xfrm>
                  <a:off x="7295902" y="6183896"/>
                  <a:ext cx="1504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29" name="Ink 128">
                  <a:extLst>
                    <a:ext uri="{FF2B5EF4-FFF2-40B4-BE49-F238E27FC236}">
                      <a16:creationId xmlns:a16="http://schemas.microsoft.com/office/drawing/2014/main" id="{629716F3-7E2A-A677-32F9-120CADABF69A}"/>
                    </a:ext>
                  </a:extLst>
                </p14:cNvPr>
                <p14:cNvContentPartPr/>
                <p14:nvPr/>
              </p14:nvContentPartPr>
              <p14:xfrm>
                <a:off x="7464022" y="6081656"/>
                <a:ext cx="154080" cy="201240"/>
              </p14:xfrm>
            </p:contentPart>
          </mc:Choice>
          <mc:Fallback xmlns="">
            <p:pic>
              <p:nvPicPr>
                <p:cNvPr id="129" name="Ink 128">
                  <a:extLst>
                    <a:ext uri="{FF2B5EF4-FFF2-40B4-BE49-F238E27FC236}">
                      <a16:creationId xmlns:a16="http://schemas.microsoft.com/office/drawing/2014/main" id="{629716F3-7E2A-A677-32F9-120CADABF69A}"/>
                    </a:ext>
                  </a:extLst>
                </p:cNvPr>
                <p:cNvPicPr/>
                <p:nvPr/>
              </p:nvPicPr>
              <p:blipFill>
                <a:blip r:embed="rId161"/>
                <a:stretch>
                  <a:fillRect/>
                </a:stretch>
              </p:blipFill>
              <p:spPr>
                <a:xfrm>
                  <a:off x="7455022" y="6072656"/>
                  <a:ext cx="171720" cy="218880"/>
                </a:xfrm>
                <a:prstGeom prst="rect">
                  <a:avLst/>
                </a:prstGeom>
              </p:spPr>
            </p:pic>
          </mc:Fallback>
        </mc:AlternateContent>
      </p:grpSp>
      <p:grpSp>
        <p:nvGrpSpPr>
          <p:cNvPr id="139" name="Group 138">
            <a:extLst>
              <a:ext uri="{FF2B5EF4-FFF2-40B4-BE49-F238E27FC236}">
                <a16:creationId xmlns:a16="http://schemas.microsoft.com/office/drawing/2014/main" id="{A45B41E0-715D-4E96-1EA6-C6A0DA233413}"/>
              </a:ext>
            </a:extLst>
          </p:cNvPr>
          <p:cNvGrpSpPr/>
          <p:nvPr/>
        </p:nvGrpSpPr>
        <p:grpSpPr>
          <a:xfrm>
            <a:off x="5140582" y="3040016"/>
            <a:ext cx="1005120" cy="325800"/>
            <a:chOff x="5140582" y="3040016"/>
            <a:chExt cx="1005120" cy="325800"/>
          </a:xfrm>
        </p:grpSpPr>
        <mc:AlternateContent xmlns:mc="http://schemas.openxmlformats.org/markup-compatibility/2006" xmlns:p14="http://schemas.microsoft.com/office/powerpoint/2010/main">
          <mc:Choice Requires="p14">
            <p:contentPart p14:bwMode="auto" r:id="rId162">
              <p14:nvContentPartPr>
                <p14:cNvPr id="131" name="Ink 130">
                  <a:extLst>
                    <a:ext uri="{FF2B5EF4-FFF2-40B4-BE49-F238E27FC236}">
                      <a16:creationId xmlns:a16="http://schemas.microsoft.com/office/drawing/2014/main" id="{2A74C1F7-791E-E83E-AE86-BC42F0B38A02}"/>
                    </a:ext>
                  </a:extLst>
                </p14:cNvPr>
                <p14:cNvContentPartPr/>
                <p14:nvPr/>
              </p14:nvContentPartPr>
              <p14:xfrm>
                <a:off x="5140582" y="3232256"/>
                <a:ext cx="163080" cy="133560"/>
              </p14:xfrm>
            </p:contentPart>
          </mc:Choice>
          <mc:Fallback xmlns="">
            <p:pic>
              <p:nvPicPr>
                <p:cNvPr id="131" name="Ink 130">
                  <a:extLst>
                    <a:ext uri="{FF2B5EF4-FFF2-40B4-BE49-F238E27FC236}">
                      <a16:creationId xmlns:a16="http://schemas.microsoft.com/office/drawing/2014/main" id="{2A74C1F7-791E-E83E-AE86-BC42F0B38A02}"/>
                    </a:ext>
                  </a:extLst>
                </p:cNvPr>
                <p:cNvPicPr/>
                <p:nvPr/>
              </p:nvPicPr>
              <p:blipFill>
                <a:blip r:embed="rId163"/>
                <a:stretch>
                  <a:fillRect/>
                </a:stretch>
              </p:blipFill>
              <p:spPr>
                <a:xfrm>
                  <a:off x="5131582" y="3223616"/>
                  <a:ext cx="180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32" name="Ink 131">
                  <a:extLst>
                    <a:ext uri="{FF2B5EF4-FFF2-40B4-BE49-F238E27FC236}">
                      <a16:creationId xmlns:a16="http://schemas.microsoft.com/office/drawing/2014/main" id="{E64EE429-6CBF-0345-F692-8BDA2E07739F}"/>
                    </a:ext>
                  </a:extLst>
                </p14:cNvPr>
                <p14:cNvContentPartPr/>
                <p14:nvPr/>
              </p14:nvContentPartPr>
              <p14:xfrm>
                <a:off x="5316622" y="3151256"/>
                <a:ext cx="93960" cy="24120"/>
              </p14:xfrm>
            </p:contentPart>
          </mc:Choice>
          <mc:Fallback xmlns="">
            <p:pic>
              <p:nvPicPr>
                <p:cNvPr id="132" name="Ink 131">
                  <a:extLst>
                    <a:ext uri="{FF2B5EF4-FFF2-40B4-BE49-F238E27FC236}">
                      <a16:creationId xmlns:a16="http://schemas.microsoft.com/office/drawing/2014/main" id="{E64EE429-6CBF-0345-F692-8BDA2E07739F}"/>
                    </a:ext>
                  </a:extLst>
                </p:cNvPr>
                <p:cNvPicPr/>
                <p:nvPr/>
              </p:nvPicPr>
              <p:blipFill>
                <a:blip r:embed="rId165"/>
                <a:stretch>
                  <a:fillRect/>
                </a:stretch>
              </p:blipFill>
              <p:spPr>
                <a:xfrm>
                  <a:off x="5307622" y="3142256"/>
                  <a:ext cx="1116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34" name="Ink 133">
                  <a:extLst>
                    <a:ext uri="{FF2B5EF4-FFF2-40B4-BE49-F238E27FC236}">
                      <a16:creationId xmlns:a16="http://schemas.microsoft.com/office/drawing/2014/main" id="{2CD105CB-E6BE-7D28-A0FE-A904CDFB2912}"/>
                    </a:ext>
                  </a:extLst>
                </p14:cNvPr>
                <p14:cNvContentPartPr/>
                <p14:nvPr/>
              </p14:nvContentPartPr>
              <p14:xfrm>
                <a:off x="5544142" y="3119576"/>
                <a:ext cx="81720" cy="209880"/>
              </p14:xfrm>
            </p:contentPart>
          </mc:Choice>
          <mc:Fallback xmlns="">
            <p:pic>
              <p:nvPicPr>
                <p:cNvPr id="134" name="Ink 133">
                  <a:extLst>
                    <a:ext uri="{FF2B5EF4-FFF2-40B4-BE49-F238E27FC236}">
                      <a16:creationId xmlns:a16="http://schemas.microsoft.com/office/drawing/2014/main" id="{2CD105CB-E6BE-7D28-A0FE-A904CDFB2912}"/>
                    </a:ext>
                  </a:extLst>
                </p:cNvPr>
                <p:cNvPicPr/>
                <p:nvPr/>
              </p:nvPicPr>
              <p:blipFill>
                <a:blip r:embed="rId167"/>
                <a:stretch>
                  <a:fillRect/>
                </a:stretch>
              </p:blipFill>
              <p:spPr>
                <a:xfrm>
                  <a:off x="5535502" y="3110576"/>
                  <a:ext cx="993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35" name="Ink 134">
                  <a:extLst>
                    <a:ext uri="{FF2B5EF4-FFF2-40B4-BE49-F238E27FC236}">
                      <a16:creationId xmlns:a16="http://schemas.microsoft.com/office/drawing/2014/main" id="{CD6353B5-7533-D258-784F-D15593037747}"/>
                    </a:ext>
                  </a:extLst>
                </p14:cNvPr>
                <p14:cNvContentPartPr/>
                <p14:nvPr/>
              </p14:nvContentPartPr>
              <p14:xfrm>
                <a:off x="5486902" y="3040016"/>
                <a:ext cx="42120" cy="14040"/>
              </p14:xfrm>
            </p:contentPart>
          </mc:Choice>
          <mc:Fallback xmlns="">
            <p:pic>
              <p:nvPicPr>
                <p:cNvPr id="135" name="Ink 134">
                  <a:extLst>
                    <a:ext uri="{FF2B5EF4-FFF2-40B4-BE49-F238E27FC236}">
                      <a16:creationId xmlns:a16="http://schemas.microsoft.com/office/drawing/2014/main" id="{CD6353B5-7533-D258-784F-D15593037747}"/>
                    </a:ext>
                  </a:extLst>
                </p:cNvPr>
                <p:cNvPicPr/>
                <p:nvPr/>
              </p:nvPicPr>
              <p:blipFill>
                <a:blip r:embed="rId169"/>
                <a:stretch>
                  <a:fillRect/>
                </a:stretch>
              </p:blipFill>
              <p:spPr>
                <a:xfrm>
                  <a:off x="5478262" y="3031016"/>
                  <a:ext cx="597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37" name="Ink 136">
                  <a:extLst>
                    <a:ext uri="{FF2B5EF4-FFF2-40B4-BE49-F238E27FC236}">
                      <a16:creationId xmlns:a16="http://schemas.microsoft.com/office/drawing/2014/main" id="{64A23487-D57B-F136-D03F-EA9C00593731}"/>
                    </a:ext>
                  </a:extLst>
                </p14:cNvPr>
                <p14:cNvContentPartPr/>
                <p14:nvPr/>
              </p14:nvContentPartPr>
              <p14:xfrm>
                <a:off x="5640262" y="3093656"/>
                <a:ext cx="191880" cy="116280"/>
              </p14:xfrm>
            </p:contentPart>
          </mc:Choice>
          <mc:Fallback xmlns="">
            <p:pic>
              <p:nvPicPr>
                <p:cNvPr id="137" name="Ink 136">
                  <a:extLst>
                    <a:ext uri="{FF2B5EF4-FFF2-40B4-BE49-F238E27FC236}">
                      <a16:creationId xmlns:a16="http://schemas.microsoft.com/office/drawing/2014/main" id="{64A23487-D57B-F136-D03F-EA9C00593731}"/>
                    </a:ext>
                  </a:extLst>
                </p:cNvPr>
                <p:cNvPicPr/>
                <p:nvPr/>
              </p:nvPicPr>
              <p:blipFill>
                <a:blip r:embed="rId171"/>
                <a:stretch>
                  <a:fillRect/>
                </a:stretch>
              </p:blipFill>
              <p:spPr>
                <a:xfrm>
                  <a:off x="5631262" y="3085016"/>
                  <a:ext cx="20952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38" name="Ink 137">
                  <a:extLst>
                    <a:ext uri="{FF2B5EF4-FFF2-40B4-BE49-F238E27FC236}">
                      <a16:creationId xmlns:a16="http://schemas.microsoft.com/office/drawing/2014/main" id="{52B5C2DB-B1D4-A048-5572-14F9C0047FCC}"/>
                    </a:ext>
                  </a:extLst>
                </p14:cNvPr>
                <p14:cNvContentPartPr/>
                <p14:nvPr/>
              </p14:nvContentPartPr>
              <p14:xfrm>
                <a:off x="5897302" y="3086816"/>
                <a:ext cx="248400" cy="97200"/>
              </p14:xfrm>
            </p:contentPart>
          </mc:Choice>
          <mc:Fallback xmlns="">
            <p:pic>
              <p:nvPicPr>
                <p:cNvPr id="138" name="Ink 137">
                  <a:extLst>
                    <a:ext uri="{FF2B5EF4-FFF2-40B4-BE49-F238E27FC236}">
                      <a16:creationId xmlns:a16="http://schemas.microsoft.com/office/drawing/2014/main" id="{52B5C2DB-B1D4-A048-5572-14F9C0047FCC}"/>
                    </a:ext>
                  </a:extLst>
                </p:cNvPr>
                <p:cNvPicPr/>
                <p:nvPr/>
              </p:nvPicPr>
              <p:blipFill>
                <a:blip r:embed="rId173"/>
                <a:stretch>
                  <a:fillRect/>
                </a:stretch>
              </p:blipFill>
              <p:spPr>
                <a:xfrm>
                  <a:off x="5888302" y="3078176"/>
                  <a:ext cx="266040" cy="114840"/>
                </a:xfrm>
                <a:prstGeom prst="rect">
                  <a:avLst/>
                </a:prstGeom>
              </p:spPr>
            </p:pic>
          </mc:Fallback>
        </mc:AlternateContent>
      </p:grpSp>
      <p:grpSp>
        <p:nvGrpSpPr>
          <p:cNvPr id="141" name="Group 140">
            <a:extLst>
              <a:ext uri="{FF2B5EF4-FFF2-40B4-BE49-F238E27FC236}">
                <a16:creationId xmlns:a16="http://schemas.microsoft.com/office/drawing/2014/main" id="{89E7AB8D-A5A0-6C07-EB23-F40056451D6E}"/>
              </a:ext>
            </a:extLst>
          </p:cNvPr>
          <p:cNvGrpSpPr/>
          <p:nvPr/>
        </p:nvGrpSpPr>
        <p:grpSpPr>
          <a:xfrm>
            <a:off x="3662782" y="3083936"/>
            <a:ext cx="1387800" cy="306360"/>
            <a:chOff x="3662782" y="3083936"/>
            <a:chExt cx="1387800" cy="306360"/>
          </a:xfrm>
        </p:grpSpPr>
        <mc:AlternateContent xmlns:mc="http://schemas.openxmlformats.org/markup-compatibility/2006" xmlns:p14="http://schemas.microsoft.com/office/powerpoint/2010/main">
          <mc:Choice Requires="p14">
            <p:contentPart p14:bwMode="auto" r:id="rId174">
              <p14:nvContentPartPr>
                <p14:cNvPr id="42" name="Ink 41">
                  <a:extLst>
                    <a:ext uri="{FF2B5EF4-FFF2-40B4-BE49-F238E27FC236}">
                      <a16:creationId xmlns:a16="http://schemas.microsoft.com/office/drawing/2014/main" id="{627266C9-7A23-6D63-86D1-AACDDEBEB036}"/>
                    </a:ext>
                  </a:extLst>
                </p14:cNvPr>
                <p14:cNvContentPartPr/>
                <p14:nvPr/>
              </p14:nvContentPartPr>
              <p14:xfrm>
                <a:off x="3662782" y="3166736"/>
                <a:ext cx="177840" cy="134640"/>
              </p14:xfrm>
            </p:contentPart>
          </mc:Choice>
          <mc:Fallback xmlns="">
            <p:pic>
              <p:nvPicPr>
                <p:cNvPr id="42" name="Ink 41">
                  <a:extLst>
                    <a:ext uri="{FF2B5EF4-FFF2-40B4-BE49-F238E27FC236}">
                      <a16:creationId xmlns:a16="http://schemas.microsoft.com/office/drawing/2014/main" id="{627266C9-7A23-6D63-86D1-AACDDEBEB036}"/>
                    </a:ext>
                  </a:extLst>
                </p:cNvPr>
                <p:cNvPicPr/>
                <p:nvPr/>
              </p:nvPicPr>
              <p:blipFill>
                <a:blip r:embed="rId175"/>
                <a:stretch>
                  <a:fillRect/>
                </a:stretch>
              </p:blipFill>
              <p:spPr>
                <a:xfrm>
                  <a:off x="3653782" y="3158096"/>
                  <a:ext cx="19548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44" name="Ink 43">
                  <a:extLst>
                    <a:ext uri="{FF2B5EF4-FFF2-40B4-BE49-F238E27FC236}">
                      <a16:creationId xmlns:a16="http://schemas.microsoft.com/office/drawing/2014/main" id="{5B454450-CB35-6FA1-8000-BEB8C345DF6F}"/>
                    </a:ext>
                  </a:extLst>
                </p14:cNvPr>
                <p14:cNvContentPartPr/>
                <p14:nvPr/>
              </p14:nvContentPartPr>
              <p14:xfrm>
                <a:off x="3932782" y="3090776"/>
                <a:ext cx="120960" cy="288000"/>
              </p14:xfrm>
            </p:contentPart>
          </mc:Choice>
          <mc:Fallback xmlns="">
            <p:pic>
              <p:nvPicPr>
                <p:cNvPr id="44" name="Ink 43">
                  <a:extLst>
                    <a:ext uri="{FF2B5EF4-FFF2-40B4-BE49-F238E27FC236}">
                      <a16:creationId xmlns:a16="http://schemas.microsoft.com/office/drawing/2014/main" id="{5B454450-CB35-6FA1-8000-BEB8C345DF6F}"/>
                    </a:ext>
                  </a:extLst>
                </p:cNvPr>
                <p:cNvPicPr/>
                <p:nvPr/>
              </p:nvPicPr>
              <p:blipFill>
                <a:blip r:embed="rId177"/>
                <a:stretch>
                  <a:fillRect/>
                </a:stretch>
              </p:blipFill>
              <p:spPr>
                <a:xfrm>
                  <a:off x="3924142" y="3081776"/>
                  <a:ext cx="13860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45" name="Ink 44">
                  <a:extLst>
                    <a:ext uri="{FF2B5EF4-FFF2-40B4-BE49-F238E27FC236}">
                      <a16:creationId xmlns:a16="http://schemas.microsoft.com/office/drawing/2014/main" id="{5F8F1684-2288-28D6-D4C3-8644F614226D}"/>
                    </a:ext>
                  </a:extLst>
                </p14:cNvPr>
                <p14:cNvContentPartPr/>
                <p14:nvPr/>
              </p14:nvContentPartPr>
              <p14:xfrm>
                <a:off x="4029622" y="3212096"/>
                <a:ext cx="212400" cy="78840"/>
              </p14:xfrm>
            </p:contentPart>
          </mc:Choice>
          <mc:Fallback xmlns="">
            <p:pic>
              <p:nvPicPr>
                <p:cNvPr id="45" name="Ink 44">
                  <a:extLst>
                    <a:ext uri="{FF2B5EF4-FFF2-40B4-BE49-F238E27FC236}">
                      <a16:creationId xmlns:a16="http://schemas.microsoft.com/office/drawing/2014/main" id="{5F8F1684-2288-28D6-D4C3-8644F614226D}"/>
                    </a:ext>
                  </a:extLst>
                </p:cNvPr>
                <p:cNvPicPr/>
                <p:nvPr/>
              </p:nvPicPr>
              <p:blipFill>
                <a:blip r:embed="rId179"/>
                <a:stretch>
                  <a:fillRect/>
                </a:stretch>
              </p:blipFill>
              <p:spPr>
                <a:xfrm>
                  <a:off x="4020622" y="3203456"/>
                  <a:ext cx="2300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46" name="Ink 45">
                  <a:extLst>
                    <a:ext uri="{FF2B5EF4-FFF2-40B4-BE49-F238E27FC236}">
                      <a16:creationId xmlns:a16="http://schemas.microsoft.com/office/drawing/2014/main" id="{C088297A-8E91-6C05-2F9B-52B0E1A70DAE}"/>
                    </a:ext>
                  </a:extLst>
                </p14:cNvPr>
                <p14:cNvContentPartPr/>
                <p14:nvPr/>
              </p14:nvContentPartPr>
              <p14:xfrm>
                <a:off x="4333102" y="3253136"/>
                <a:ext cx="100440" cy="16560"/>
              </p14:xfrm>
            </p:contentPart>
          </mc:Choice>
          <mc:Fallback xmlns="">
            <p:pic>
              <p:nvPicPr>
                <p:cNvPr id="46" name="Ink 45">
                  <a:extLst>
                    <a:ext uri="{FF2B5EF4-FFF2-40B4-BE49-F238E27FC236}">
                      <a16:creationId xmlns:a16="http://schemas.microsoft.com/office/drawing/2014/main" id="{C088297A-8E91-6C05-2F9B-52B0E1A70DAE}"/>
                    </a:ext>
                  </a:extLst>
                </p:cNvPr>
                <p:cNvPicPr/>
                <p:nvPr/>
              </p:nvPicPr>
              <p:blipFill>
                <a:blip r:embed="rId181"/>
                <a:stretch>
                  <a:fillRect/>
                </a:stretch>
              </p:blipFill>
              <p:spPr>
                <a:xfrm>
                  <a:off x="4324102" y="3244136"/>
                  <a:ext cx="1180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47" name="Ink 46">
                  <a:extLst>
                    <a:ext uri="{FF2B5EF4-FFF2-40B4-BE49-F238E27FC236}">
                      <a16:creationId xmlns:a16="http://schemas.microsoft.com/office/drawing/2014/main" id="{F942D4B7-6F33-594A-BCFC-929178A146E7}"/>
                    </a:ext>
                  </a:extLst>
                </p14:cNvPr>
                <p14:cNvContentPartPr/>
                <p14:nvPr/>
              </p14:nvContentPartPr>
              <p14:xfrm>
                <a:off x="4540102" y="3200216"/>
                <a:ext cx="118800" cy="114480"/>
              </p14:xfrm>
            </p:contentPart>
          </mc:Choice>
          <mc:Fallback xmlns="">
            <p:pic>
              <p:nvPicPr>
                <p:cNvPr id="47" name="Ink 46">
                  <a:extLst>
                    <a:ext uri="{FF2B5EF4-FFF2-40B4-BE49-F238E27FC236}">
                      <a16:creationId xmlns:a16="http://schemas.microsoft.com/office/drawing/2014/main" id="{F942D4B7-6F33-594A-BCFC-929178A146E7}"/>
                    </a:ext>
                  </a:extLst>
                </p:cNvPr>
                <p:cNvPicPr/>
                <p:nvPr/>
              </p:nvPicPr>
              <p:blipFill>
                <a:blip r:embed="rId183"/>
                <a:stretch>
                  <a:fillRect/>
                </a:stretch>
              </p:blipFill>
              <p:spPr>
                <a:xfrm>
                  <a:off x="4531102" y="3191216"/>
                  <a:ext cx="1364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48" name="Ink 47">
                  <a:extLst>
                    <a:ext uri="{FF2B5EF4-FFF2-40B4-BE49-F238E27FC236}">
                      <a16:creationId xmlns:a16="http://schemas.microsoft.com/office/drawing/2014/main" id="{7BD8D9AE-CDF4-7E12-8C4B-D910450FD018}"/>
                    </a:ext>
                  </a:extLst>
                </p14:cNvPr>
                <p14:cNvContentPartPr/>
                <p14:nvPr/>
              </p14:nvContentPartPr>
              <p14:xfrm>
                <a:off x="4677622" y="3083936"/>
                <a:ext cx="182520" cy="228600"/>
              </p14:xfrm>
            </p:contentPart>
          </mc:Choice>
          <mc:Fallback xmlns="">
            <p:pic>
              <p:nvPicPr>
                <p:cNvPr id="48" name="Ink 47">
                  <a:extLst>
                    <a:ext uri="{FF2B5EF4-FFF2-40B4-BE49-F238E27FC236}">
                      <a16:creationId xmlns:a16="http://schemas.microsoft.com/office/drawing/2014/main" id="{7BD8D9AE-CDF4-7E12-8C4B-D910450FD018}"/>
                    </a:ext>
                  </a:extLst>
                </p:cNvPr>
                <p:cNvPicPr/>
                <p:nvPr/>
              </p:nvPicPr>
              <p:blipFill>
                <a:blip r:embed="rId185"/>
                <a:stretch>
                  <a:fillRect/>
                </a:stretch>
              </p:blipFill>
              <p:spPr>
                <a:xfrm>
                  <a:off x="4668982" y="3075296"/>
                  <a:ext cx="20016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49" name="Ink 48">
                  <a:extLst>
                    <a:ext uri="{FF2B5EF4-FFF2-40B4-BE49-F238E27FC236}">
                      <a16:creationId xmlns:a16="http://schemas.microsoft.com/office/drawing/2014/main" id="{2F01500D-0045-7E3D-F4C0-7DE0D14A5A49}"/>
                    </a:ext>
                  </a:extLst>
                </p14:cNvPr>
                <p14:cNvContentPartPr/>
                <p14:nvPr/>
              </p14:nvContentPartPr>
              <p14:xfrm>
                <a:off x="4911982" y="3099056"/>
                <a:ext cx="83160" cy="291240"/>
              </p14:xfrm>
            </p:contentPart>
          </mc:Choice>
          <mc:Fallback xmlns="">
            <p:pic>
              <p:nvPicPr>
                <p:cNvPr id="49" name="Ink 48">
                  <a:extLst>
                    <a:ext uri="{FF2B5EF4-FFF2-40B4-BE49-F238E27FC236}">
                      <a16:creationId xmlns:a16="http://schemas.microsoft.com/office/drawing/2014/main" id="{2F01500D-0045-7E3D-F4C0-7DE0D14A5A49}"/>
                    </a:ext>
                  </a:extLst>
                </p:cNvPr>
                <p:cNvPicPr/>
                <p:nvPr/>
              </p:nvPicPr>
              <p:blipFill>
                <a:blip r:embed="rId187"/>
                <a:stretch>
                  <a:fillRect/>
                </a:stretch>
              </p:blipFill>
              <p:spPr>
                <a:xfrm>
                  <a:off x="4903342" y="3090416"/>
                  <a:ext cx="10080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40" name="Ink 139">
                  <a:extLst>
                    <a:ext uri="{FF2B5EF4-FFF2-40B4-BE49-F238E27FC236}">
                      <a16:creationId xmlns:a16="http://schemas.microsoft.com/office/drawing/2014/main" id="{46AEE87E-0884-6588-3496-C00398568DC3}"/>
                    </a:ext>
                  </a:extLst>
                </p14:cNvPr>
                <p14:cNvContentPartPr/>
                <p14:nvPr/>
              </p14:nvContentPartPr>
              <p14:xfrm>
                <a:off x="5045542" y="3258536"/>
                <a:ext cx="5040" cy="6480"/>
              </p14:xfrm>
            </p:contentPart>
          </mc:Choice>
          <mc:Fallback xmlns="">
            <p:pic>
              <p:nvPicPr>
                <p:cNvPr id="140" name="Ink 139">
                  <a:extLst>
                    <a:ext uri="{FF2B5EF4-FFF2-40B4-BE49-F238E27FC236}">
                      <a16:creationId xmlns:a16="http://schemas.microsoft.com/office/drawing/2014/main" id="{46AEE87E-0884-6588-3496-C00398568DC3}"/>
                    </a:ext>
                  </a:extLst>
                </p:cNvPr>
                <p:cNvPicPr/>
                <p:nvPr/>
              </p:nvPicPr>
              <p:blipFill>
                <a:blip r:embed="rId189"/>
                <a:stretch>
                  <a:fillRect/>
                </a:stretch>
              </p:blipFill>
              <p:spPr>
                <a:xfrm>
                  <a:off x="5036902" y="3249896"/>
                  <a:ext cx="22680" cy="24120"/>
                </a:xfrm>
                <a:prstGeom prst="rect">
                  <a:avLst/>
                </a:prstGeom>
              </p:spPr>
            </p:pic>
          </mc:Fallback>
        </mc:AlternateContent>
      </p:grpSp>
      <p:grpSp>
        <p:nvGrpSpPr>
          <p:cNvPr id="153" name="Group 152">
            <a:extLst>
              <a:ext uri="{FF2B5EF4-FFF2-40B4-BE49-F238E27FC236}">
                <a16:creationId xmlns:a16="http://schemas.microsoft.com/office/drawing/2014/main" id="{5975583E-FC5A-A4AF-5E23-63CDCC6E1365}"/>
              </a:ext>
            </a:extLst>
          </p:cNvPr>
          <p:cNvGrpSpPr/>
          <p:nvPr/>
        </p:nvGrpSpPr>
        <p:grpSpPr>
          <a:xfrm>
            <a:off x="6467542" y="2753816"/>
            <a:ext cx="1171800" cy="348120"/>
            <a:chOff x="6467542" y="2753816"/>
            <a:chExt cx="1171800" cy="348120"/>
          </a:xfrm>
        </p:grpSpPr>
        <mc:AlternateContent xmlns:mc="http://schemas.openxmlformats.org/markup-compatibility/2006" xmlns:p14="http://schemas.microsoft.com/office/powerpoint/2010/main">
          <mc:Choice Requires="p14">
            <p:contentPart p14:bwMode="auto" r:id="rId190">
              <p14:nvContentPartPr>
                <p14:cNvPr id="142" name="Ink 141">
                  <a:extLst>
                    <a:ext uri="{FF2B5EF4-FFF2-40B4-BE49-F238E27FC236}">
                      <a16:creationId xmlns:a16="http://schemas.microsoft.com/office/drawing/2014/main" id="{9463EC22-AE2D-5CA1-44FB-76F569ED270D}"/>
                    </a:ext>
                  </a:extLst>
                </p14:cNvPr>
                <p14:cNvContentPartPr/>
                <p14:nvPr/>
              </p14:nvContentPartPr>
              <p14:xfrm>
                <a:off x="6626662" y="2998976"/>
                <a:ext cx="300600" cy="79560"/>
              </p14:xfrm>
            </p:contentPart>
          </mc:Choice>
          <mc:Fallback xmlns="">
            <p:pic>
              <p:nvPicPr>
                <p:cNvPr id="142" name="Ink 141">
                  <a:extLst>
                    <a:ext uri="{FF2B5EF4-FFF2-40B4-BE49-F238E27FC236}">
                      <a16:creationId xmlns:a16="http://schemas.microsoft.com/office/drawing/2014/main" id="{9463EC22-AE2D-5CA1-44FB-76F569ED270D}"/>
                    </a:ext>
                  </a:extLst>
                </p:cNvPr>
                <p:cNvPicPr/>
                <p:nvPr/>
              </p:nvPicPr>
              <p:blipFill>
                <a:blip r:embed="rId191"/>
                <a:stretch>
                  <a:fillRect/>
                </a:stretch>
              </p:blipFill>
              <p:spPr>
                <a:xfrm>
                  <a:off x="6617662" y="2989976"/>
                  <a:ext cx="31824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43" name="Ink 142">
                  <a:extLst>
                    <a:ext uri="{FF2B5EF4-FFF2-40B4-BE49-F238E27FC236}">
                      <a16:creationId xmlns:a16="http://schemas.microsoft.com/office/drawing/2014/main" id="{AE99AB9B-EBC6-D083-D4E1-5B0FA8496798}"/>
                    </a:ext>
                  </a:extLst>
                </p14:cNvPr>
                <p14:cNvContentPartPr/>
                <p14:nvPr/>
              </p14:nvContentPartPr>
              <p14:xfrm>
                <a:off x="6467542" y="2992496"/>
                <a:ext cx="234720" cy="109440"/>
              </p14:xfrm>
            </p:contentPart>
          </mc:Choice>
          <mc:Fallback xmlns="">
            <p:pic>
              <p:nvPicPr>
                <p:cNvPr id="143" name="Ink 142">
                  <a:extLst>
                    <a:ext uri="{FF2B5EF4-FFF2-40B4-BE49-F238E27FC236}">
                      <a16:creationId xmlns:a16="http://schemas.microsoft.com/office/drawing/2014/main" id="{AE99AB9B-EBC6-D083-D4E1-5B0FA8496798}"/>
                    </a:ext>
                  </a:extLst>
                </p:cNvPr>
                <p:cNvPicPr/>
                <p:nvPr/>
              </p:nvPicPr>
              <p:blipFill>
                <a:blip r:embed="rId193"/>
                <a:stretch>
                  <a:fillRect/>
                </a:stretch>
              </p:blipFill>
              <p:spPr>
                <a:xfrm>
                  <a:off x="6458542" y="2983856"/>
                  <a:ext cx="2523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44" name="Ink 143">
                  <a:extLst>
                    <a:ext uri="{FF2B5EF4-FFF2-40B4-BE49-F238E27FC236}">
                      <a16:creationId xmlns:a16="http://schemas.microsoft.com/office/drawing/2014/main" id="{D38B6416-20A8-9DC7-F6A2-ABE580442B12}"/>
                    </a:ext>
                  </a:extLst>
                </p14:cNvPr>
                <p14:cNvContentPartPr/>
                <p14:nvPr/>
              </p14:nvContentPartPr>
              <p14:xfrm>
                <a:off x="7043902" y="2913296"/>
                <a:ext cx="39960" cy="108720"/>
              </p14:xfrm>
            </p:contentPart>
          </mc:Choice>
          <mc:Fallback xmlns="">
            <p:pic>
              <p:nvPicPr>
                <p:cNvPr id="144" name="Ink 143">
                  <a:extLst>
                    <a:ext uri="{FF2B5EF4-FFF2-40B4-BE49-F238E27FC236}">
                      <a16:creationId xmlns:a16="http://schemas.microsoft.com/office/drawing/2014/main" id="{D38B6416-20A8-9DC7-F6A2-ABE580442B12}"/>
                    </a:ext>
                  </a:extLst>
                </p:cNvPr>
                <p:cNvPicPr/>
                <p:nvPr/>
              </p:nvPicPr>
              <p:blipFill>
                <a:blip r:embed="rId195"/>
                <a:stretch>
                  <a:fillRect/>
                </a:stretch>
              </p:blipFill>
              <p:spPr>
                <a:xfrm>
                  <a:off x="7034902" y="2904296"/>
                  <a:ext cx="576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45" name="Ink 144">
                  <a:extLst>
                    <a:ext uri="{FF2B5EF4-FFF2-40B4-BE49-F238E27FC236}">
                      <a16:creationId xmlns:a16="http://schemas.microsoft.com/office/drawing/2014/main" id="{7F083CA1-9F94-28FB-C213-182874DD597F}"/>
                    </a:ext>
                  </a:extLst>
                </p14:cNvPr>
                <p14:cNvContentPartPr/>
                <p14:nvPr/>
              </p14:nvContentPartPr>
              <p14:xfrm>
                <a:off x="7001422" y="2878376"/>
                <a:ext cx="170640" cy="158040"/>
              </p14:xfrm>
            </p:contentPart>
          </mc:Choice>
          <mc:Fallback xmlns="">
            <p:pic>
              <p:nvPicPr>
                <p:cNvPr id="145" name="Ink 144">
                  <a:extLst>
                    <a:ext uri="{FF2B5EF4-FFF2-40B4-BE49-F238E27FC236}">
                      <a16:creationId xmlns:a16="http://schemas.microsoft.com/office/drawing/2014/main" id="{7F083CA1-9F94-28FB-C213-182874DD597F}"/>
                    </a:ext>
                  </a:extLst>
                </p:cNvPr>
                <p:cNvPicPr/>
                <p:nvPr/>
              </p:nvPicPr>
              <p:blipFill>
                <a:blip r:embed="rId197"/>
                <a:stretch>
                  <a:fillRect/>
                </a:stretch>
              </p:blipFill>
              <p:spPr>
                <a:xfrm>
                  <a:off x="6992422" y="2869376"/>
                  <a:ext cx="1882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46" name="Ink 145">
                  <a:extLst>
                    <a:ext uri="{FF2B5EF4-FFF2-40B4-BE49-F238E27FC236}">
                      <a16:creationId xmlns:a16="http://schemas.microsoft.com/office/drawing/2014/main" id="{84ABAC3E-61A0-A0EC-7B20-17985D7F70CF}"/>
                    </a:ext>
                  </a:extLst>
                </p14:cNvPr>
                <p14:cNvContentPartPr/>
                <p14:nvPr/>
              </p14:nvContentPartPr>
              <p14:xfrm>
                <a:off x="7228582" y="2886656"/>
                <a:ext cx="51840" cy="87840"/>
              </p14:xfrm>
            </p:contentPart>
          </mc:Choice>
          <mc:Fallback xmlns="">
            <p:pic>
              <p:nvPicPr>
                <p:cNvPr id="146" name="Ink 145">
                  <a:extLst>
                    <a:ext uri="{FF2B5EF4-FFF2-40B4-BE49-F238E27FC236}">
                      <a16:creationId xmlns:a16="http://schemas.microsoft.com/office/drawing/2014/main" id="{84ABAC3E-61A0-A0EC-7B20-17985D7F70CF}"/>
                    </a:ext>
                  </a:extLst>
                </p:cNvPr>
                <p:cNvPicPr/>
                <p:nvPr/>
              </p:nvPicPr>
              <p:blipFill>
                <a:blip r:embed="rId199"/>
                <a:stretch>
                  <a:fillRect/>
                </a:stretch>
              </p:blipFill>
              <p:spPr>
                <a:xfrm>
                  <a:off x="7219942" y="2877656"/>
                  <a:ext cx="6948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47" name="Ink 146">
                  <a:extLst>
                    <a:ext uri="{FF2B5EF4-FFF2-40B4-BE49-F238E27FC236}">
                      <a16:creationId xmlns:a16="http://schemas.microsoft.com/office/drawing/2014/main" id="{8FE700F0-B31D-08A4-0016-52AE2B0F1480}"/>
                    </a:ext>
                  </a:extLst>
                </p14:cNvPr>
                <p14:cNvContentPartPr/>
                <p14:nvPr/>
              </p14:nvContentPartPr>
              <p14:xfrm>
                <a:off x="7110142" y="2847056"/>
                <a:ext cx="178560" cy="35640"/>
              </p14:xfrm>
            </p:contentPart>
          </mc:Choice>
          <mc:Fallback xmlns="">
            <p:pic>
              <p:nvPicPr>
                <p:cNvPr id="147" name="Ink 146">
                  <a:extLst>
                    <a:ext uri="{FF2B5EF4-FFF2-40B4-BE49-F238E27FC236}">
                      <a16:creationId xmlns:a16="http://schemas.microsoft.com/office/drawing/2014/main" id="{8FE700F0-B31D-08A4-0016-52AE2B0F1480}"/>
                    </a:ext>
                  </a:extLst>
                </p:cNvPr>
                <p:cNvPicPr/>
                <p:nvPr/>
              </p:nvPicPr>
              <p:blipFill>
                <a:blip r:embed="rId201"/>
                <a:stretch>
                  <a:fillRect/>
                </a:stretch>
              </p:blipFill>
              <p:spPr>
                <a:xfrm>
                  <a:off x="7101502" y="2838416"/>
                  <a:ext cx="19620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48" name="Ink 147">
                  <a:extLst>
                    <a:ext uri="{FF2B5EF4-FFF2-40B4-BE49-F238E27FC236}">
                      <a16:creationId xmlns:a16="http://schemas.microsoft.com/office/drawing/2014/main" id="{DC9E3DDC-200B-9BC8-AD33-EB7204086856}"/>
                    </a:ext>
                  </a:extLst>
                </p14:cNvPr>
                <p14:cNvContentPartPr/>
                <p14:nvPr/>
              </p14:nvContentPartPr>
              <p14:xfrm>
                <a:off x="7378702" y="2838776"/>
                <a:ext cx="51120" cy="95040"/>
              </p14:xfrm>
            </p:contentPart>
          </mc:Choice>
          <mc:Fallback xmlns="">
            <p:pic>
              <p:nvPicPr>
                <p:cNvPr id="148" name="Ink 147">
                  <a:extLst>
                    <a:ext uri="{FF2B5EF4-FFF2-40B4-BE49-F238E27FC236}">
                      <a16:creationId xmlns:a16="http://schemas.microsoft.com/office/drawing/2014/main" id="{DC9E3DDC-200B-9BC8-AD33-EB7204086856}"/>
                    </a:ext>
                  </a:extLst>
                </p:cNvPr>
                <p:cNvPicPr/>
                <p:nvPr/>
              </p:nvPicPr>
              <p:blipFill>
                <a:blip r:embed="rId203"/>
                <a:stretch>
                  <a:fillRect/>
                </a:stretch>
              </p:blipFill>
              <p:spPr>
                <a:xfrm>
                  <a:off x="7370062" y="2829776"/>
                  <a:ext cx="6876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49" name="Ink 148">
                  <a:extLst>
                    <a:ext uri="{FF2B5EF4-FFF2-40B4-BE49-F238E27FC236}">
                      <a16:creationId xmlns:a16="http://schemas.microsoft.com/office/drawing/2014/main" id="{3FE5B163-6A0C-C6F4-98F9-8697EFB33369}"/>
                    </a:ext>
                  </a:extLst>
                </p14:cNvPr>
                <p14:cNvContentPartPr/>
                <p14:nvPr/>
              </p14:nvContentPartPr>
              <p14:xfrm>
                <a:off x="7368262" y="2763536"/>
                <a:ext cx="69840" cy="59760"/>
              </p14:xfrm>
            </p:contentPart>
          </mc:Choice>
          <mc:Fallback xmlns="">
            <p:pic>
              <p:nvPicPr>
                <p:cNvPr id="149" name="Ink 148">
                  <a:extLst>
                    <a:ext uri="{FF2B5EF4-FFF2-40B4-BE49-F238E27FC236}">
                      <a16:creationId xmlns:a16="http://schemas.microsoft.com/office/drawing/2014/main" id="{3FE5B163-6A0C-C6F4-98F9-8697EFB33369}"/>
                    </a:ext>
                  </a:extLst>
                </p:cNvPr>
                <p:cNvPicPr/>
                <p:nvPr/>
              </p:nvPicPr>
              <p:blipFill>
                <a:blip r:embed="rId205"/>
                <a:stretch>
                  <a:fillRect/>
                </a:stretch>
              </p:blipFill>
              <p:spPr>
                <a:xfrm>
                  <a:off x="7359262" y="2754536"/>
                  <a:ext cx="8748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50" name="Ink 149">
                  <a:extLst>
                    <a:ext uri="{FF2B5EF4-FFF2-40B4-BE49-F238E27FC236}">
                      <a16:creationId xmlns:a16="http://schemas.microsoft.com/office/drawing/2014/main" id="{93C62B46-50F1-6B6F-3925-97F56DFFAB45}"/>
                    </a:ext>
                  </a:extLst>
                </p14:cNvPr>
                <p14:cNvContentPartPr/>
                <p14:nvPr/>
              </p14:nvContentPartPr>
              <p14:xfrm>
                <a:off x="7362862" y="2852096"/>
                <a:ext cx="90360" cy="34920"/>
              </p14:xfrm>
            </p:contentPart>
          </mc:Choice>
          <mc:Fallback xmlns="">
            <p:pic>
              <p:nvPicPr>
                <p:cNvPr id="150" name="Ink 149">
                  <a:extLst>
                    <a:ext uri="{FF2B5EF4-FFF2-40B4-BE49-F238E27FC236}">
                      <a16:creationId xmlns:a16="http://schemas.microsoft.com/office/drawing/2014/main" id="{93C62B46-50F1-6B6F-3925-97F56DFFAB45}"/>
                    </a:ext>
                  </a:extLst>
                </p:cNvPr>
                <p:cNvPicPr/>
                <p:nvPr/>
              </p:nvPicPr>
              <p:blipFill>
                <a:blip r:embed="rId207"/>
                <a:stretch>
                  <a:fillRect/>
                </a:stretch>
              </p:blipFill>
              <p:spPr>
                <a:xfrm>
                  <a:off x="7354222" y="2843456"/>
                  <a:ext cx="1080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51" name="Ink 150">
                  <a:extLst>
                    <a:ext uri="{FF2B5EF4-FFF2-40B4-BE49-F238E27FC236}">
                      <a16:creationId xmlns:a16="http://schemas.microsoft.com/office/drawing/2014/main" id="{64CD1BF0-E660-8437-2973-7561F47C6FE2}"/>
                    </a:ext>
                  </a:extLst>
                </p14:cNvPr>
                <p14:cNvContentPartPr/>
                <p14:nvPr/>
              </p14:nvContentPartPr>
              <p14:xfrm>
                <a:off x="7575622" y="2801336"/>
                <a:ext cx="63720" cy="91440"/>
              </p14:xfrm>
            </p:contentPart>
          </mc:Choice>
          <mc:Fallback xmlns="">
            <p:pic>
              <p:nvPicPr>
                <p:cNvPr id="151" name="Ink 150">
                  <a:extLst>
                    <a:ext uri="{FF2B5EF4-FFF2-40B4-BE49-F238E27FC236}">
                      <a16:creationId xmlns:a16="http://schemas.microsoft.com/office/drawing/2014/main" id="{64CD1BF0-E660-8437-2973-7561F47C6FE2}"/>
                    </a:ext>
                  </a:extLst>
                </p:cNvPr>
                <p:cNvPicPr/>
                <p:nvPr/>
              </p:nvPicPr>
              <p:blipFill>
                <a:blip r:embed="rId209"/>
                <a:stretch>
                  <a:fillRect/>
                </a:stretch>
              </p:blipFill>
              <p:spPr>
                <a:xfrm>
                  <a:off x="7566622" y="2792696"/>
                  <a:ext cx="8136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52" name="Ink 151">
                  <a:extLst>
                    <a:ext uri="{FF2B5EF4-FFF2-40B4-BE49-F238E27FC236}">
                      <a16:creationId xmlns:a16="http://schemas.microsoft.com/office/drawing/2014/main" id="{6709B891-ED69-CE69-5B74-E55F5C5423DC}"/>
                    </a:ext>
                  </a:extLst>
                </p14:cNvPr>
                <p14:cNvContentPartPr/>
                <p14:nvPr/>
              </p14:nvContentPartPr>
              <p14:xfrm>
                <a:off x="7493542" y="2753816"/>
                <a:ext cx="135360" cy="39960"/>
              </p14:xfrm>
            </p:contentPart>
          </mc:Choice>
          <mc:Fallback xmlns="">
            <p:pic>
              <p:nvPicPr>
                <p:cNvPr id="152" name="Ink 151">
                  <a:extLst>
                    <a:ext uri="{FF2B5EF4-FFF2-40B4-BE49-F238E27FC236}">
                      <a16:creationId xmlns:a16="http://schemas.microsoft.com/office/drawing/2014/main" id="{6709B891-ED69-CE69-5B74-E55F5C5423DC}"/>
                    </a:ext>
                  </a:extLst>
                </p:cNvPr>
                <p:cNvPicPr/>
                <p:nvPr/>
              </p:nvPicPr>
              <p:blipFill>
                <a:blip r:embed="rId211"/>
                <a:stretch>
                  <a:fillRect/>
                </a:stretch>
              </p:blipFill>
              <p:spPr>
                <a:xfrm>
                  <a:off x="7484902" y="2744816"/>
                  <a:ext cx="153000" cy="57600"/>
                </a:xfrm>
                <a:prstGeom prst="rect">
                  <a:avLst/>
                </a:prstGeom>
              </p:spPr>
            </p:pic>
          </mc:Fallback>
        </mc:AlternateContent>
      </p:grpSp>
      <p:grpSp>
        <p:nvGrpSpPr>
          <p:cNvPr id="157" name="Group 156">
            <a:extLst>
              <a:ext uri="{FF2B5EF4-FFF2-40B4-BE49-F238E27FC236}">
                <a16:creationId xmlns:a16="http://schemas.microsoft.com/office/drawing/2014/main" id="{D390E062-0AEF-02E7-D086-21B9BE2B26C4}"/>
              </a:ext>
            </a:extLst>
          </p:cNvPr>
          <p:cNvGrpSpPr/>
          <p:nvPr/>
        </p:nvGrpSpPr>
        <p:grpSpPr>
          <a:xfrm>
            <a:off x="7842022" y="2609816"/>
            <a:ext cx="239400" cy="270720"/>
            <a:chOff x="7842022" y="2609816"/>
            <a:chExt cx="239400" cy="270720"/>
          </a:xfrm>
        </p:grpSpPr>
        <mc:AlternateContent xmlns:mc="http://schemas.openxmlformats.org/markup-compatibility/2006" xmlns:p14="http://schemas.microsoft.com/office/powerpoint/2010/main">
          <mc:Choice Requires="p14">
            <p:contentPart p14:bwMode="auto" r:id="rId212">
              <p14:nvContentPartPr>
                <p14:cNvPr id="154" name="Ink 153">
                  <a:extLst>
                    <a:ext uri="{FF2B5EF4-FFF2-40B4-BE49-F238E27FC236}">
                      <a16:creationId xmlns:a16="http://schemas.microsoft.com/office/drawing/2014/main" id="{F0469E29-72E3-B22E-3B14-80EA4D7D878E}"/>
                    </a:ext>
                  </a:extLst>
                </p14:cNvPr>
                <p14:cNvContentPartPr/>
                <p14:nvPr/>
              </p14:nvContentPartPr>
              <p14:xfrm>
                <a:off x="7842022" y="2763176"/>
                <a:ext cx="121320" cy="72000"/>
              </p14:xfrm>
            </p:contentPart>
          </mc:Choice>
          <mc:Fallback xmlns="">
            <p:pic>
              <p:nvPicPr>
                <p:cNvPr id="154" name="Ink 153">
                  <a:extLst>
                    <a:ext uri="{FF2B5EF4-FFF2-40B4-BE49-F238E27FC236}">
                      <a16:creationId xmlns:a16="http://schemas.microsoft.com/office/drawing/2014/main" id="{F0469E29-72E3-B22E-3B14-80EA4D7D878E}"/>
                    </a:ext>
                  </a:extLst>
                </p:cNvPr>
                <p:cNvPicPr/>
                <p:nvPr/>
              </p:nvPicPr>
              <p:blipFill>
                <a:blip r:embed="rId213"/>
                <a:stretch>
                  <a:fillRect/>
                </a:stretch>
              </p:blipFill>
              <p:spPr>
                <a:xfrm>
                  <a:off x="7833382" y="2754536"/>
                  <a:ext cx="13896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55" name="Ink 154">
                  <a:extLst>
                    <a:ext uri="{FF2B5EF4-FFF2-40B4-BE49-F238E27FC236}">
                      <a16:creationId xmlns:a16="http://schemas.microsoft.com/office/drawing/2014/main" id="{D334FE0F-78B8-170E-2DF4-7F75966CDB9E}"/>
                    </a:ext>
                  </a:extLst>
                </p14:cNvPr>
                <p14:cNvContentPartPr/>
                <p14:nvPr/>
              </p14:nvContentPartPr>
              <p14:xfrm>
                <a:off x="7946782" y="2609816"/>
                <a:ext cx="134640" cy="270720"/>
              </p14:xfrm>
            </p:contentPart>
          </mc:Choice>
          <mc:Fallback xmlns="">
            <p:pic>
              <p:nvPicPr>
                <p:cNvPr id="155" name="Ink 154">
                  <a:extLst>
                    <a:ext uri="{FF2B5EF4-FFF2-40B4-BE49-F238E27FC236}">
                      <a16:creationId xmlns:a16="http://schemas.microsoft.com/office/drawing/2014/main" id="{D334FE0F-78B8-170E-2DF4-7F75966CDB9E}"/>
                    </a:ext>
                  </a:extLst>
                </p:cNvPr>
                <p:cNvPicPr/>
                <p:nvPr/>
              </p:nvPicPr>
              <p:blipFill>
                <a:blip r:embed="rId215"/>
                <a:stretch>
                  <a:fillRect/>
                </a:stretch>
              </p:blipFill>
              <p:spPr>
                <a:xfrm>
                  <a:off x="7937782" y="2600816"/>
                  <a:ext cx="15228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56" name="Ink 155">
                  <a:extLst>
                    <a:ext uri="{FF2B5EF4-FFF2-40B4-BE49-F238E27FC236}">
                      <a16:creationId xmlns:a16="http://schemas.microsoft.com/office/drawing/2014/main" id="{9C822AB3-2E74-4D6C-9DB6-5DE5E4505228}"/>
                    </a:ext>
                  </a:extLst>
                </p14:cNvPr>
                <p14:cNvContentPartPr/>
                <p14:nvPr/>
              </p14:nvContentPartPr>
              <p14:xfrm>
                <a:off x="7984582" y="2796296"/>
                <a:ext cx="80640" cy="3600"/>
              </p14:xfrm>
            </p:contentPart>
          </mc:Choice>
          <mc:Fallback xmlns="">
            <p:pic>
              <p:nvPicPr>
                <p:cNvPr id="156" name="Ink 155">
                  <a:extLst>
                    <a:ext uri="{FF2B5EF4-FFF2-40B4-BE49-F238E27FC236}">
                      <a16:creationId xmlns:a16="http://schemas.microsoft.com/office/drawing/2014/main" id="{9C822AB3-2E74-4D6C-9DB6-5DE5E4505228}"/>
                    </a:ext>
                  </a:extLst>
                </p:cNvPr>
                <p:cNvPicPr/>
                <p:nvPr/>
              </p:nvPicPr>
              <p:blipFill>
                <a:blip r:embed="rId217"/>
                <a:stretch>
                  <a:fillRect/>
                </a:stretch>
              </p:blipFill>
              <p:spPr>
                <a:xfrm>
                  <a:off x="7975582" y="2787296"/>
                  <a:ext cx="98280" cy="21240"/>
                </a:xfrm>
                <a:prstGeom prst="rect">
                  <a:avLst/>
                </a:prstGeom>
              </p:spPr>
            </p:pic>
          </mc:Fallback>
        </mc:AlternateContent>
      </p:grpSp>
      <p:grpSp>
        <p:nvGrpSpPr>
          <p:cNvPr id="172" name="Group 171">
            <a:extLst>
              <a:ext uri="{FF2B5EF4-FFF2-40B4-BE49-F238E27FC236}">
                <a16:creationId xmlns:a16="http://schemas.microsoft.com/office/drawing/2014/main" id="{9B28605C-C14F-B368-B2BA-BD67E577001E}"/>
              </a:ext>
            </a:extLst>
          </p:cNvPr>
          <p:cNvGrpSpPr/>
          <p:nvPr/>
        </p:nvGrpSpPr>
        <p:grpSpPr>
          <a:xfrm>
            <a:off x="8307142" y="2466536"/>
            <a:ext cx="804600" cy="277920"/>
            <a:chOff x="8307142" y="2466536"/>
            <a:chExt cx="804600" cy="277920"/>
          </a:xfrm>
        </p:grpSpPr>
        <mc:AlternateContent xmlns:mc="http://schemas.openxmlformats.org/markup-compatibility/2006" xmlns:p14="http://schemas.microsoft.com/office/powerpoint/2010/main">
          <mc:Choice Requires="p14">
            <p:contentPart p14:bwMode="auto" r:id="rId218">
              <p14:nvContentPartPr>
                <p14:cNvPr id="165" name="Ink 164">
                  <a:extLst>
                    <a:ext uri="{FF2B5EF4-FFF2-40B4-BE49-F238E27FC236}">
                      <a16:creationId xmlns:a16="http://schemas.microsoft.com/office/drawing/2014/main" id="{F512190F-0E62-653A-3A07-1273ACC9E00D}"/>
                    </a:ext>
                  </a:extLst>
                </p14:cNvPr>
                <p14:cNvContentPartPr/>
                <p14:nvPr/>
              </p14:nvContentPartPr>
              <p14:xfrm>
                <a:off x="8307142" y="2578136"/>
                <a:ext cx="158040" cy="166320"/>
              </p14:xfrm>
            </p:contentPart>
          </mc:Choice>
          <mc:Fallback xmlns="">
            <p:pic>
              <p:nvPicPr>
                <p:cNvPr id="165" name="Ink 164">
                  <a:extLst>
                    <a:ext uri="{FF2B5EF4-FFF2-40B4-BE49-F238E27FC236}">
                      <a16:creationId xmlns:a16="http://schemas.microsoft.com/office/drawing/2014/main" id="{F512190F-0E62-653A-3A07-1273ACC9E00D}"/>
                    </a:ext>
                  </a:extLst>
                </p:cNvPr>
                <p:cNvPicPr/>
                <p:nvPr/>
              </p:nvPicPr>
              <p:blipFill>
                <a:blip r:embed="rId219"/>
                <a:stretch>
                  <a:fillRect/>
                </a:stretch>
              </p:blipFill>
              <p:spPr>
                <a:xfrm>
                  <a:off x="8298142" y="2569136"/>
                  <a:ext cx="17568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66" name="Ink 165">
                  <a:extLst>
                    <a:ext uri="{FF2B5EF4-FFF2-40B4-BE49-F238E27FC236}">
                      <a16:creationId xmlns:a16="http://schemas.microsoft.com/office/drawing/2014/main" id="{BDBD43FB-26E4-2B91-307D-A2CC0BFA0042}"/>
                    </a:ext>
                  </a:extLst>
                </p14:cNvPr>
                <p14:cNvContentPartPr/>
                <p14:nvPr/>
              </p14:nvContentPartPr>
              <p14:xfrm>
                <a:off x="8436742" y="2567696"/>
                <a:ext cx="106920" cy="132840"/>
              </p14:xfrm>
            </p:contentPart>
          </mc:Choice>
          <mc:Fallback xmlns="">
            <p:pic>
              <p:nvPicPr>
                <p:cNvPr id="166" name="Ink 165">
                  <a:extLst>
                    <a:ext uri="{FF2B5EF4-FFF2-40B4-BE49-F238E27FC236}">
                      <a16:creationId xmlns:a16="http://schemas.microsoft.com/office/drawing/2014/main" id="{BDBD43FB-26E4-2B91-307D-A2CC0BFA0042}"/>
                    </a:ext>
                  </a:extLst>
                </p:cNvPr>
                <p:cNvPicPr/>
                <p:nvPr/>
              </p:nvPicPr>
              <p:blipFill>
                <a:blip r:embed="rId221"/>
                <a:stretch>
                  <a:fillRect/>
                </a:stretch>
              </p:blipFill>
              <p:spPr>
                <a:xfrm>
                  <a:off x="8428102" y="2558696"/>
                  <a:ext cx="1245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67" name="Ink 166">
                  <a:extLst>
                    <a:ext uri="{FF2B5EF4-FFF2-40B4-BE49-F238E27FC236}">
                      <a16:creationId xmlns:a16="http://schemas.microsoft.com/office/drawing/2014/main" id="{F9B90126-4505-57E1-4939-C8CFBC53BDB3}"/>
                    </a:ext>
                  </a:extLst>
                </p14:cNvPr>
                <p14:cNvContentPartPr/>
                <p14:nvPr/>
              </p14:nvContentPartPr>
              <p14:xfrm>
                <a:off x="8588662" y="2615216"/>
                <a:ext cx="99000" cy="74520"/>
              </p14:xfrm>
            </p:contentPart>
          </mc:Choice>
          <mc:Fallback xmlns="">
            <p:pic>
              <p:nvPicPr>
                <p:cNvPr id="167" name="Ink 166">
                  <a:extLst>
                    <a:ext uri="{FF2B5EF4-FFF2-40B4-BE49-F238E27FC236}">
                      <a16:creationId xmlns:a16="http://schemas.microsoft.com/office/drawing/2014/main" id="{F9B90126-4505-57E1-4939-C8CFBC53BDB3}"/>
                    </a:ext>
                  </a:extLst>
                </p:cNvPr>
                <p:cNvPicPr/>
                <p:nvPr/>
              </p:nvPicPr>
              <p:blipFill>
                <a:blip r:embed="rId223"/>
                <a:stretch>
                  <a:fillRect/>
                </a:stretch>
              </p:blipFill>
              <p:spPr>
                <a:xfrm>
                  <a:off x="8579662" y="2606576"/>
                  <a:ext cx="1166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68" name="Ink 167">
                  <a:extLst>
                    <a:ext uri="{FF2B5EF4-FFF2-40B4-BE49-F238E27FC236}">
                      <a16:creationId xmlns:a16="http://schemas.microsoft.com/office/drawing/2014/main" id="{BA520EA2-5E26-F051-3CE9-619486F1C275}"/>
                    </a:ext>
                  </a:extLst>
                </p14:cNvPr>
                <p14:cNvContentPartPr/>
                <p14:nvPr/>
              </p14:nvContentPartPr>
              <p14:xfrm>
                <a:off x="8728702" y="2599376"/>
                <a:ext cx="149760" cy="84960"/>
              </p14:xfrm>
            </p:contentPart>
          </mc:Choice>
          <mc:Fallback xmlns="">
            <p:pic>
              <p:nvPicPr>
                <p:cNvPr id="168" name="Ink 167">
                  <a:extLst>
                    <a:ext uri="{FF2B5EF4-FFF2-40B4-BE49-F238E27FC236}">
                      <a16:creationId xmlns:a16="http://schemas.microsoft.com/office/drawing/2014/main" id="{BA520EA2-5E26-F051-3CE9-619486F1C275}"/>
                    </a:ext>
                  </a:extLst>
                </p:cNvPr>
                <p:cNvPicPr/>
                <p:nvPr/>
              </p:nvPicPr>
              <p:blipFill>
                <a:blip r:embed="rId225"/>
                <a:stretch>
                  <a:fillRect/>
                </a:stretch>
              </p:blipFill>
              <p:spPr>
                <a:xfrm>
                  <a:off x="8719702" y="2590736"/>
                  <a:ext cx="1674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9" name="Ink 168">
                  <a:extLst>
                    <a:ext uri="{FF2B5EF4-FFF2-40B4-BE49-F238E27FC236}">
                      <a16:creationId xmlns:a16="http://schemas.microsoft.com/office/drawing/2014/main" id="{7387949A-5D9F-0394-8782-08FDE9EBE060}"/>
                    </a:ext>
                  </a:extLst>
                </p14:cNvPr>
                <p14:cNvContentPartPr/>
                <p14:nvPr/>
              </p14:nvContentPartPr>
              <p14:xfrm>
                <a:off x="8792782" y="2466536"/>
                <a:ext cx="113760" cy="174960"/>
              </p14:xfrm>
            </p:contentPart>
          </mc:Choice>
          <mc:Fallback xmlns="">
            <p:pic>
              <p:nvPicPr>
                <p:cNvPr id="169" name="Ink 168">
                  <a:extLst>
                    <a:ext uri="{FF2B5EF4-FFF2-40B4-BE49-F238E27FC236}">
                      <a16:creationId xmlns:a16="http://schemas.microsoft.com/office/drawing/2014/main" id="{7387949A-5D9F-0394-8782-08FDE9EBE060}"/>
                    </a:ext>
                  </a:extLst>
                </p:cNvPr>
                <p:cNvPicPr/>
                <p:nvPr/>
              </p:nvPicPr>
              <p:blipFill>
                <a:blip r:embed="rId227"/>
                <a:stretch>
                  <a:fillRect/>
                </a:stretch>
              </p:blipFill>
              <p:spPr>
                <a:xfrm>
                  <a:off x="8784142" y="2457896"/>
                  <a:ext cx="13140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70" name="Ink 169">
                  <a:extLst>
                    <a:ext uri="{FF2B5EF4-FFF2-40B4-BE49-F238E27FC236}">
                      <a16:creationId xmlns:a16="http://schemas.microsoft.com/office/drawing/2014/main" id="{EE56ADBD-9176-8482-CAE8-64F8FE4516D6}"/>
                    </a:ext>
                  </a:extLst>
                </p14:cNvPr>
                <p14:cNvContentPartPr/>
                <p14:nvPr/>
              </p14:nvContentPartPr>
              <p14:xfrm>
                <a:off x="8892142" y="2551496"/>
                <a:ext cx="167040" cy="86040"/>
              </p14:xfrm>
            </p:contentPart>
          </mc:Choice>
          <mc:Fallback xmlns="">
            <p:pic>
              <p:nvPicPr>
                <p:cNvPr id="170" name="Ink 169">
                  <a:extLst>
                    <a:ext uri="{FF2B5EF4-FFF2-40B4-BE49-F238E27FC236}">
                      <a16:creationId xmlns:a16="http://schemas.microsoft.com/office/drawing/2014/main" id="{EE56ADBD-9176-8482-CAE8-64F8FE4516D6}"/>
                    </a:ext>
                  </a:extLst>
                </p:cNvPr>
                <p:cNvPicPr/>
                <p:nvPr/>
              </p:nvPicPr>
              <p:blipFill>
                <a:blip r:embed="rId229"/>
                <a:stretch>
                  <a:fillRect/>
                </a:stretch>
              </p:blipFill>
              <p:spPr>
                <a:xfrm>
                  <a:off x="8883502" y="2542856"/>
                  <a:ext cx="1846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71" name="Ink 170">
                  <a:extLst>
                    <a:ext uri="{FF2B5EF4-FFF2-40B4-BE49-F238E27FC236}">
                      <a16:creationId xmlns:a16="http://schemas.microsoft.com/office/drawing/2014/main" id="{D09F8C4C-DD24-029D-0161-B6AE30D896A3}"/>
                    </a:ext>
                  </a:extLst>
                </p14:cNvPr>
                <p14:cNvContentPartPr/>
                <p14:nvPr/>
              </p14:nvContentPartPr>
              <p14:xfrm>
                <a:off x="9031462" y="2498576"/>
                <a:ext cx="80280" cy="151560"/>
              </p14:xfrm>
            </p:contentPart>
          </mc:Choice>
          <mc:Fallback xmlns="">
            <p:pic>
              <p:nvPicPr>
                <p:cNvPr id="171" name="Ink 170">
                  <a:extLst>
                    <a:ext uri="{FF2B5EF4-FFF2-40B4-BE49-F238E27FC236}">
                      <a16:creationId xmlns:a16="http://schemas.microsoft.com/office/drawing/2014/main" id="{D09F8C4C-DD24-029D-0161-B6AE30D896A3}"/>
                    </a:ext>
                  </a:extLst>
                </p:cNvPr>
                <p:cNvPicPr/>
                <p:nvPr/>
              </p:nvPicPr>
              <p:blipFill>
                <a:blip r:embed="rId231"/>
                <a:stretch>
                  <a:fillRect/>
                </a:stretch>
              </p:blipFill>
              <p:spPr>
                <a:xfrm>
                  <a:off x="9022822" y="2489576"/>
                  <a:ext cx="97920" cy="169200"/>
                </a:xfrm>
                <a:prstGeom prst="rect">
                  <a:avLst/>
                </a:prstGeom>
              </p:spPr>
            </p:pic>
          </mc:Fallback>
        </mc:AlternateContent>
      </p:grpSp>
      <p:grpSp>
        <p:nvGrpSpPr>
          <p:cNvPr id="204" name="Group 203">
            <a:extLst>
              <a:ext uri="{FF2B5EF4-FFF2-40B4-BE49-F238E27FC236}">
                <a16:creationId xmlns:a16="http://schemas.microsoft.com/office/drawing/2014/main" id="{89A44C6B-FDA4-DF72-3049-36DD5AB09BFE}"/>
              </a:ext>
            </a:extLst>
          </p:cNvPr>
          <p:cNvGrpSpPr/>
          <p:nvPr/>
        </p:nvGrpSpPr>
        <p:grpSpPr>
          <a:xfrm>
            <a:off x="9325222" y="1633136"/>
            <a:ext cx="2546280" cy="1303200"/>
            <a:chOff x="9325222" y="1633136"/>
            <a:chExt cx="2546280" cy="1303200"/>
          </a:xfrm>
        </p:grpSpPr>
        <mc:AlternateContent xmlns:mc="http://schemas.openxmlformats.org/markup-compatibility/2006" xmlns:p14="http://schemas.microsoft.com/office/powerpoint/2010/main">
          <mc:Choice Requires="p14">
            <p:contentPart p14:bwMode="auto" r:id="rId232">
              <p14:nvContentPartPr>
                <p14:cNvPr id="173" name="Ink 172">
                  <a:extLst>
                    <a:ext uri="{FF2B5EF4-FFF2-40B4-BE49-F238E27FC236}">
                      <a16:creationId xmlns:a16="http://schemas.microsoft.com/office/drawing/2014/main" id="{0B87C770-3F9D-1833-0E2F-33683150E246}"/>
                    </a:ext>
                  </a:extLst>
                </p14:cNvPr>
                <p14:cNvContentPartPr/>
                <p14:nvPr/>
              </p14:nvContentPartPr>
              <p14:xfrm>
                <a:off x="9325222" y="2488136"/>
                <a:ext cx="111960" cy="75600"/>
              </p14:xfrm>
            </p:contentPart>
          </mc:Choice>
          <mc:Fallback xmlns="">
            <p:pic>
              <p:nvPicPr>
                <p:cNvPr id="173" name="Ink 172">
                  <a:extLst>
                    <a:ext uri="{FF2B5EF4-FFF2-40B4-BE49-F238E27FC236}">
                      <a16:creationId xmlns:a16="http://schemas.microsoft.com/office/drawing/2014/main" id="{0B87C770-3F9D-1833-0E2F-33683150E246}"/>
                    </a:ext>
                  </a:extLst>
                </p:cNvPr>
                <p:cNvPicPr/>
                <p:nvPr/>
              </p:nvPicPr>
              <p:blipFill>
                <a:blip r:embed="rId233"/>
                <a:stretch>
                  <a:fillRect/>
                </a:stretch>
              </p:blipFill>
              <p:spPr>
                <a:xfrm>
                  <a:off x="9316582" y="2479136"/>
                  <a:ext cx="1296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74" name="Ink 173">
                  <a:extLst>
                    <a:ext uri="{FF2B5EF4-FFF2-40B4-BE49-F238E27FC236}">
                      <a16:creationId xmlns:a16="http://schemas.microsoft.com/office/drawing/2014/main" id="{4ACC32F5-768B-56EC-8C46-5C9054804734}"/>
                    </a:ext>
                  </a:extLst>
                </p14:cNvPr>
                <p14:cNvContentPartPr/>
                <p14:nvPr/>
              </p14:nvContentPartPr>
              <p14:xfrm>
                <a:off x="9415942" y="2312456"/>
                <a:ext cx="185040" cy="335520"/>
              </p14:xfrm>
            </p:contentPart>
          </mc:Choice>
          <mc:Fallback xmlns="">
            <p:pic>
              <p:nvPicPr>
                <p:cNvPr id="174" name="Ink 173">
                  <a:extLst>
                    <a:ext uri="{FF2B5EF4-FFF2-40B4-BE49-F238E27FC236}">
                      <a16:creationId xmlns:a16="http://schemas.microsoft.com/office/drawing/2014/main" id="{4ACC32F5-768B-56EC-8C46-5C9054804734}"/>
                    </a:ext>
                  </a:extLst>
                </p:cNvPr>
                <p:cNvPicPr/>
                <p:nvPr/>
              </p:nvPicPr>
              <p:blipFill>
                <a:blip r:embed="rId235"/>
                <a:stretch>
                  <a:fillRect/>
                </a:stretch>
              </p:blipFill>
              <p:spPr>
                <a:xfrm>
                  <a:off x="9407302" y="2303816"/>
                  <a:ext cx="20268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75" name="Ink 174">
                  <a:extLst>
                    <a:ext uri="{FF2B5EF4-FFF2-40B4-BE49-F238E27FC236}">
                      <a16:creationId xmlns:a16="http://schemas.microsoft.com/office/drawing/2014/main" id="{FAAF4C95-E2E6-B7FC-91C0-509EEFC9B363}"/>
                    </a:ext>
                  </a:extLst>
                </p14:cNvPr>
                <p14:cNvContentPartPr/>
                <p14:nvPr/>
              </p14:nvContentPartPr>
              <p14:xfrm>
                <a:off x="9535822" y="2551496"/>
                <a:ext cx="44280" cy="13680"/>
              </p14:xfrm>
            </p:contentPart>
          </mc:Choice>
          <mc:Fallback xmlns="">
            <p:pic>
              <p:nvPicPr>
                <p:cNvPr id="175" name="Ink 174">
                  <a:extLst>
                    <a:ext uri="{FF2B5EF4-FFF2-40B4-BE49-F238E27FC236}">
                      <a16:creationId xmlns:a16="http://schemas.microsoft.com/office/drawing/2014/main" id="{FAAF4C95-E2E6-B7FC-91C0-509EEFC9B363}"/>
                    </a:ext>
                  </a:extLst>
                </p:cNvPr>
                <p:cNvPicPr/>
                <p:nvPr/>
              </p:nvPicPr>
              <p:blipFill>
                <a:blip r:embed="rId237"/>
                <a:stretch>
                  <a:fillRect/>
                </a:stretch>
              </p:blipFill>
              <p:spPr>
                <a:xfrm>
                  <a:off x="9527182" y="2542856"/>
                  <a:ext cx="6192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77" name="Ink 176">
                  <a:extLst>
                    <a:ext uri="{FF2B5EF4-FFF2-40B4-BE49-F238E27FC236}">
                      <a16:creationId xmlns:a16="http://schemas.microsoft.com/office/drawing/2014/main" id="{34FFA4B8-251A-D239-9520-4000E589E408}"/>
                    </a:ext>
                  </a:extLst>
                </p14:cNvPr>
                <p14:cNvContentPartPr/>
                <p14:nvPr/>
              </p14:nvContentPartPr>
              <p14:xfrm>
                <a:off x="9755062" y="2389496"/>
                <a:ext cx="189000" cy="74880"/>
              </p14:xfrm>
            </p:contentPart>
          </mc:Choice>
          <mc:Fallback xmlns="">
            <p:pic>
              <p:nvPicPr>
                <p:cNvPr id="177" name="Ink 176">
                  <a:extLst>
                    <a:ext uri="{FF2B5EF4-FFF2-40B4-BE49-F238E27FC236}">
                      <a16:creationId xmlns:a16="http://schemas.microsoft.com/office/drawing/2014/main" id="{34FFA4B8-251A-D239-9520-4000E589E408}"/>
                    </a:ext>
                  </a:extLst>
                </p:cNvPr>
                <p:cNvPicPr/>
                <p:nvPr/>
              </p:nvPicPr>
              <p:blipFill>
                <a:blip r:embed="rId239"/>
                <a:stretch>
                  <a:fillRect/>
                </a:stretch>
              </p:blipFill>
              <p:spPr>
                <a:xfrm>
                  <a:off x="9746422" y="2380856"/>
                  <a:ext cx="2066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78" name="Ink 177">
                  <a:extLst>
                    <a:ext uri="{FF2B5EF4-FFF2-40B4-BE49-F238E27FC236}">
                      <a16:creationId xmlns:a16="http://schemas.microsoft.com/office/drawing/2014/main" id="{C562ABFB-BC45-C194-2856-4F0CA4A8A189}"/>
                    </a:ext>
                  </a:extLst>
                </p14:cNvPr>
                <p14:cNvContentPartPr/>
                <p14:nvPr/>
              </p14:nvContentPartPr>
              <p14:xfrm>
                <a:off x="9846862" y="2386976"/>
                <a:ext cx="41400" cy="123120"/>
              </p14:xfrm>
            </p:contentPart>
          </mc:Choice>
          <mc:Fallback xmlns="">
            <p:pic>
              <p:nvPicPr>
                <p:cNvPr id="178" name="Ink 177">
                  <a:extLst>
                    <a:ext uri="{FF2B5EF4-FFF2-40B4-BE49-F238E27FC236}">
                      <a16:creationId xmlns:a16="http://schemas.microsoft.com/office/drawing/2014/main" id="{C562ABFB-BC45-C194-2856-4F0CA4A8A189}"/>
                    </a:ext>
                  </a:extLst>
                </p:cNvPr>
                <p:cNvPicPr/>
                <p:nvPr/>
              </p:nvPicPr>
              <p:blipFill>
                <a:blip r:embed="rId241"/>
                <a:stretch>
                  <a:fillRect/>
                </a:stretch>
              </p:blipFill>
              <p:spPr>
                <a:xfrm>
                  <a:off x="9838222" y="2377976"/>
                  <a:ext cx="590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79" name="Ink 178">
                  <a:extLst>
                    <a:ext uri="{FF2B5EF4-FFF2-40B4-BE49-F238E27FC236}">
                      <a16:creationId xmlns:a16="http://schemas.microsoft.com/office/drawing/2014/main" id="{F305A18C-6F76-2DCF-5DA0-4C7A4F3F44F6}"/>
                    </a:ext>
                  </a:extLst>
                </p14:cNvPr>
                <p14:cNvContentPartPr/>
                <p14:nvPr/>
              </p14:nvContentPartPr>
              <p14:xfrm>
                <a:off x="9923542" y="2244776"/>
                <a:ext cx="159480" cy="201600"/>
              </p14:xfrm>
            </p:contentPart>
          </mc:Choice>
          <mc:Fallback xmlns="">
            <p:pic>
              <p:nvPicPr>
                <p:cNvPr id="179" name="Ink 178">
                  <a:extLst>
                    <a:ext uri="{FF2B5EF4-FFF2-40B4-BE49-F238E27FC236}">
                      <a16:creationId xmlns:a16="http://schemas.microsoft.com/office/drawing/2014/main" id="{F305A18C-6F76-2DCF-5DA0-4C7A4F3F44F6}"/>
                    </a:ext>
                  </a:extLst>
                </p:cNvPr>
                <p:cNvPicPr/>
                <p:nvPr/>
              </p:nvPicPr>
              <p:blipFill>
                <a:blip r:embed="rId243"/>
                <a:stretch>
                  <a:fillRect/>
                </a:stretch>
              </p:blipFill>
              <p:spPr>
                <a:xfrm>
                  <a:off x="9914542" y="2236136"/>
                  <a:ext cx="1771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80" name="Ink 179">
                  <a:extLst>
                    <a:ext uri="{FF2B5EF4-FFF2-40B4-BE49-F238E27FC236}">
                      <a16:creationId xmlns:a16="http://schemas.microsoft.com/office/drawing/2014/main" id="{F4D6E6D3-119A-17E1-85F8-86DDA709271A}"/>
                    </a:ext>
                  </a:extLst>
                </p14:cNvPr>
                <p14:cNvContentPartPr/>
                <p14:nvPr/>
              </p14:nvContentPartPr>
              <p14:xfrm>
                <a:off x="10047742" y="2295536"/>
                <a:ext cx="244800" cy="71280"/>
              </p14:xfrm>
            </p:contentPart>
          </mc:Choice>
          <mc:Fallback xmlns="">
            <p:pic>
              <p:nvPicPr>
                <p:cNvPr id="180" name="Ink 179">
                  <a:extLst>
                    <a:ext uri="{FF2B5EF4-FFF2-40B4-BE49-F238E27FC236}">
                      <a16:creationId xmlns:a16="http://schemas.microsoft.com/office/drawing/2014/main" id="{F4D6E6D3-119A-17E1-85F8-86DDA709271A}"/>
                    </a:ext>
                  </a:extLst>
                </p:cNvPr>
                <p:cNvPicPr/>
                <p:nvPr/>
              </p:nvPicPr>
              <p:blipFill>
                <a:blip r:embed="rId245"/>
                <a:stretch>
                  <a:fillRect/>
                </a:stretch>
              </p:blipFill>
              <p:spPr>
                <a:xfrm>
                  <a:off x="10038742" y="2286536"/>
                  <a:ext cx="2624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82" name="Ink 181">
                  <a:extLst>
                    <a:ext uri="{FF2B5EF4-FFF2-40B4-BE49-F238E27FC236}">
                      <a16:creationId xmlns:a16="http://schemas.microsoft.com/office/drawing/2014/main" id="{0B76DFC8-C7E6-4276-A15A-F21AF9F41F12}"/>
                    </a:ext>
                  </a:extLst>
                </p14:cNvPr>
                <p14:cNvContentPartPr/>
                <p14:nvPr/>
              </p14:nvContentPartPr>
              <p14:xfrm>
                <a:off x="10238902" y="2139656"/>
                <a:ext cx="192600" cy="224280"/>
              </p14:xfrm>
            </p:contentPart>
          </mc:Choice>
          <mc:Fallback xmlns="">
            <p:pic>
              <p:nvPicPr>
                <p:cNvPr id="182" name="Ink 181">
                  <a:extLst>
                    <a:ext uri="{FF2B5EF4-FFF2-40B4-BE49-F238E27FC236}">
                      <a16:creationId xmlns:a16="http://schemas.microsoft.com/office/drawing/2014/main" id="{0B76DFC8-C7E6-4276-A15A-F21AF9F41F12}"/>
                    </a:ext>
                  </a:extLst>
                </p:cNvPr>
                <p:cNvPicPr/>
                <p:nvPr/>
              </p:nvPicPr>
              <p:blipFill>
                <a:blip r:embed="rId247"/>
                <a:stretch>
                  <a:fillRect/>
                </a:stretch>
              </p:blipFill>
              <p:spPr>
                <a:xfrm>
                  <a:off x="10230262" y="2131016"/>
                  <a:ext cx="21024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83" name="Ink 182">
                  <a:extLst>
                    <a:ext uri="{FF2B5EF4-FFF2-40B4-BE49-F238E27FC236}">
                      <a16:creationId xmlns:a16="http://schemas.microsoft.com/office/drawing/2014/main" id="{A293E771-D119-413F-0C64-01E3F9DF49EC}"/>
                    </a:ext>
                  </a:extLst>
                </p14:cNvPr>
                <p14:cNvContentPartPr/>
                <p14:nvPr/>
              </p14:nvContentPartPr>
              <p14:xfrm>
                <a:off x="10138102" y="2339096"/>
                <a:ext cx="38880" cy="9000"/>
              </p14:xfrm>
            </p:contentPart>
          </mc:Choice>
          <mc:Fallback xmlns="">
            <p:pic>
              <p:nvPicPr>
                <p:cNvPr id="183" name="Ink 182">
                  <a:extLst>
                    <a:ext uri="{FF2B5EF4-FFF2-40B4-BE49-F238E27FC236}">
                      <a16:creationId xmlns:a16="http://schemas.microsoft.com/office/drawing/2014/main" id="{A293E771-D119-413F-0C64-01E3F9DF49EC}"/>
                    </a:ext>
                  </a:extLst>
                </p:cNvPr>
                <p:cNvPicPr/>
                <p:nvPr/>
              </p:nvPicPr>
              <p:blipFill>
                <a:blip r:embed="rId249"/>
                <a:stretch>
                  <a:fillRect/>
                </a:stretch>
              </p:blipFill>
              <p:spPr>
                <a:xfrm>
                  <a:off x="10129102" y="2330096"/>
                  <a:ext cx="565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85" name="Ink 184">
                  <a:extLst>
                    <a:ext uri="{FF2B5EF4-FFF2-40B4-BE49-F238E27FC236}">
                      <a16:creationId xmlns:a16="http://schemas.microsoft.com/office/drawing/2014/main" id="{DD2E68FC-A8C9-F801-A70C-F497075494D6}"/>
                    </a:ext>
                  </a:extLst>
                </p14:cNvPr>
                <p14:cNvContentPartPr/>
                <p14:nvPr/>
              </p14:nvContentPartPr>
              <p14:xfrm>
                <a:off x="10579102" y="2167016"/>
                <a:ext cx="271080" cy="83520"/>
              </p14:xfrm>
            </p:contentPart>
          </mc:Choice>
          <mc:Fallback xmlns="">
            <p:pic>
              <p:nvPicPr>
                <p:cNvPr id="185" name="Ink 184">
                  <a:extLst>
                    <a:ext uri="{FF2B5EF4-FFF2-40B4-BE49-F238E27FC236}">
                      <a16:creationId xmlns:a16="http://schemas.microsoft.com/office/drawing/2014/main" id="{DD2E68FC-A8C9-F801-A70C-F497075494D6}"/>
                    </a:ext>
                  </a:extLst>
                </p:cNvPr>
                <p:cNvPicPr/>
                <p:nvPr/>
              </p:nvPicPr>
              <p:blipFill>
                <a:blip r:embed="rId251"/>
                <a:stretch>
                  <a:fillRect/>
                </a:stretch>
              </p:blipFill>
              <p:spPr>
                <a:xfrm>
                  <a:off x="10570462" y="2158016"/>
                  <a:ext cx="2887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86" name="Ink 185">
                  <a:extLst>
                    <a:ext uri="{FF2B5EF4-FFF2-40B4-BE49-F238E27FC236}">
                      <a16:creationId xmlns:a16="http://schemas.microsoft.com/office/drawing/2014/main" id="{59599988-359F-F210-EB6B-53B6CD3F22B2}"/>
                    </a:ext>
                  </a:extLst>
                </p14:cNvPr>
                <p14:cNvContentPartPr/>
                <p14:nvPr/>
              </p14:nvContentPartPr>
              <p14:xfrm>
                <a:off x="10870342" y="1931936"/>
                <a:ext cx="292680" cy="235800"/>
              </p14:xfrm>
            </p:contentPart>
          </mc:Choice>
          <mc:Fallback xmlns="">
            <p:pic>
              <p:nvPicPr>
                <p:cNvPr id="186" name="Ink 185">
                  <a:extLst>
                    <a:ext uri="{FF2B5EF4-FFF2-40B4-BE49-F238E27FC236}">
                      <a16:creationId xmlns:a16="http://schemas.microsoft.com/office/drawing/2014/main" id="{59599988-359F-F210-EB6B-53B6CD3F22B2}"/>
                    </a:ext>
                  </a:extLst>
                </p:cNvPr>
                <p:cNvPicPr/>
                <p:nvPr/>
              </p:nvPicPr>
              <p:blipFill>
                <a:blip r:embed="rId253"/>
                <a:stretch>
                  <a:fillRect/>
                </a:stretch>
              </p:blipFill>
              <p:spPr>
                <a:xfrm>
                  <a:off x="10861342" y="1922936"/>
                  <a:ext cx="31032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87" name="Ink 186">
                  <a:extLst>
                    <a:ext uri="{FF2B5EF4-FFF2-40B4-BE49-F238E27FC236}">
                      <a16:creationId xmlns:a16="http://schemas.microsoft.com/office/drawing/2014/main" id="{6150A7F1-DFAA-BE3E-6C2F-FBAFA4EDF71C}"/>
                    </a:ext>
                  </a:extLst>
                </p14:cNvPr>
                <p14:cNvContentPartPr/>
                <p14:nvPr/>
              </p14:nvContentPartPr>
              <p14:xfrm>
                <a:off x="11094982" y="1881896"/>
                <a:ext cx="217800" cy="187920"/>
              </p14:xfrm>
            </p:contentPart>
          </mc:Choice>
          <mc:Fallback xmlns="">
            <p:pic>
              <p:nvPicPr>
                <p:cNvPr id="187" name="Ink 186">
                  <a:extLst>
                    <a:ext uri="{FF2B5EF4-FFF2-40B4-BE49-F238E27FC236}">
                      <a16:creationId xmlns:a16="http://schemas.microsoft.com/office/drawing/2014/main" id="{6150A7F1-DFAA-BE3E-6C2F-FBAFA4EDF71C}"/>
                    </a:ext>
                  </a:extLst>
                </p:cNvPr>
                <p:cNvPicPr/>
                <p:nvPr/>
              </p:nvPicPr>
              <p:blipFill>
                <a:blip r:embed="rId255"/>
                <a:stretch>
                  <a:fillRect/>
                </a:stretch>
              </p:blipFill>
              <p:spPr>
                <a:xfrm>
                  <a:off x="11085982" y="1872896"/>
                  <a:ext cx="2354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88" name="Ink 187">
                  <a:extLst>
                    <a:ext uri="{FF2B5EF4-FFF2-40B4-BE49-F238E27FC236}">
                      <a16:creationId xmlns:a16="http://schemas.microsoft.com/office/drawing/2014/main" id="{B2939DA9-39EA-DBA6-D9ED-78CBA2035037}"/>
                    </a:ext>
                  </a:extLst>
                </p14:cNvPr>
                <p14:cNvContentPartPr/>
                <p14:nvPr/>
              </p14:nvContentPartPr>
              <p14:xfrm>
                <a:off x="11206582" y="1855256"/>
                <a:ext cx="2520" cy="10800"/>
              </p14:xfrm>
            </p:contentPart>
          </mc:Choice>
          <mc:Fallback xmlns="">
            <p:pic>
              <p:nvPicPr>
                <p:cNvPr id="188" name="Ink 187">
                  <a:extLst>
                    <a:ext uri="{FF2B5EF4-FFF2-40B4-BE49-F238E27FC236}">
                      <a16:creationId xmlns:a16="http://schemas.microsoft.com/office/drawing/2014/main" id="{B2939DA9-39EA-DBA6-D9ED-78CBA2035037}"/>
                    </a:ext>
                  </a:extLst>
                </p:cNvPr>
                <p:cNvPicPr/>
                <p:nvPr/>
              </p:nvPicPr>
              <p:blipFill>
                <a:blip r:embed="rId141"/>
                <a:stretch>
                  <a:fillRect/>
                </a:stretch>
              </p:blipFill>
              <p:spPr>
                <a:xfrm>
                  <a:off x="11197582" y="1846616"/>
                  <a:ext cx="201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89" name="Ink 188">
                  <a:extLst>
                    <a:ext uri="{FF2B5EF4-FFF2-40B4-BE49-F238E27FC236}">
                      <a16:creationId xmlns:a16="http://schemas.microsoft.com/office/drawing/2014/main" id="{E62ADA6B-8EE1-5EE8-A9A3-71327E979FA4}"/>
                    </a:ext>
                  </a:extLst>
                </p14:cNvPr>
                <p14:cNvContentPartPr/>
                <p14:nvPr/>
              </p14:nvContentPartPr>
              <p14:xfrm>
                <a:off x="11376502" y="1929056"/>
                <a:ext cx="81720" cy="160920"/>
              </p14:xfrm>
            </p:contentPart>
          </mc:Choice>
          <mc:Fallback xmlns="">
            <p:pic>
              <p:nvPicPr>
                <p:cNvPr id="189" name="Ink 188">
                  <a:extLst>
                    <a:ext uri="{FF2B5EF4-FFF2-40B4-BE49-F238E27FC236}">
                      <a16:creationId xmlns:a16="http://schemas.microsoft.com/office/drawing/2014/main" id="{E62ADA6B-8EE1-5EE8-A9A3-71327E979FA4}"/>
                    </a:ext>
                  </a:extLst>
                </p:cNvPr>
                <p:cNvPicPr/>
                <p:nvPr/>
              </p:nvPicPr>
              <p:blipFill>
                <a:blip r:embed="rId258"/>
                <a:stretch>
                  <a:fillRect/>
                </a:stretch>
              </p:blipFill>
              <p:spPr>
                <a:xfrm>
                  <a:off x="11367862" y="1920416"/>
                  <a:ext cx="9936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90" name="Ink 189">
                  <a:extLst>
                    <a:ext uri="{FF2B5EF4-FFF2-40B4-BE49-F238E27FC236}">
                      <a16:creationId xmlns:a16="http://schemas.microsoft.com/office/drawing/2014/main" id="{8EA273CB-44B6-412D-8787-6767A4F19A2C}"/>
                    </a:ext>
                  </a:extLst>
                </p14:cNvPr>
                <p14:cNvContentPartPr/>
                <p14:nvPr/>
              </p14:nvContentPartPr>
              <p14:xfrm>
                <a:off x="11404582" y="1744016"/>
                <a:ext cx="203760" cy="219240"/>
              </p14:xfrm>
            </p:contentPart>
          </mc:Choice>
          <mc:Fallback xmlns="">
            <p:pic>
              <p:nvPicPr>
                <p:cNvPr id="190" name="Ink 189">
                  <a:extLst>
                    <a:ext uri="{FF2B5EF4-FFF2-40B4-BE49-F238E27FC236}">
                      <a16:creationId xmlns:a16="http://schemas.microsoft.com/office/drawing/2014/main" id="{8EA273CB-44B6-412D-8787-6767A4F19A2C}"/>
                    </a:ext>
                  </a:extLst>
                </p:cNvPr>
                <p:cNvPicPr/>
                <p:nvPr/>
              </p:nvPicPr>
              <p:blipFill>
                <a:blip r:embed="rId260"/>
                <a:stretch>
                  <a:fillRect/>
                </a:stretch>
              </p:blipFill>
              <p:spPr>
                <a:xfrm>
                  <a:off x="11395942" y="1735016"/>
                  <a:ext cx="22140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91" name="Ink 190">
                  <a:extLst>
                    <a:ext uri="{FF2B5EF4-FFF2-40B4-BE49-F238E27FC236}">
                      <a16:creationId xmlns:a16="http://schemas.microsoft.com/office/drawing/2014/main" id="{C36E2E0D-5DE9-2024-36AA-0C17B69CF1AD}"/>
                    </a:ext>
                  </a:extLst>
                </p14:cNvPr>
                <p14:cNvContentPartPr/>
                <p14:nvPr/>
              </p14:nvContentPartPr>
              <p14:xfrm>
                <a:off x="11488462" y="1749056"/>
                <a:ext cx="254880" cy="165600"/>
              </p14:xfrm>
            </p:contentPart>
          </mc:Choice>
          <mc:Fallback xmlns="">
            <p:pic>
              <p:nvPicPr>
                <p:cNvPr id="191" name="Ink 190">
                  <a:extLst>
                    <a:ext uri="{FF2B5EF4-FFF2-40B4-BE49-F238E27FC236}">
                      <a16:creationId xmlns:a16="http://schemas.microsoft.com/office/drawing/2014/main" id="{C36E2E0D-5DE9-2024-36AA-0C17B69CF1AD}"/>
                    </a:ext>
                  </a:extLst>
                </p:cNvPr>
                <p:cNvPicPr/>
                <p:nvPr/>
              </p:nvPicPr>
              <p:blipFill>
                <a:blip r:embed="rId262"/>
                <a:stretch>
                  <a:fillRect/>
                </a:stretch>
              </p:blipFill>
              <p:spPr>
                <a:xfrm>
                  <a:off x="11479462" y="1740056"/>
                  <a:ext cx="27252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92" name="Ink 191">
                  <a:extLst>
                    <a:ext uri="{FF2B5EF4-FFF2-40B4-BE49-F238E27FC236}">
                      <a16:creationId xmlns:a16="http://schemas.microsoft.com/office/drawing/2014/main" id="{8C2473AD-BC76-9EF6-42E7-EBD8F0992490}"/>
                    </a:ext>
                  </a:extLst>
                </p14:cNvPr>
                <p14:cNvContentPartPr/>
                <p14:nvPr/>
              </p14:nvContentPartPr>
              <p14:xfrm>
                <a:off x="11759542" y="1633136"/>
                <a:ext cx="111960" cy="254160"/>
              </p14:xfrm>
            </p:contentPart>
          </mc:Choice>
          <mc:Fallback xmlns="">
            <p:pic>
              <p:nvPicPr>
                <p:cNvPr id="192" name="Ink 191">
                  <a:extLst>
                    <a:ext uri="{FF2B5EF4-FFF2-40B4-BE49-F238E27FC236}">
                      <a16:creationId xmlns:a16="http://schemas.microsoft.com/office/drawing/2014/main" id="{8C2473AD-BC76-9EF6-42E7-EBD8F0992490}"/>
                    </a:ext>
                  </a:extLst>
                </p:cNvPr>
                <p:cNvPicPr/>
                <p:nvPr/>
              </p:nvPicPr>
              <p:blipFill>
                <a:blip r:embed="rId264"/>
                <a:stretch>
                  <a:fillRect/>
                </a:stretch>
              </p:blipFill>
              <p:spPr>
                <a:xfrm>
                  <a:off x="11750542" y="1624496"/>
                  <a:ext cx="12960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94" name="Ink 193">
                  <a:extLst>
                    <a:ext uri="{FF2B5EF4-FFF2-40B4-BE49-F238E27FC236}">
                      <a16:creationId xmlns:a16="http://schemas.microsoft.com/office/drawing/2014/main" id="{88234857-BA3C-01A6-46E2-2F714741A713}"/>
                    </a:ext>
                  </a:extLst>
                </p14:cNvPr>
                <p14:cNvContentPartPr/>
                <p14:nvPr/>
              </p14:nvContentPartPr>
              <p14:xfrm>
                <a:off x="9845422" y="2681816"/>
                <a:ext cx="176400" cy="169200"/>
              </p14:xfrm>
            </p:contentPart>
          </mc:Choice>
          <mc:Fallback xmlns="">
            <p:pic>
              <p:nvPicPr>
                <p:cNvPr id="194" name="Ink 193">
                  <a:extLst>
                    <a:ext uri="{FF2B5EF4-FFF2-40B4-BE49-F238E27FC236}">
                      <a16:creationId xmlns:a16="http://schemas.microsoft.com/office/drawing/2014/main" id="{88234857-BA3C-01A6-46E2-2F714741A713}"/>
                    </a:ext>
                  </a:extLst>
                </p:cNvPr>
                <p:cNvPicPr/>
                <p:nvPr/>
              </p:nvPicPr>
              <p:blipFill>
                <a:blip r:embed="rId266"/>
                <a:stretch>
                  <a:fillRect/>
                </a:stretch>
              </p:blipFill>
              <p:spPr>
                <a:xfrm>
                  <a:off x="9836782" y="2673176"/>
                  <a:ext cx="1940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95" name="Ink 194">
                  <a:extLst>
                    <a:ext uri="{FF2B5EF4-FFF2-40B4-BE49-F238E27FC236}">
                      <a16:creationId xmlns:a16="http://schemas.microsoft.com/office/drawing/2014/main" id="{ABAEB046-5F8E-DF7B-4827-33D809216A6D}"/>
                    </a:ext>
                  </a:extLst>
                </p14:cNvPr>
                <p14:cNvContentPartPr/>
                <p14:nvPr/>
              </p14:nvContentPartPr>
              <p14:xfrm>
                <a:off x="10041622" y="2696936"/>
                <a:ext cx="224640" cy="239400"/>
              </p14:xfrm>
            </p:contentPart>
          </mc:Choice>
          <mc:Fallback xmlns="">
            <p:pic>
              <p:nvPicPr>
                <p:cNvPr id="195" name="Ink 194">
                  <a:extLst>
                    <a:ext uri="{FF2B5EF4-FFF2-40B4-BE49-F238E27FC236}">
                      <a16:creationId xmlns:a16="http://schemas.microsoft.com/office/drawing/2014/main" id="{ABAEB046-5F8E-DF7B-4827-33D809216A6D}"/>
                    </a:ext>
                  </a:extLst>
                </p:cNvPr>
                <p:cNvPicPr/>
                <p:nvPr/>
              </p:nvPicPr>
              <p:blipFill>
                <a:blip r:embed="rId268"/>
                <a:stretch>
                  <a:fillRect/>
                </a:stretch>
              </p:blipFill>
              <p:spPr>
                <a:xfrm>
                  <a:off x="10032622" y="2687936"/>
                  <a:ext cx="24228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96" name="Ink 195">
                  <a:extLst>
                    <a:ext uri="{FF2B5EF4-FFF2-40B4-BE49-F238E27FC236}">
                      <a16:creationId xmlns:a16="http://schemas.microsoft.com/office/drawing/2014/main" id="{A8F5591B-8079-B9E3-0482-A73A25432269}"/>
                    </a:ext>
                  </a:extLst>
                </p14:cNvPr>
                <p14:cNvContentPartPr/>
                <p14:nvPr/>
              </p14:nvContentPartPr>
              <p14:xfrm>
                <a:off x="10409182" y="2578496"/>
                <a:ext cx="182160" cy="133920"/>
              </p14:xfrm>
            </p:contentPart>
          </mc:Choice>
          <mc:Fallback xmlns="">
            <p:pic>
              <p:nvPicPr>
                <p:cNvPr id="196" name="Ink 195">
                  <a:extLst>
                    <a:ext uri="{FF2B5EF4-FFF2-40B4-BE49-F238E27FC236}">
                      <a16:creationId xmlns:a16="http://schemas.microsoft.com/office/drawing/2014/main" id="{A8F5591B-8079-B9E3-0482-A73A25432269}"/>
                    </a:ext>
                  </a:extLst>
                </p:cNvPr>
                <p:cNvPicPr/>
                <p:nvPr/>
              </p:nvPicPr>
              <p:blipFill>
                <a:blip r:embed="rId270"/>
                <a:stretch>
                  <a:fillRect/>
                </a:stretch>
              </p:blipFill>
              <p:spPr>
                <a:xfrm>
                  <a:off x="10400182" y="2569496"/>
                  <a:ext cx="19980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97" name="Ink 196">
                  <a:extLst>
                    <a:ext uri="{FF2B5EF4-FFF2-40B4-BE49-F238E27FC236}">
                      <a16:creationId xmlns:a16="http://schemas.microsoft.com/office/drawing/2014/main" id="{D36A5954-B94E-82D6-D059-F90456A31791}"/>
                    </a:ext>
                  </a:extLst>
                </p14:cNvPr>
                <p14:cNvContentPartPr/>
                <p14:nvPr/>
              </p14:nvContentPartPr>
              <p14:xfrm>
                <a:off x="10648222" y="2604776"/>
                <a:ext cx="30240" cy="47880"/>
              </p14:xfrm>
            </p:contentPart>
          </mc:Choice>
          <mc:Fallback xmlns="">
            <p:pic>
              <p:nvPicPr>
                <p:cNvPr id="197" name="Ink 196">
                  <a:extLst>
                    <a:ext uri="{FF2B5EF4-FFF2-40B4-BE49-F238E27FC236}">
                      <a16:creationId xmlns:a16="http://schemas.microsoft.com/office/drawing/2014/main" id="{D36A5954-B94E-82D6-D059-F90456A31791}"/>
                    </a:ext>
                  </a:extLst>
                </p:cNvPr>
                <p:cNvPicPr/>
                <p:nvPr/>
              </p:nvPicPr>
              <p:blipFill>
                <a:blip r:embed="rId272"/>
                <a:stretch>
                  <a:fillRect/>
                </a:stretch>
              </p:blipFill>
              <p:spPr>
                <a:xfrm>
                  <a:off x="10639582" y="2596136"/>
                  <a:ext cx="4788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98" name="Ink 197">
                  <a:extLst>
                    <a:ext uri="{FF2B5EF4-FFF2-40B4-BE49-F238E27FC236}">
                      <a16:creationId xmlns:a16="http://schemas.microsoft.com/office/drawing/2014/main" id="{B2D90BDE-59FC-13F8-8761-7C7F62338F29}"/>
                    </a:ext>
                  </a:extLst>
                </p14:cNvPr>
                <p14:cNvContentPartPr/>
                <p14:nvPr/>
              </p14:nvContentPartPr>
              <p14:xfrm>
                <a:off x="10574062" y="2471936"/>
                <a:ext cx="360" cy="9000"/>
              </p14:xfrm>
            </p:contentPart>
          </mc:Choice>
          <mc:Fallback xmlns="">
            <p:pic>
              <p:nvPicPr>
                <p:cNvPr id="198" name="Ink 197">
                  <a:extLst>
                    <a:ext uri="{FF2B5EF4-FFF2-40B4-BE49-F238E27FC236}">
                      <a16:creationId xmlns:a16="http://schemas.microsoft.com/office/drawing/2014/main" id="{B2D90BDE-59FC-13F8-8761-7C7F62338F29}"/>
                    </a:ext>
                  </a:extLst>
                </p:cNvPr>
                <p:cNvPicPr/>
                <p:nvPr/>
              </p:nvPicPr>
              <p:blipFill>
                <a:blip r:embed="rId189"/>
                <a:stretch>
                  <a:fillRect/>
                </a:stretch>
              </p:blipFill>
              <p:spPr>
                <a:xfrm>
                  <a:off x="10565062" y="2462936"/>
                  <a:ext cx="180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99" name="Ink 198">
                  <a:extLst>
                    <a:ext uri="{FF2B5EF4-FFF2-40B4-BE49-F238E27FC236}">
                      <a16:creationId xmlns:a16="http://schemas.microsoft.com/office/drawing/2014/main" id="{7A9C7891-A470-1E53-2BE8-C19607132A4D}"/>
                    </a:ext>
                  </a:extLst>
                </p14:cNvPr>
                <p14:cNvContentPartPr/>
                <p14:nvPr/>
              </p14:nvContentPartPr>
              <p14:xfrm>
                <a:off x="10690702" y="2561576"/>
                <a:ext cx="141120" cy="48600"/>
              </p14:xfrm>
            </p:contentPart>
          </mc:Choice>
          <mc:Fallback xmlns="">
            <p:pic>
              <p:nvPicPr>
                <p:cNvPr id="199" name="Ink 198">
                  <a:extLst>
                    <a:ext uri="{FF2B5EF4-FFF2-40B4-BE49-F238E27FC236}">
                      <a16:creationId xmlns:a16="http://schemas.microsoft.com/office/drawing/2014/main" id="{7A9C7891-A470-1E53-2BE8-C19607132A4D}"/>
                    </a:ext>
                  </a:extLst>
                </p:cNvPr>
                <p:cNvPicPr/>
                <p:nvPr/>
              </p:nvPicPr>
              <p:blipFill>
                <a:blip r:embed="rId275"/>
                <a:stretch>
                  <a:fillRect/>
                </a:stretch>
              </p:blipFill>
              <p:spPr>
                <a:xfrm>
                  <a:off x="10682062" y="2552576"/>
                  <a:ext cx="1587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200" name="Ink 199">
                  <a:extLst>
                    <a:ext uri="{FF2B5EF4-FFF2-40B4-BE49-F238E27FC236}">
                      <a16:creationId xmlns:a16="http://schemas.microsoft.com/office/drawing/2014/main" id="{4CA242A2-D09D-C8CF-87F1-6CDF979E4D29}"/>
                    </a:ext>
                  </a:extLst>
                </p14:cNvPr>
                <p14:cNvContentPartPr/>
                <p14:nvPr/>
              </p14:nvContentPartPr>
              <p14:xfrm>
                <a:off x="10829662" y="2367176"/>
                <a:ext cx="98280" cy="198360"/>
              </p14:xfrm>
            </p:contentPart>
          </mc:Choice>
          <mc:Fallback xmlns="">
            <p:pic>
              <p:nvPicPr>
                <p:cNvPr id="200" name="Ink 199">
                  <a:extLst>
                    <a:ext uri="{FF2B5EF4-FFF2-40B4-BE49-F238E27FC236}">
                      <a16:creationId xmlns:a16="http://schemas.microsoft.com/office/drawing/2014/main" id="{4CA242A2-D09D-C8CF-87F1-6CDF979E4D29}"/>
                    </a:ext>
                  </a:extLst>
                </p:cNvPr>
                <p:cNvPicPr/>
                <p:nvPr/>
              </p:nvPicPr>
              <p:blipFill>
                <a:blip r:embed="rId277"/>
                <a:stretch>
                  <a:fillRect/>
                </a:stretch>
              </p:blipFill>
              <p:spPr>
                <a:xfrm>
                  <a:off x="10820662" y="2358536"/>
                  <a:ext cx="115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201" name="Ink 200">
                  <a:extLst>
                    <a:ext uri="{FF2B5EF4-FFF2-40B4-BE49-F238E27FC236}">
                      <a16:creationId xmlns:a16="http://schemas.microsoft.com/office/drawing/2014/main" id="{473C06C7-1C69-E1AF-5539-0D185F53298A}"/>
                    </a:ext>
                  </a:extLst>
                </p14:cNvPr>
                <p14:cNvContentPartPr/>
                <p14:nvPr/>
              </p14:nvContentPartPr>
              <p14:xfrm>
                <a:off x="10979782" y="2439176"/>
                <a:ext cx="62280" cy="75240"/>
              </p14:xfrm>
            </p:contentPart>
          </mc:Choice>
          <mc:Fallback xmlns="">
            <p:pic>
              <p:nvPicPr>
                <p:cNvPr id="201" name="Ink 200">
                  <a:extLst>
                    <a:ext uri="{FF2B5EF4-FFF2-40B4-BE49-F238E27FC236}">
                      <a16:creationId xmlns:a16="http://schemas.microsoft.com/office/drawing/2014/main" id="{473C06C7-1C69-E1AF-5539-0D185F53298A}"/>
                    </a:ext>
                  </a:extLst>
                </p:cNvPr>
                <p:cNvPicPr/>
                <p:nvPr/>
              </p:nvPicPr>
              <p:blipFill>
                <a:blip r:embed="rId279"/>
                <a:stretch>
                  <a:fillRect/>
                </a:stretch>
              </p:blipFill>
              <p:spPr>
                <a:xfrm>
                  <a:off x="10971142" y="2430536"/>
                  <a:ext cx="799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202" name="Ink 201">
                  <a:extLst>
                    <a:ext uri="{FF2B5EF4-FFF2-40B4-BE49-F238E27FC236}">
                      <a16:creationId xmlns:a16="http://schemas.microsoft.com/office/drawing/2014/main" id="{0CCA183C-589B-EE25-2897-70D09DA70192}"/>
                    </a:ext>
                  </a:extLst>
                </p14:cNvPr>
                <p14:cNvContentPartPr/>
                <p14:nvPr/>
              </p14:nvContentPartPr>
              <p14:xfrm>
                <a:off x="11205502" y="2344136"/>
                <a:ext cx="1440" cy="2520"/>
              </p14:xfrm>
            </p:contentPart>
          </mc:Choice>
          <mc:Fallback xmlns="">
            <p:pic>
              <p:nvPicPr>
                <p:cNvPr id="202" name="Ink 201">
                  <a:extLst>
                    <a:ext uri="{FF2B5EF4-FFF2-40B4-BE49-F238E27FC236}">
                      <a16:creationId xmlns:a16="http://schemas.microsoft.com/office/drawing/2014/main" id="{0CCA183C-589B-EE25-2897-70D09DA70192}"/>
                    </a:ext>
                  </a:extLst>
                </p:cNvPr>
                <p:cNvPicPr/>
                <p:nvPr/>
              </p:nvPicPr>
              <p:blipFill>
                <a:blip r:embed="rId281"/>
                <a:stretch>
                  <a:fillRect/>
                </a:stretch>
              </p:blipFill>
              <p:spPr>
                <a:xfrm>
                  <a:off x="11196502" y="2335496"/>
                  <a:ext cx="190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03" name="Ink 202">
                  <a:extLst>
                    <a:ext uri="{FF2B5EF4-FFF2-40B4-BE49-F238E27FC236}">
                      <a16:creationId xmlns:a16="http://schemas.microsoft.com/office/drawing/2014/main" id="{8B46A094-B874-006C-EB4F-90DE2A350776}"/>
                    </a:ext>
                  </a:extLst>
                </p14:cNvPr>
                <p14:cNvContentPartPr/>
                <p14:nvPr/>
              </p14:nvContentPartPr>
              <p14:xfrm>
                <a:off x="11057542" y="2318576"/>
                <a:ext cx="192240" cy="127800"/>
              </p14:xfrm>
            </p:contentPart>
          </mc:Choice>
          <mc:Fallback xmlns="">
            <p:pic>
              <p:nvPicPr>
                <p:cNvPr id="203" name="Ink 202">
                  <a:extLst>
                    <a:ext uri="{FF2B5EF4-FFF2-40B4-BE49-F238E27FC236}">
                      <a16:creationId xmlns:a16="http://schemas.microsoft.com/office/drawing/2014/main" id="{8B46A094-B874-006C-EB4F-90DE2A350776}"/>
                    </a:ext>
                  </a:extLst>
                </p:cNvPr>
                <p:cNvPicPr/>
                <p:nvPr/>
              </p:nvPicPr>
              <p:blipFill>
                <a:blip r:embed="rId283"/>
                <a:stretch>
                  <a:fillRect/>
                </a:stretch>
              </p:blipFill>
              <p:spPr>
                <a:xfrm>
                  <a:off x="11048902" y="2309576"/>
                  <a:ext cx="209880" cy="14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4">
            <p14:nvContentPartPr>
              <p14:cNvPr id="205" name="Ink 204">
                <a:extLst>
                  <a:ext uri="{FF2B5EF4-FFF2-40B4-BE49-F238E27FC236}">
                    <a16:creationId xmlns:a16="http://schemas.microsoft.com/office/drawing/2014/main" id="{BC07C32D-825D-E6AF-61E5-73789BD64988}"/>
                  </a:ext>
                </a:extLst>
              </p14:cNvPr>
              <p14:cNvContentPartPr/>
              <p14:nvPr/>
            </p14:nvContentPartPr>
            <p14:xfrm>
              <a:off x="11429782" y="2183216"/>
              <a:ext cx="166320" cy="168480"/>
            </p14:xfrm>
          </p:contentPart>
        </mc:Choice>
        <mc:Fallback xmlns="">
          <p:pic>
            <p:nvPicPr>
              <p:cNvPr id="205" name="Ink 204">
                <a:extLst>
                  <a:ext uri="{FF2B5EF4-FFF2-40B4-BE49-F238E27FC236}">
                    <a16:creationId xmlns:a16="http://schemas.microsoft.com/office/drawing/2014/main" id="{BC07C32D-825D-E6AF-61E5-73789BD64988}"/>
                  </a:ext>
                </a:extLst>
              </p:cNvPr>
              <p:cNvPicPr/>
              <p:nvPr/>
            </p:nvPicPr>
            <p:blipFill>
              <a:blip r:embed="rId285"/>
              <a:stretch>
                <a:fillRect/>
              </a:stretch>
            </p:blipFill>
            <p:spPr>
              <a:xfrm>
                <a:off x="11421142" y="2174576"/>
                <a:ext cx="183960" cy="1861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6E37BA-7C20-ACCB-BF2C-150A465CAC90}"/>
              </a:ext>
            </a:extLst>
          </p:cNvPr>
          <p:cNvSpPr txBox="1"/>
          <p:nvPr/>
        </p:nvSpPr>
        <p:spPr>
          <a:xfrm>
            <a:off x="675168" y="579474"/>
            <a:ext cx="3667158" cy="523220"/>
          </a:xfrm>
          <a:prstGeom prst="rect">
            <a:avLst/>
          </a:prstGeom>
          <a:noFill/>
        </p:spPr>
        <p:txBody>
          <a:bodyPr wrap="none" rtlCol="0">
            <a:spAutoFit/>
          </a:bodyPr>
          <a:lstStyle/>
          <a:p>
            <a:r>
              <a:rPr lang="en-US" sz="2800" b="1" dirty="0"/>
              <a:t>Example: Speech Signal</a:t>
            </a:r>
          </a:p>
        </p:txBody>
      </p:sp>
      <p:pic>
        <p:nvPicPr>
          <p:cNvPr id="4" name="Picture 3" descr="The image displays a signal's amplitude in both time and frequency domains, with a normalized frequency scale and a sample rate of 8000 Hz.&#10;&#10;AI-generated content may be incorrect.">
            <a:extLst>
              <a:ext uri="{FF2B5EF4-FFF2-40B4-BE49-F238E27FC236}">
                <a16:creationId xmlns:a16="http://schemas.microsoft.com/office/drawing/2014/main" id="{74EDFF92-1B50-1D69-2A2B-D191A343C03B}"/>
              </a:ext>
            </a:extLst>
          </p:cNvPr>
          <p:cNvPicPr>
            <a:picLocks noChangeAspect="1"/>
          </p:cNvPicPr>
          <p:nvPr/>
        </p:nvPicPr>
        <p:blipFill>
          <a:blip r:embed="rId2"/>
          <a:stretch>
            <a:fillRect/>
          </a:stretch>
        </p:blipFill>
        <p:spPr>
          <a:xfrm>
            <a:off x="675168" y="1314947"/>
            <a:ext cx="7438115" cy="5255973"/>
          </a:xfrm>
          <a:prstGeom prst="rect">
            <a:avLst/>
          </a:prstGeom>
        </p:spPr>
      </p:pic>
      <p:sp>
        <p:nvSpPr>
          <p:cNvPr id="5" name="TextBox 4">
            <a:extLst>
              <a:ext uri="{FF2B5EF4-FFF2-40B4-BE49-F238E27FC236}">
                <a16:creationId xmlns:a16="http://schemas.microsoft.com/office/drawing/2014/main" id="{649C517D-E80A-F797-D629-7749CFF5204F}"/>
              </a:ext>
            </a:extLst>
          </p:cNvPr>
          <p:cNvSpPr txBox="1"/>
          <p:nvPr/>
        </p:nvSpPr>
        <p:spPr>
          <a:xfrm>
            <a:off x="8527314" y="1589567"/>
            <a:ext cx="2915092" cy="4524315"/>
          </a:xfrm>
          <a:prstGeom prst="rect">
            <a:avLst/>
          </a:prstGeom>
          <a:noFill/>
        </p:spPr>
        <p:txBody>
          <a:bodyPr wrap="square" rtlCol="0">
            <a:spAutoFit/>
          </a:bodyPr>
          <a:lstStyle/>
          <a:p>
            <a:r>
              <a:rPr lang="en-US" dirty="0"/>
              <a:t>Looking only at time domain, frequency content is not visible.</a:t>
            </a:r>
          </a:p>
          <a:p>
            <a:endParaRPr lang="en-US" dirty="0"/>
          </a:p>
          <a:p>
            <a:endParaRPr lang="en-US" dirty="0"/>
          </a:p>
          <a:p>
            <a:endParaRPr lang="en-US" dirty="0"/>
          </a:p>
          <a:p>
            <a:r>
              <a:rPr lang="en-US" dirty="0"/>
              <a:t>Looking at magnitude in the frequency domain, time domain information is not visible.</a:t>
            </a:r>
          </a:p>
          <a:p>
            <a:endParaRPr lang="en-US" dirty="0"/>
          </a:p>
          <a:p>
            <a:endParaRPr lang="en-US" dirty="0"/>
          </a:p>
          <a:p>
            <a:r>
              <a:rPr lang="en-US" dirty="0"/>
              <a:t>Looking at the phase in the frequency domain does not reveal any interesting information.</a:t>
            </a:r>
          </a:p>
        </p:txBody>
      </p:sp>
    </p:spTree>
    <p:extLst>
      <p:ext uri="{BB962C8B-B14F-4D97-AF65-F5344CB8AC3E}">
        <p14:creationId xmlns:p14="http://schemas.microsoft.com/office/powerpoint/2010/main" val="482575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4F5FB-78F2-A4C6-7D30-8C965EC35F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2C1EB1-F3D1-3B77-71A6-7805B1978B43}"/>
              </a:ext>
            </a:extLst>
          </p:cNvPr>
          <p:cNvSpPr txBox="1"/>
          <p:nvPr/>
        </p:nvSpPr>
        <p:spPr>
          <a:xfrm>
            <a:off x="675168" y="579474"/>
            <a:ext cx="3667158" cy="523220"/>
          </a:xfrm>
          <a:prstGeom prst="rect">
            <a:avLst/>
          </a:prstGeom>
          <a:noFill/>
        </p:spPr>
        <p:txBody>
          <a:bodyPr wrap="none" rtlCol="0">
            <a:spAutoFit/>
          </a:bodyPr>
          <a:lstStyle/>
          <a:p>
            <a:r>
              <a:rPr lang="en-US" sz="2800" b="1" dirty="0"/>
              <a:t>Example: Speech Signal</a:t>
            </a:r>
          </a:p>
        </p:txBody>
      </p:sp>
      <p:pic>
        <p:nvPicPr>
          <p:cNvPr id="4" name="Picture 3" descr="The image displays a time-domain signal with amplitude values ranging from -0.5 to 0.5, sampled at a frequency of 8000 Hz.&#10;&#10;AI-generated content may be incorrect.">
            <a:extLst>
              <a:ext uri="{FF2B5EF4-FFF2-40B4-BE49-F238E27FC236}">
                <a16:creationId xmlns:a16="http://schemas.microsoft.com/office/drawing/2014/main" id="{E542AE0A-59B9-0F1A-395A-119466A1B539}"/>
              </a:ext>
            </a:extLst>
          </p:cNvPr>
          <p:cNvPicPr>
            <a:picLocks noChangeAspect="1"/>
          </p:cNvPicPr>
          <p:nvPr/>
        </p:nvPicPr>
        <p:blipFill>
          <a:blip r:embed="rId2"/>
          <a:stretch>
            <a:fillRect/>
          </a:stretch>
        </p:blipFill>
        <p:spPr>
          <a:xfrm>
            <a:off x="352647" y="1252986"/>
            <a:ext cx="7189502" cy="1782610"/>
          </a:xfrm>
          <a:prstGeom prst="rect">
            <a:avLst/>
          </a:prstGeom>
        </p:spPr>
      </p:pic>
      <p:pic>
        <p:nvPicPr>
          <p:cNvPr id="6" name="Picture 5" descr="The image displays a spectrogram or spectrotemporal frequency (STFT) visualization, showing a time-frequency analysis with specific intensity levels (dB) at various frequencies (Hz) over time (s).&#10;&#10;AI-generated content may be incorrect.">
            <a:extLst>
              <a:ext uri="{FF2B5EF4-FFF2-40B4-BE49-F238E27FC236}">
                <a16:creationId xmlns:a16="http://schemas.microsoft.com/office/drawing/2014/main" id="{C8444077-3363-6980-CEA7-CA963E266CE9}"/>
              </a:ext>
            </a:extLst>
          </p:cNvPr>
          <p:cNvPicPr>
            <a:picLocks noChangeAspect="1"/>
          </p:cNvPicPr>
          <p:nvPr/>
        </p:nvPicPr>
        <p:blipFill>
          <a:blip r:embed="rId3"/>
          <a:stretch>
            <a:fillRect/>
          </a:stretch>
        </p:blipFill>
        <p:spPr>
          <a:xfrm>
            <a:off x="809827" y="3185888"/>
            <a:ext cx="7547445" cy="2533914"/>
          </a:xfrm>
          <a:prstGeom prst="rect">
            <a:avLst/>
          </a:prstGeom>
        </p:spPr>
      </p:pic>
      <p:sp>
        <p:nvSpPr>
          <p:cNvPr id="7" name="TextBox 6">
            <a:extLst>
              <a:ext uri="{FF2B5EF4-FFF2-40B4-BE49-F238E27FC236}">
                <a16:creationId xmlns:a16="http://schemas.microsoft.com/office/drawing/2014/main" id="{028FB2CD-B679-5375-4281-D55E6B8CD009}"/>
              </a:ext>
            </a:extLst>
          </p:cNvPr>
          <p:cNvSpPr txBox="1"/>
          <p:nvPr/>
        </p:nvSpPr>
        <p:spPr>
          <a:xfrm>
            <a:off x="8628320" y="3333307"/>
            <a:ext cx="3125972" cy="2308324"/>
          </a:xfrm>
          <a:prstGeom prst="rect">
            <a:avLst/>
          </a:prstGeom>
          <a:noFill/>
        </p:spPr>
        <p:txBody>
          <a:bodyPr wrap="square" rtlCol="0">
            <a:spAutoFit/>
          </a:bodyPr>
          <a:lstStyle/>
          <a:p>
            <a:r>
              <a:rPr lang="en-US" dirty="0"/>
              <a:t>A spectrogram visualizes both time and frequency by dividing up an audio signal into overlapping blocks and taking Short Time Fourier Transforms (STFTs) of each block that are then displayed as two dimensional images.</a:t>
            </a:r>
          </a:p>
        </p:txBody>
      </p:sp>
      <p:sp>
        <p:nvSpPr>
          <p:cNvPr id="8" name="TextBox 7">
            <a:extLst>
              <a:ext uri="{FF2B5EF4-FFF2-40B4-BE49-F238E27FC236}">
                <a16:creationId xmlns:a16="http://schemas.microsoft.com/office/drawing/2014/main" id="{2E65DC1E-82EC-8D6D-E0E5-6A7EF9391CC6}"/>
              </a:ext>
            </a:extLst>
          </p:cNvPr>
          <p:cNvSpPr txBox="1"/>
          <p:nvPr/>
        </p:nvSpPr>
        <p:spPr>
          <a:xfrm>
            <a:off x="1653363" y="5970749"/>
            <a:ext cx="5344284" cy="307777"/>
          </a:xfrm>
          <a:prstGeom prst="rect">
            <a:avLst/>
          </a:prstGeom>
          <a:noFill/>
        </p:spPr>
        <p:txBody>
          <a:bodyPr wrap="none" rtlCol="0">
            <a:spAutoFit/>
          </a:bodyPr>
          <a:lstStyle/>
          <a:p>
            <a:r>
              <a:rPr lang="en-US" sz="1400" dirty="0"/>
              <a:t>“A cold dip restores health and zest, a zestful food is the hot cross bun”</a:t>
            </a:r>
          </a:p>
        </p:txBody>
      </p:sp>
    </p:spTree>
    <p:extLst>
      <p:ext uri="{BB962C8B-B14F-4D97-AF65-F5344CB8AC3E}">
        <p14:creationId xmlns:p14="http://schemas.microsoft.com/office/powerpoint/2010/main" val="1395458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From frames to a time–frequency matrix</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0:15–0:22</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280160"/>
            <a:ext cx="5852160" cy="2468880"/>
          </a:xfrm>
          <a:prstGeom prst="rect">
            <a:avLst/>
          </a:prstGeom>
          <a:noFill/>
        </p:spPr>
        <p:txBody>
          <a:bodyPr wrap="square">
            <a:spAutoFit/>
          </a:bodyPr>
          <a:lstStyle/>
          <a:p>
            <a:pPr>
              <a:spcAft>
                <a:spcPts val="700"/>
              </a:spcAft>
              <a:defRPr sz="2000">
                <a:solidFill>
                  <a:srgbClr val="191E26"/>
                </a:solidFill>
                <a:latin typeface="Aptos"/>
              </a:defRPr>
            </a:pPr>
            <a:r>
              <a:rPr dirty="0"/>
              <a:t>• Frame the signal into overlapping segments.</a:t>
            </a:r>
          </a:p>
          <a:p>
            <a:pPr>
              <a:spcAft>
                <a:spcPts val="700"/>
              </a:spcAft>
              <a:defRPr sz="2000">
                <a:solidFill>
                  <a:srgbClr val="191E26"/>
                </a:solidFill>
                <a:latin typeface="Aptos"/>
              </a:defRPr>
            </a:pPr>
            <a:r>
              <a:rPr dirty="0"/>
              <a:t>• Multiply each segment by a window.</a:t>
            </a:r>
          </a:p>
          <a:p>
            <a:pPr>
              <a:spcAft>
                <a:spcPts val="700"/>
              </a:spcAft>
              <a:defRPr sz="2000">
                <a:solidFill>
                  <a:srgbClr val="191E26"/>
                </a:solidFill>
                <a:latin typeface="Aptos"/>
              </a:defRPr>
            </a:pPr>
            <a:r>
              <a:rPr dirty="0"/>
              <a:t>• Take an FFT along the sample dimension.</a:t>
            </a:r>
          </a:p>
          <a:p>
            <a:pPr>
              <a:spcAft>
                <a:spcPts val="700"/>
              </a:spcAft>
              <a:defRPr sz="2000">
                <a:solidFill>
                  <a:srgbClr val="191E26"/>
                </a:solidFill>
                <a:latin typeface="Aptos"/>
              </a:defRPr>
            </a:pPr>
            <a:r>
              <a:rPr dirty="0"/>
              <a:t>• Stack the spectra as columns (or rows).</a:t>
            </a:r>
          </a:p>
        </p:txBody>
      </p:sp>
      <p:sp>
        <p:nvSpPr>
          <p:cNvPr id="8" name="TextBox 7"/>
          <p:cNvSpPr txBox="1"/>
          <p:nvPr/>
        </p:nvSpPr>
        <p:spPr>
          <a:xfrm>
            <a:off x="777240" y="4069080"/>
            <a:ext cx="6035040" cy="502920"/>
          </a:xfrm>
          <a:prstGeom prst="rect">
            <a:avLst/>
          </a:prstGeom>
          <a:noFill/>
        </p:spPr>
        <p:txBody>
          <a:bodyPr wrap="square">
            <a:spAutoFit/>
          </a:bodyPr>
          <a:lstStyle/>
          <a:p>
            <a:pPr algn="l"/>
            <a:r>
              <a:rPr sz="2400" b="1">
                <a:solidFill>
                  <a:srgbClr val="24888E"/>
                </a:solidFill>
                <a:latin typeface="Aptos"/>
              </a:rPr>
              <a:t>STFT output shape ≈ frequency bins × time frames</a:t>
            </a:r>
          </a:p>
        </p:txBody>
      </p:sp>
      <p:sp>
        <p:nvSpPr>
          <p:cNvPr id="9" name="Rounded Rectangle 8"/>
          <p:cNvSpPr/>
          <p:nvPr/>
        </p:nvSpPr>
        <p:spPr>
          <a:xfrm>
            <a:off x="7086600" y="1554480"/>
            <a:ext cx="4160520" cy="2057400"/>
          </a:xfrm>
          <a:prstGeom prst="roundRect">
            <a:avLst/>
          </a:prstGeom>
          <a:solidFill>
            <a:srgbClr val="F1F5F9"/>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32904" y="1645920"/>
            <a:ext cx="3867911" cy="219456"/>
          </a:xfrm>
          <a:prstGeom prst="rect">
            <a:avLst/>
          </a:prstGeom>
          <a:noFill/>
        </p:spPr>
        <p:txBody>
          <a:bodyPr wrap="square">
            <a:spAutoFit/>
          </a:bodyPr>
          <a:lstStyle/>
          <a:p>
            <a:pPr algn="l"/>
            <a:r>
              <a:rPr sz="1100" b="1">
                <a:solidFill>
                  <a:srgbClr val="2463A0"/>
                </a:solidFill>
                <a:latin typeface="Aptos"/>
              </a:rPr>
              <a:t>PyTorch viewpoint</a:t>
            </a:r>
          </a:p>
        </p:txBody>
      </p:sp>
      <p:sp>
        <p:nvSpPr>
          <p:cNvPr id="11" name="TextBox 10"/>
          <p:cNvSpPr txBox="1"/>
          <p:nvPr/>
        </p:nvSpPr>
        <p:spPr>
          <a:xfrm>
            <a:off x="7232904" y="1911095"/>
            <a:ext cx="3867911" cy="1609344"/>
          </a:xfrm>
          <a:prstGeom prst="rect">
            <a:avLst/>
          </a:prstGeom>
          <a:noFill/>
        </p:spPr>
        <p:txBody>
          <a:bodyPr wrap="square">
            <a:spAutoFit/>
          </a:bodyPr>
          <a:lstStyle/>
          <a:p>
            <a:pPr algn="l"/>
            <a:r>
              <a:rPr sz="1700" b="0">
                <a:solidFill>
                  <a:srgbClr val="191E26"/>
                </a:solidFill>
                <a:latin typeface="Aptos"/>
              </a:rPr>
              <a:t>That matrix is already a structured tensor. Add batch and channel dimensions and it looks like an image input to a CNN.</a:t>
            </a:r>
          </a:p>
        </p:txBody>
      </p:sp>
      <p:grpSp>
        <p:nvGrpSpPr>
          <p:cNvPr id="23" name="Group 22">
            <a:extLst>
              <a:ext uri="{FF2B5EF4-FFF2-40B4-BE49-F238E27FC236}">
                <a16:creationId xmlns:a16="http://schemas.microsoft.com/office/drawing/2014/main" id="{15A1CEA4-FC9F-C0F6-E35F-D7FF743BF9E3}"/>
              </a:ext>
            </a:extLst>
          </p:cNvPr>
          <p:cNvGrpSpPr/>
          <p:nvPr/>
        </p:nvGrpSpPr>
        <p:grpSpPr>
          <a:xfrm>
            <a:off x="8700262" y="6269576"/>
            <a:ext cx="683280" cy="147240"/>
            <a:chOff x="8700262" y="6269576"/>
            <a:chExt cx="683280" cy="147240"/>
          </a:xfrm>
        </p:grpSpPr>
        <mc:AlternateContent xmlns:mc="http://schemas.openxmlformats.org/markup-compatibility/2006">
          <mc:Choice xmlns:p14="http://schemas.microsoft.com/office/powerpoint/2010/main" Requires="p14">
            <p:contentPart p14:bwMode="auto" r:id="rId2">
              <p14:nvContentPartPr>
                <p14:cNvPr id="17" name="Ink 16">
                  <a:extLst>
                    <a:ext uri="{FF2B5EF4-FFF2-40B4-BE49-F238E27FC236}">
                      <a16:creationId xmlns:a16="http://schemas.microsoft.com/office/drawing/2014/main" id="{18843A77-55B7-8A65-594B-795FE0F142B5}"/>
                    </a:ext>
                  </a:extLst>
                </p14:cNvPr>
                <p14:cNvContentPartPr/>
                <p14:nvPr/>
              </p14:nvContentPartPr>
              <p14:xfrm>
                <a:off x="9010942" y="6341576"/>
                <a:ext cx="152280" cy="11520"/>
              </p14:xfrm>
            </p:contentPart>
          </mc:Choice>
          <mc:Fallback>
            <p:pic>
              <p:nvPicPr>
                <p:cNvPr id="17" name="Ink 16">
                  <a:extLst>
                    <a:ext uri="{FF2B5EF4-FFF2-40B4-BE49-F238E27FC236}">
                      <a16:creationId xmlns:a16="http://schemas.microsoft.com/office/drawing/2014/main" id="{18843A77-55B7-8A65-594B-795FE0F142B5}"/>
                    </a:ext>
                  </a:extLst>
                </p:cNvPr>
                <p:cNvPicPr/>
                <p:nvPr/>
              </p:nvPicPr>
              <p:blipFill>
                <a:blip r:embed="rId3"/>
                <a:stretch>
                  <a:fillRect/>
                </a:stretch>
              </p:blipFill>
              <p:spPr>
                <a:xfrm>
                  <a:off x="9001942" y="6332936"/>
                  <a:ext cx="16992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8" name="Ink 17">
                  <a:extLst>
                    <a:ext uri="{FF2B5EF4-FFF2-40B4-BE49-F238E27FC236}">
                      <a16:creationId xmlns:a16="http://schemas.microsoft.com/office/drawing/2014/main" id="{8D8C234B-C9A7-65B8-35BB-DCC965A891F4}"/>
                    </a:ext>
                  </a:extLst>
                </p14:cNvPr>
                <p14:cNvContentPartPr/>
                <p14:nvPr/>
              </p14:nvContentPartPr>
              <p14:xfrm>
                <a:off x="8700262" y="6334376"/>
                <a:ext cx="560880" cy="18720"/>
              </p14:xfrm>
            </p:contentPart>
          </mc:Choice>
          <mc:Fallback>
            <p:pic>
              <p:nvPicPr>
                <p:cNvPr id="18" name="Ink 17">
                  <a:extLst>
                    <a:ext uri="{FF2B5EF4-FFF2-40B4-BE49-F238E27FC236}">
                      <a16:creationId xmlns:a16="http://schemas.microsoft.com/office/drawing/2014/main" id="{8D8C234B-C9A7-65B8-35BB-DCC965A891F4}"/>
                    </a:ext>
                  </a:extLst>
                </p:cNvPr>
                <p:cNvPicPr/>
                <p:nvPr/>
              </p:nvPicPr>
              <p:blipFill>
                <a:blip r:embed="rId5"/>
                <a:stretch>
                  <a:fillRect/>
                </a:stretch>
              </p:blipFill>
              <p:spPr>
                <a:xfrm>
                  <a:off x="8691262" y="6325376"/>
                  <a:ext cx="57852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9" name="Ink 18">
                  <a:extLst>
                    <a:ext uri="{FF2B5EF4-FFF2-40B4-BE49-F238E27FC236}">
                      <a16:creationId xmlns:a16="http://schemas.microsoft.com/office/drawing/2014/main" id="{77EB5EAA-4C70-0A93-8E35-CCA3A03CA023}"/>
                    </a:ext>
                  </a:extLst>
                </p14:cNvPr>
                <p14:cNvContentPartPr/>
                <p14:nvPr/>
              </p14:nvContentPartPr>
              <p14:xfrm>
                <a:off x="9173302" y="6269576"/>
                <a:ext cx="210240" cy="147240"/>
              </p14:xfrm>
            </p:contentPart>
          </mc:Choice>
          <mc:Fallback>
            <p:pic>
              <p:nvPicPr>
                <p:cNvPr id="19" name="Ink 18">
                  <a:extLst>
                    <a:ext uri="{FF2B5EF4-FFF2-40B4-BE49-F238E27FC236}">
                      <a16:creationId xmlns:a16="http://schemas.microsoft.com/office/drawing/2014/main" id="{77EB5EAA-4C70-0A93-8E35-CCA3A03CA023}"/>
                    </a:ext>
                  </a:extLst>
                </p:cNvPr>
                <p:cNvPicPr/>
                <p:nvPr/>
              </p:nvPicPr>
              <p:blipFill>
                <a:blip r:embed="rId7"/>
                <a:stretch>
                  <a:fillRect/>
                </a:stretch>
              </p:blipFill>
              <p:spPr>
                <a:xfrm>
                  <a:off x="9164302" y="6260576"/>
                  <a:ext cx="227880" cy="164880"/>
                </a:xfrm>
                <a:prstGeom prst="rect">
                  <a:avLst/>
                </a:prstGeom>
              </p:spPr>
            </p:pic>
          </mc:Fallback>
        </mc:AlternateContent>
      </p:grpSp>
      <p:grpSp>
        <p:nvGrpSpPr>
          <p:cNvPr id="22" name="Group 21">
            <a:extLst>
              <a:ext uri="{FF2B5EF4-FFF2-40B4-BE49-F238E27FC236}">
                <a16:creationId xmlns:a16="http://schemas.microsoft.com/office/drawing/2014/main" id="{E9DBD117-4C9D-0DC8-4D14-B50FB60A1C09}"/>
              </a:ext>
            </a:extLst>
          </p:cNvPr>
          <p:cNvGrpSpPr/>
          <p:nvPr/>
        </p:nvGrpSpPr>
        <p:grpSpPr>
          <a:xfrm>
            <a:off x="9680902" y="6209096"/>
            <a:ext cx="122040" cy="197280"/>
            <a:chOff x="9680902" y="6209096"/>
            <a:chExt cx="122040" cy="197280"/>
          </a:xfrm>
        </p:grpSpPr>
        <mc:AlternateContent xmlns:mc="http://schemas.openxmlformats.org/markup-compatibility/2006">
          <mc:Choice xmlns:p14="http://schemas.microsoft.com/office/powerpoint/2010/main" Requires="p14">
            <p:contentPart p14:bwMode="auto" r:id="rId8">
              <p14:nvContentPartPr>
                <p14:cNvPr id="20" name="Ink 19">
                  <a:extLst>
                    <a:ext uri="{FF2B5EF4-FFF2-40B4-BE49-F238E27FC236}">
                      <a16:creationId xmlns:a16="http://schemas.microsoft.com/office/drawing/2014/main" id="{8C615054-4127-3811-52B2-A9F914545887}"/>
                    </a:ext>
                  </a:extLst>
                </p14:cNvPr>
                <p14:cNvContentPartPr/>
                <p14:nvPr/>
              </p14:nvContentPartPr>
              <p14:xfrm>
                <a:off x="9696742" y="6209096"/>
                <a:ext cx="106200" cy="197280"/>
              </p14:xfrm>
            </p:contentPart>
          </mc:Choice>
          <mc:Fallback>
            <p:pic>
              <p:nvPicPr>
                <p:cNvPr id="20" name="Ink 19">
                  <a:extLst>
                    <a:ext uri="{FF2B5EF4-FFF2-40B4-BE49-F238E27FC236}">
                      <a16:creationId xmlns:a16="http://schemas.microsoft.com/office/drawing/2014/main" id="{8C615054-4127-3811-52B2-A9F914545887}"/>
                    </a:ext>
                  </a:extLst>
                </p:cNvPr>
                <p:cNvPicPr/>
                <p:nvPr/>
              </p:nvPicPr>
              <p:blipFill>
                <a:blip r:embed="rId9"/>
                <a:stretch>
                  <a:fillRect/>
                </a:stretch>
              </p:blipFill>
              <p:spPr>
                <a:xfrm>
                  <a:off x="9687742" y="6200456"/>
                  <a:ext cx="12384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1" name="Ink 20">
                  <a:extLst>
                    <a:ext uri="{FF2B5EF4-FFF2-40B4-BE49-F238E27FC236}">
                      <a16:creationId xmlns:a16="http://schemas.microsoft.com/office/drawing/2014/main" id="{BFD762BF-77E8-6B76-0D51-500C3D26EE2D}"/>
                    </a:ext>
                  </a:extLst>
                </p14:cNvPr>
                <p14:cNvContentPartPr/>
                <p14:nvPr/>
              </p14:nvContentPartPr>
              <p14:xfrm>
                <a:off x="9680902" y="6312776"/>
                <a:ext cx="101160" cy="29880"/>
              </p14:xfrm>
            </p:contentPart>
          </mc:Choice>
          <mc:Fallback>
            <p:pic>
              <p:nvPicPr>
                <p:cNvPr id="21" name="Ink 20">
                  <a:extLst>
                    <a:ext uri="{FF2B5EF4-FFF2-40B4-BE49-F238E27FC236}">
                      <a16:creationId xmlns:a16="http://schemas.microsoft.com/office/drawing/2014/main" id="{BFD762BF-77E8-6B76-0D51-500C3D26EE2D}"/>
                    </a:ext>
                  </a:extLst>
                </p:cNvPr>
                <p:cNvPicPr/>
                <p:nvPr/>
              </p:nvPicPr>
              <p:blipFill>
                <a:blip r:embed="rId11"/>
                <a:stretch>
                  <a:fillRect/>
                </a:stretch>
              </p:blipFill>
              <p:spPr>
                <a:xfrm>
                  <a:off x="9671902" y="6304136"/>
                  <a:ext cx="118800" cy="47520"/>
                </a:xfrm>
                <a:prstGeom prst="rect">
                  <a:avLst/>
                </a:prstGeom>
              </p:spPr>
            </p:pic>
          </mc:Fallback>
        </mc:AlternateContent>
      </p:grpSp>
      <p:grpSp>
        <p:nvGrpSpPr>
          <p:cNvPr id="29" name="Group 28">
            <a:extLst>
              <a:ext uri="{FF2B5EF4-FFF2-40B4-BE49-F238E27FC236}">
                <a16:creationId xmlns:a16="http://schemas.microsoft.com/office/drawing/2014/main" id="{50E8BBE7-41CF-9C3E-BB8A-7E4AC227D489}"/>
              </a:ext>
            </a:extLst>
          </p:cNvPr>
          <p:cNvGrpSpPr/>
          <p:nvPr/>
        </p:nvGrpSpPr>
        <p:grpSpPr>
          <a:xfrm>
            <a:off x="6863902" y="4653536"/>
            <a:ext cx="362880" cy="676080"/>
            <a:chOff x="6863902" y="4653536"/>
            <a:chExt cx="362880" cy="676080"/>
          </a:xfrm>
        </p:grpSpPr>
        <mc:AlternateContent xmlns:mc="http://schemas.openxmlformats.org/markup-compatibility/2006">
          <mc:Choice xmlns:p14="http://schemas.microsoft.com/office/powerpoint/2010/main" Requires="p14">
            <p:contentPart p14:bwMode="auto" r:id="rId12">
              <p14:nvContentPartPr>
                <p14:cNvPr id="24" name="Ink 23">
                  <a:extLst>
                    <a:ext uri="{FF2B5EF4-FFF2-40B4-BE49-F238E27FC236}">
                      <a16:creationId xmlns:a16="http://schemas.microsoft.com/office/drawing/2014/main" id="{790D8452-AFE9-FD43-3446-2A314E86C678}"/>
                    </a:ext>
                  </a:extLst>
                </p14:cNvPr>
                <p14:cNvContentPartPr/>
                <p14:nvPr/>
              </p14:nvContentPartPr>
              <p14:xfrm>
                <a:off x="7143622" y="4963856"/>
                <a:ext cx="23040" cy="365760"/>
              </p14:xfrm>
            </p:contentPart>
          </mc:Choice>
          <mc:Fallback>
            <p:pic>
              <p:nvPicPr>
                <p:cNvPr id="24" name="Ink 23">
                  <a:extLst>
                    <a:ext uri="{FF2B5EF4-FFF2-40B4-BE49-F238E27FC236}">
                      <a16:creationId xmlns:a16="http://schemas.microsoft.com/office/drawing/2014/main" id="{790D8452-AFE9-FD43-3446-2A314E86C678}"/>
                    </a:ext>
                  </a:extLst>
                </p:cNvPr>
                <p:cNvPicPr/>
                <p:nvPr/>
              </p:nvPicPr>
              <p:blipFill>
                <a:blip r:embed="rId13"/>
                <a:stretch>
                  <a:fillRect/>
                </a:stretch>
              </p:blipFill>
              <p:spPr>
                <a:xfrm>
                  <a:off x="7134982" y="4955216"/>
                  <a:ext cx="40680" cy="383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5" name="Ink 24">
                  <a:extLst>
                    <a:ext uri="{FF2B5EF4-FFF2-40B4-BE49-F238E27FC236}">
                      <a16:creationId xmlns:a16="http://schemas.microsoft.com/office/drawing/2014/main" id="{AE6C1B10-CB73-A998-05AE-F37602D72A54}"/>
                    </a:ext>
                  </a:extLst>
                </p14:cNvPr>
                <p14:cNvContentPartPr/>
                <p14:nvPr/>
              </p14:nvContentPartPr>
              <p14:xfrm>
                <a:off x="7117702" y="4920296"/>
                <a:ext cx="109080" cy="108720"/>
              </p14:xfrm>
            </p:contentPart>
          </mc:Choice>
          <mc:Fallback>
            <p:pic>
              <p:nvPicPr>
                <p:cNvPr id="25" name="Ink 24">
                  <a:extLst>
                    <a:ext uri="{FF2B5EF4-FFF2-40B4-BE49-F238E27FC236}">
                      <a16:creationId xmlns:a16="http://schemas.microsoft.com/office/drawing/2014/main" id="{AE6C1B10-CB73-A998-05AE-F37602D72A54}"/>
                    </a:ext>
                  </a:extLst>
                </p:cNvPr>
                <p:cNvPicPr/>
                <p:nvPr/>
              </p:nvPicPr>
              <p:blipFill>
                <a:blip r:embed="rId15"/>
                <a:stretch>
                  <a:fillRect/>
                </a:stretch>
              </p:blipFill>
              <p:spPr>
                <a:xfrm>
                  <a:off x="7108702" y="4911296"/>
                  <a:ext cx="12672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7" name="Ink 26">
                  <a:extLst>
                    <a:ext uri="{FF2B5EF4-FFF2-40B4-BE49-F238E27FC236}">
                      <a16:creationId xmlns:a16="http://schemas.microsoft.com/office/drawing/2014/main" id="{8646CF58-C7A9-1657-1359-FCF4068BA560}"/>
                    </a:ext>
                  </a:extLst>
                </p14:cNvPr>
                <p14:cNvContentPartPr/>
                <p14:nvPr/>
              </p14:nvContentPartPr>
              <p14:xfrm>
                <a:off x="6876862" y="4653536"/>
                <a:ext cx="82440" cy="303480"/>
              </p14:xfrm>
            </p:contentPart>
          </mc:Choice>
          <mc:Fallback>
            <p:pic>
              <p:nvPicPr>
                <p:cNvPr id="27" name="Ink 26">
                  <a:extLst>
                    <a:ext uri="{FF2B5EF4-FFF2-40B4-BE49-F238E27FC236}">
                      <a16:creationId xmlns:a16="http://schemas.microsoft.com/office/drawing/2014/main" id="{8646CF58-C7A9-1657-1359-FCF4068BA560}"/>
                    </a:ext>
                  </a:extLst>
                </p:cNvPr>
                <p:cNvPicPr/>
                <p:nvPr/>
              </p:nvPicPr>
              <p:blipFill>
                <a:blip r:embed="rId17"/>
                <a:stretch>
                  <a:fillRect/>
                </a:stretch>
              </p:blipFill>
              <p:spPr>
                <a:xfrm>
                  <a:off x="6867862" y="4644536"/>
                  <a:ext cx="10008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8" name="Ink 27">
                  <a:extLst>
                    <a:ext uri="{FF2B5EF4-FFF2-40B4-BE49-F238E27FC236}">
                      <a16:creationId xmlns:a16="http://schemas.microsoft.com/office/drawing/2014/main" id="{8B7B3CBC-AC27-F639-9FBA-7E4CA6C1A929}"/>
                    </a:ext>
                  </a:extLst>
                </p14:cNvPr>
                <p14:cNvContentPartPr/>
                <p14:nvPr/>
              </p14:nvContentPartPr>
              <p14:xfrm>
                <a:off x="6863902" y="4842536"/>
                <a:ext cx="95400" cy="22320"/>
              </p14:xfrm>
            </p:contentPart>
          </mc:Choice>
          <mc:Fallback>
            <p:pic>
              <p:nvPicPr>
                <p:cNvPr id="28" name="Ink 27">
                  <a:extLst>
                    <a:ext uri="{FF2B5EF4-FFF2-40B4-BE49-F238E27FC236}">
                      <a16:creationId xmlns:a16="http://schemas.microsoft.com/office/drawing/2014/main" id="{8B7B3CBC-AC27-F639-9FBA-7E4CA6C1A929}"/>
                    </a:ext>
                  </a:extLst>
                </p:cNvPr>
                <p:cNvPicPr/>
                <p:nvPr/>
              </p:nvPicPr>
              <p:blipFill>
                <a:blip r:embed="rId19"/>
                <a:stretch>
                  <a:fillRect/>
                </a:stretch>
              </p:blipFill>
              <p:spPr>
                <a:xfrm>
                  <a:off x="6855262" y="4833536"/>
                  <a:ext cx="113040" cy="39960"/>
                </a:xfrm>
                <a:prstGeom prst="rect">
                  <a:avLst/>
                </a:prstGeom>
              </p:spPr>
            </p:pic>
          </mc:Fallback>
        </mc:AlternateContent>
      </p:grpSp>
      <p:grpSp>
        <p:nvGrpSpPr>
          <p:cNvPr id="104" name="Group 103">
            <a:extLst>
              <a:ext uri="{FF2B5EF4-FFF2-40B4-BE49-F238E27FC236}">
                <a16:creationId xmlns:a16="http://schemas.microsoft.com/office/drawing/2014/main" id="{4BC78124-3244-D7D3-E96F-4C6F2CBE8F34}"/>
              </a:ext>
            </a:extLst>
          </p:cNvPr>
          <p:cNvGrpSpPr/>
          <p:nvPr/>
        </p:nvGrpSpPr>
        <p:grpSpPr>
          <a:xfrm>
            <a:off x="7607302" y="4263656"/>
            <a:ext cx="1626480" cy="1776240"/>
            <a:chOff x="7607302" y="4263656"/>
            <a:chExt cx="1626480" cy="1776240"/>
          </a:xfrm>
        </p:grpSpPr>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B455AE8D-9331-7423-18FF-001885ED7197}"/>
                    </a:ext>
                  </a:extLst>
                </p14:cNvPr>
                <p14:cNvContentPartPr/>
                <p14:nvPr/>
              </p14:nvContentPartPr>
              <p14:xfrm>
                <a:off x="7607302" y="4350776"/>
                <a:ext cx="42120" cy="1643400"/>
              </p14:xfrm>
            </p:contentPart>
          </mc:Choice>
          <mc:Fallback>
            <p:pic>
              <p:nvPicPr>
                <p:cNvPr id="12" name="Ink 11">
                  <a:extLst>
                    <a:ext uri="{FF2B5EF4-FFF2-40B4-BE49-F238E27FC236}">
                      <a16:creationId xmlns:a16="http://schemas.microsoft.com/office/drawing/2014/main" id="{B455AE8D-9331-7423-18FF-001885ED7197}"/>
                    </a:ext>
                  </a:extLst>
                </p:cNvPr>
                <p:cNvPicPr/>
                <p:nvPr/>
              </p:nvPicPr>
              <p:blipFill>
                <a:blip r:embed="rId21"/>
                <a:stretch>
                  <a:fillRect/>
                </a:stretch>
              </p:blipFill>
              <p:spPr>
                <a:xfrm>
                  <a:off x="7598662" y="4342136"/>
                  <a:ext cx="59760" cy="16610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22FC0A8C-6170-C3AB-DBED-F31BCDC2DC33}"/>
                    </a:ext>
                  </a:extLst>
                </p14:cNvPr>
                <p14:cNvContentPartPr/>
                <p14:nvPr/>
              </p14:nvContentPartPr>
              <p14:xfrm>
                <a:off x="7607302" y="4284536"/>
                <a:ext cx="254520" cy="27720"/>
              </p14:xfrm>
            </p:contentPart>
          </mc:Choice>
          <mc:Fallback>
            <p:pic>
              <p:nvPicPr>
                <p:cNvPr id="13" name="Ink 12">
                  <a:extLst>
                    <a:ext uri="{FF2B5EF4-FFF2-40B4-BE49-F238E27FC236}">
                      <a16:creationId xmlns:a16="http://schemas.microsoft.com/office/drawing/2014/main" id="{22FC0A8C-6170-C3AB-DBED-F31BCDC2DC33}"/>
                    </a:ext>
                  </a:extLst>
                </p:cNvPr>
                <p:cNvPicPr/>
                <p:nvPr/>
              </p:nvPicPr>
              <p:blipFill>
                <a:blip r:embed="rId23"/>
                <a:stretch>
                  <a:fillRect/>
                </a:stretch>
              </p:blipFill>
              <p:spPr>
                <a:xfrm>
                  <a:off x="7598662" y="4275536"/>
                  <a:ext cx="27216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11BB1AB3-3FC1-A262-A9DA-698E6C9576B4}"/>
                    </a:ext>
                  </a:extLst>
                </p14:cNvPr>
                <p14:cNvContentPartPr/>
                <p14:nvPr/>
              </p14:nvContentPartPr>
              <p14:xfrm>
                <a:off x="7862182" y="4311176"/>
                <a:ext cx="100440" cy="1706400"/>
              </p14:xfrm>
            </p:contentPart>
          </mc:Choice>
          <mc:Fallback>
            <p:pic>
              <p:nvPicPr>
                <p:cNvPr id="14" name="Ink 13">
                  <a:extLst>
                    <a:ext uri="{FF2B5EF4-FFF2-40B4-BE49-F238E27FC236}">
                      <a16:creationId xmlns:a16="http://schemas.microsoft.com/office/drawing/2014/main" id="{11BB1AB3-3FC1-A262-A9DA-698E6C9576B4}"/>
                    </a:ext>
                  </a:extLst>
                </p:cNvPr>
                <p:cNvPicPr/>
                <p:nvPr/>
              </p:nvPicPr>
              <p:blipFill>
                <a:blip r:embed="rId25"/>
                <a:stretch>
                  <a:fillRect/>
                </a:stretch>
              </p:blipFill>
              <p:spPr>
                <a:xfrm>
                  <a:off x="7853542" y="4302536"/>
                  <a:ext cx="118080" cy="17240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50D061A2-2AB3-825F-369B-D0D466DDF199}"/>
                    </a:ext>
                  </a:extLst>
                </p14:cNvPr>
                <p14:cNvContentPartPr/>
                <p14:nvPr/>
              </p14:nvContentPartPr>
              <p14:xfrm>
                <a:off x="7757422" y="6012536"/>
                <a:ext cx="222480" cy="27000"/>
              </p14:xfrm>
            </p:contentPart>
          </mc:Choice>
          <mc:Fallback>
            <p:pic>
              <p:nvPicPr>
                <p:cNvPr id="15" name="Ink 14">
                  <a:extLst>
                    <a:ext uri="{FF2B5EF4-FFF2-40B4-BE49-F238E27FC236}">
                      <a16:creationId xmlns:a16="http://schemas.microsoft.com/office/drawing/2014/main" id="{50D061A2-2AB3-825F-369B-D0D466DDF199}"/>
                    </a:ext>
                  </a:extLst>
                </p:cNvPr>
                <p:cNvPicPr/>
                <p:nvPr/>
              </p:nvPicPr>
              <p:blipFill>
                <a:blip r:embed="rId27"/>
                <a:stretch>
                  <a:fillRect/>
                </a:stretch>
              </p:blipFill>
              <p:spPr>
                <a:xfrm>
                  <a:off x="7748422" y="6003536"/>
                  <a:ext cx="24012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50" name="Ink 49">
                  <a:extLst>
                    <a:ext uri="{FF2B5EF4-FFF2-40B4-BE49-F238E27FC236}">
                      <a16:creationId xmlns:a16="http://schemas.microsoft.com/office/drawing/2014/main" id="{C25252E9-C9E8-8CBC-8053-F957509DC893}"/>
                    </a:ext>
                  </a:extLst>
                </p14:cNvPr>
                <p14:cNvContentPartPr/>
                <p14:nvPr/>
              </p14:nvContentPartPr>
              <p14:xfrm>
                <a:off x="7728622" y="5845136"/>
                <a:ext cx="107280" cy="24480"/>
              </p14:xfrm>
            </p:contentPart>
          </mc:Choice>
          <mc:Fallback>
            <p:pic>
              <p:nvPicPr>
                <p:cNvPr id="50" name="Ink 49">
                  <a:extLst>
                    <a:ext uri="{FF2B5EF4-FFF2-40B4-BE49-F238E27FC236}">
                      <a16:creationId xmlns:a16="http://schemas.microsoft.com/office/drawing/2014/main" id="{C25252E9-C9E8-8CBC-8053-F957509DC893}"/>
                    </a:ext>
                  </a:extLst>
                </p:cNvPr>
                <p:cNvPicPr/>
                <p:nvPr/>
              </p:nvPicPr>
              <p:blipFill>
                <a:blip r:embed="rId29"/>
                <a:stretch>
                  <a:fillRect/>
                </a:stretch>
              </p:blipFill>
              <p:spPr>
                <a:xfrm>
                  <a:off x="7719982" y="5836136"/>
                  <a:ext cx="12492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51" name="Ink 50">
                  <a:extLst>
                    <a:ext uri="{FF2B5EF4-FFF2-40B4-BE49-F238E27FC236}">
                      <a16:creationId xmlns:a16="http://schemas.microsoft.com/office/drawing/2014/main" id="{26698F1D-239B-501B-D147-CEFC1D25A0DC}"/>
                    </a:ext>
                  </a:extLst>
                </p14:cNvPr>
                <p14:cNvContentPartPr/>
                <p14:nvPr/>
              </p14:nvContentPartPr>
              <p14:xfrm>
                <a:off x="7696942" y="5783936"/>
                <a:ext cx="132840" cy="122760"/>
              </p14:xfrm>
            </p:contentPart>
          </mc:Choice>
          <mc:Fallback>
            <p:pic>
              <p:nvPicPr>
                <p:cNvPr id="51" name="Ink 50">
                  <a:extLst>
                    <a:ext uri="{FF2B5EF4-FFF2-40B4-BE49-F238E27FC236}">
                      <a16:creationId xmlns:a16="http://schemas.microsoft.com/office/drawing/2014/main" id="{26698F1D-239B-501B-D147-CEFC1D25A0DC}"/>
                    </a:ext>
                  </a:extLst>
                </p:cNvPr>
                <p:cNvPicPr/>
                <p:nvPr/>
              </p:nvPicPr>
              <p:blipFill>
                <a:blip r:embed="rId31"/>
                <a:stretch>
                  <a:fillRect/>
                </a:stretch>
              </p:blipFill>
              <p:spPr>
                <a:xfrm>
                  <a:off x="7688302" y="5774936"/>
                  <a:ext cx="15048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52" name="Ink 51">
                  <a:extLst>
                    <a:ext uri="{FF2B5EF4-FFF2-40B4-BE49-F238E27FC236}">
                      <a16:creationId xmlns:a16="http://schemas.microsoft.com/office/drawing/2014/main" id="{DB88B4A7-EF29-DE58-6743-44C748E09384}"/>
                    </a:ext>
                  </a:extLst>
                </p14:cNvPr>
                <p14:cNvContentPartPr/>
                <p14:nvPr/>
              </p14:nvContentPartPr>
              <p14:xfrm>
                <a:off x="7764262" y="5693216"/>
                <a:ext cx="64080" cy="27360"/>
              </p14:xfrm>
            </p:contentPart>
          </mc:Choice>
          <mc:Fallback>
            <p:pic>
              <p:nvPicPr>
                <p:cNvPr id="52" name="Ink 51">
                  <a:extLst>
                    <a:ext uri="{FF2B5EF4-FFF2-40B4-BE49-F238E27FC236}">
                      <a16:creationId xmlns:a16="http://schemas.microsoft.com/office/drawing/2014/main" id="{DB88B4A7-EF29-DE58-6743-44C748E09384}"/>
                    </a:ext>
                  </a:extLst>
                </p:cNvPr>
                <p:cNvPicPr/>
                <p:nvPr/>
              </p:nvPicPr>
              <p:blipFill>
                <a:blip r:embed="rId33"/>
                <a:stretch>
                  <a:fillRect/>
                </a:stretch>
              </p:blipFill>
              <p:spPr>
                <a:xfrm>
                  <a:off x="7755622" y="5684576"/>
                  <a:ext cx="8172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53" name="Ink 52">
                  <a:extLst>
                    <a:ext uri="{FF2B5EF4-FFF2-40B4-BE49-F238E27FC236}">
                      <a16:creationId xmlns:a16="http://schemas.microsoft.com/office/drawing/2014/main" id="{E6B77E50-BA2C-A7F1-00DA-3A6F9DB50B55}"/>
                    </a:ext>
                  </a:extLst>
                </p14:cNvPr>
                <p14:cNvContentPartPr/>
                <p14:nvPr/>
              </p14:nvContentPartPr>
              <p14:xfrm>
                <a:off x="7705582" y="5677736"/>
                <a:ext cx="29880" cy="59040"/>
              </p14:xfrm>
            </p:contentPart>
          </mc:Choice>
          <mc:Fallback>
            <p:pic>
              <p:nvPicPr>
                <p:cNvPr id="53" name="Ink 52">
                  <a:extLst>
                    <a:ext uri="{FF2B5EF4-FFF2-40B4-BE49-F238E27FC236}">
                      <a16:creationId xmlns:a16="http://schemas.microsoft.com/office/drawing/2014/main" id="{E6B77E50-BA2C-A7F1-00DA-3A6F9DB50B55}"/>
                    </a:ext>
                  </a:extLst>
                </p:cNvPr>
                <p:cNvPicPr/>
                <p:nvPr/>
              </p:nvPicPr>
              <p:blipFill>
                <a:blip r:embed="rId35"/>
                <a:stretch>
                  <a:fillRect/>
                </a:stretch>
              </p:blipFill>
              <p:spPr>
                <a:xfrm>
                  <a:off x="7696582" y="5668736"/>
                  <a:ext cx="4752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54" name="Ink 53">
                  <a:extLst>
                    <a:ext uri="{FF2B5EF4-FFF2-40B4-BE49-F238E27FC236}">
                      <a16:creationId xmlns:a16="http://schemas.microsoft.com/office/drawing/2014/main" id="{16876162-48F7-F69D-F4AC-BC31BE5A28F6}"/>
                    </a:ext>
                  </a:extLst>
                </p14:cNvPr>
                <p14:cNvContentPartPr/>
                <p14:nvPr/>
              </p14:nvContentPartPr>
              <p14:xfrm>
                <a:off x="7757422" y="5671616"/>
                <a:ext cx="7920" cy="43560"/>
              </p14:xfrm>
            </p:contentPart>
          </mc:Choice>
          <mc:Fallback>
            <p:pic>
              <p:nvPicPr>
                <p:cNvPr id="54" name="Ink 53">
                  <a:extLst>
                    <a:ext uri="{FF2B5EF4-FFF2-40B4-BE49-F238E27FC236}">
                      <a16:creationId xmlns:a16="http://schemas.microsoft.com/office/drawing/2014/main" id="{16876162-48F7-F69D-F4AC-BC31BE5A28F6}"/>
                    </a:ext>
                  </a:extLst>
                </p:cNvPr>
                <p:cNvPicPr/>
                <p:nvPr/>
              </p:nvPicPr>
              <p:blipFill>
                <a:blip r:embed="rId37"/>
                <a:stretch>
                  <a:fillRect/>
                </a:stretch>
              </p:blipFill>
              <p:spPr>
                <a:xfrm>
                  <a:off x="7748782" y="5662976"/>
                  <a:ext cx="2556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55" name="Ink 54">
                  <a:extLst>
                    <a:ext uri="{FF2B5EF4-FFF2-40B4-BE49-F238E27FC236}">
                      <a16:creationId xmlns:a16="http://schemas.microsoft.com/office/drawing/2014/main" id="{08D218BA-EFCC-2773-B67A-1FF4C456EB2C}"/>
                    </a:ext>
                  </a:extLst>
                </p14:cNvPr>
                <p14:cNvContentPartPr/>
                <p14:nvPr/>
              </p14:nvContentPartPr>
              <p14:xfrm>
                <a:off x="7740502" y="5566136"/>
                <a:ext cx="80280" cy="27000"/>
              </p14:xfrm>
            </p:contentPart>
          </mc:Choice>
          <mc:Fallback>
            <p:pic>
              <p:nvPicPr>
                <p:cNvPr id="55" name="Ink 54">
                  <a:extLst>
                    <a:ext uri="{FF2B5EF4-FFF2-40B4-BE49-F238E27FC236}">
                      <a16:creationId xmlns:a16="http://schemas.microsoft.com/office/drawing/2014/main" id="{08D218BA-EFCC-2773-B67A-1FF4C456EB2C}"/>
                    </a:ext>
                  </a:extLst>
                </p:cNvPr>
                <p:cNvPicPr/>
                <p:nvPr/>
              </p:nvPicPr>
              <p:blipFill>
                <a:blip r:embed="rId39"/>
                <a:stretch>
                  <a:fillRect/>
                </a:stretch>
              </p:blipFill>
              <p:spPr>
                <a:xfrm>
                  <a:off x="7731502" y="5557136"/>
                  <a:ext cx="9792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56" name="Ink 55">
                  <a:extLst>
                    <a:ext uri="{FF2B5EF4-FFF2-40B4-BE49-F238E27FC236}">
                      <a16:creationId xmlns:a16="http://schemas.microsoft.com/office/drawing/2014/main" id="{F8FADFAD-1DC2-8BDA-7ED3-2F8BB2856477}"/>
                    </a:ext>
                  </a:extLst>
                </p14:cNvPr>
                <p14:cNvContentPartPr/>
                <p14:nvPr/>
              </p14:nvContentPartPr>
              <p14:xfrm>
                <a:off x="7692622" y="5544536"/>
                <a:ext cx="16200" cy="99000"/>
              </p14:xfrm>
            </p:contentPart>
          </mc:Choice>
          <mc:Fallback>
            <p:pic>
              <p:nvPicPr>
                <p:cNvPr id="56" name="Ink 55">
                  <a:extLst>
                    <a:ext uri="{FF2B5EF4-FFF2-40B4-BE49-F238E27FC236}">
                      <a16:creationId xmlns:a16="http://schemas.microsoft.com/office/drawing/2014/main" id="{F8FADFAD-1DC2-8BDA-7ED3-2F8BB2856477}"/>
                    </a:ext>
                  </a:extLst>
                </p:cNvPr>
                <p:cNvPicPr/>
                <p:nvPr/>
              </p:nvPicPr>
              <p:blipFill>
                <a:blip r:embed="rId41"/>
                <a:stretch>
                  <a:fillRect/>
                </a:stretch>
              </p:blipFill>
              <p:spPr>
                <a:xfrm>
                  <a:off x="7683982" y="5535896"/>
                  <a:ext cx="3384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58" name="Ink 57">
                  <a:extLst>
                    <a:ext uri="{FF2B5EF4-FFF2-40B4-BE49-F238E27FC236}">
                      <a16:creationId xmlns:a16="http://schemas.microsoft.com/office/drawing/2014/main" id="{E5E2FC6B-A821-3EFB-D2A7-B96D143CB8E3}"/>
                    </a:ext>
                  </a:extLst>
                </p14:cNvPr>
                <p14:cNvContentPartPr/>
                <p14:nvPr/>
              </p14:nvContentPartPr>
              <p14:xfrm>
                <a:off x="7779742" y="5353736"/>
                <a:ext cx="39960" cy="63360"/>
              </p14:xfrm>
            </p:contentPart>
          </mc:Choice>
          <mc:Fallback>
            <p:pic>
              <p:nvPicPr>
                <p:cNvPr id="58" name="Ink 57">
                  <a:extLst>
                    <a:ext uri="{FF2B5EF4-FFF2-40B4-BE49-F238E27FC236}">
                      <a16:creationId xmlns:a16="http://schemas.microsoft.com/office/drawing/2014/main" id="{E5E2FC6B-A821-3EFB-D2A7-B96D143CB8E3}"/>
                    </a:ext>
                  </a:extLst>
                </p:cNvPr>
                <p:cNvPicPr/>
                <p:nvPr/>
              </p:nvPicPr>
              <p:blipFill>
                <a:blip r:embed="rId43"/>
                <a:stretch>
                  <a:fillRect/>
                </a:stretch>
              </p:blipFill>
              <p:spPr>
                <a:xfrm>
                  <a:off x="7771102" y="5344736"/>
                  <a:ext cx="5760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9" name="Ink 58">
                  <a:extLst>
                    <a:ext uri="{FF2B5EF4-FFF2-40B4-BE49-F238E27FC236}">
                      <a16:creationId xmlns:a16="http://schemas.microsoft.com/office/drawing/2014/main" id="{26BBF45F-7386-91E8-61E1-E171687E8FA3}"/>
                    </a:ext>
                  </a:extLst>
                </p14:cNvPr>
                <p14:cNvContentPartPr/>
                <p14:nvPr/>
              </p14:nvContentPartPr>
              <p14:xfrm>
                <a:off x="7671742" y="5284256"/>
                <a:ext cx="195840" cy="38520"/>
              </p14:xfrm>
            </p:contentPart>
          </mc:Choice>
          <mc:Fallback>
            <p:pic>
              <p:nvPicPr>
                <p:cNvPr id="59" name="Ink 58">
                  <a:extLst>
                    <a:ext uri="{FF2B5EF4-FFF2-40B4-BE49-F238E27FC236}">
                      <a16:creationId xmlns:a16="http://schemas.microsoft.com/office/drawing/2014/main" id="{26BBF45F-7386-91E8-61E1-E171687E8FA3}"/>
                    </a:ext>
                  </a:extLst>
                </p:cNvPr>
                <p:cNvPicPr/>
                <p:nvPr/>
              </p:nvPicPr>
              <p:blipFill>
                <a:blip r:embed="rId45"/>
                <a:stretch>
                  <a:fillRect/>
                </a:stretch>
              </p:blipFill>
              <p:spPr>
                <a:xfrm>
                  <a:off x="7663102" y="5275256"/>
                  <a:ext cx="21348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60" name="Ink 59">
                  <a:extLst>
                    <a:ext uri="{FF2B5EF4-FFF2-40B4-BE49-F238E27FC236}">
                      <a16:creationId xmlns:a16="http://schemas.microsoft.com/office/drawing/2014/main" id="{4588D93F-02E9-C814-1862-1AE3CB0F319A}"/>
                    </a:ext>
                  </a:extLst>
                </p14:cNvPr>
                <p14:cNvContentPartPr/>
                <p14:nvPr/>
              </p14:nvContentPartPr>
              <p14:xfrm>
                <a:off x="7786582" y="5268416"/>
                <a:ext cx="33840" cy="86400"/>
              </p14:xfrm>
            </p:contentPart>
          </mc:Choice>
          <mc:Fallback>
            <p:pic>
              <p:nvPicPr>
                <p:cNvPr id="60" name="Ink 59">
                  <a:extLst>
                    <a:ext uri="{FF2B5EF4-FFF2-40B4-BE49-F238E27FC236}">
                      <a16:creationId xmlns:a16="http://schemas.microsoft.com/office/drawing/2014/main" id="{4588D93F-02E9-C814-1862-1AE3CB0F319A}"/>
                    </a:ext>
                  </a:extLst>
                </p:cNvPr>
                <p:cNvPicPr/>
                <p:nvPr/>
              </p:nvPicPr>
              <p:blipFill>
                <a:blip r:embed="rId47"/>
                <a:stretch>
                  <a:fillRect/>
                </a:stretch>
              </p:blipFill>
              <p:spPr>
                <a:xfrm>
                  <a:off x="7777942" y="5259416"/>
                  <a:ext cx="5148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61" name="Ink 60">
                  <a:extLst>
                    <a:ext uri="{FF2B5EF4-FFF2-40B4-BE49-F238E27FC236}">
                      <a16:creationId xmlns:a16="http://schemas.microsoft.com/office/drawing/2014/main" id="{3662BAC3-CC53-36FA-0FD3-7EEADFA575EB}"/>
                    </a:ext>
                  </a:extLst>
                </p14:cNvPr>
                <p14:cNvContentPartPr/>
                <p14:nvPr/>
              </p14:nvContentPartPr>
              <p14:xfrm>
                <a:off x="7679302" y="5082296"/>
                <a:ext cx="210960" cy="43200"/>
              </p14:xfrm>
            </p:contentPart>
          </mc:Choice>
          <mc:Fallback>
            <p:pic>
              <p:nvPicPr>
                <p:cNvPr id="61" name="Ink 60">
                  <a:extLst>
                    <a:ext uri="{FF2B5EF4-FFF2-40B4-BE49-F238E27FC236}">
                      <a16:creationId xmlns:a16="http://schemas.microsoft.com/office/drawing/2014/main" id="{3662BAC3-CC53-36FA-0FD3-7EEADFA575EB}"/>
                    </a:ext>
                  </a:extLst>
                </p:cNvPr>
                <p:cNvPicPr/>
                <p:nvPr/>
              </p:nvPicPr>
              <p:blipFill>
                <a:blip r:embed="rId49"/>
                <a:stretch>
                  <a:fillRect/>
                </a:stretch>
              </p:blipFill>
              <p:spPr>
                <a:xfrm>
                  <a:off x="7670302" y="5073296"/>
                  <a:ext cx="22860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62" name="Ink 61">
                  <a:extLst>
                    <a:ext uri="{FF2B5EF4-FFF2-40B4-BE49-F238E27FC236}">
                      <a16:creationId xmlns:a16="http://schemas.microsoft.com/office/drawing/2014/main" id="{6AB73E2C-9289-6D7F-1AE3-766F3E17B9DA}"/>
                    </a:ext>
                  </a:extLst>
                </p14:cNvPr>
                <p14:cNvContentPartPr/>
                <p14:nvPr/>
              </p14:nvContentPartPr>
              <p14:xfrm>
                <a:off x="7794862" y="5092736"/>
                <a:ext cx="15120" cy="58680"/>
              </p14:xfrm>
            </p:contentPart>
          </mc:Choice>
          <mc:Fallback>
            <p:pic>
              <p:nvPicPr>
                <p:cNvPr id="62" name="Ink 61">
                  <a:extLst>
                    <a:ext uri="{FF2B5EF4-FFF2-40B4-BE49-F238E27FC236}">
                      <a16:creationId xmlns:a16="http://schemas.microsoft.com/office/drawing/2014/main" id="{6AB73E2C-9289-6D7F-1AE3-766F3E17B9DA}"/>
                    </a:ext>
                  </a:extLst>
                </p:cNvPr>
                <p:cNvPicPr/>
                <p:nvPr/>
              </p:nvPicPr>
              <p:blipFill>
                <a:blip r:embed="rId51"/>
                <a:stretch>
                  <a:fillRect/>
                </a:stretch>
              </p:blipFill>
              <p:spPr>
                <a:xfrm>
                  <a:off x="7785862" y="5084096"/>
                  <a:ext cx="3276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63" name="Ink 62">
                  <a:extLst>
                    <a:ext uri="{FF2B5EF4-FFF2-40B4-BE49-F238E27FC236}">
                      <a16:creationId xmlns:a16="http://schemas.microsoft.com/office/drawing/2014/main" id="{B494655B-6873-5A8E-FE3F-3B2EF1767567}"/>
                    </a:ext>
                  </a:extLst>
                </p14:cNvPr>
                <p14:cNvContentPartPr/>
                <p14:nvPr/>
              </p14:nvContentPartPr>
              <p14:xfrm>
                <a:off x="7745182" y="5005976"/>
                <a:ext cx="69840" cy="50040"/>
              </p14:xfrm>
            </p:contentPart>
          </mc:Choice>
          <mc:Fallback>
            <p:pic>
              <p:nvPicPr>
                <p:cNvPr id="63" name="Ink 62">
                  <a:extLst>
                    <a:ext uri="{FF2B5EF4-FFF2-40B4-BE49-F238E27FC236}">
                      <a16:creationId xmlns:a16="http://schemas.microsoft.com/office/drawing/2014/main" id="{B494655B-6873-5A8E-FE3F-3B2EF1767567}"/>
                    </a:ext>
                  </a:extLst>
                </p:cNvPr>
                <p:cNvPicPr/>
                <p:nvPr/>
              </p:nvPicPr>
              <p:blipFill>
                <a:blip r:embed="rId53"/>
                <a:stretch>
                  <a:fillRect/>
                </a:stretch>
              </p:blipFill>
              <p:spPr>
                <a:xfrm>
                  <a:off x="7736542" y="4996976"/>
                  <a:ext cx="8748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64" name="Ink 63">
                  <a:extLst>
                    <a:ext uri="{FF2B5EF4-FFF2-40B4-BE49-F238E27FC236}">
                      <a16:creationId xmlns:a16="http://schemas.microsoft.com/office/drawing/2014/main" id="{D9B6F237-9E08-D8E5-D468-8108DEB7E8B1}"/>
                    </a:ext>
                  </a:extLst>
                </p14:cNvPr>
                <p14:cNvContentPartPr/>
                <p14:nvPr/>
              </p14:nvContentPartPr>
              <p14:xfrm>
                <a:off x="7758502" y="4910216"/>
                <a:ext cx="65160" cy="71640"/>
              </p14:xfrm>
            </p:contentPart>
          </mc:Choice>
          <mc:Fallback>
            <p:pic>
              <p:nvPicPr>
                <p:cNvPr id="64" name="Ink 63">
                  <a:extLst>
                    <a:ext uri="{FF2B5EF4-FFF2-40B4-BE49-F238E27FC236}">
                      <a16:creationId xmlns:a16="http://schemas.microsoft.com/office/drawing/2014/main" id="{D9B6F237-9E08-D8E5-D468-8108DEB7E8B1}"/>
                    </a:ext>
                  </a:extLst>
                </p:cNvPr>
                <p:cNvPicPr/>
                <p:nvPr/>
              </p:nvPicPr>
              <p:blipFill>
                <a:blip r:embed="rId55"/>
                <a:stretch>
                  <a:fillRect/>
                </a:stretch>
              </p:blipFill>
              <p:spPr>
                <a:xfrm>
                  <a:off x="7749502" y="4901216"/>
                  <a:ext cx="8280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6" name="Ink 65">
                  <a:extLst>
                    <a:ext uri="{FF2B5EF4-FFF2-40B4-BE49-F238E27FC236}">
                      <a16:creationId xmlns:a16="http://schemas.microsoft.com/office/drawing/2014/main" id="{7B11A91D-DF2B-0145-EB56-9A1CCBFC912A}"/>
                    </a:ext>
                  </a:extLst>
                </p14:cNvPr>
                <p14:cNvContentPartPr/>
                <p14:nvPr/>
              </p14:nvContentPartPr>
              <p14:xfrm>
                <a:off x="7772182" y="4756496"/>
                <a:ext cx="45000" cy="123840"/>
              </p14:xfrm>
            </p:contentPart>
          </mc:Choice>
          <mc:Fallback>
            <p:pic>
              <p:nvPicPr>
                <p:cNvPr id="66" name="Ink 65">
                  <a:extLst>
                    <a:ext uri="{FF2B5EF4-FFF2-40B4-BE49-F238E27FC236}">
                      <a16:creationId xmlns:a16="http://schemas.microsoft.com/office/drawing/2014/main" id="{7B11A91D-DF2B-0145-EB56-9A1CCBFC912A}"/>
                    </a:ext>
                  </a:extLst>
                </p:cNvPr>
                <p:cNvPicPr/>
                <p:nvPr/>
              </p:nvPicPr>
              <p:blipFill>
                <a:blip r:embed="rId57"/>
                <a:stretch>
                  <a:fillRect/>
                </a:stretch>
              </p:blipFill>
              <p:spPr>
                <a:xfrm>
                  <a:off x="7763542" y="4747856"/>
                  <a:ext cx="6264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67" name="Ink 66">
                  <a:extLst>
                    <a:ext uri="{FF2B5EF4-FFF2-40B4-BE49-F238E27FC236}">
                      <a16:creationId xmlns:a16="http://schemas.microsoft.com/office/drawing/2014/main" id="{FE6FD5A7-3693-CA06-3060-1BE5095F492A}"/>
                    </a:ext>
                  </a:extLst>
                </p14:cNvPr>
                <p14:cNvContentPartPr/>
                <p14:nvPr/>
              </p14:nvContentPartPr>
              <p14:xfrm>
                <a:off x="7749142" y="4676936"/>
                <a:ext cx="79560" cy="38520"/>
              </p14:xfrm>
            </p:contentPart>
          </mc:Choice>
          <mc:Fallback>
            <p:pic>
              <p:nvPicPr>
                <p:cNvPr id="67" name="Ink 66">
                  <a:extLst>
                    <a:ext uri="{FF2B5EF4-FFF2-40B4-BE49-F238E27FC236}">
                      <a16:creationId xmlns:a16="http://schemas.microsoft.com/office/drawing/2014/main" id="{FE6FD5A7-3693-CA06-3060-1BE5095F492A}"/>
                    </a:ext>
                  </a:extLst>
                </p:cNvPr>
                <p:cNvPicPr/>
                <p:nvPr/>
              </p:nvPicPr>
              <p:blipFill>
                <a:blip r:embed="rId59"/>
                <a:stretch>
                  <a:fillRect/>
                </a:stretch>
              </p:blipFill>
              <p:spPr>
                <a:xfrm>
                  <a:off x="7740502" y="4668296"/>
                  <a:ext cx="9720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9" name="Ink 68">
                  <a:extLst>
                    <a:ext uri="{FF2B5EF4-FFF2-40B4-BE49-F238E27FC236}">
                      <a16:creationId xmlns:a16="http://schemas.microsoft.com/office/drawing/2014/main" id="{5088B494-0068-A5DF-925E-18F55C32BD9B}"/>
                    </a:ext>
                  </a:extLst>
                </p14:cNvPr>
                <p14:cNvContentPartPr/>
                <p14:nvPr/>
              </p14:nvContentPartPr>
              <p14:xfrm>
                <a:off x="7723582" y="4414856"/>
                <a:ext cx="75960" cy="99000"/>
              </p14:xfrm>
            </p:contentPart>
          </mc:Choice>
          <mc:Fallback>
            <p:pic>
              <p:nvPicPr>
                <p:cNvPr id="69" name="Ink 68">
                  <a:extLst>
                    <a:ext uri="{FF2B5EF4-FFF2-40B4-BE49-F238E27FC236}">
                      <a16:creationId xmlns:a16="http://schemas.microsoft.com/office/drawing/2014/main" id="{5088B494-0068-A5DF-925E-18F55C32BD9B}"/>
                    </a:ext>
                  </a:extLst>
                </p:cNvPr>
                <p:cNvPicPr/>
                <p:nvPr/>
              </p:nvPicPr>
              <p:blipFill>
                <a:blip r:embed="rId61"/>
                <a:stretch>
                  <a:fillRect/>
                </a:stretch>
              </p:blipFill>
              <p:spPr>
                <a:xfrm>
                  <a:off x="7714942" y="4405856"/>
                  <a:ext cx="9360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71" name="Ink 70">
                  <a:extLst>
                    <a:ext uri="{FF2B5EF4-FFF2-40B4-BE49-F238E27FC236}">
                      <a16:creationId xmlns:a16="http://schemas.microsoft.com/office/drawing/2014/main" id="{231851E3-3EFC-27AB-A8A5-8CF31DDFB8EA}"/>
                    </a:ext>
                  </a:extLst>
                </p14:cNvPr>
                <p14:cNvContentPartPr/>
                <p14:nvPr/>
              </p14:nvContentPartPr>
              <p14:xfrm>
                <a:off x="7926262" y="4310816"/>
                <a:ext cx="231120" cy="21960"/>
              </p14:xfrm>
            </p:contentPart>
          </mc:Choice>
          <mc:Fallback>
            <p:pic>
              <p:nvPicPr>
                <p:cNvPr id="71" name="Ink 70">
                  <a:extLst>
                    <a:ext uri="{FF2B5EF4-FFF2-40B4-BE49-F238E27FC236}">
                      <a16:creationId xmlns:a16="http://schemas.microsoft.com/office/drawing/2014/main" id="{231851E3-3EFC-27AB-A8A5-8CF31DDFB8EA}"/>
                    </a:ext>
                  </a:extLst>
                </p:cNvPr>
                <p:cNvPicPr/>
                <p:nvPr/>
              </p:nvPicPr>
              <p:blipFill>
                <a:blip r:embed="rId63"/>
                <a:stretch>
                  <a:fillRect/>
                </a:stretch>
              </p:blipFill>
              <p:spPr>
                <a:xfrm>
                  <a:off x="7917622" y="4302176"/>
                  <a:ext cx="24876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73" name="Ink 72">
                  <a:extLst>
                    <a:ext uri="{FF2B5EF4-FFF2-40B4-BE49-F238E27FC236}">
                      <a16:creationId xmlns:a16="http://schemas.microsoft.com/office/drawing/2014/main" id="{1FED6A9B-227E-87B1-2EBC-BB9206A2BF9B}"/>
                    </a:ext>
                  </a:extLst>
                </p14:cNvPr>
                <p14:cNvContentPartPr/>
                <p14:nvPr/>
              </p14:nvContentPartPr>
              <p14:xfrm>
                <a:off x="8181502" y="4311176"/>
                <a:ext cx="70560" cy="1678680"/>
              </p14:xfrm>
            </p:contentPart>
          </mc:Choice>
          <mc:Fallback>
            <p:pic>
              <p:nvPicPr>
                <p:cNvPr id="73" name="Ink 72">
                  <a:extLst>
                    <a:ext uri="{FF2B5EF4-FFF2-40B4-BE49-F238E27FC236}">
                      <a16:creationId xmlns:a16="http://schemas.microsoft.com/office/drawing/2014/main" id="{1FED6A9B-227E-87B1-2EBC-BB9206A2BF9B}"/>
                    </a:ext>
                  </a:extLst>
                </p:cNvPr>
                <p:cNvPicPr/>
                <p:nvPr/>
              </p:nvPicPr>
              <p:blipFill>
                <a:blip r:embed="rId65"/>
                <a:stretch>
                  <a:fillRect/>
                </a:stretch>
              </p:blipFill>
              <p:spPr>
                <a:xfrm>
                  <a:off x="8172862" y="4302536"/>
                  <a:ext cx="88200" cy="16963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74" name="Ink 73">
                  <a:extLst>
                    <a:ext uri="{FF2B5EF4-FFF2-40B4-BE49-F238E27FC236}">
                      <a16:creationId xmlns:a16="http://schemas.microsoft.com/office/drawing/2014/main" id="{53E7ABA1-42C4-D543-9819-6BD3543E2C86}"/>
                    </a:ext>
                  </a:extLst>
                </p14:cNvPr>
                <p14:cNvContentPartPr/>
                <p14:nvPr/>
              </p14:nvContentPartPr>
              <p14:xfrm>
                <a:off x="7984942" y="6033776"/>
                <a:ext cx="218160" cy="6120"/>
              </p14:xfrm>
            </p:contentPart>
          </mc:Choice>
          <mc:Fallback>
            <p:pic>
              <p:nvPicPr>
                <p:cNvPr id="74" name="Ink 73">
                  <a:extLst>
                    <a:ext uri="{FF2B5EF4-FFF2-40B4-BE49-F238E27FC236}">
                      <a16:creationId xmlns:a16="http://schemas.microsoft.com/office/drawing/2014/main" id="{53E7ABA1-42C4-D543-9819-6BD3543E2C86}"/>
                    </a:ext>
                  </a:extLst>
                </p:cNvPr>
                <p:cNvPicPr/>
                <p:nvPr/>
              </p:nvPicPr>
              <p:blipFill>
                <a:blip r:embed="rId67"/>
                <a:stretch>
                  <a:fillRect/>
                </a:stretch>
              </p:blipFill>
              <p:spPr>
                <a:xfrm>
                  <a:off x="7976302" y="6024776"/>
                  <a:ext cx="23580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76" name="Ink 75">
                  <a:extLst>
                    <a:ext uri="{FF2B5EF4-FFF2-40B4-BE49-F238E27FC236}">
                      <a16:creationId xmlns:a16="http://schemas.microsoft.com/office/drawing/2014/main" id="{27CCB7D9-3958-D934-B4D5-B23B611BF4EE}"/>
                    </a:ext>
                  </a:extLst>
                </p14:cNvPr>
                <p14:cNvContentPartPr/>
                <p14:nvPr/>
              </p14:nvContentPartPr>
              <p14:xfrm>
                <a:off x="7990702" y="5356256"/>
                <a:ext cx="153360" cy="35640"/>
              </p14:xfrm>
            </p:contentPart>
          </mc:Choice>
          <mc:Fallback>
            <p:pic>
              <p:nvPicPr>
                <p:cNvPr id="76" name="Ink 75">
                  <a:extLst>
                    <a:ext uri="{FF2B5EF4-FFF2-40B4-BE49-F238E27FC236}">
                      <a16:creationId xmlns:a16="http://schemas.microsoft.com/office/drawing/2014/main" id="{27CCB7D9-3958-D934-B4D5-B23B611BF4EE}"/>
                    </a:ext>
                  </a:extLst>
                </p:cNvPr>
                <p:cNvPicPr/>
                <p:nvPr/>
              </p:nvPicPr>
              <p:blipFill>
                <a:blip r:embed="rId69"/>
                <a:stretch>
                  <a:fillRect/>
                </a:stretch>
              </p:blipFill>
              <p:spPr>
                <a:xfrm>
                  <a:off x="7982062" y="5347616"/>
                  <a:ext cx="17100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77" name="Ink 76">
                  <a:extLst>
                    <a:ext uri="{FF2B5EF4-FFF2-40B4-BE49-F238E27FC236}">
                      <a16:creationId xmlns:a16="http://schemas.microsoft.com/office/drawing/2014/main" id="{41641673-3D53-7605-65F0-4309E9705D51}"/>
                    </a:ext>
                  </a:extLst>
                </p14:cNvPr>
                <p14:cNvContentPartPr/>
                <p14:nvPr/>
              </p14:nvContentPartPr>
              <p14:xfrm>
                <a:off x="8067022" y="5342576"/>
                <a:ext cx="24480" cy="86400"/>
              </p14:xfrm>
            </p:contentPart>
          </mc:Choice>
          <mc:Fallback>
            <p:pic>
              <p:nvPicPr>
                <p:cNvPr id="77" name="Ink 76">
                  <a:extLst>
                    <a:ext uri="{FF2B5EF4-FFF2-40B4-BE49-F238E27FC236}">
                      <a16:creationId xmlns:a16="http://schemas.microsoft.com/office/drawing/2014/main" id="{41641673-3D53-7605-65F0-4309E9705D51}"/>
                    </a:ext>
                  </a:extLst>
                </p:cNvPr>
                <p:cNvPicPr/>
                <p:nvPr/>
              </p:nvPicPr>
              <p:blipFill>
                <a:blip r:embed="rId71"/>
                <a:stretch>
                  <a:fillRect/>
                </a:stretch>
              </p:blipFill>
              <p:spPr>
                <a:xfrm>
                  <a:off x="8058382" y="5333936"/>
                  <a:ext cx="4212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8" name="Ink 77">
                  <a:extLst>
                    <a:ext uri="{FF2B5EF4-FFF2-40B4-BE49-F238E27FC236}">
                      <a16:creationId xmlns:a16="http://schemas.microsoft.com/office/drawing/2014/main" id="{5FF60891-B54A-C7D7-EB64-070DDE43C55F}"/>
                    </a:ext>
                  </a:extLst>
                </p14:cNvPr>
                <p14:cNvContentPartPr/>
                <p14:nvPr/>
              </p14:nvContentPartPr>
              <p14:xfrm>
                <a:off x="8047222" y="5242136"/>
                <a:ext cx="61920" cy="53280"/>
              </p14:xfrm>
            </p:contentPart>
          </mc:Choice>
          <mc:Fallback>
            <p:pic>
              <p:nvPicPr>
                <p:cNvPr id="78" name="Ink 77">
                  <a:extLst>
                    <a:ext uri="{FF2B5EF4-FFF2-40B4-BE49-F238E27FC236}">
                      <a16:creationId xmlns:a16="http://schemas.microsoft.com/office/drawing/2014/main" id="{5FF60891-B54A-C7D7-EB64-070DDE43C55F}"/>
                    </a:ext>
                  </a:extLst>
                </p:cNvPr>
                <p:cNvPicPr/>
                <p:nvPr/>
              </p:nvPicPr>
              <p:blipFill>
                <a:blip r:embed="rId73"/>
                <a:stretch>
                  <a:fillRect/>
                </a:stretch>
              </p:blipFill>
              <p:spPr>
                <a:xfrm>
                  <a:off x="8038582" y="5233496"/>
                  <a:ext cx="7956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9" name="Ink 78">
                  <a:extLst>
                    <a:ext uri="{FF2B5EF4-FFF2-40B4-BE49-F238E27FC236}">
                      <a16:creationId xmlns:a16="http://schemas.microsoft.com/office/drawing/2014/main" id="{4A748999-5789-FD27-A643-89266933F685}"/>
                    </a:ext>
                  </a:extLst>
                </p14:cNvPr>
                <p14:cNvContentPartPr/>
                <p14:nvPr/>
              </p14:nvContentPartPr>
              <p14:xfrm>
                <a:off x="8058742" y="5072216"/>
                <a:ext cx="78840" cy="97920"/>
              </p14:xfrm>
            </p:contentPart>
          </mc:Choice>
          <mc:Fallback>
            <p:pic>
              <p:nvPicPr>
                <p:cNvPr id="79" name="Ink 78">
                  <a:extLst>
                    <a:ext uri="{FF2B5EF4-FFF2-40B4-BE49-F238E27FC236}">
                      <a16:creationId xmlns:a16="http://schemas.microsoft.com/office/drawing/2014/main" id="{4A748999-5789-FD27-A643-89266933F685}"/>
                    </a:ext>
                  </a:extLst>
                </p:cNvPr>
                <p:cNvPicPr/>
                <p:nvPr/>
              </p:nvPicPr>
              <p:blipFill>
                <a:blip r:embed="rId75"/>
                <a:stretch>
                  <a:fillRect/>
                </a:stretch>
              </p:blipFill>
              <p:spPr>
                <a:xfrm>
                  <a:off x="8050102" y="5063216"/>
                  <a:ext cx="9648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80" name="Ink 79">
                  <a:extLst>
                    <a:ext uri="{FF2B5EF4-FFF2-40B4-BE49-F238E27FC236}">
                      <a16:creationId xmlns:a16="http://schemas.microsoft.com/office/drawing/2014/main" id="{DDD37204-0D14-A317-D011-BFB554B1031E}"/>
                    </a:ext>
                  </a:extLst>
                </p14:cNvPr>
                <p14:cNvContentPartPr/>
                <p14:nvPr/>
              </p14:nvContentPartPr>
              <p14:xfrm>
                <a:off x="8043262" y="4924256"/>
                <a:ext cx="77400" cy="142200"/>
              </p14:xfrm>
            </p:contentPart>
          </mc:Choice>
          <mc:Fallback>
            <p:pic>
              <p:nvPicPr>
                <p:cNvPr id="80" name="Ink 79">
                  <a:extLst>
                    <a:ext uri="{FF2B5EF4-FFF2-40B4-BE49-F238E27FC236}">
                      <a16:creationId xmlns:a16="http://schemas.microsoft.com/office/drawing/2014/main" id="{DDD37204-0D14-A317-D011-BFB554B1031E}"/>
                    </a:ext>
                  </a:extLst>
                </p:cNvPr>
                <p:cNvPicPr/>
                <p:nvPr/>
              </p:nvPicPr>
              <p:blipFill>
                <a:blip r:embed="rId77"/>
                <a:stretch>
                  <a:fillRect/>
                </a:stretch>
              </p:blipFill>
              <p:spPr>
                <a:xfrm>
                  <a:off x="8034622" y="4915616"/>
                  <a:ext cx="9504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81" name="Ink 80">
                  <a:extLst>
                    <a:ext uri="{FF2B5EF4-FFF2-40B4-BE49-F238E27FC236}">
                      <a16:creationId xmlns:a16="http://schemas.microsoft.com/office/drawing/2014/main" id="{85069CB4-FA5B-4435-7C5F-20AB9A49659C}"/>
                    </a:ext>
                  </a:extLst>
                </p14:cNvPr>
                <p14:cNvContentPartPr/>
                <p14:nvPr/>
              </p14:nvContentPartPr>
              <p14:xfrm>
                <a:off x="8029582" y="4806536"/>
                <a:ext cx="98280" cy="67680"/>
              </p14:xfrm>
            </p:contentPart>
          </mc:Choice>
          <mc:Fallback>
            <p:pic>
              <p:nvPicPr>
                <p:cNvPr id="81" name="Ink 80">
                  <a:extLst>
                    <a:ext uri="{FF2B5EF4-FFF2-40B4-BE49-F238E27FC236}">
                      <a16:creationId xmlns:a16="http://schemas.microsoft.com/office/drawing/2014/main" id="{85069CB4-FA5B-4435-7C5F-20AB9A49659C}"/>
                    </a:ext>
                  </a:extLst>
                </p:cNvPr>
                <p:cNvPicPr/>
                <p:nvPr/>
              </p:nvPicPr>
              <p:blipFill>
                <a:blip r:embed="rId79"/>
                <a:stretch>
                  <a:fillRect/>
                </a:stretch>
              </p:blipFill>
              <p:spPr>
                <a:xfrm>
                  <a:off x="8020582" y="4797536"/>
                  <a:ext cx="11592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82" name="Ink 81">
                  <a:extLst>
                    <a:ext uri="{FF2B5EF4-FFF2-40B4-BE49-F238E27FC236}">
                      <a16:creationId xmlns:a16="http://schemas.microsoft.com/office/drawing/2014/main" id="{F74DA15F-C18D-B9AB-91D4-6E36E91BE065}"/>
                    </a:ext>
                  </a:extLst>
                </p14:cNvPr>
                <p14:cNvContentPartPr/>
                <p14:nvPr/>
              </p14:nvContentPartPr>
              <p14:xfrm>
                <a:off x="8001142" y="4599896"/>
                <a:ext cx="93960" cy="78480"/>
              </p14:xfrm>
            </p:contentPart>
          </mc:Choice>
          <mc:Fallback>
            <p:pic>
              <p:nvPicPr>
                <p:cNvPr id="82" name="Ink 81">
                  <a:extLst>
                    <a:ext uri="{FF2B5EF4-FFF2-40B4-BE49-F238E27FC236}">
                      <a16:creationId xmlns:a16="http://schemas.microsoft.com/office/drawing/2014/main" id="{F74DA15F-C18D-B9AB-91D4-6E36E91BE065}"/>
                    </a:ext>
                  </a:extLst>
                </p:cNvPr>
                <p:cNvPicPr/>
                <p:nvPr/>
              </p:nvPicPr>
              <p:blipFill>
                <a:blip r:embed="rId81"/>
                <a:stretch>
                  <a:fillRect/>
                </a:stretch>
              </p:blipFill>
              <p:spPr>
                <a:xfrm>
                  <a:off x="7992502" y="4591256"/>
                  <a:ext cx="11160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3" name="Ink 82">
                  <a:extLst>
                    <a:ext uri="{FF2B5EF4-FFF2-40B4-BE49-F238E27FC236}">
                      <a16:creationId xmlns:a16="http://schemas.microsoft.com/office/drawing/2014/main" id="{C92E8904-5B76-4558-B7D5-D1460813DCA9}"/>
                    </a:ext>
                  </a:extLst>
                </p14:cNvPr>
                <p14:cNvContentPartPr/>
                <p14:nvPr/>
              </p14:nvContentPartPr>
              <p14:xfrm>
                <a:off x="7990342" y="4516376"/>
                <a:ext cx="94680" cy="29160"/>
              </p14:xfrm>
            </p:contentPart>
          </mc:Choice>
          <mc:Fallback>
            <p:pic>
              <p:nvPicPr>
                <p:cNvPr id="83" name="Ink 82">
                  <a:extLst>
                    <a:ext uri="{FF2B5EF4-FFF2-40B4-BE49-F238E27FC236}">
                      <a16:creationId xmlns:a16="http://schemas.microsoft.com/office/drawing/2014/main" id="{C92E8904-5B76-4558-B7D5-D1460813DCA9}"/>
                    </a:ext>
                  </a:extLst>
                </p:cNvPr>
                <p:cNvPicPr/>
                <p:nvPr/>
              </p:nvPicPr>
              <p:blipFill>
                <a:blip r:embed="rId83"/>
                <a:stretch>
                  <a:fillRect/>
                </a:stretch>
              </p:blipFill>
              <p:spPr>
                <a:xfrm>
                  <a:off x="7981342" y="4507376"/>
                  <a:ext cx="11232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84" name="Ink 83">
                  <a:extLst>
                    <a:ext uri="{FF2B5EF4-FFF2-40B4-BE49-F238E27FC236}">
                      <a16:creationId xmlns:a16="http://schemas.microsoft.com/office/drawing/2014/main" id="{295007A3-91F4-DCA1-7DBC-218D1FFADEA7}"/>
                    </a:ext>
                  </a:extLst>
                </p14:cNvPr>
                <p14:cNvContentPartPr/>
                <p14:nvPr/>
              </p14:nvContentPartPr>
              <p14:xfrm>
                <a:off x="8036062" y="4486856"/>
                <a:ext cx="18360" cy="65520"/>
              </p14:xfrm>
            </p:contentPart>
          </mc:Choice>
          <mc:Fallback>
            <p:pic>
              <p:nvPicPr>
                <p:cNvPr id="84" name="Ink 83">
                  <a:extLst>
                    <a:ext uri="{FF2B5EF4-FFF2-40B4-BE49-F238E27FC236}">
                      <a16:creationId xmlns:a16="http://schemas.microsoft.com/office/drawing/2014/main" id="{295007A3-91F4-DCA1-7DBC-218D1FFADEA7}"/>
                    </a:ext>
                  </a:extLst>
                </p:cNvPr>
                <p:cNvPicPr/>
                <p:nvPr/>
              </p:nvPicPr>
              <p:blipFill>
                <a:blip r:embed="rId85"/>
                <a:stretch>
                  <a:fillRect/>
                </a:stretch>
              </p:blipFill>
              <p:spPr>
                <a:xfrm>
                  <a:off x="8027422" y="4477856"/>
                  <a:ext cx="3600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5" name="Ink 84">
                  <a:extLst>
                    <a:ext uri="{FF2B5EF4-FFF2-40B4-BE49-F238E27FC236}">
                      <a16:creationId xmlns:a16="http://schemas.microsoft.com/office/drawing/2014/main" id="{5902C80E-D3F6-58FC-130F-8F0D42C77DD4}"/>
                    </a:ext>
                  </a:extLst>
                </p14:cNvPr>
                <p14:cNvContentPartPr/>
                <p14:nvPr/>
              </p14:nvContentPartPr>
              <p14:xfrm>
                <a:off x="7990342" y="4369136"/>
                <a:ext cx="133560" cy="38160"/>
              </p14:xfrm>
            </p:contentPart>
          </mc:Choice>
          <mc:Fallback>
            <p:pic>
              <p:nvPicPr>
                <p:cNvPr id="85" name="Ink 84">
                  <a:extLst>
                    <a:ext uri="{FF2B5EF4-FFF2-40B4-BE49-F238E27FC236}">
                      <a16:creationId xmlns:a16="http://schemas.microsoft.com/office/drawing/2014/main" id="{5902C80E-D3F6-58FC-130F-8F0D42C77DD4}"/>
                    </a:ext>
                  </a:extLst>
                </p:cNvPr>
                <p:cNvPicPr/>
                <p:nvPr/>
              </p:nvPicPr>
              <p:blipFill>
                <a:blip r:embed="rId87"/>
                <a:stretch>
                  <a:fillRect/>
                </a:stretch>
              </p:blipFill>
              <p:spPr>
                <a:xfrm>
                  <a:off x="7981342" y="4360136"/>
                  <a:ext cx="15120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7" name="Ink 86">
                  <a:extLst>
                    <a:ext uri="{FF2B5EF4-FFF2-40B4-BE49-F238E27FC236}">
                      <a16:creationId xmlns:a16="http://schemas.microsoft.com/office/drawing/2014/main" id="{D9EA1E8A-B48C-5049-085E-6D90D71F1189}"/>
                    </a:ext>
                  </a:extLst>
                </p14:cNvPr>
                <p14:cNvContentPartPr/>
                <p14:nvPr/>
              </p14:nvContentPartPr>
              <p14:xfrm>
                <a:off x="8293102" y="4278416"/>
                <a:ext cx="212760" cy="17640"/>
              </p14:xfrm>
            </p:contentPart>
          </mc:Choice>
          <mc:Fallback>
            <p:pic>
              <p:nvPicPr>
                <p:cNvPr id="87" name="Ink 86">
                  <a:extLst>
                    <a:ext uri="{FF2B5EF4-FFF2-40B4-BE49-F238E27FC236}">
                      <a16:creationId xmlns:a16="http://schemas.microsoft.com/office/drawing/2014/main" id="{D9EA1E8A-B48C-5049-085E-6D90D71F1189}"/>
                    </a:ext>
                  </a:extLst>
                </p:cNvPr>
                <p:cNvPicPr/>
                <p:nvPr/>
              </p:nvPicPr>
              <p:blipFill>
                <a:blip r:embed="rId89"/>
                <a:stretch>
                  <a:fillRect/>
                </a:stretch>
              </p:blipFill>
              <p:spPr>
                <a:xfrm>
                  <a:off x="8284462" y="4269416"/>
                  <a:ext cx="23040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8" name="Ink 87">
                  <a:extLst>
                    <a:ext uri="{FF2B5EF4-FFF2-40B4-BE49-F238E27FC236}">
                      <a16:creationId xmlns:a16="http://schemas.microsoft.com/office/drawing/2014/main" id="{7D6417D4-B6B8-DAB2-29BD-DD01801D42D6}"/>
                    </a:ext>
                  </a:extLst>
                </p14:cNvPr>
                <p14:cNvContentPartPr/>
                <p14:nvPr/>
              </p14:nvContentPartPr>
              <p14:xfrm>
                <a:off x="8526742" y="4263656"/>
                <a:ext cx="91440" cy="1528560"/>
              </p14:xfrm>
            </p:contentPart>
          </mc:Choice>
          <mc:Fallback>
            <p:pic>
              <p:nvPicPr>
                <p:cNvPr id="88" name="Ink 87">
                  <a:extLst>
                    <a:ext uri="{FF2B5EF4-FFF2-40B4-BE49-F238E27FC236}">
                      <a16:creationId xmlns:a16="http://schemas.microsoft.com/office/drawing/2014/main" id="{7D6417D4-B6B8-DAB2-29BD-DD01801D42D6}"/>
                    </a:ext>
                  </a:extLst>
                </p:cNvPr>
                <p:cNvPicPr/>
                <p:nvPr/>
              </p:nvPicPr>
              <p:blipFill>
                <a:blip r:embed="rId91"/>
                <a:stretch>
                  <a:fillRect/>
                </a:stretch>
              </p:blipFill>
              <p:spPr>
                <a:xfrm>
                  <a:off x="8518102" y="4254656"/>
                  <a:ext cx="109080" cy="15462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90" name="Ink 89">
                  <a:extLst>
                    <a:ext uri="{FF2B5EF4-FFF2-40B4-BE49-F238E27FC236}">
                      <a16:creationId xmlns:a16="http://schemas.microsoft.com/office/drawing/2014/main" id="{F44BAB1B-5466-5591-FB64-60BD90C3A792}"/>
                    </a:ext>
                  </a:extLst>
                </p14:cNvPr>
                <p14:cNvContentPartPr/>
                <p14:nvPr/>
              </p14:nvContentPartPr>
              <p14:xfrm>
                <a:off x="8239102" y="4316576"/>
                <a:ext cx="255240" cy="1711800"/>
              </p14:xfrm>
            </p:contentPart>
          </mc:Choice>
          <mc:Fallback>
            <p:pic>
              <p:nvPicPr>
                <p:cNvPr id="90" name="Ink 89">
                  <a:extLst>
                    <a:ext uri="{FF2B5EF4-FFF2-40B4-BE49-F238E27FC236}">
                      <a16:creationId xmlns:a16="http://schemas.microsoft.com/office/drawing/2014/main" id="{F44BAB1B-5466-5591-FB64-60BD90C3A792}"/>
                    </a:ext>
                  </a:extLst>
                </p:cNvPr>
                <p:cNvPicPr/>
                <p:nvPr/>
              </p:nvPicPr>
              <p:blipFill>
                <a:blip r:embed="rId93"/>
                <a:stretch>
                  <a:fillRect/>
                </a:stretch>
              </p:blipFill>
              <p:spPr>
                <a:xfrm>
                  <a:off x="8230462" y="4307936"/>
                  <a:ext cx="272880" cy="17294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91" name="Ink 90">
                  <a:extLst>
                    <a:ext uri="{FF2B5EF4-FFF2-40B4-BE49-F238E27FC236}">
                      <a16:creationId xmlns:a16="http://schemas.microsoft.com/office/drawing/2014/main" id="{06CD4477-81F2-CC00-9377-5EB8282D1451}"/>
                    </a:ext>
                  </a:extLst>
                </p14:cNvPr>
                <p14:cNvContentPartPr/>
                <p14:nvPr/>
              </p14:nvContentPartPr>
              <p14:xfrm>
                <a:off x="8536822" y="5824616"/>
                <a:ext cx="22680" cy="175320"/>
              </p14:xfrm>
            </p:contentPart>
          </mc:Choice>
          <mc:Fallback>
            <p:pic>
              <p:nvPicPr>
                <p:cNvPr id="91" name="Ink 90">
                  <a:extLst>
                    <a:ext uri="{FF2B5EF4-FFF2-40B4-BE49-F238E27FC236}">
                      <a16:creationId xmlns:a16="http://schemas.microsoft.com/office/drawing/2014/main" id="{06CD4477-81F2-CC00-9377-5EB8282D1451}"/>
                    </a:ext>
                  </a:extLst>
                </p:cNvPr>
                <p:cNvPicPr/>
                <p:nvPr/>
              </p:nvPicPr>
              <p:blipFill>
                <a:blip r:embed="rId95"/>
                <a:stretch>
                  <a:fillRect/>
                </a:stretch>
              </p:blipFill>
              <p:spPr>
                <a:xfrm>
                  <a:off x="8528182" y="5815976"/>
                  <a:ext cx="4032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3" name="Ink 92">
                  <a:extLst>
                    <a:ext uri="{FF2B5EF4-FFF2-40B4-BE49-F238E27FC236}">
                      <a16:creationId xmlns:a16="http://schemas.microsoft.com/office/drawing/2014/main" id="{7489A876-886A-6350-7CC1-E7877DFB71C7}"/>
                    </a:ext>
                  </a:extLst>
                </p14:cNvPr>
                <p14:cNvContentPartPr/>
                <p14:nvPr/>
              </p14:nvContentPartPr>
              <p14:xfrm>
                <a:off x="8367262" y="4669376"/>
                <a:ext cx="89640" cy="88920"/>
              </p14:xfrm>
            </p:contentPart>
          </mc:Choice>
          <mc:Fallback>
            <p:pic>
              <p:nvPicPr>
                <p:cNvPr id="93" name="Ink 92">
                  <a:extLst>
                    <a:ext uri="{FF2B5EF4-FFF2-40B4-BE49-F238E27FC236}">
                      <a16:creationId xmlns:a16="http://schemas.microsoft.com/office/drawing/2014/main" id="{7489A876-886A-6350-7CC1-E7877DFB71C7}"/>
                    </a:ext>
                  </a:extLst>
                </p:cNvPr>
                <p:cNvPicPr/>
                <p:nvPr/>
              </p:nvPicPr>
              <p:blipFill>
                <a:blip r:embed="rId97"/>
                <a:stretch>
                  <a:fillRect/>
                </a:stretch>
              </p:blipFill>
              <p:spPr>
                <a:xfrm>
                  <a:off x="8358262" y="4660376"/>
                  <a:ext cx="10728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94" name="Ink 93">
                  <a:extLst>
                    <a:ext uri="{FF2B5EF4-FFF2-40B4-BE49-F238E27FC236}">
                      <a16:creationId xmlns:a16="http://schemas.microsoft.com/office/drawing/2014/main" id="{3725191F-355E-CF99-EE41-A04A4A411B40}"/>
                    </a:ext>
                  </a:extLst>
                </p14:cNvPr>
                <p14:cNvContentPartPr/>
                <p14:nvPr/>
              </p14:nvContentPartPr>
              <p14:xfrm>
                <a:off x="8346382" y="4566416"/>
                <a:ext cx="106200" cy="37800"/>
              </p14:xfrm>
            </p:contentPart>
          </mc:Choice>
          <mc:Fallback>
            <p:pic>
              <p:nvPicPr>
                <p:cNvPr id="94" name="Ink 93">
                  <a:extLst>
                    <a:ext uri="{FF2B5EF4-FFF2-40B4-BE49-F238E27FC236}">
                      <a16:creationId xmlns:a16="http://schemas.microsoft.com/office/drawing/2014/main" id="{3725191F-355E-CF99-EE41-A04A4A411B40}"/>
                    </a:ext>
                  </a:extLst>
                </p:cNvPr>
                <p:cNvPicPr/>
                <p:nvPr/>
              </p:nvPicPr>
              <p:blipFill>
                <a:blip r:embed="rId99"/>
                <a:stretch>
                  <a:fillRect/>
                </a:stretch>
              </p:blipFill>
              <p:spPr>
                <a:xfrm>
                  <a:off x="8337382" y="4557416"/>
                  <a:ext cx="12384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95" name="Ink 94">
                  <a:extLst>
                    <a:ext uri="{FF2B5EF4-FFF2-40B4-BE49-F238E27FC236}">
                      <a16:creationId xmlns:a16="http://schemas.microsoft.com/office/drawing/2014/main" id="{35A15AC3-ADFA-274A-5AD0-8942512F3C56}"/>
                    </a:ext>
                  </a:extLst>
                </p14:cNvPr>
                <p14:cNvContentPartPr/>
                <p14:nvPr/>
              </p14:nvContentPartPr>
              <p14:xfrm>
                <a:off x="8419102" y="4529336"/>
                <a:ext cx="7560" cy="52560"/>
              </p14:xfrm>
            </p:contentPart>
          </mc:Choice>
          <mc:Fallback>
            <p:pic>
              <p:nvPicPr>
                <p:cNvPr id="95" name="Ink 94">
                  <a:extLst>
                    <a:ext uri="{FF2B5EF4-FFF2-40B4-BE49-F238E27FC236}">
                      <a16:creationId xmlns:a16="http://schemas.microsoft.com/office/drawing/2014/main" id="{35A15AC3-ADFA-274A-5AD0-8942512F3C56}"/>
                    </a:ext>
                  </a:extLst>
                </p:cNvPr>
                <p:cNvPicPr/>
                <p:nvPr/>
              </p:nvPicPr>
              <p:blipFill>
                <a:blip r:embed="rId101"/>
                <a:stretch>
                  <a:fillRect/>
                </a:stretch>
              </p:blipFill>
              <p:spPr>
                <a:xfrm>
                  <a:off x="8410102" y="4520336"/>
                  <a:ext cx="2520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96" name="Ink 95">
                  <a:extLst>
                    <a:ext uri="{FF2B5EF4-FFF2-40B4-BE49-F238E27FC236}">
                      <a16:creationId xmlns:a16="http://schemas.microsoft.com/office/drawing/2014/main" id="{E34D37A6-2C80-609C-7618-677CCB31E430}"/>
                    </a:ext>
                  </a:extLst>
                </p14:cNvPr>
                <p14:cNvContentPartPr/>
                <p14:nvPr/>
              </p14:nvContentPartPr>
              <p14:xfrm>
                <a:off x="8360782" y="4407656"/>
                <a:ext cx="93240" cy="79560"/>
              </p14:xfrm>
            </p:contentPart>
          </mc:Choice>
          <mc:Fallback>
            <p:pic>
              <p:nvPicPr>
                <p:cNvPr id="96" name="Ink 95">
                  <a:extLst>
                    <a:ext uri="{FF2B5EF4-FFF2-40B4-BE49-F238E27FC236}">
                      <a16:creationId xmlns:a16="http://schemas.microsoft.com/office/drawing/2014/main" id="{E34D37A6-2C80-609C-7618-677CCB31E430}"/>
                    </a:ext>
                  </a:extLst>
                </p:cNvPr>
                <p:cNvPicPr/>
                <p:nvPr/>
              </p:nvPicPr>
              <p:blipFill>
                <a:blip r:embed="rId103"/>
                <a:stretch>
                  <a:fillRect/>
                </a:stretch>
              </p:blipFill>
              <p:spPr>
                <a:xfrm>
                  <a:off x="8352142" y="4399016"/>
                  <a:ext cx="11088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98" name="Ink 97">
                  <a:extLst>
                    <a:ext uri="{FF2B5EF4-FFF2-40B4-BE49-F238E27FC236}">
                      <a16:creationId xmlns:a16="http://schemas.microsoft.com/office/drawing/2014/main" id="{C819B3DA-CF3D-67AA-7D13-17AC43B4F9CF}"/>
                    </a:ext>
                  </a:extLst>
                </p14:cNvPr>
                <p14:cNvContentPartPr/>
                <p14:nvPr/>
              </p14:nvContentPartPr>
              <p14:xfrm>
                <a:off x="8782342" y="4904816"/>
                <a:ext cx="10800" cy="2520"/>
              </p14:xfrm>
            </p:contentPart>
          </mc:Choice>
          <mc:Fallback>
            <p:pic>
              <p:nvPicPr>
                <p:cNvPr id="98" name="Ink 97">
                  <a:extLst>
                    <a:ext uri="{FF2B5EF4-FFF2-40B4-BE49-F238E27FC236}">
                      <a16:creationId xmlns:a16="http://schemas.microsoft.com/office/drawing/2014/main" id="{C819B3DA-CF3D-67AA-7D13-17AC43B4F9CF}"/>
                    </a:ext>
                  </a:extLst>
                </p:cNvPr>
                <p:cNvPicPr/>
                <p:nvPr/>
              </p:nvPicPr>
              <p:blipFill>
                <a:blip r:embed="rId105"/>
                <a:stretch>
                  <a:fillRect/>
                </a:stretch>
              </p:blipFill>
              <p:spPr>
                <a:xfrm>
                  <a:off x="8773342" y="4895816"/>
                  <a:ext cx="2844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99" name="Ink 98">
                  <a:extLst>
                    <a:ext uri="{FF2B5EF4-FFF2-40B4-BE49-F238E27FC236}">
                      <a16:creationId xmlns:a16="http://schemas.microsoft.com/office/drawing/2014/main" id="{69FBDC10-239F-1A72-BA00-15FD683FC728}"/>
                    </a:ext>
                  </a:extLst>
                </p14:cNvPr>
                <p14:cNvContentPartPr/>
                <p14:nvPr/>
              </p14:nvContentPartPr>
              <p14:xfrm>
                <a:off x="8893942" y="4906616"/>
                <a:ext cx="360" cy="360"/>
              </p14:xfrm>
            </p:contentPart>
          </mc:Choice>
          <mc:Fallback>
            <p:pic>
              <p:nvPicPr>
                <p:cNvPr id="99" name="Ink 98">
                  <a:extLst>
                    <a:ext uri="{FF2B5EF4-FFF2-40B4-BE49-F238E27FC236}">
                      <a16:creationId xmlns:a16="http://schemas.microsoft.com/office/drawing/2014/main" id="{69FBDC10-239F-1A72-BA00-15FD683FC728}"/>
                    </a:ext>
                  </a:extLst>
                </p:cNvPr>
                <p:cNvPicPr/>
                <p:nvPr/>
              </p:nvPicPr>
              <p:blipFill>
                <a:blip r:embed="rId107"/>
                <a:stretch>
                  <a:fillRect/>
                </a:stretch>
              </p:blipFill>
              <p:spPr>
                <a:xfrm>
                  <a:off x="8885302" y="489797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00" name="Ink 99">
                  <a:extLst>
                    <a:ext uri="{FF2B5EF4-FFF2-40B4-BE49-F238E27FC236}">
                      <a16:creationId xmlns:a16="http://schemas.microsoft.com/office/drawing/2014/main" id="{47406796-C87D-6043-82BE-39649BC94BE2}"/>
                    </a:ext>
                  </a:extLst>
                </p14:cNvPr>
                <p14:cNvContentPartPr/>
                <p14:nvPr/>
              </p14:nvContentPartPr>
              <p14:xfrm>
                <a:off x="8952262" y="4907336"/>
                <a:ext cx="281520" cy="16200"/>
              </p14:xfrm>
            </p:contentPart>
          </mc:Choice>
          <mc:Fallback>
            <p:pic>
              <p:nvPicPr>
                <p:cNvPr id="100" name="Ink 99">
                  <a:extLst>
                    <a:ext uri="{FF2B5EF4-FFF2-40B4-BE49-F238E27FC236}">
                      <a16:creationId xmlns:a16="http://schemas.microsoft.com/office/drawing/2014/main" id="{47406796-C87D-6043-82BE-39649BC94BE2}"/>
                    </a:ext>
                  </a:extLst>
                </p:cNvPr>
                <p:cNvPicPr/>
                <p:nvPr/>
              </p:nvPicPr>
              <p:blipFill>
                <a:blip r:embed="rId109"/>
                <a:stretch>
                  <a:fillRect/>
                </a:stretch>
              </p:blipFill>
              <p:spPr>
                <a:xfrm>
                  <a:off x="8943622" y="4898336"/>
                  <a:ext cx="29916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02" name="Ink 101">
                  <a:extLst>
                    <a:ext uri="{FF2B5EF4-FFF2-40B4-BE49-F238E27FC236}">
                      <a16:creationId xmlns:a16="http://schemas.microsoft.com/office/drawing/2014/main" id="{514E2BB0-111A-106B-FB27-E8BC18B0D154}"/>
                    </a:ext>
                  </a:extLst>
                </p14:cNvPr>
                <p14:cNvContentPartPr/>
                <p14:nvPr/>
              </p14:nvContentPartPr>
              <p14:xfrm>
                <a:off x="8427382" y="4545176"/>
                <a:ext cx="10080" cy="68760"/>
              </p14:xfrm>
            </p:contentPart>
          </mc:Choice>
          <mc:Fallback>
            <p:pic>
              <p:nvPicPr>
                <p:cNvPr id="102" name="Ink 101">
                  <a:extLst>
                    <a:ext uri="{FF2B5EF4-FFF2-40B4-BE49-F238E27FC236}">
                      <a16:creationId xmlns:a16="http://schemas.microsoft.com/office/drawing/2014/main" id="{514E2BB0-111A-106B-FB27-E8BC18B0D154}"/>
                    </a:ext>
                  </a:extLst>
                </p:cNvPr>
                <p:cNvPicPr/>
                <p:nvPr/>
              </p:nvPicPr>
              <p:blipFill>
                <a:blip r:embed="rId111"/>
                <a:stretch>
                  <a:fillRect/>
                </a:stretch>
              </p:blipFill>
              <p:spPr>
                <a:xfrm>
                  <a:off x="8418382" y="4536536"/>
                  <a:ext cx="2772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03" name="Ink 102">
                  <a:extLst>
                    <a:ext uri="{FF2B5EF4-FFF2-40B4-BE49-F238E27FC236}">
                      <a16:creationId xmlns:a16="http://schemas.microsoft.com/office/drawing/2014/main" id="{8880FC2A-97C9-2919-C3BF-ADB4FAF7E147}"/>
                    </a:ext>
                  </a:extLst>
                </p14:cNvPr>
                <p14:cNvContentPartPr/>
                <p14:nvPr/>
              </p14:nvContentPartPr>
              <p14:xfrm>
                <a:off x="8424862" y="4559216"/>
                <a:ext cx="58680" cy="23400"/>
              </p14:xfrm>
            </p:contentPart>
          </mc:Choice>
          <mc:Fallback>
            <p:pic>
              <p:nvPicPr>
                <p:cNvPr id="103" name="Ink 102">
                  <a:extLst>
                    <a:ext uri="{FF2B5EF4-FFF2-40B4-BE49-F238E27FC236}">
                      <a16:creationId xmlns:a16="http://schemas.microsoft.com/office/drawing/2014/main" id="{8880FC2A-97C9-2919-C3BF-ADB4FAF7E147}"/>
                    </a:ext>
                  </a:extLst>
                </p:cNvPr>
                <p:cNvPicPr/>
                <p:nvPr/>
              </p:nvPicPr>
              <p:blipFill>
                <a:blip r:embed="rId113"/>
                <a:stretch>
                  <a:fillRect/>
                </a:stretch>
              </p:blipFill>
              <p:spPr>
                <a:xfrm>
                  <a:off x="8415862" y="4550576"/>
                  <a:ext cx="76320" cy="41040"/>
                </a:xfrm>
                <a:prstGeom prst="rect">
                  <a:avLst/>
                </a:prstGeom>
              </p:spPr>
            </p:pic>
          </mc:Fallback>
        </mc:AlternateContent>
      </p:grpSp>
      <p:grpSp>
        <p:nvGrpSpPr>
          <p:cNvPr id="110" name="Group 109">
            <a:extLst>
              <a:ext uri="{FF2B5EF4-FFF2-40B4-BE49-F238E27FC236}">
                <a16:creationId xmlns:a16="http://schemas.microsoft.com/office/drawing/2014/main" id="{9A52D811-0244-241F-782D-BDF72865C830}"/>
              </a:ext>
            </a:extLst>
          </p:cNvPr>
          <p:cNvGrpSpPr/>
          <p:nvPr/>
        </p:nvGrpSpPr>
        <p:grpSpPr>
          <a:xfrm>
            <a:off x="7522342" y="4188776"/>
            <a:ext cx="3435120" cy="1972440"/>
            <a:chOff x="7522342" y="4188776"/>
            <a:chExt cx="3435120" cy="1972440"/>
          </a:xfrm>
        </p:grpSpPr>
        <mc:AlternateContent xmlns:mc="http://schemas.openxmlformats.org/markup-compatibility/2006">
          <mc:Choice xmlns:p14="http://schemas.microsoft.com/office/powerpoint/2010/main" Requires="p14">
            <p:contentPart p14:bwMode="auto" r:id="rId114">
              <p14:nvContentPartPr>
                <p14:cNvPr id="105" name="Ink 104">
                  <a:extLst>
                    <a:ext uri="{FF2B5EF4-FFF2-40B4-BE49-F238E27FC236}">
                      <a16:creationId xmlns:a16="http://schemas.microsoft.com/office/drawing/2014/main" id="{9AEDFABF-5DFE-EA20-3D6E-4AA89289FEAC}"/>
                    </a:ext>
                  </a:extLst>
                </p14:cNvPr>
                <p14:cNvContentPartPr/>
                <p14:nvPr/>
              </p14:nvContentPartPr>
              <p14:xfrm>
                <a:off x="7566262" y="4188776"/>
                <a:ext cx="3050280" cy="96840"/>
              </p14:xfrm>
            </p:contentPart>
          </mc:Choice>
          <mc:Fallback>
            <p:pic>
              <p:nvPicPr>
                <p:cNvPr id="105" name="Ink 104">
                  <a:extLst>
                    <a:ext uri="{FF2B5EF4-FFF2-40B4-BE49-F238E27FC236}">
                      <a16:creationId xmlns:a16="http://schemas.microsoft.com/office/drawing/2014/main" id="{9AEDFABF-5DFE-EA20-3D6E-4AA89289FEAC}"/>
                    </a:ext>
                  </a:extLst>
                </p:cNvPr>
                <p:cNvPicPr/>
                <p:nvPr/>
              </p:nvPicPr>
              <p:blipFill>
                <a:blip r:embed="rId115"/>
                <a:stretch>
                  <a:fillRect/>
                </a:stretch>
              </p:blipFill>
              <p:spPr>
                <a:xfrm>
                  <a:off x="7557262" y="4179776"/>
                  <a:ext cx="306792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06" name="Ink 105">
                  <a:extLst>
                    <a:ext uri="{FF2B5EF4-FFF2-40B4-BE49-F238E27FC236}">
                      <a16:creationId xmlns:a16="http://schemas.microsoft.com/office/drawing/2014/main" id="{30C075FD-A827-BAD8-5EA3-68E2F982E4DE}"/>
                    </a:ext>
                  </a:extLst>
                </p14:cNvPr>
                <p14:cNvContentPartPr/>
                <p14:nvPr/>
              </p14:nvContentPartPr>
              <p14:xfrm>
                <a:off x="10802662" y="4225496"/>
                <a:ext cx="154800" cy="1621440"/>
              </p14:xfrm>
            </p:contentPart>
          </mc:Choice>
          <mc:Fallback>
            <p:pic>
              <p:nvPicPr>
                <p:cNvPr id="106" name="Ink 105">
                  <a:extLst>
                    <a:ext uri="{FF2B5EF4-FFF2-40B4-BE49-F238E27FC236}">
                      <a16:creationId xmlns:a16="http://schemas.microsoft.com/office/drawing/2014/main" id="{30C075FD-A827-BAD8-5EA3-68E2F982E4DE}"/>
                    </a:ext>
                  </a:extLst>
                </p:cNvPr>
                <p:cNvPicPr/>
                <p:nvPr/>
              </p:nvPicPr>
              <p:blipFill>
                <a:blip r:embed="rId117"/>
                <a:stretch>
                  <a:fillRect/>
                </a:stretch>
              </p:blipFill>
              <p:spPr>
                <a:xfrm>
                  <a:off x="10793662" y="4216496"/>
                  <a:ext cx="172440" cy="16390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07" name="Ink 106">
                  <a:extLst>
                    <a:ext uri="{FF2B5EF4-FFF2-40B4-BE49-F238E27FC236}">
                      <a16:creationId xmlns:a16="http://schemas.microsoft.com/office/drawing/2014/main" id="{29F3F834-D69E-529D-0F9D-DB4EB81E074E}"/>
                    </a:ext>
                  </a:extLst>
                </p14:cNvPr>
                <p14:cNvContentPartPr/>
                <p14:nvPr/>
              </p14:nvContentPartPr>
              <p14:xfrm>
                <a:off x="7773262" y="6070856"/>
                <a:ext cx="3178440" cy="90360"/>
              </p14:xfrm>
            </p:contentPart>
          </mc:Choice>
          <mc:Fallback>
            <p:pic>
              <p:nvPicPr>
                <p:cNvPr id="107" name="Ink 106">
                  <a:extLst>
                    <a:ext uri="{FF2B5EF4-FFF2-40B4-BE49-F238E27FC236}">
                      <a16:creationId xmlns:a16="http://schemas.microsoft.com/office/drawing/2014/main" id="{29F3F834-D69E-529D-0F9D-DB4EB81E074E}"/>
                    </a:ext>
                  </a:extLst>
                </p:cNvPr>
                <p:cNvPicPr/>
                <p:nvPr/>
              </p:nvPicPr>
              <p:blipFill>
                <a:blip r:embed="rId119"/>
                <a:stretch>
                  <a:fillRect/>
                </a:stretch>
              </p:blipFill>
              <p:spPr>
                <a:xfrm>
                  <a:off x="7764622" y="6062216"/>
                  <a:ext cx="319608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9" name="Ink 108">
                  <a:extLst>
                    <a:ext uri="{FF2B5EF4-FFF2-40B4-BE49-F238E27FC236}">
                      <a16:creationId xmlns:a16="http://schemas.microsoft.com/office/drawing/2014/main" id="{44DFEFF2-8C10-F21E-26C4-DDE1F91E1C8F}"/>
                    </a:ext>
                  </a:extLst>
                </p14:cNvPr>
                <p14:cNvContentPartPr/>
                <p14:nvPr/>
              </p14:nvContentPartPr>
              <p14:xfrm>
                <a:off x="7522342" y="4277696"/>
                <a:ext cx="74880" cy="1794600"/>
              </p14:xfrm>
            </p:contentPart>
          </mc:Choice>
          <mc:Fallback>
            <p:pic>
              <p:nvPicPr>
                <p:cNvPr id="109" name="Ink 108">
                  <a:extLst>
                    <a:ext uri="{FF2B5EF4-FFF2-40B4-BE49-F238E27FC236}">
                      <a16:creationId xmlns:a16="http://schemas.microsoft.com/office/drawing/2014/main" id="{44DFEFF2-8C10-F21E-26C4-DDE1F91E1C8F}"/>
                    </a:ext>
                  </a:extLst>
                </p:cNvPr>
                <p:cNvPicPr/>
                <p:nvPr/>
              </p:nvPicPr>
              <p:blipFill>
                <a:blip r:embed="rId121"/>
                <a:stretch>
                  <a:fillRect/>
                </a:stretch>
              </p:blipFill>
              <p:spPr>
                <a:xfrm>
                  <a:off x="7513702" y="4268696"/>
                  <a:ext cx="92520" cy="1812240"/>
                </a:xfrm>
                <a:prstGeom prst="rect">
                  <a:avLst/>
                </a:prstGeom>
              </p:spPr>
            </p:pic>
          </mc:Fallback>
        </mc:AlternateContent>
      </p:grpSp>
      <p:grpSp>
        <p:nvGrpSpPr>
          <p:cNvPr id="123" name="Group 122">
            <a:extLst>
              <a:ext uri="{FF2B5EF4-FFF2-40B4-BE49-F238E27FC236}">
                <a16:creationId xmlns:a16="http://schemas.microsoft.com/office/drawing/2014/main" id="{1917B688-43CE-3601-6604-A6556EE79F1C}"/>
              </a:ext>
            </a:extLst>
          </p:cNvPr>
          <p:cNvGrpSpPr/>
          <p:nvPr/>
        </p:nvGrpSpPr>
        <p:grpSpPr>
          <a:xfrm>
            <a:off x="10657942" y="5246816"/>
            <a:ext cx="1341360" cy="438480"/>
            <a:chOff x="10657942" y="5246816"/>
            <a:chExt cx="1341360" cy="438480"/>
          </a:xfrm>
        </p:grpSpPr>
        <mc:AlternateContent xmlns:mc="http://schemas.openxmlformats.org/markup-compatibility/2006">
          <mc:Choice xmlns:p14="http://schemas.microsoft.com/office/powerpoint/2010/main" Requires="p14">
            <p:contentPart p14:bwMode="auto" r:id="rId122">
              <p14:nvContentPartPr>
                <p14:cNvPr id="111" name="Ink 110">
                  <a:extLst>
                    <a:ext uri="{FF2B5EF4-FFF2-40B4-BE49-F238E27FC236}">
                      <a16:creationId xmlns:a16="http://schemas.microsoft.com/office/drawing/2014/main" id="{6CC528BB-394C-A931-E0DB-1F6E603F6930}"/>
                    </a:ext>
                  </a:extLst>
                </p14:cNvPr>
                <p14:cNvContentPartPr/>
                <p14:nvPr/>
              </p14:nvContentPartPr>
              <p14:xfrm>
                <a:off x="10791862" y="5443736"/>
                <a:ext cx="238680" cy="241560"/>
              </p14:xfrm>
            </p:contentPart>
          </mc:Choice>
          <mc:Fallback>
            <p:pic>
              <p:nvPicPr>
                <p:cNvPr id="111" name="Ink 110">
                  <a:extLst>
                    <a:ext uri="{FF2B5EF4-FFF2-40B4-BE49-F238E27FC236}">
                      <a16:creationId xmlns:a16="http://schemas.microsoft.com/office/drawing/2014/main" id="{6CC528BB-394C-A931-E0DB-1F6E603F6930}"/>
                    </a:ext>
                  </a:extLst>
                </p:cNvPr>
                <p:cNvPicPr/>
                <p:nvPr/>
              </p:nvPicPr>
              <p:blipFill>
                <a:blip r:embed="rId123"/>
                <a:stretch>
                  <a:fillRect/>
                </a:stretch>
              </p:blipFill>
              <p:spPr>
                <a:xfrm>
                  <a:off x="10783222" y="5434736"/>
                  <a:ext cx="25632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12" name="Ink 111">
                  <a:extLst>
                    <a:ext uri="{FF2B5EF4-FFF2-40B4-BE49-F238E27FC236}">
                      <a16:creationId xmlns:a16="http://schemas.microsoft.com/office/drawing/2014/main" id="{81CF6ECE-6472-D181-156C-ACAA5F4AE953}"/>
                    </a:ext>
                  </a:extLst>
                </p14:cNvPr>
                <p14:cNvContentPartPr/>
                <p14:nvPr/>
              </p14:nvContentPartPr>
              <p14:xfrm>
                <a:off x="10657942" y="5332136"/>
                <a:ext cx="159840" cy="95400"/>
              </p14:xfrm>
            </p:contentPart>
          </mc:Choice>
          <mc:Fallback>
            <p:pic>
              <p:nvPicPr>
                <p:cNvPr id="112" name="Ink 111">
                  <a:extLst>
                    <a:ext uri="{FF2B5EF4-FFF2-40B4-BE49-F238E27FC236}">
                      <a16:creationId xmlns:a16="http://schemas.microsoft.com/office/drawing/2014/main" id="{81CF6ECE-6472-D181-156C-ACAA5F4AE953}"/>
                    </a:ext>
                  </a:extLst>
                </p:cNvPr>
                <p:cNvPicPr/>
                <p:nvPr/>
              </p:nvPicPr>
              <p:blipFill>
                <a:blip r:embed="rId125"/>
                <a:stretch>
                  <a:fillRect/>
                </a:stretch>
              </p:blipFill>
              <p:spPr>
                <a:xfrm>
                  <a:off x="10648942" y="5323496"/>
                  <a:ext cx="17748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14" name="Ink 113">
                  <a:extLst>
                    <a:ext uri="{FF2B5EF4-FFF2-40B4-BE49-F238E27FC236}">
                      <a16:creationId xmlns:a16="http://schemas.microsoft.com/office/drawing/2014/main" id="{6288A418-EF94-9BD9-9244-4C812A51924F}"/>
                    </a:ext>
                  </a:extLst>
                </p14:cNvPr>
                <p14:cNvContentPartPr/>
                <p14:nvPr/>
              </p14:nvContentPartPr>
              <p14:xfrm>
                <a:off x="11089582" y="5401616"/>
                <a:ext cx="101520" cy="101160"/>
              </p14:xfrm>
            </p:contentPart>
          </mc:Choice>
          <mc:Fallback>
            <p:pic>
              <p:nvPicPr>
                <p:cNvPr id="114" name="Ink 113">
                  <a:extLst>
                    <a:ext uri="{FF2B5EF4-FFF2-40B4-BE49-F238E27FC236}">
                      <a16:creationId xmlns:a16="http://schemas.microsoft.com/office/drawing/2014/main" id="{6288A418-EF94-9BD9-9244-4C812A51924F}"/>
                    </a:ext>
                  </a:extLst>
                </p:cNvPr>
                <p:cNvPicPr/>
                <p:nvPr/>
              </p:nvPicPr>
              <p:blipFill>
                <a:blip r:embed="rId127"/>
                <a:stretch>
                  <a:fillRect/>
                </a:stretch>
              </p:blipFill>
              <p:spPr>
                <a:xfrm>
                  <a:off x="11080582" y="5392616"/>
                  <a:ext cx="11916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15" name="Ink 114">
                  <a:extLst>
                    <a:ext uri="{FF2B5EF4-FFF2-40B4-BE49-F238E27FC236}">
                      <a16:creationId xmlns:a16="http://schemas.microsoft.com/office/drawing/2014/main" id="{E34BA2D8-661F-7E23-BE9D-C663A20AD346}"/>
                    </a:ext>
                  </a:extLst>
                </p14:cNvPr>
                <p14:cNvContentPartPr/>
                <p14:nvPr/>
              </p14:nvContentPartPr>
              <p14:xfrm>
                <a:off x="11264182" y="5404136"/>
                <a:ext cx="62280" cy="56880"/>
              </p14:xfrm>
            </p:contentPart>
          </mc:Choice>
          <mc:Fallback>
            <p:pic>
              <p:nvPicPr>
                <p:cNvPr id="115" name="Ink 114">
                  <a:extLst>
                    <a:ext uri="{FF2B5EF4-FFF2-40B4-BE49-F238E27FC236}">
                      <a16:creationId xmlns:a16="http://schemas.microsoft.com/office/drawing/2014/main" id="{E34BA2D8-661F-7E23-BE9D-C663A20AD346}"/>
                    </a:ext>
                  </a:extLst>
                </p:cNvPr>
                <p:cNvPicPr/>
                <p:nvPr/>
              </p:nvPicPr>
              <p:blipFill>
                <a:blip r:embed="rId129"/>
                <a:stretch>
                  <a:fillRect/>
                </a:stretch>
              </p:blipFill>
              <p:spPr>
                <a:xfrm>
                  <a:off x="11255542" y="5395136"/>
                  <a:ext cx="7992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16" name="Ink 115">
                  <a:extLst>
                    <a:ext uri="{FF2B5EF4-FFF2-40B4-BE49-F238E27FC236}">
                      <a16:creationId xmlns:a16="http://schemas.microsoft.com/office/drawing/2014/main" id="{EA0D5342-459D-05E6-0B01-C1EA2E7FE8F3}"/>
                    </a:ext>
                  </a:extLst>
                </p14:cNvPr>
                <p14:cNvContentPartPr/>
                <p14:nvPr/>
              </p14:nvContentPartPr>
              <p14:xfrm>
                <a:off x="11366062" y="5304776"/>
                <a:ext cx="67680" cy="156240"/>
              </p14:xfrm>
            </p:contentPart>
          </mc:Choice>
          <mc:Fallback>
            <p:pic>
              <p:nvPicPr>
                <p:cNvPr id="116" name="Ink 115">
                  <a:extLst>
                    <a:ext uri="{FF2B5EF4-FFF2-40B4-BE49-F238E27FC236}">
                      <a16:creationId xmlns:a16="http://schemas.microsoft.com/office/drawing/2014/main" id="{EA0D5342-459D-05E6-0B01-C1EA2E7FE8F3}"/>
                    </a:ext>
                  </a:extLst>
                </p:cNvPr>
                <p:cNvPicPr/>
                <p:nvPr/>
              </p:nvPicPr>
              <p:blipFill>
                <a:blip r:embed="rId131"/>
                <a:stretch>
                  <a:fillRect/>
                </a:stretch>
              </p:blipFill>
              <p:spPr>
                <a:xfrm>
                  <a:off x="11357062" y="5295776"/>
                  <a:ext cx="8532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17" name="Ink 116">
                  <a:extLst>
                    <a:ext uri="{FF2B5EF4-FFF2-40B4-BE49-F238E27FC236}">
                      <a16:creationId xmlns:a16="http://schemas.microsoft.com/office/drawing/2014/main" id="{580F249B-AC2C-6014-2BD0-9C4A0514503F}"/>
                    </a:ext>
                  </a:extLst>
                </p14:cNvPr>
                <p14:cNvContentPartPr/>
                <p14:nvPr/>
              </p14:nvContentPartPr>
              <p14:xfrm>
                <a:off x="11499982" y="5380376"/>
                <a:ext cx="74880" cy="79920"/>
              </p14:xfrm>
            </p:contentPart>
          </mc:Choice>
          <mc:Fallback>
            <p:pic>
              <p:nvPicPr>
                <p:cNvPr id="117" name="Ink 116">
                  <a:extLst>
                    <a:ext uri="{FF2B5EF4-FFF2-40B4-BE49-F238E27FC236}">
                      <a16:creationId xmlns:a16="http://schemas.microsoft.com/office/drawing/2014/main" id="{580F249B-AC2C-6014-2BD0-9C4A0514503F}"/>
                    </a:ext>
                  </a:extLst>
                </p:cNvPr>
                <p:cNvPicPr/>
                <p:nvPr/>
              </p:nvPicPr>
              <p:blipFill>
                <a:blip r:embed="rId133"/>
                <a:stretch>
                  <a:fillRect/>
                </a:stretch>
              </p:blipFill>
              <p:spPr>
                <a:xfrm>
                  <a:off x="11491342" y="5371376"/>
                  <a:ext cx="9252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18" name="Ink 117">
                  <a:extLst>
                    <a:ext uri="{FF2B5EF4-FFF2-40B4-BE49-F238E27FC236}">
                      <a16:creationId xmlns:a16="http://schemas.microsoft.com/office/drawing/2014/main" id="{0BA5C97F-5607-DD94-8D9B-BE7801D9EFEA}"/>
                    </a:ext>
                  </a:extLst>
                </p14:cNvPr>
                <p14:cNvContentPartPr/>
                <p14:nvPr/>
              </p14:nvContentPartPr>
              <p14:xfrm>
                <a:off x="11593942" y="5345456"/>
                <a:ext cx="43560" cy="77040"/>
              </p14:xfrm>
            </p:contentPart>
          </mc:Choice>
          <mc:Fallback>
            <p:pic>
              <p:nvPicPr>
                <p:cNvPr id="118" name="Ink 117">
                  <a:extLst>
                    <a:ext uri="{FF2B5EF4-FFF2-40B4-BE49-F238E27FC236}">
                      <a16:creationId xmlns:a16="http://schemas.microsoft.com/office/drawing/2014/main" id="{0BA5C97F-5607-DD94-8D9B-BE7801D9EFEA}"/>
                    </a:ext>
                  </a:extLst>
                </p:cNvPr>
                <p:cNvPicPr/>
                <p:nvPr/>
              </p:nvPicPr>
              <p:blipFill>
                <a:blip r:embed="rId135"/>
                <a:stretch>
                  <a:fillRect/>
                </a:stretch>
              </p:blipFill>
              <p:spPr>
                <a:xfrm>
                  <a:off x="11584942" y="5336816"/>
                  <a:ext cx="6120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19" name="Ink 118">
                  <a:extLst>
                    <a:ext uri="{FF2B5EF4-FFF2-40B4-BE49-F238E27FC236}">
                      <a16:creationId xmlns:a16="http://schemas.microsoft.com/office/drawing/2014/main" id="{62D8266D-0ABD-F218-A1A9-B5D02F69B4FE}"/>
                    </a:ext>
                  </a:extLst>
                </p14:cNvPr>
                <p14:cNvContentPartPr/>
                <p14:nvPr/>
              </p14:nvContentPartPr>
              <p14:xfrm>
                <a:off x="11669182" y="5347976"/>
                <a:ext cx="44640" cy="63000"/>
              </p14:xfrm>
            </p:contentPart>
          </mc:Choice>
          <mc:Fallback>
            <p:pic>
              <p:nvPicPr>
                <p:cNvPr id="119" name="Ink 118">
                  <a:extLst>
                    <a:ext uri="{FF2B5EF4-FFF2-40B4-BE49-F238E27FC236}">
                      <a16:creationId xmlns:a16="http://schemas.microsoft.com/office/drawing/2014/main" id="{62D8266D-0ABD-F218-A1A9-B5D02F69B4FE}"/>
                    </a:ext>
                  </a:extLst>
                </p:cNvPr>
                <p:cNvPicPr/>
                <p:nvPr/>
              </p:nvPicPr>
              <p:blipFill>
                <a:blip r:embed="rId137"/>
                <a:stretch>
                  <a:fillRect/>
                </a:stretch>
              </p:blipFill>
              <p:spPr>
                <a:xfrm>
                  <a:off x="11660182" y="5339336"/>
                  <a:ext cx="6228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20" name="Ink 119">
                  <a:extLst>
                    <a:ext uri="{FF2B5EF4-FFF2-40B4-BE49-F238E27FC236}">
                      <a16:creationId xmlns:a16="http://schemas.microsoft.com/office/drawing/2014/main" id="{600F8B2A-A352-41C5-508C-7C2476EB50D7}"/>
                    </a:ext>
                  </a:extLst>
                </p14:cNvPr>
                <p14:cNvContentPartPr/>
                <p14:nvPr/>
              </p14:nvContentPartPr>
              <p14:xfrm>
                <a:off x="11652982" y="5246816"/>
                <a:ext cx="7560" cy="14760"/>
              </p14:xfrm>
            </p:contentPart>
          </mc:Choice>
          <mc:Fallback>
            <p:pic>
              <p:nvPicPr>
                <p:cNvPr id="120" name="Ink 119">
                  <a:extLst>
                    <a:ext uri="{FF2B5EF4-FFF2-40B4-BE49-F238E27FC236}">
                      <a16:creationId xmlns:a16="http://schemas.microsoft.com/office/drawing/2014/main" id="{600F8B2A-A352-41C5-508C-7C2476EB50D7}"/>
                    </a:ext>
                  </a:extLst>
                </p:cNvPr>
                <p:cNvPicPr/>
                <p:nvPr/>
              </p:nvPicPr>
              <p:blipFill>
                <a:blip r:embed="rId139"/>
                <a:stretch>
                  <a:fillRect/>
                </a:stretch>
              </p:blipFill>
              <p:spPr>
                <a:xfrm>
                  <a:off x="11644342" y="5238176"/>
                  <a:ext cx="2520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21" name="Ink 120">
                  <a:extLst>
                    <a:ext uri="{FF2B5EF4-FFF2-40B4-BE49-F238E27FC236}">
                      <a16:creationId xmlns:a16="http://schemas.microsoft.com/office/drawing/2014/main" id="{3157C83D-29CA-62CD-A9ED-EE0B264B1B05}"/>
                    </a:ext>
                  </a:extLst>
                </p14:cNvPr>
                <p14:cNvContentPartPr/>
                <p14:nvPr/>
              </p14:nvContentPartPr>
              <p14:xfrm>
                <a:off x="11759542" y="5345816"/>
                <a:ext cx="87480" cy="38520"/>
              </p14:xfrm>
            </p:contentPart>
          </mc:Choice>
          <mc:Fallback>
            <p:pic>
              <p:nvPicPr>
                <p:cNvPr id="121" name="Ink 120">
                  <a:extLst>
                    <a:ext uri="{FF2B5EF4-FFF2-40B4-BE49-F238E27FC236}">
                      <a16:creationId xmlns:a16="http://schemas.microsoft.com/office/drawing/2014/main" id="{3157C83D-29CA-62CD-A9ED-EE0B264B1B05}"/>
                    </a:ext>
                  </a:extLst>
                </p:cNvPr>
                <p:cNvPicPr/>
                <p:nvPr/>
              </p:nvPicPr>
              <p:blipFill>
                <a:blip r:embed="rId141"/>
                <a:stretch>
                  <a:fillRect/>
                </a:stretch>
              </p:blipFill>
              <p:spPr>
                <a:xfrm>
                  <a:off x="11750542" y="5337176"/>
                  <a:ext cx="1051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22" name="Ink 121">
                  <a:extLst>
                    <a:ext uri="{FF2B5EF4-FFF2-40B4-BE49-F238E27FC236}">
                      <a16:creationId xmlns:a16="http://schemas.microsoft.com/office/drawing/2014/main" id="{4D6790C5-706A-F429-8781-E715792F9C02}"/>
                    </a:ext>
                  </a:extLst>
                </p14:cNvPr>
                <p14:cNvContentPartPr/>
                <p14:nvPr/>
              </p14:nvContentPartPr>
              <p14:xfrm>
                <a:off x="11927302" y="5318816"/>
                <a:ext cx="72000" cy="218520"/>
              </p14:xfrm>
            </p:contentPart>
          </mc:Choice>
          <mc:Fallback>
            <p:pic>
              <p:nvPicPr>
                <p:cNvPr id="122" name="Ink 121">
                  <a:extLst>
                    <a:ext uri="{FF2B5EF4-FFF2-40B4-BE49-F238E27FC236}">
                      <a16:creationId xmlns:a16="http://schemas.microsoft.com/office/drawing/2014/main" id="{4D6790C5-706A-F429-8781-E715792F9C02}"/>
                    </a:ext>
                  </a:extLst>
                </p:cNvPr>
                <p:cNvPicPr/>
                <p:nvPr/>
              </p:nvPicPr>
              <p:blipFill>
                <a:blip r:embed="rId143"/>
                <a:stretch>
                  <a:fillRect/>
                </a:stretch>
              </p:blipFill>
              <p:spPr>
                <a:xfrm>
                  <a:off x="11918662" y="5309816"/>
                  <a:ext cx="89640" cy="236160"/>
                </a:xfrm>
                <a:prstGeom prst="rect">
                  <a:avLst/>
                </a:prstGeom>
              </p:spPr>
            </p:pic>
          </mc:Fallback>
        </mc:AlternateContent>
      </p:grpSp>
      <p:grpSp>
        <p:nvGrpSpPr>
          <p:cNvPr id="140" name="Group 139">
            <a:extLst>
              <a:ext uri="{FF2B5EF4-FFF2-40B4-BE49-F238E27FC236}">
                <a16:creationId xmlns:a16="http://schemas.microsoft.com/office/drawing/2014/main" id="{52E9338D-681C-F2AE-FF0B-EC513AD73DC1}"/>
              </a:ext>
            </a:extLst>
          </p:cNvPr>
          <p:cNvGrpSpPr/>
          <p:nvPr/>
        </p:nvGrpSpPr>
        <p:grpSpPr>
          <a:xfrm>
            <a:off x="11127382" y="5666936"/>
            <a:ext cx="887760" cy="567360"/>
            <a:chOff x="11127382" y="5666936"/>
            <a:chExt cx="887760" cy="567360"/>
          </a:xfrm>
        </p:grpSpPr>
        <mc:AlternateContent xmlns:mc="http://schemas.openxmlformats.org/markup-compatibility/2006">
          <mc:Choice xmlns:p14="http://schemas.microsoft.com/office/powerpoint/2010/main" Requires="p14">
            <p:contentPart p14:bwMode="auto" r:id="rId144">
              <p14:nvContentPartPr>
                <p14:cNvPr id="124" name="Ink 123">
                  <a:extLst>
                    <a:ext uri="{FF2B5EF4-FFF2-40B4-BE49-F238E27FC236}">
                      <a16:creationId xmlns:a16="http://schemas.microsoft.com/office/drawing/2014/main" id="{AEA29A28-F78F-9D4F-AE4A-FB0ADECE20CB}"/>
                    </a:ext>
                  </a:extLst>
                </p14:cNvPr>
                <p14:cNvContentPartPr/>
                <p14:nvPr/>
              </p14:nvContentPartPr>
              <p14:xfrm>
                <a:off x="11127382" y="5762696"/>
                <a:ext cx="97920" cy="122760"/>
              </p14:xfrm>
            </p:contentPart>
          </mc:Choice>
          <mc:Fallback>
            <p:pic>
              <p:nvPicPr>
                <p:cNvPr id="124" name="Ink 123">
                  <a:extLst>
                    <a:ext uri="{FF2B5EF4-FFF2-40B4-BE49-F238E27FC236}">
                      <a16:creationId xmlns:a16="http://schemas.microsoft.com/office/drawing/2014/main" id="{AEA29A28-F78F-9D4F-AE4A-FB0ADECE20CB}"/>
                    </a:ext>
                  </a:extLst>
                </p:cNvPr>
                <p:cNvPicPr/>
                <p:nvPr/>
              </p:nvPicPr>
              <p:blipFill>
                <a:blip r:embed="rId145"/>
                <a:stretch>
                  <a:fillRect/>
                </a:stretch>
              </p:blipFill>
              <p:spPr>
                <a:xfrm>
                  <a:off x="11118382" y="5753696"/>
                  <a:ext cx="11556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25" name="Ink 124">
                  <a:extLst>
                    <a:ext uri="{FF2B5EF4-FFF2-40B4-BE49-F238E27FC236}">
                      <a16:creationId xmlns:a16="http://schemas.microsoft.com/office/drawing/2014/main" id="{8339EE2A-5EC1-CCD8-FE63-75D2A4682B02}"/>
                    </a:ext>
                  </a:extLst>
                </p14:cNvPr>
                <p14:cNvContentPartPr/>
                <p14:nvPr/>
              </p14:nvContentPartPr>
              <p14:xfrm>
                <a:off x="11211982" y="5666936"/>
                <a:ext cx="137520" cy="179640"/>
              </p14:xfrm>
            </p:contentPart>
          </mc:Choice>
          <mc:Fallback>
            <p:pic>
              <p:nvPicPr>
                <p:cNvPr id="125" name="Ink 124">
                  <a:extLst>
                    <a:ext uri="{FF2B5EF4-FFF2-40B4-BE49-F238E27FC236}">
                      <a16:creationId xmlns:a16="http://schemas.microsoft.com/office/drawing/2014/main" id="{8339EE2A-5EC1-CCD8-FE63-75D2A4682B02}"/>
                    </a:ext>
                  </a:extLst>
                </p:cNvPr>
                <p:cNvPicPr/>
                <p:nvPr/>
              </p:nvPicPr>
              <p:blipFill>
                <a:blip r:embed="rId147"/>
                <a:stretch>
                  <a:fillRect/>
                </a:stretch>
              </p:blipFill>
              <p:spPr>
                <a:xfrm>
                  <a:off x="11202982" y="5658296"/>
                  <a:ext cx="15516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26" name="Ink 125">
                  <a:extLst>
                    <a:ext uri="{FF2B5EF4-FFF2-40B4-BE49-F238E27FC236}">
                      <a16:creationId xmlns:a16="http://schemas.microsoft.com/office/drawing/2014/main" id="{CDB9FF89-6C27-A477-9677-C704869C52F9}"/>
                    </a:ext>
                  </a:extLst>
                </p14:cNvPr>
                <p14:cNvContentPartPr/>
                <p14:nvPr/>
              </p14:nvContentPartPr>
              <p14:xfrm>
                <a:off x="11380822" y="5751176"/>
                <a:ext cx="92520" cy="93240"/>
              </p14:xfrm>
            </p:contentPart>
          </mc:Choice>
          <mc:Fallback>
            <p:pic>
              <p:nvPicPr>
                <p:cNvPr id="126" name="Ink 125">
                  <a:extLst>
                    <a:ext uri="{FF2B5EF4-FFF2-40B4-BE49-F238E27FC236}">
                      <a16:creationId xmlns:a16="http://schemas.microsoft.com/office/drawing/2014/main" id="{CDB9FF89-6C27-A477-9677-C704869C52F9}"/>
                    </a:ext>
                  </a:extLst>
                </p:cNvPr>
                <p:cNvPicPr/>
                <p:nvPr/>
              </p:nvPicPr>
              <p:blipFill>
                <a:blip r:embed="rId149"/>
                <a:stretch>
                  <a:fillRect/>
                </a:stretch>
              </p:blipFill>
              <p:spPr>
                <a:xfrm>
                  <a:off x="11372182" y="5742176"/>
                  <a:ext cx="11016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27" name="Ink 126">
                  <a:extLst>
                    <a:ext uri="{FF2B5EF4-FFF2-40B4-BE49-F238E27FC236}">
                      <a16:creationId xmlns:a16="http://schemas.microsoft.com/office/drawing/2014/main" id="{298CD387-F1FA-0055-C9E3-0965526FDAA6}"/>
                    </a:ext>
                  </a:extLst>
                </p14:cNvPr>
                <p14:cNvContentPartPr/>
                <p14:nvPr/>
              </p14:nvContentPartPr>
              <p14:xfrm>
                <a:off x="11509702" y="5719496"/>
                <a:ext cx="165240" cy="96120"/>
              </p14:xfrm>
            </p:contentPart>
          </mc:Choice>
          <mc:Fallback>
            <p:pic>
              <p:nvPicPr>
                <p:cNvPr id="127" name="Ink 126">
                  <a:extLst>
                    <a:ext uri="{FF2B5EF4-FFF2-40B4-BE49-F238E27FC236}">
                      <a16:creationId xmlns:a16="http://schemas.microsoft.com/office/drawing/2014/main" id="{298CD387-F1FA-0055-C9E3-0965526FDAA6}"/>
                    </a:ext>
                  </a:extLst>
                </p:cNvPr>
                <p:cNvPicPr/>
                <p:nvPr/>
              </p:nvPicPr>
              <p:blipFill>
                <a:blip r:embed="rId151"/>
                <a:stretch>
                  <a:fillRect/>
                </a:stretch>
              </p:blipFill>
              <p:spPr>
                <a:xfrm>
                  <a:off x="11500702" y="5710856"/>
                  <a:ext cx="18288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28" name="Ink 127">
                  <a:extLst>
                    <a:ext uri="{FF2B5EF4-FFF2-40B4-BE49-F238E27FC236}">
                      <a16:creationId xmlns:a16="http://schemas.microsoft.com/office/drawing/2014/main" id="{9BA7AC8E-A91E-CAFB-4A9D-211C77284FC6}"/>
                    </a:ext>
                  </a:extLst>
                </p14:cNvPr>
                <p14:cNvContentPartPr/>
                <p14:nvPr/>
              </p14:nvContentPartPr>
              <p14:xfrm>
                <a:off x="11683582" y="5670536"/>
                <a:ext cx="80280" cy="145080"/>
              </p14:xfrm>
            </p:contentPart>
          </mc:Choice>
          <mc:Fallback>
            <p:pic>
              <p:nvPicPr>
                <p:cNvPr id="128" name="Ink 127">
                  <a:extLst>
                    <a:ext uri="{FF2B5EF4-FFF2-40B4-BE49-F238E27FC236}">
                      <a16:creationId xmlns:a16="http://schemas.microsoft.com/office/drawing/2014/main" id="{9BA7AC8E-A91E-CAFB-4A9D-211C77284FC6}"/>
                    </a:ext>
                  </a:extLst>
                </p:cNvPr>
                <p:cNvPicPr/>
                <p:nvPr/>
              </p:nvPicPr>
              <p:blipFill>
                <a:blip r:embed="rId153"/>
                <a:stretch>
                  <a:fillRect/>
                </a:stretch>
              </p:blipFill>
              <p:spPr>
                <a:xfrm>
                  <a:off x="11674942" y="5661536"/>
                  <a:ext cx="9792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29" name="Ink 128">
                  <a:extLst>
                    <a:ext uri="{FF2B5EF4-FFF2-40B4-BE49-F238E27FC236}">
                      <a16:creationId xmlns:a16="http://schemas.microsoft.com/office/drawing/2014/main" id="{BA8564A2-DBC6-2FD1-D3C9-A8FE06E5452C}"/>
                    </a:ext>
                  </a:extLst>
                </p14:cNvPr>
                <p14:cNvContentPartPr/>
                <p14:nvPr/>
              </p14:nvContentPartPr>
              <p14:xfrm>
                <a:off x="11169502" y="6134936"/>
                <a:ext cx="51120" cy="83160"/>
              </p14:xfrm>
            </p:contentPart>
          </mc:Choice>
          <mc:Fallback>
            <p:pic>
              <p:nvPicPr>
                <p:cNvPr id="129" name="Ink 128">
                  <a:extLst>
                    <a:ext uri="{FF2B5EF4-FFF2-40B4-BE49-F238E27FC236}">
                      <a16:creationId xmlns:a16="http://schemas.microsoft.com/office/drawing/2014/main" id="{BA8564A2-DBC6-2FD1-D3C9-A8FE06E5452C}"/>
                    </a:ext>
                  </a:extLst>
                </p:cNvPr>
                <p:cNvPicPr/>
                <p:nvPr/>
              </p:nvPicPr>
              <p:blipFill>
                <a:blip r:embed="rId155"/>
                <a:stretch>
                  <a:fillRect/>
                </a:stretch>
              </p:blipFill>
              <p:spPr>
                <a:xfrm>
                  <a:off x="11160502" y="6125936"/>
                  <a:ext cx="6876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30" name="Ink 129">
                  <a:extLst>
                    <a:ext uri="{FF2B5EF4-FFF2-40B4-BE49-F238E27FC236}">
                      <a16:creationId xmlns:a16="http://schemas.microsoft.com/office/drawing/2014/main" id="{5E2B4CB2-955A-6540-00D3-D538B4414BAC}"/>
                    </a:ext>
                  </a:extLst>
                </p14:cNvPr>
                <p14:cNvContentPartPr/>
                <p14:nvPr/>
              </p14:nvContentPartPr>
              <p14:xfrm>
                <a:off x="11158702" y="6070856"/>
                <a:ext cx="3600" cy="3240"/>
              </p14:xfrm>
            </p:contentPart>
          </mc:Choice>
          <mc:Fallback>
            <p:pic>
              <p:nvPicPr>
                <p:cNvPr id="130" name="Ink 129">
                  <a:extLst>
                    <a:ext uri="{FF2B5EF4-FFF2-40B4-BE49-F238E27FC236}">
                      <a16:creationId xmlns:a16="http://schemas.microsoft.com/office/drawing/2014/main" id="{5E2B4CB2-955A-6540-00D3-D538B4414BAC}"/>
                    </a:ext>
                  </a:extLst>
                </p:cNvPr>
                <p:cNvPicPr/>
                <p:nvPr/>
              </p:nvPicPr>
              <p:blipFill>
                <a:blip r:embed="rId157"/>
                <a:stretch>
                  <a:fillRect/>
                </a:stretch>
              </p:blipFill>
              <p:spPr>
                <a:xfrm>
                  <a:off x="11149702" y="6062216"/>
                  <a:ext cx="2124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31" name="Ink 130">
                  <a:extLst>
                    <a:ext uri="{FF2B5EF4-FFF2-40B4-BE49-F238E27FC236}">
                      <a16:creationId xmlns:a16="http://schemas.microsoft.com/office/drawing/2014/main" id="{4599A971-488A-17E5-DA9F-374CA92069AE}"/>
                    </a:ext>
                  </a:extLst>
                </p14:cNvPr>
                <p14:cNvContentPartPr/>
                <p14:nvPr/>
              </p14:nvContentPartPr>
              <p14:xfrm>
                <a:off x="11243662" y="6153656"/>
                <a:ext cx="118080" cy="51840"/>
              </p14:xfrm>
            </p:contentPart>
          </mc:Choice>
          <mc:Fallback>
            <p:pic>
              <p:nvPicPr>
                <p:cNvPr id="131" name="Ink 130">
                  <a:extLst>
                    <a:ext uri="{FF2B5EF4-FFF2-40B4-BE49-F238E27FC236}">
                      <a16:creationId xmlns:a16="http://schemas.microsoft.com/office/drawing/2014/main" id="{4599A971-488A-17E5-DA9F-374CA92069AE}"/>
                    </a:ext>
                  </a:extLst>
                </p:cNvPr>
                <p:cNvPicPr/>
                <p:nvPr/>
              </p:nvPicPr>
              <p:blipFill>
                <a:blip r:embed="rId159"/>
                <a:stretch>
                  <a:fillRect/>
                </a:stretch>
              </p:blipFill>
              <p:spPr>
                <a:xfrm>
                  <a:off x="11235022" y="6145016"/>
                  <a:ext cx="13572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32" name="Ink 131">
                  <a:extLst>
                    <a:ext uri="{FF2B5EF4-FFF2-40B4-BE49-F238E27FC236}">
                      <a16:creationId xmlns:a16="http://schemas.microsoft.com/office/drawing/2014/main" id="{76554166-E342-093C-969B-3B3AD7D8F347}"/>
                    </a:ext>
                  </a:extLst>
                </p14:cNvPr>
                <p14:cNvContentPartPr/>
                <p14:nvPr/>
              </p14:nvContentPartPr>
              <p14:xfrm>
                <a:off x="11351302" y="6034496"/>
                <a:ext cx="76320" cy="145440"/>
              </p14:xfrm>
            </p:contentPart>
          </mc:Choice>
          <mc:Fallback>
            <p:pic>
              <p:nvPicPr>
                <p:cNvPr id="132" name="Ink 131">
                  <a:extLst>
                    <a:ext uri="{FF2B5EF4-FFF2-40B4-BE49-F238E27FC236}">
                      <a16:creationId xmlns:a16="http://schemas.microsoft.com/office/drawing/2014/main" id="{76554166-E342-093C-969B-3B3AD7D8F347}"/>
                    </a:ext>
                  </a:extLst>
                </p:cNvPr>
                <p:cNvPicPr/>
                <p:nvPr/>
              </p:nvPicPr>
              <p:blipFill>
                <a:blip r:embed="rId161"/>
                <a:stretch>
                  <a:fillRect/>
                </a:stretch>
              </p:blipFill>
              <p:spPr>
                <a:xfrm>
                  <a:off x="11342662" y="6025496"/>
                  <a:ext cx="9396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33" name="Ink 132">
                  <a:extLst>
                    <a:ext uri="{FF2B5EF4-FFF2-40B4-BE49-F238E27FC236}">
                      <a16:creationId xmlns:a16="http://schemas.microsoft.com/office/drawing/2014/main" id="{4ECB575A-4669-A0E6-8E77-04E4401F0736}"/>
                    </a:ext>
                  </a:extLst>
                </p14:cNvPr>
                <p14:cNvContentPartPr/>
                <p14:nvPr/>
              </p14:nvContentPartPr>
              <p14:xfrm>
                <a:off x="11392702" y="6079856"/>
                <a:ext cx="262800" cy="98280"/>
              </p14:xfrm>
            </p:contentPart>
          </mc:Choice>
          <mc:Fallback>
            <p:pic>
              <p:nvPicPr>
                <p:cNvPr id="133" name="Ink 132">
                  <a:extLst>
                    <a:ext uri="{FF2B5EF4-FFF2-40B4-BE49-F238E27FC236}">
                      <a16:creationId xmlns:a16="http://schemas.microsoft.com/office/drawing/2014/main" id="{4ECB575A-4669-A0E6-8E77-04E4401F0736}"/>
                    </a:ext>
                  </a:extLst>
                </p:cNvPr>
                <p:cNvPicPr/>
                <p:nvPr/>
              </p:nvPicPr>
              <p:blipFill>
                <a:blip r:embed="rId163"/>
                <a:stretch>
                  <a:fillRect/>
                </a:stretch>
              </p:blipFill>
              <p:spPr>
                <a:xfrm>
                  <a:off x="11383702" y="6071216"/>
                  <a:ext cx="28044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34" name="Ink 133">
                  <a:extLst>
                    <a:ext uri="{FF2B5EF4-FFF2-40B4-BE49-F238E27FC236}">
                      <a16:creationId xmlns:a16="http://schemas.microsoft.com/office/drawing/2014/main" id="{8470959F-F39D-DE75-EEC7-F208D46C6D37}"/>
                    </a:ext>
                  </a:extLst>
                </p14:cNvPr>
                <p14:cNvContentPartPr/>
                <p14:nvPr/>
              </p14:nvContentPartPr>
              <p14:xfrm>
                <a:off x="11651542" y="6023336"/>
                <a:ext cx="96120" cy="108000"/>
              </p14:xfrm>
            </p:contentPart>
          </mc:Choice>
          <mc:Fallback>
            <p:pic>
              <p:nvPicPr>
                <p:cNvPr id="134" name="Ink 133">
                  <a:extLst>
                    <a:ext uri="{FF2B5EF4-FFF2-40B4-BE49-F238E27FC236}">
                      <a16:creationId xmlns:a16="http://schemas.microsoft.com/office/drawing/2014/main" id="{8470959F-F39D-DE75-EEC7-F208D46C6D37}"/>
                    </a:ext>
                  </a:extLst>
                </p:cNvPr>
                <p:cNvPicPr/>
                <p:nvPr/>
              </p:nvPicPr>
              <p:blipFill>
                <a:blip r:embed="rId165"/>
                <a:stretch>
                  <a:fillRect/>
                </a:stretch>
              </p:blipFill>
              <p:spPr>
                <a:xfrm>
                  <a:off x="11642902" y="6014336"/>
                  <a:ext cx="11376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35" name="Ink 134">
                  <a:extLst>
                    <a:ext uri="{FF2B5EF4-FFF2-40B4-BE49-F238E27FC236}">
                      <a16:creationId xmlns:a16="http://schemas.microsoft.com/office/drawing/2014/main" id="{F9D1745A-5C56-FE6F-8914-EDC361689945}"/>
                    </a:ext>
                  </a:extLst>
                </p14:cNvPr>
                <p14:cNvContentPartPr/>
                <p14:nvPr/>
              </p14:nvContentPartPr>
              <p14:xfrm>
                <a:off x="11759542" y="6060416"/>
                <a:ext cx="37800" cy="85320"/>
              </p14:xfrm>
            </p:contentPart>
          </mc:Choice>
          <mc:Fallback>
            <p:pic>
              <p:nvPicPr>
                <p:cNvPr id="135" name="Ink 134">
                  <a:extLst>
                    <a:ext uri="{FF2B5EF4-FFF2-40B4-BE49-F238E27FC236}">
                      <a16:creationId xmlns:a16="http://schemas.microsoft.com/office/drawing/2014/main" id="{F9D1745A-5C56-FE6F-8914-EDC361689945}"/>
                    </a:ext>
                  </a:extLst>
                </p:cNvPr>
                <p:cNvPicPr/>
                <p:nvPr/>
              </p:nvPicPr>
              <p:blipFill>
                <a:blip r:embed="rId167"/>
                <a:stretch>
                  <a:fillRect/>
                </a:stretch>
              </p:blipFill>
              <p:spPr>
                <a:xfrm>
                  <a:off x="11750542" y="6051416"/>
                  <a:ext cx="5544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36" name="Ink 135">
                  <a:extLst>
                    <a:ext uri="{FF2B5EF4-FFF2-40B4-BE49-F238E27FC236}">
                      <a16:creationId xmlns:a16="http://schemas.microsoft.com/office/drawing/2014/main" id="{0769C432-9D2A-C779-537E-70216025A333}"/>
                    </a:ext>
                  </a:extLst>
                </p14:cNvPr>
                <p14:cNvContentPartPr/>
                <p14:nvPr/>
              </p14:nvContentPartPr>
              <p14:xfrm>
                <a:off x="11732902" y="5948816"/>
                <a:ext cx="360" cy="15480"/>
              </p14:xfrm>
            </p:contentPart>
          </mc:Choice>
          <mc:Fallback>
            <p:pic>
              <p:nvPicPr>
                <p:cNvPr id="136" name="Ink 135">
                  <a:extLst>
                    <a:ext uri="{FF2B5EF4-FFF2-40B4-BE49-F238E27FC236}">
                      <a16:creationId xmlns:a16="http://schemas.microsoft.com/office/drawing/2014/main" id="{0769C432-9D2A-C779-537E-70216025A333}"/>
                    </a:ext>
                  </a:extLst>
                </p:cNvPr>
                <p:cNvPicPr/>
                <p:nvPr/>
              </p:nvPicPr>
              <p:blipFill>
                <a:blip r:embed="rId169"/>
                <a:stretch>
                  <a:fillRect/>
                </a:stretch>
              </p:blipFill>
              <p:spPr>
                <a:xfrm>
                  <a:off x="11723902" y="5939816"/>
                  <a:ext cx="180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37" name="Ink 136">
                  <a:extLst>
                    <a:ext uri="{FF2B5EF4-FFF2-40B4-BE49-F238E27FC236}">
                      <a16:creationId xmlns:a16="http://schemas.microsoft.com/office/drawing/2014/main" id="{FB7DE0ED-7228-80B9-CF46-B02F641210D6}"/>
                    </a:ext>
                  </a:extLst>
                </p14:cNvPr>
                <p14:cNvContentPartPr/>
                <p14:nvPr/>
              </p14:nvContentPartPr>
              <p14:xfrm>
                <a:off x="11839102" y="5970056"/>
                <a:ext cx="36000" cy="133560"/>
              </p14:xfrm>
            </p:contentPart>
          </mc:Choice>
          <mc:Fallback>
            <p:pic>
              <p:nvPicPr>
                <p:cNvPr id="137" name="Ink 136">
                  <a:extLst>
                    <a:ext uri="{FF2B5EF4-FFF2-40B4-BE49-F238E27FC236}">
                      <a16:creationId xmlns:a16="http://schemas.microsoft.com/office/drawing/2014/main" id="{FB7DE0ED-7228-80B9-CF46-B02F641210D6}"/>
                    </a:ext>
                  </a:extLst>
                </p:cNvPr>
                <p:cNvPicPr/>
                <p:nvPr/>
              </p:nvPicPr>
              <p:blipFill>
                <a:blip r:embed="rId171"/>
                <a:stretch>
                  <a:fillRect/>
                </a:stretch>
              </p:blipFill>
              <p:spPr>
                <a:xfrm>
                  <a:off x="11830462" y="5961056"/>
                  <a:ext cx="5364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38" name="Ink 137">
                  <a:extLst>
                    <a:ext uri="{FF2B5EF4-FFF2-40B4-BE49-F238E27FC236}">
                      <a16:creationId xmlns:a16="http://schemas.microsoft.com/office/drawing/2014/main" id="{84338088-0F0A-5CDF-FB4C-270F397B1431}"/>
                    </a:ext>
                  </a:extLst>
                </p14:cNvPr>
                <p14:cNvContentPartPr/>
                <p14:nvPr/>
              </p14:nvContentPartPr>
              <p14:xfrm>
                <a:off x="11801662" y="6033776"/>
                <a:ext cx="69840" cy="18360"/>
              </p14:xfrm>
            </p:contentPart>
          </mc:Choice>
          <mc:Fallback>
            <p:pic>
              <p:nvPicPr>
                <p:cNvPr id="138" name="Ink 137">
                  <a:extLst>
                    <a:ext uri="{FF2B5EF4-FFF2-40B4-BE49-F238E27FC236}">
                      <a16:creationId xmlns:a16="http://schemas.microsoft.com/office/drawing/2014/main" id="{84338088-0F0A-5CDF-FB4C-270F397B1431}"/>
                    </a:ext>
                  </a:extLst>
                </p:cNvPr>
                <p:cNvPicPr/>
                <p:nvPr/>
              </p:nvPicPr>
              <p:blipFill>
                <a:blip r:embed="rId173"/>
                <a:stretch>
                  <a:fillRect/>
                </a:stretch>
              </p:blipFill>
              <p:spPr>
                <a:xfrm>
                  <a:off x="11793022" y="6025136"/>
                  <a:ext cx="8748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39" name="Ink 138">
                  <a:extLst>
                    <a:ext uri="{FF2B5EF4-FFF2-40B4-BE49-F238E27FC236}">
                      <a16:creationId xmlns:a16="http://schemas.microsoft.com/office/drawing/2014/main" id="{96339F61-A378-32A5-246B-6DB587E7BF3D}"/>
                    </a:ext>
                  </a:extLst>
                </p14:cNvPr>
                <p14:cNvContentPartPr/>
                <p14:nvPr/>
              </p14:nvContentPartPr>
              <p14:xfrm>
                <a:off x="11913262" y="6029456"/>
                <a:ext cx="101880" cy="204840"/>
              </p14:xfrm>
            </p:contentPart>
          </mc:Choice>
          <mc:Fallback>
            <p:pic>
              <p:nvPicPr>
                <p:cNvPr id="139" name="Ink 138">
                  <a:extLst>
                    <a:ext uri="{FF2B5EF4-FFF2-40B4-BE49-F238E27FC236}">
                      <a16:creationId xmlns:a16="http://schemas.microsoft.com/office/drawing/2014/main" id="{96339F61-A378-32A5-246B-6DB587E7BF3D}"/>
                    </a:ext>
                  </a:extLst>
                </p:cNvPr>
                <p:cNvPicPr/>
                <p:nvPr/>
              </p:nvPicPr>
              <p:blipFill>
                <a:blip r:embed="rId175"/>
                <a:stretch>
                  <a:fillRect/>
                </a:stretch>
              </p:blipFill>
              <p:spPr>
                <a:xfrm>
                  <a:off x="11904262" y="6020456"/>
                  <a:ext cx="119520" cy="222480"/>
                </a:xfrm>
                <a:prstGeom prst="rect">
                  <a:avLst/>
                </a:prstGeom>
              </p:spPr>
            </p:pic>
          </mc:Fallback>
        </mc:AlternateContent>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The STFT reveals the chirp trajectory</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0:22–0:28</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chirp_spectrogram.png"/>
          <p:cNvPicPr>
            <a:picLocks noChangeAspect="1"/>
          </p:cNvPicPr>
          <p:nvPr/>
        </p:nvPicPr>
        <p:blipFill>
          <a:blip r:embed="rId2"/>
          <a:stretch>
            <a:fillRect/>
          </a:stretch>
        </p:blipFill>
        <p:spPr>
          <a:xfrm>
            <a:off x="594360" y="1188720"/>
            <a:ext cx="6858000" cy="3520440"/>
          </a:xfrm>
          <a:prstGeom prst="rect">
            <a:avLst/>
          </a:prstGeom>
        </p:spPr>
      </p:pic>
      <p:sp>
        <p:nvSpPr>
          <p:cNvPr id="8" name="Rounded Rectangle 7"/>
          <p:cNvSpPr/>
          <p:nvPr/>
        </p:nvSpPr>
        <p:spPr>
          <a:xfrm>
            <a:off x="7726679" y="1508760"/>
            <a:ext cx="3566160" cy="18288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72983" y="1600200"/>
            <a:ext cx="3273552" cy="219456"/>
          </a:xfrm>
          <a:prstGeom prst="rect">
            <a:avLst/>
          </a:prstGeom>
          <a:noFill/>
        </p:spPr>
        <p:txBody>
          <a:bodyPr wrap="square">
            <a:spAutoFit/>
          </a:bodyPr>
          <a:lstStyle/>
          <a:p>
            <a:pPr algn="l"/>
            <a:r>
              <a:rPr sz="1100" b="1">
                <a:solidFill>
                  <a:srgbClr val="24888E"/>
                </a:solidFill>
                <a:latin typeface="Aptos"/>
              </a:rPr>
              <a:t>Read it</a:t>
            </a:r>
          </a:p>
        </p:txBody>
      </p:sp>
      <p:sp>
        <p:nvSpPr>
          <p:cNvPr id="10" name="TextBox 9"/>
          <p:cNvSpPr txBox="1"/>
          <p:nvPr/>
        </p:nvSpPr>
        <p:spPr>
          <a:xfrm>
            <a:off x="7872983" y="1865376"/>
            <a:ext cx="3273552" cy="1380744"/>
          </a:xfrm>
          <a:prstGeom prst="rect">
            <a:avLst/>
          </a:prstGeom>
          <a:noFill/>
        </p:spPr>
        <p:txBody>
          <a:bodyPr wrap="square">
            <a:spAutoFit/>
          </a:bodyPr>
          <a:lstStyle/>
          <a:p>
            <a:pPr algn="l"/>
            <a:r>
              <a:rPr sz="1700" b="0">
                <a:solidFill>
                  <a:srgbClr val="191E26"/>
                </a:solidFill>
                <a:latin typeface="Aptos"/>
              </a:rPr>
              <a:t>Horizontal position = time. Vertical position = frequency. Brightness/color = local magnitude or power.</a:t>
            </a:r>
          </a:p>
        </p:txBody>
      </p:sp>
      <p:sp>
        <p:nvSpPr>
          <p:cNvPr id="11" name="TextBox 10"/>
          <p:cNvSpPr txBox="1"/>
          <p:nvPr/>
        </p:nvSpPr>
        <p:spPr>
          <a:xfrm>
            <a:off x="7726679" y="3840480"/>
            <a:ext cx="3383280" cy="822960"/>
          </a:xfrm>
          <a:prstGeom prst="rect">
            <a:avLst/>
          </a:prstGeom>
          <a:noFill/>
        </p:spPr>
        <p:txBody>
          <a:bodyPr wrap="square">
            <a:spAutoFit/>
          </a:bodyPr>
          <a:lstStyle/>
          <a:p>
            <a:pPr algn="l"/>
            <a:r>
              <a:rPr sz="2000" b="1">
                <a:solidFill>
                  <a:srgbClr val="16253E"/>
                </a:solidFill>
                <a:latin typeface="Aptos"/>
              </a:rPr>
              <a:t>The upward ridge is the time-varying instantaneous frequency.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Window length sets the central trade-off</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RESOLUTION</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0:28–0:34</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822960" y="1325880"/>
            <a:ext cx="2926080" cy="365760"/>
          </a:xfrm>
          <a:prstGeom prst="rect">
            <a:avLst/>
          </a:prstGeom>
          <a:noFill/>
        </p:spPr>
        <p:txBody>
          <a:bodyPr wrap="square">
            <a:spAutoFit/>
          </a:bodyPr>
          <a:lstStyle/>
          <a:p>
            <a:pPr algn="l"/>
            <a:r>
              <a:rPr sz="2400" b="1">
                <a:solidFill>
                  <a:srgbClr val="D67D35"/>
                </a:solidFill>
                <a:latin typeface="Aptos"/>
              </a:rPr>
              <a:t>Short window</a:t>
            </a:r>
          </a:p>
        </p:txBody>
      </p:sp>
      <p:sp>
        <p:nvSpPr>
          <p:cNvPr id="8" name="TextBox 7"/>
          <p:cNvSpPr txBox="1"/>
          <p:nvPr/>
        </p:nvSpPr>
        <p:spPr>
          <a:xfrm>
            <a:off x="822960" y="1828800"/>
            <a:ext cx="4114800" cy="2011680"/>
          </a:xfrm>
          <a:prstGeom prst="rect">
            <a:avLst/>
          </a:prstGeom>
          <a:noFill/>
        </p:spPr>
        <p:txBody>
          <a:bodyPr wrap="square">
            <a:spAutoFit/>
          </a:bodyPr>
          <a:lstStyle/>
          <a:p>
            <a:pPr>
              <a:spcAft>
                <a:spcPts val="700"/>
              </a:spcAft>
              <a:defRPr sz="1900">
                <a:solidFill>
                  <a:srgbClr val="191E26"/>
                </a:solidFill>
                <a:latin typeface="Aptos"/>
              </a:defRPr>
            </a:pPr>
            <a:r>
              <a:t>• Good time localization.</a:t>
            </a:r>
          </a:p>
          <a:p>
            <a:pPr>
              <a:spcAft>
                <a:spcPts val="700"/>
              </a:spcAft>
              <a:defRPr sz="1900">
                <a:solidFill>
                  <a:srgbClr val="191E26"/>
                </a:solidFill>
                <a:latin typeface="Aptos"/>
              </a:defRPr>
            </a:pPr>
            <a:r>
              <a:t>• Few samples → broad spectral main lobe.</a:t>
            </a:r>
          </a:p>
          <a:p>
            <a:pPr>
              <a:spcAft>
                <a:spcPts val="700"/>
              </a:spcAft>
              <a:defRPr sz="1900">
                <a:solidFill>
                  <a:srgbClr val="191E26"/>
                </a:solidFill>
                <a:latin typeface="Aptos"/>
              </a:defRPr>
            </a:pPr>
            <a:r>
              <a:t>• Fast events are separated more clearly.</a:t>
            </a:r>
          </a:p>
        </p:txBody>
      </p:sp>
      <p:sp>
        <p:nvSpPr>
          <p:cNvPr id="9" name="TextBox 8"/>
          <p:cNvSpPr txBox="1"/>
          <p:nvPr/>
        </p:nvSpPr>
        <p:spPr>
          <a:xfrm>
            <a:off x="6309360" y="1325880"/>
            <a:ext cx="2926080" cy="365760"/>
          </a:xfrm>
          <a:prstGeom prst="rect">
            <a:avLst/>
          </a:prstGeom>
          <a:noFill/>
        </p:spPr>
        <p:txBody>
          <a:bodyPr wrap="square">
            <a:spAutoFit/>
          </a:bodyPr>
          <a:lstStyle/>
          <a:p>
            <a:pPr algn="l"/>
            <a:r>
              <a:rPr sz="2400" b="1">
                <a:solidFill>
                  <a:srgbClr val="24888E"/>
                </a:solidFill>
                <a:latin typeface="Aptos"/>
              </a:rPr>
              <a:t>Long window</a:t>
            </a:r>
          </a:p>
        </p:txBody>
      </p:sp>
      <p:sp>
        <p:nvSpPr>
          <p:cNvPr id="10" name="TextBox 9"/>
          <p:cNvSpPr txBox="1"/>
          <p:nvPr/>
        </p:nvSpPr>
        <p:spPr>
          <a:xfrm>
            <a:off x="6309360" y="1828800"/>
            <a:ext cx="4297680" cy="2011680"/>
          </a:xfrm>
          <a:prstGeom prst="rect">
            <a:avLst/>
          </a:prstGeom>
          <a:noFill/>
        </p:spPr>
        <p:txBody>
          <a:bodyPr wrap="square">
            <a:spAutoFit/>
          </a:bodyPr>
          <a:lstStyle/>
          <a:p>
            <a:pPr>
              <a:spcAft>
                <a:spcPts val="700"/>
              </a:spcAft>
              <a:defRPr sz="1900">
                <a:solidFill>
                  <a:srgbClr val="191E26"/>
                </a:solidFill>
                <a:latin typeface="Aptos"/>
              </a:defRPr>
            </a:pPr>
            <a:r>
              <a:t>• Good frequency localization.</a:t>
            </a:r>
          </a:p>
          <a:p>
            <a:pPr>
              <a:spcAft>
                <a:spcPts val="700"/>
              </a:spcAft>
              <a:defRPr sz="1900">
                <a:solidFill>
                  <a:srgbClr val="191E26"/>
                </a:solidFill>
                <a:latin typeface="Aptos"/>
              </a:defRPr>
            </a:pPr>
            <a:r>
              <a:t>• Many samples → narrower spectral features.</a:t>
            </a:r>
          </a:p>
          <a:p>
            <a:pPr>
              <a:spcAft>
                <a:spcPts val="700"/>
              </a:spcAft>
              <a:defRPr sz="1900">
                <a:solidFill>
                  <a:srgbClr val="191E26"/>
                </a:solidFill>
                <a:latin typeface="Aptos"/>
              </a:defRPr>
            </a:pPr>
            <a:r>
              <a:t>• Rapid changes are smeared over time.</a:t>
            </a:r>
          </a:p>
        </p:txBody>
      </p:sp>
      <p:sp>
        <p:nvSpPr>
          <p:cNvPr id="11" name="Rounded Rectangle 10"/>
          <p:cNvSpPr/>
          <p:nvPr/>
        </p:nvSpPr>
        <p:spPr>
          <a:xfrm>
            <a:off x="1828800" y="4572000"/>
            <a:ext cx="8412480" cy="1036674"/>
          </a:xfrm>
          <a:prstGeom prst="roundRect">
            <a:avLst/>
          </a:prstGeom>
          <a:solidFill>
            <a:srgbClr val="F1F5F9"/>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75104" y="4663440"/>
            <a:ext cx="8119871" cy="219456"/>
          </a:xfrm>
          <a:prstGeom prst="rect">
            <a:avLst/>
          </a:prstGeom>
          <a:noFill/>
        </p:spPr>
        <p:txBody>
          <a:bodyPr wrap="square">
            <a:spAutoFit/>
          </a:bodyPr>
          <a:lstStyle/>
          <a:p>
            <a:pPr algn="l"/>
            <a:r>
              <a:rPr sz="1100" b="1">
                <a:solidFill>
                  <a:srgbClr val="2463A0"/>
                </a:solidFill>
                <a:latin typeface="Aptos"/>
              </a:rPr>
              <a:t>No free lunch</a:t>
            </a:r>
          </a:p>
        </p:txBody>
      </p:sp>
      <p:sp>
        <p:nvSpPr>
          <p:cNvPr id="13" name="TextBox 12"/>
          <p:cNvSpPr txBox="1"/>
          <p:nvPr/>
        </p:nvSpPr>
        <p:spPr>
          <a:xfrm>
            <a:off x="1975104" y="4928616"/>
            <a:ext cx="8119871" cy="512064"/>
          </a:xfrm>
          <a:prstGeom prst="rect">
            <a:avLst/>
          </a:prstGeom>
          <a:noFill/>
        </p:spPr>
        <p:txBody>
          <a:bodyPr wrap="square">
            <a:spAutoFit/>
          </a:bodyPr>
          <a:lstStyle/>
          <a:p>
            <a:pPr algn="l"/>
            <a:r>
              <a:rPr sz="1700" b="0">
                <a:solidFill>
                  <a:srgbClr val="191E26"/>
                </a:solidFill>
                <a:latin typeface="Aptos"/>
              </a:rPr>
              <a:t>You cannot make a window arbitrarily narrow in time and simultaneously arbitrarily narrow in frequency.</a:t>
            </a:r>
          </a:p>
        </p:txBody>
      </p:sp>
      <p:grpSp>
        <p:nvGrpSpPr>
          <p:cNvPr id="36" name="Group 35">
            <a:extLst>
              <a:ext uri="{FF2B5EF4-FFF2-40B4-BE49-F238E27FC236}">
                <a16:creationId xmlns:a16="http://schemas.microsoft.com/office/drawing/2014/main" id="{39BE792A-46A9-E312-28DE-285BABA51B4D}"/>
              </a:ext>
            </a:extLst>
          </p:cNvPr>
          <p:cNvGrpSpPr/>
          <p:nvPr/>
        </p:nvGrpSpPr>
        <p:grpSpPr>
          <a:xfrm>
            <a:off x="2579182" y="3497576"/>
            <a:ext cx="1355040" cy="308880"/>
            <a:chOff x="2579182" y="3497576"/>
            <a:chExt cx="1355040" cy="308880"/>
          </a:xfrm>
        </p:grpSpPr>
        <mc:AlternateContent xmlns:mc="http://schemas.openxmlformats.org/markup-compatibility/2006">
          <mc:Choice xmlns:p14="http://schemas.microsoft.com/office/powerpoint/2010/main" Requires="p14">
            <p:contentPart p14:bwMode="auto" r:id="rId2">
              <p14:nvContentPartPr>
                <p14:cNvPr id="14" name="Ink 13">
                  <a:extLst>
                    <a:ext uri="{FF2B5EF4-FFF2-40B4-BE49-F238E27FC236}">
                      <a16:creationId xmlns:a16="http://schemas.microsoft.com/office/drawing/2014/main" id="{E27C2650-83E5-7883-EA8E-18EA20A829AB}"/>
                    </a:ext>
                  </a:extLst>
                </p14:cNvPr>
                <p14:cNvContentPartPr/>
                <p14:nvPr/>
              </p14:nvContentPartPr>
              <p14:xfrm>
                <a:off x="2615182" y="3572456"/>
                <a:ext cx="6120" cy="182520"/>
              </p14:xfrm>
            </p:contentPart>
          </mc:Choice>
          <mc:Fallback>
            <p:pic>
              <p:nvPicPr>
                <p:cNvPr id="14" name="Ink 13">
                  <a:extLst>
                    <a:ext uri="{FF2B5EF4-FFF2-40B4-BE49-F238E27FC236}">
                      <a16:creationId xmlns:a16="http://schemas.microsoft.com/office/drawing/2014/main" id="{E27C2650-83E5-7883-EA8E-18EA20A829AB}"/>
                    </a:ext>
                  </a:extLst>
                </p:cNvPr>
                <p:cNvPicPr/>
                <p:nvPr/>
              </p:nvPicPr>
              <p:blipFill>
                <a:blip r:embed="rId3"/>
                <a:stretch>
                  <a:fillRect/>
                </a:stretch>
              </p:blipFill>
              <p:spPr>
                <a:xfrm>
                  <a:off x="2606182" y="3563456"/>
                  <a:ext cx="2376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5" name="Ink 14">
                  <a:extLst>
                    <a:ext uri="{FF2B5EF4-FFF2-40B4-BE49-F238E27FC236}">
                      <a16:creationId xmlns:a16="http://schemas.microsoft.com/office/drawing/2014/main" id="{613C263D-F9DC-A928-C844-57CC060DFE90}"/>
                    </a:ext>
                  </a:extLst>
                </p14:cNvPr>
                <p14:cNvContentPartPr/>
                <p14:nvPr/>
              </p14:nvContentPartPr>
              <p14:xfrm>
                <a:off x="2619862" y="3497576"/>
                <a:ext cx="1234080" cy="22320"/>
              </p14:xfrm>
            </p:contentPart>
          </mc:Choice>
          <mc:Fallback>
            <p:pic>
              <p:nvPicPr>
                <p:cNvPr id="15" name="Ink 14">
                  <a:extLst>
                    <a:ext uri="{FF2B5EF4-FFF2-40B4-BE49-F238E27FC236}">
                      <a16:creationId xmlns:a16="http://schemas.microsoft.com/office/drawing/2014/main" id="{613C263D-F9DC-A928-C844-57CC060DFE90}"/>
                    </a:ext>
                  </a:extLst>
                </p:cNvPr>
                <p:cNvPicPr/>
                <p:nvPr/>
              </p:nvPicPr>
              <p:blipFill>
                <a:blip r:embed="rId5"/>
                <a:stretch>
                  <a:fillRect/>
                </a:stretch>
              </p:blipFill>
              <p:spPr>
                <a:xfrm>
                  <a:off x="2610862" y="3488576"/>
                  <a:ext cx="125172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6" name="Ink 15">
                  <a:extLst>
                    <a:ext uri="{FF2B5EF4-FFF2-40B4-BE49-F238E27FC236}">
                      <a16:creationId xmlns:a16="http://schemas.microsoft.com/office/drawing/2014/main" id="{66BBB489-6947-54C2-8D05-955D79665297}"/>
                    </a:ext>
                  </a:extLst>
                </p14:cNvPr>
                <p14:cNvContentPartPr/>
                <p14:nvPr/>
              </p14:nvContentPartPr>
              <p14:xfrm>
                <a:off x="3894982" y="3519176"/>
                <a:ext cx="12600" cy="234360"/>
              </p14:xfrm>
            </p:contentPart>
          </mc:Choice>
          <mc:Fallback>
            <p:pic>
              <p:nvPicPr>
                <p:cNvPr id="16" name="Ink 15">
                  <a:extLst>
                    <a:ext uri="{FF2B5EF4-FFF2-40B4-BE49-F238E27FC236}">
                      <a16:creationId xmlns:a16="http://schemas.microsoft.com/office/drawing/2014/main" id="{66BBB489-6947-54C2-8D05-955D79665297}"/>
                    </a:ext>
                  </a:extLst>
                </p:cNvPr>
                <p:cNvPicPr/>
                <p:nvPr/>
              </p:nvPicPr>
              <p:blipFill>
                <a:blip r:embed="rId7"/>
                <a:stretch>
                  <a:fillRect/>
                </a:stretch>
              </p:blipFill>
              <p:spPr>
                <a:xfrm>
                  <a:off x="3885982" y="3510536"/>
                  <a:ext cx="302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8" name="Ink 17">
                  <a:extLst>
                    <a:ext uri="{FF2B5EF4-FFF2-40B4-BE49-F238E27FC236}">
                      <a16:creationId xmlns:a16="http://schemas.microsoft.com/office/drawing/2014/main" id="{6841EE8F-1A13-2956-1D93-B55114B93C55}"/>
                    </a:ext>
                  </a:extLst>
                </p14:cNvPr>
                <p14:cNvContentPartPr/>
                <p14:nvPr/>
              </p14:nvContentPartPr>
              <p14:xfrm>
                <a:off x="2579182" y="3757856"/>
                <a:ext cx="1355040" cy="48600"/>
              </p14:xfrm>
            </p:contentPart>
          </mc:Choice>
          <mc:Fallback>
            <p:pic>
              <p:nvPicPr>
                <p:cNvPr id="18" name="Ink 17">
                  <a:extLst>
                    <a:ext uri="{FF2B5EF4-FFF2-40B4-BE49-F238E27FC236}">
                      <a16:creationId xmlns:a16="http://schemas.microsoft.com/office/drawing/2014/main" id="{6841EE8F-1A13-2956-1D93-B55114B93C55}"/>
                    </a:ext>
                  </a:extLst>
                </p:cNvPr>
                <p:cNvPicPr/>
                <p:nvPr/>
              </p:nvPicPr>
              <p:blipFill>
                <a:blip r:embed="rId9"/>
                <a:stretch>
                  <a:fillRect/>
                </a:stretch>
              </p:blipFill>
              <p:spPr>
                <a:xfrm>
                  <a:off x="2570182" y="3749216"/>
                  <a:ext cx="137268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1" name="Ink 30">
                  <a:extLst>
                    <a:ext uri="{FF2B5EF4-FFF2-40B4-BE49-F238E27FC236}">
                      <a16:creationId xmlns:a16="http://schemas.microsoft.com/office/drawing/2014/main" id="{C5E247DF-820D-993B-FE61-8161D787E926}"/>
                    </a:ext>
                  </a:extLst>
                </p14:cNvPr>
                <p14:cNvContentPartPr/>
                <p14:nvPr/>
              </p14:nvContentPartPr>
              <p14:xfrm>
                <a:off x="2775022" y="3593696"/>
                <a:ext cx="82440" cy="81000"/>
              </p14:xfrm>
            </p:contentPart>
          </mc:Choice>
          <mc:Fallback>
            <p:pic>
              <p:nvPicPr>
                <p:cNvPr id="31" name="Ink 30">
                  <a:extLst>
                    <a:ext uri="{FF2B5EF4-FFF2-40B4-BE49-F238E27FC236}">
                      <a16:creationId xmlns:a16="http://schemas.microsoft.com/office/drawing/2014/main" id="{C5E247DF-820D-993B-FE61-8161D787E926}"/>
                    </a:ext>
                  </a:extLst>
                </p:cNvPr>
                <p:cNvPicPr/>
                <p:nvPr/>
              </p:nvPicPr>
              <p:blipFill>
                <a:blip r:embed="rId11"/>
                <a:stretch>
                  <a:fillRect/>
                </a:stretch>
              </p:blipFill>
              <p:spPr>
                <a:xfrm>
                  <a:off x="2766022" y="3584696"/>
                  <a:ext cx="10008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2" name="Ink 31">
                  <a:extLst>
                    <a:ext uri="{FF2B5EF4-FFF2-40B4-BE49-F238E27FC236}">
                      <a16:creationId xmlns:a16="http://schemas.microsoft.com/office/drawing/2014/main" id="{2D134901-8C55-E241-0775-A4AC92A9794D}"/>
                    </a:ext>
                  </a:extLst>
                </p14:cNvPr>
                <p14:cNvContentPartPr/>
                <p14:nvPr/>
              </p14:nvContentPartPr>
              <p14:xfrm>
                <a:off x="2796982" y="3609896"/>
                <a:ext cx="63360" cy="53640"/>
              </p14:xfrm>
            </p:contentPart>
          </mc:Choice>
          <mc:Fallback>
            <p:pic>
              <p:nvPicPr>
                <p:cNvPr id="32" name="Ink 31">
                  <a:extLst>
                    <a:ext uri="{FF2B5EF4-FFF2-40B4-BE49-F238E27FC236}">
                      <a16:creationId xmlns:a16="http://schemas.microsoft.com/office/drawing/2014/main" id="{2D134901-8C55-E241-0775-A4AC92A9794D}"/>
                    </a:ext>
                  </a:extLst>
                </p:cNvPr>
                <p:cNvPicPr/>
                <p:nvPr/>
              </p:nvPicPr>
              <p:blipFill>
                <a:blip r:embed="rId13"/>
                <a:stretch>
                  <a:fillRect/>
                </a:stretch>
              </p:blipFill>
              <p:spPr>
                <a:xfrm>
                  <a:off x="2787982" y="3600896"/>
                  <a:ext cx="8100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3" name="Ink 32">
                  <a:extLst>
                    <a:ext uri="{FF2B5EF4-FFF2-40B4-BE49-F238E27FC236}">
                      <a16:creationId xmlns:a16="http://schemas.microsoft.com/office/drawing/2014/main" id="{EFD9275B-8B10-D079-BB92-10DC8F073087}"/>
                    </a:ext>
                  </a:extLst>
                </p14:cNvPr>
                <p14:cNvContentPartPr/>
                <p14:nvPr/>
              </p14:nvContentPartPr>
              <p14:xfrm>
                <a:off x="2903542" y="3551216"/>
                <a:ext cx="92520" cy="164880"/>
              </p14:xfrm>
            </p:contentPart>
          </mc:Choice>
          <mc:Fallback>
            <p:pic>
              <p:nvPicPr>
                <p:cNvPr id="33" name="Ink 32">
                  <a:extLst>
                    <a:ext uri="{FF2B5EF4-FFF2-40B4-BE49-F238E27FC236}">
                      <a16:creationId xmlns:a16="http://schemas.microsoft.com/office/drawing/2014/main" id="{EFD9275B-8B10-D079-BB92-10DC8F073087}"/>
                    </a:ext>
                  </a:extLst>
                </p:cNvPr>
                <p:cNvPicPr/>
                <p:nvPr/>
              </p:nvPicPr>
              <p:blipFill>
                <a:blip r:embed="rId15"/>
                <a:stretch>
                  <a:fillRect/>
                </a:stretch>
              </p:blipFill>
              <p:spPr>
                <a:xfrm>
                  <a:off x="2894542" y="3542216"/>
                  <a:ext cx="11016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4" name="Ink 33">
                  <a:extLst>
                    <a:ext uri="{FF2B5EF4-FFF2-40B4-BE49-F238E27FC236}">
                      <a16:creationId xmlns:a16="http://schemas.microsoft.com/office/drawing/2014/main" id="{9984E23E-6DBC-DE5E-88C0-29357E3F5439}"/>
                    </a:ext>
                  </a:extLst>
                </p14:cNvPr>
                <p14:cNvContentPartPr/>
                <p14:nvPr/>
              </p14:nvContentPartPr>
              <p14:xfrm>
                <a:off x="3005422" y="3652016"/>
                <a:ext cx="93240" cy="31680"/>
              </p14:xfrm>
            </p:contentPart>
          </mc:Choice>
          <mc:Fallback>
            <p:pic>
              <p:nvPicPr>
                <p:cNvPr id="34" name="Ink 33">
                  <a:extLst>
                    <a:ext uri="{FF2B5EF4-FFF2-40B4-BE49-F238E27FC236}">
                      <a16:creationId xmlns:a16="http://schemas.microsoft.com/office/drawing/2014/main" id="{9984E23E-6DBC-DE5E-88C0-29357E3F5439}"/>
                    </a:ext>
                  </a:extLst>
                </p:cNvPr>
                <p:cNvPicPr/>
                <p:nvPr/>
              </p:nvPicPr>
              <p:blipFill>
                <a:blip r:embed="rId17"/>
                <a:stretch>
                  <a:fillRect/>
                </a:stretch>
              </p:blipFill>
              <p:spPr>
                <a:xfrm>
                  <a:off x="2996782" y="3643376"/>
                  <a:ext cx="11088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5" name="Ink 34">
                  <a:extLst>
                    <a:ext uri="{FF2B5EF4-FFF2-40B4-BE49-F238E27FC236}">
                      <a16:creationId xmlns:a16="http://schemas.microsoft.com/office/drawing/2014/main" id="{5617D123-D933-C7AE-5684-4599B4E0D920}"/>
                    </a:ext>
                  </a:extLst>
                </p14:cNvPr>
                <p14:cNvContentPartPr/>
                <p14:nvPr/>
              </p14:nvContentPartPr>
              <p14:xfrm>
                <a:off x="3067342" y="3571376"/>
                <a:ext cx="111960" cy="140040"/>
              </p14:xfrm>
            </p:contentPart>
          </mc:Choice>
          <mc:Fallback>
            <p:pic>
              <p:nvPicPr>
                <p:cNvPr id="35" name="Ink 34">
                  <a:extLst>
                    <a:ext uri="{FF2B5EF4-FFF2-40B4-BE49-F238E27FC236}">
                      <a16:creationId xmlns:a16="http://schemas.microsoft.com/office/drawing/2014/main" id="{5617D123-D933-C7AE-5684-4599B4E0D920}"/>
                    </a:ext>
                  </a:extLst>
                </p:cNvPr>
                <p:cNvPicPr/>
                <p:nvPr/>
              </p:nvPicPr>
              <p:blipFill>
                <a:blip r:embed="rId19"/>
                <a:stretch>
                  <a:fillRect/>
                </a:stretch>
              </p:blipFill>
              <p:spPr>
                <a:xfrm>
                  <a:off x="3058342" y="3562736"/>
                  <a:ext cx="129600" cy="157680"/>
                </a:xfrm>
                <a:prstGeom prst="rect">
                  <a:avLst/>
                </a:prstGeom>
              </p:spPr>
            </p:pic>
          </mc:Fallback>
        </mc:AlternateContent>
      </p:grpSp>
      <p:grpSp>
        <p:nvGrpSpPr>
          <p:cNvPr id="65" name="Group 64">
            <a:extLst>
              <a:ext uri="{FF2B5EF4-FFF2-40B4-BE49-F238E27FC236}">
                <a16:creationId xmlns:a16="http://schemas.microsoft.com/office/drawing/2014/main" id="{C0552CA4-3756-6195-CF0E-56FA12091901}"/>
              </a:ext>
            </a:extLst>
          </p:cNvPr>
          <p:cNvGrpSpPr/>
          <p:nvPr/>
        </p:nvGrpSpPr>
        <p:grpSpPr>
          <a:xfrm>
            <a:off x="2593582" y="3250256"/>
            <a:ext cx="1253160" cy="151920"/>
            <a:chOff x="2593582" y="3250256"/>
            <a:chExt cx="1253160" cy="151920"/>
          </a:xfrm>
        </p:grpSpPr>
        <mc:AlternateContent xmlns:mc="http://schemas.openxmlformats.org/markup-compatibility/2006">
          <mc:Choice xmlns:p14="http://schemas.microsoft.com/office/powerpoint/2010/main" Requires="p14">
            <p:contentPart p14:bwMode="auto" r:id="rId20">
              <p14:nvContentPartPr>
                <p14:cNvPr id="60" name="Ink 59">
                  <a:extLst>
                    <a:ext uri="{FF2B5EF4-FFF2-40B4-BE49-F238E27FC236}">
                      <a16:creationId xmlns:a16="http://schemas.microsoft.com/office/drawing/2014/main" id="{AAC04080-80AB-FC57-4372-1659ED9ECE8C}"/>
                    </a:ext>
                  </a:extLst>
                </p14:cNvPr>
                <p14:cNvContentPartPr/>
                <p14:nvPr/>
              </p14:nvContentPartPr>
              <p14:xfrm>
                <a:off x="3067342" y="3285176"/>
                <a:ext cx="21960" cy="63360"/>
              </p14:xfrm>
            </p:contentPart>
          </mc:Choice>
          <mc:Fallback>
            <p:pic>
              <p:nvPicPr>
                <p:cNvPr id="60" name="Ink 59">
                  <a:extLst>
                    <a:ext uri="{FF2B5EF4-FFF2-40B4-BE49-F238E27FC236}">
                      <a16:creationId xmlns:a16="http://schemas.microsoft.com/office/drawing/2014/main" id="{AAC04080-80AB-FC57-4372-1659ED9ECE8C}"/>
                    </a:ext>
                  </a:extLst>
                </p:cNvPr>
                <p:cNvPicPr/>
                <p:nvPr/>
              </p:nvPicPr>
              <p:blipFill>
                <a:blip r:embed="rId21"/>
                <a:stretch>
                  <a:fillRect/>
                </a:stretch>
              </p:blipFill>
              <p:spPr>
                <a:xfrm>
                  <a:off x="3058342" y="3276536"/>
                  <a:ext cx="3960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61" name="Ink 60">
                  <a:extLst>
                    <a:ext uri="{FF2B5EF4-FFF2-40B4-BE49-F238E27FC236}">
                      <a16:creationId xmlns:a16="http://schemas.microsoft.com/office/drawing/2014/main" id="{69EEA828-7619-2341-1325-860E40153836}"/>
                    </a:ext>
                  </a:extLst>
                </p14:cNvPr>
                <p14:cNvContentPartPr/>
                <p14:nvPr/>
              </p14:nvContentPartPr>
              <p14:xfrm>
                <a:off x="2998222" y="3250256"/>
                <a:ext cx="174600" cy="120960"/>
              </p14:xfrm>
            </p:contentPart>
          </mc:Choice>
          <mc:Fallback>
            <p:pic>
              <p:nvPicPr>
                <p:cNvPr id="61" name="Ink 60">
                  <a:extLst>
                    <a:ext uri="{FF2B5EF4-FFF2-40B4-BE49-F238E27FC236}">
                      <a16:creationId xmlns:a16="http://schemas.microsoft.com/office/drawing/2014/main" id="{69EEA828-7619-2341-1325-860E40153836}"/>
                    </a:ext>
                  </a:extLst>
                </p:cNvPr>
                <p:cNvPicPr/>
                <p:nvPr/>
              </p:nvPicPr>
              <p:blipFill>
                <a:blip r:embed="rId23"/>
                <a:stretch>
                  <a:fillRect/>
                </a:stretch>
              </p:blipFill>
              <p:spPr>
                <a:xfrm>
                  <a:off x="2989222" y="3241256"/>
                  <a:ext cx="19224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62" name="Ink 61">
                  <a:extLst>
                    <a:ext uri="{FF2B5EF4-FFF2-40B4-BE49-F238E27FC236}">
                      <a16:creationId xmlns:a16="http://schemas.microsoft.com/office/drawing/2014/main" id="{69B6268C-6E5A-CDDB-323C-7BFFCC206194}"/>
                    </a:ext>
                  </a:extLst>
                </p14:cNvPr>
                <p14:cNvContentPartPr/>
                <p14:nvPr/>
              </p14:nvContentPartPr>
              <p14:xfrm>
                <a:off x="2593582" y="3336296"/>
                <a:ext cx="288000" cy="14400"/>
              </p14:xfrm>
            </p:contentPart>
          </mc:Choice>
          <mc:Fallback>
            <p:pic>
              <p:nvPicPr>
                <p:cNvPr id="62" name="Ink 61">
                  <a:extLst>
                    <a:ext uri="{FF2B5EF4-FFF2-40B4-BE49-F238E27FC236}">
                      <a16:creationId xmlns:a16="http://schemas.microsoft.com/office/drawing/2014/main" id="{69B6268C-6E5A-CDDB-323C-7BFFCC206194}"/>
                    </a:ext>
                  </a:extLst>
                </p:cNvPr>
                <p:cNvPicPr/>
                <p:nvPr/>
              </p:nvPicPr>
              <p:blipFill>
                <a:blip r:embed="rId25"/>
                <a:stretch>
                  <a:fillRect/>
                </a:stretch>
              </p:blipFill>
              <p:spPr>
                <a:xfrm>
                  <a:off x="2584942" y="3327296"/>
                  <a:ext cx="30564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63" name="Ink 62">
                  <a:extLst>
                    <a:ext uri="{FF2B5EF4-FFF2-40B4-BE49-F238E27FC236}">
                      <a16:creationId xmlns:a16="http://schemas.microsoft.com/office/drawing/2014/main" id="{111DB4AF-00E9-399D-C2A7-E8AB3BD83CD6}"/>
                    </a:ext>
                  </a:extLst>
                </p14:cNvPr>
                <p14:cNvContentPartPr/>
                <p14:nvPr/>
              </p14:nvContentPartPr>
              <p14:xfrm>
                <a:off x="2634262" y="3294536"/>
                <a:ext cx="81000" cy="65160"/>
              </p14:xfrm>
            </p:contentPart>
          </mc:Choice>
          <mc:Fallback>
            <p:pic>
              <p:nvPicPr>
                <p:cNvPr id="63" name="Ink 62">
                  <a:extLst>
                    <a:ext uri="{FF2B5EF4-FFF2-40B4-BE49-F238E27FC236}">
                      <a16:creationId xmlns:a16="http://schemas.microsoft.com/office/drawing/2014/main" id="{111DB4AF-00E9-399D-C2A7-E8AB3BD83CD6}"/>
                    </a:ext>
                  </a:extLst>
                </p:cNvPr>
                <p:cNvPicPr/>
                <p:nvPr/>
              </p:nvPicPr>
              <p:blipFill>
                <a:blip r:embed="rId27"/>
                <a:stretch>
                  <a:fillRect/>
                </a:stretch>
              </p:blipFill>
              <p:spPr>
                <a:xfrm>
                  <a:off x="2625262" y="3285896"/>
                  <a:ext cx="9864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64" name="Ink 63">
                  <a:extLst>
                    <a:ext uri="{FF2B5EF4-FFF2-40B4-BE49-F238E27FC236}">
                      <a16:creationId xmlns:a16="http://schemas.microsoft.com/office/drawing/2014/main" id="{B05E8FFE-24E1-5C0F-32B2-BE709FFC2230}"/>
                    </a:ext>
                  </a:extLst>
                </p14:cNvPr>
                <p14:cNvContentPartPr/>
                <p14:nvPr/>
              </p14:nvContentPartPr>
              <p14:xfrm>
                <a:off x="3327982" y="3328016"/>
                <a:ext cx="518760" cy="74160"/>
              </p14:xfrm>
            </p:contentPart>
          </mc:Choice>
          <mc:Fallback>
            <p:pic>
              <p:nvPicPr>
                <p:cNvPr id="64" name="Ink 63">
                  <a:extLst>
                    <a:ext uri="{FF2B5EF4-FFF2-40B4-BE49-F238E27FC236}">
                      <a16:creationId xmlns:a16="http://schemas.microsoft.com/office/drawing/2014/main" id="{B05E8FFE-24E1-5C0F-32B2-BE709FFC2230}"/>
                    </a:ext>
                  </a:extLst>
                </p:cNvPr>
                <p:cNvPicPr/>
                <p:nvPr/>
              </p:nvPicPr>
              <p:blipFill>
                <a:blip r:embed="rId29"/>
                <a:stretch>
                  <a:fillRect/>
                </a:stretch>
              </p:blipFill>
              <p:spPr>
                <a:xfrm>
                  <a:off x="3318982" y="3319376"/>
                  <a:ext cx="536400" cy="91800"/>
                </a:xfrm>
                <a:prstGeom prst="rect">
                  <a:avLst/>
                </a:prstGeom>
              </p:spPr>
            </p:pic>
          </mc:Fallback>
        </mc:AlternateContent>
      </p:grpSp>
      <p:grpSp>
        <p:nvGrpSpPr>
          <p:cNvPr id="91" name="Group 90">
            <a:extLst>
              <a:ext uri="{FF2B5EF4-FFF2-40B4-BE49-F238E27FC236}">
                <a16:creationId xmlns:a16="http://schemas.microsoft.com/office/drawing/2014/main" id="{CFF24899-9231-20B7-AA32-9E5FAEB84EBB}"/>
              </a:ext>
            </a:extLst>
          </p:cNvPr>
          <p:cNvGrpSpPr/>
          <p:nvPr/>
        </p:nvGrpSpPr>
        <p:grpSpPr>
          <a:xfrm>
            <a:off x="2646862" y="3896816"/>
            <a:ext cx="936360" cy="398520"/>
            <a:chOff x="2646862" y="3896816"/>
            <a:chExt cx="936360" cy="398520"/>
          </a:xfrm>
        </p:grpSpPr>
        <mc:AlternateContent xmlns:mc="http://schemas.openxmlformats.org/markup-compatibility/2006">
          <mc:Choice xmlns:p14="http://schemas.microsoft.com/office/powerpoint/2010/main" Requires="p14">
            <p:contentPart p14:bwMode="auto" r:id="rId30">
              <p14:nvContentPartPr>
                <p14:cNvPr id="82" name="Ink 81">
                  <a:extLst>
                    <a:ext uri="{FF2B5EF4-FFF2-40B4-BE49-F238E27FC236}">
                      <a16:creationId xmlns:a16="http://schemas.microsoft.com/office/drawing/2014/main" id="{5D4E40B9-D3CF-83C9-96D2-ADFECFEB4F7D}"/>
                    </a:ext>
                  </a:extLst>
                </p14:cNvPr>
                <p14:cNvContentPartPr/>
                <p14:nvPr/>
              </p14:nvContentPartPr>
              <p14:xfrm>
                <a:off x="2659102" y="3911576"/>
                <a:ext cx="878760" cy="91800"/>
              </p14:xfrm>
            </p:contentPart>
          </mc:Choice>
          <mc:Fallback>
            <p:pic>
              <p:nvPicPr>
                <p:cNvPr id="82" name="Ink 81">
                  <a:extLst>
                    <a:ext uri="{FF2B5EF4-FFF2-40B4-BE49-F238E27FC236}">
                      <a16:creationId xmlns:a16="http://schemas.microsoft.com/office/drawing/2014/main" id="{5D4E40B9-D3CF-83C9-96D2-ADFECFEB4F7D}"/>
                    </a:ext>
                  </a:extLst>
                </p:cNvPr>
                <p:cNvPicPr/>
                <p:nvPr/>
              </p:nvPicPr>
              <p:blipFill>
                <a:blip r:embed="rId31"/>
                <a:stretch>
                  <a:fillRect/>
                </a:stretch>
              </p:blipFill>
              <p:spPr>
                <a:xfrm>
                  <a:off x="2650462" y="3902936"/>
                  <a:ext cx="89640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83" name="Ink 82">
                  <a:extLst>
                    <a:ext uri="{FF2B5EF4-FFF2-40B4-BE49-F238E27FC236}">
                      <a16:creationId xmlns:a16="http://schemas.microsoft.com/office/drawing/2014/main" id="{D54B0D5A-7CDB-C83A-F2E1-6F33A76368CC}"/>
                    </a:ext>
                  </a:extLst>
                </p14:cNvPr>
                <p14:cNvContentPartPr/>
                <p14:nvPr/>
              </p14:nvContentPartPr>
              <p14:xfrm>
                <a:off x="3423742" y="3896816"/>
                <a:ext cx="159480" cy="110880"/>
              </p14:xfrm>
            </p:contentPart>
          </mc:Choice>
          <mc:Fallback>
            <p:pic>
              <p:nvPicPr>
                <p:cNvPr id="83" name="Ink 82">
                  <a:extLst>
                    <a:ext uri="{FF2B5EF4-FFF2-40B4-BE49-F238E27FC236}">
                      <a16:creationId xmlns:a16="http://schemas.microsoft.com/office/drawing/2014/main" id="{D54B0D5A-7CDB-C83A-F2E1-6F33A76368CC}"/>
                    </a:ext>
                  </a:extLst>
                </p:cNvPr>
                <p:cNvPicPr/>
                <p:nvPr/>
              </p:nvPicPr>
              <p:blipFill>
                <a:blip r:embed="rId33"/>
                <a:stretch>
                  <a:fillRect/>
                </a:stretch>
              </p:blipFill>
              <p:spPr>
                <a:xfrm>
                  <a:off x="3414742" y="3887816"/>
                  <a:ext cx="1771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85" name="Ink 84">
                  <a:extLst>
                    <a:ext uri="{FF2B5EF4-FFF2-40B4-BE49-F238E27FC236}">
                      <a16:creationId xmlns:a16="http://schemas.microsoft.com/office/drawing/2014/main" id="{A8F17424-6E8D-66CE-65A8-4A5D150AFA33}"/>
                    </a:ext>
                  </a:extLst>
                </p14:cNvPr>
                <p14:cNvContentPartPr/>
                <p14:nvPr/>
              </p14:nvContentPartPr>
              <p14:xfrm>
                <a:off x="2646862" y="4103096"/>
                <a:ext cx="109800" cy="130320"/>
              </p14:xfrm>
            </p:contentPart>
          </mc:Choice>
          <mc:Fallback>
            <p:pic>
              <p:nvPicPr>
                <p:cNvPr id="85" name="Ink 84">
                  <a:extLst>
                    <a:ext uri="{FF2B5EF4-FFF2-40B4-BE49-F238E27FC236}">
                      <a16:creationId xmlns:a16="http://schemas.microsoft.com/office/drawing/2014/main" id="{A8F17424-6E8D-66CE-65A8-4A5D150AFA33}"/>
                    </a:ext>
                  </a:extLst>
                </p:cNvPr>
                <p:cNvPicPr/>
                <p:nvPr/>
              </p:nvPicPr>
              <p:blipFill>
                <a:blip r:embed="rId35"/>
                <a:stretch>
                  <a:fillRect/>
                </a:stretch>
              </p:blipFill>
              <p:spPr>
                <a:xfrm>
                  <a:off x="2638222" y="4094096"/>
                  <a:ext cx="12744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86" name="Ink 85">
                  <a:extLst>
                    <a:ext uri="{FF2B5EF4-FFF2-40B4-BE49-F238E27FC236}">
                      <a16:creationId xmlns:a16="http://schemas.microsoft.com/office/drawing/2014/main" id="{2541AF72-5A42-B3BB-72B6-40B999794BEA}"/>
                    </a:ext>
                  </a:extLst>
                </p14:cNvPr>
                <p14:cNvContentPartPr/>
                <p14:nvPr/>
              </p14:nvContentPartPr>
              <p14:xfrm>
                <a:off x="2759182" y="4174736"/>
                <a:ext cx="122400" cy="69480"/>
              </p14:xfrm>
            </p:contentPart>
          </mc:Choice>
          <mc:Fallback>
            <p:pic>
              <p:nvPicPr>
                <p:cNvPr id="86" name="Ink 85">
                  <a:extLst>
                    <a:ext uri="{FF2B5EF4-FFF2-40B4-BE49-F238E27FC236}">
                      <a16:creationId xmlns:a16="http://schemas.microsoft.com/office/drawing/2014/main" id="{2541AF72-5A42-B3BB-72B6-40B999794BEA}"/>
                    </a:ext>
                  </a:extLst>
                </p:cNvPr>
                <p:cNvPicPr/>
                <p:nvPr/>
              </p:nvPicPr>
              <p:blipFill>
                <a:blip r:embed="rId37"/>
                <a:stretch>
                  <a:fillRect/>
                </a:stretch>
              </p:blipFill>
              <p:spPr>
                <a:xfrm>
                  <a:off x="2750182" y="4165736"/>
                  <a:ext cx="14004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88" name="Ink 87">
                  <a:extLst>
                    <a:ext uri="{FF2B5EF4-FFF2-40B4-BE49-F238E27FC236}">
                      <a16:creationId xmlns:a16="http://schemas.microsoft.com/office/drawing/2014/main" id="{29CDF338-EE61-8E0D-F625-A16AED41CDB1}"/>
                    </a:ext>
                  </a:extLst>
                </p14:cNvPr>
                <p14:cNvContentPartPr/>
                <p14:nvPr/>
              </p14:nvContentPartPr>
              <p14:xfrm>
                <a:off x="2886622" y="4157456"/>
                <a:ext cx="69840" cy="137880"/>
              </p14:xfrm>
            </p:contentPart>
          </mc:Choice>
          <mc:Fallback>
            <p:pic>
              <p:nvPicPr>
                <p:cNvPr id="88" name="Ink 87">
                  <a:extLst>
                    <a:ext uri="{FF2B5EF4-FFF2-40B4-BE49-F238E27FC236}">
                      <a16:creationId xmlns:a16="http://schemas.microsoft.com/office/drawing/2014/main" id="{29CDF338-EE61-8E0D-F625-A16AED41CDB1}"/>
                    </a:ext>
                  </a:extLst>
                </p:cNvPr>
                <p:cNvPicPr/>
                <p:nvPr/>
              </p:nvPicPr>
              <p:blipFill>
                <a:blip r:embed="rId39"/>
                <a:stretch>
                  <a:fillRect/>
                </a:stretch>
              </p:blipFill>
              <p:spPr>
                <a:xfrm>
                  <a:off x="2877982" y="4148456"/>
                  <a:ext cx="8748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89" name="Ink 88">
                  <a:extLst>
                    <a:ext uri="{FF2B5EF4-FFF2-40B4-BE49-F238E27FC236}">
                      <a16:creationId xmlns:a16="http://schemas.microsoft.com/office/drawing/2014/main" id="{01E2FF24-9383-E0AD-EDED-FB13CF14329F}"/>
                    </a:ext>
                  </a:extLst>
                </p14:cNvPr>
                <p14:cNvContentPartPr/>
                <p14:nvPr/>
              </p14:nvContentPartPr>
              <p14:xfrm>
                <a:off x="3051502" y="4146656"/>
                <a:ext cx="24120" cy="97560"/>
              </p14:xfrm>
            </p:contentPart>
          </mc:Choice>
          <mc:Fallback>
            <p:pic>
              <p:nvPicPr>
                <p:cNvPr id="89" name="Ink 88">
                  <a:extLst>
                    <a:ext uri="{FF2B5EF4-FFF2-40B4-BE49-F238E27FC236}">
                      <a16:creationId xmlns:a16="http://schemas.microsoft.com/office/drawing/2014/main" id="{01E2FF24-9383-E0AD-EDED-FB13CF14329F}"/>
                    </a:ext>
                  </a:extLst>
                </p:cNvPr>
                <p:cNvPicPr/>
                <p:nvPr/>
              </p:nvPicPr>
              <p:blipFill>
                <a:blip r:embed="rId41"/>
                <a:stretch>
                  <a:fillRect/>
                </a:stretch>
              </p:blipFill>
              <p:spPr>
                <a:xfrm>
                  <a:off x="3042502" y="4137656"/>
                  <a:ext cx="4176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90" name="Ink 89">
                  <a:extLst>
                    <a:ext uri="{FF2B5EF4-FFF2-40B4-BE49-F238E27FC236}">
                      <a16:creationId xmlns:a16="http://schemas.microsoft.com/office/drawing/2014/main" id="{10BE25CD-4A63-D968-090D-D3E4A0E4E972}"/>
                    </a:ext>
                  </a:extLst>
                </p14:cNvPr>
                <p14:cNvContentPartPr/>
                <p14:nvPr/>
              </p14:nvContentPartPr>
              <p14:xfrm>
                <a:off x="3051502" y="4076456"/>
                <a:ext cx="158400" cy="150480"/>
              </p14:xfrm>
            </p:contentPart>
          </mc:Choice>
          <mc:Fallback>
            <p:pic>
              <p:nvPicPr>
                <p:cNvPr id="90" name="Ink 89">
                  <a:extLst>
                    <a:ext uri="{FF2B5EF4-FFF2-40B4-BE49-F238E27FC236}">
                      <a16:creationId xmlns:a16="http://schemas.microsoft.com/office/drawing/2014/main" id="{10BE25CD-4A63-D968-090D-D3E4A0E4E972}"/>
                    </a:ext>
                  </a:extLst>
                </p:cNvPr>
                <p:cNvPicPr/>
                <p:nvPr/>
              </p:nvPicPr>
              <p:blipFill>
                <a:blip r:embed="rId43"/>
                <a:stretch>
                  <a:fillRect/>
                </a:stretch>
              </p:blipFill>
              <p:spPr>
                <a:xfrm>
                  <a:off x="3042502" y="4067816"/>
                  <a:ext cx="176040" cy="168120"/>
                </a:xfrm>
                <a:prstGeom prst="rect">
                  <a:avLst/>
                </a:prstGeom>
              </p:spPr>
            </p:pic>
          </mc:Fallback>
        </mc:AlternateContent>
      </p:grpSp>
      <p:grpSp>
        <p:nvGrpSpPr>
          <p:cNvPr id="97" name="Group 96">
            <a:extLst>
              <a:ext uri="{FF2B5EF4-FFF2-40B4-BE49-F238E27FC236}">
                <a16:creationId xmlns:a16="http://schemas.microsoft.com/office/drawing/2014/main" id="{FF7CB09F-7E55-4813-4BF4-918B4A80F885}"/>
              </a:ext>
            </a:extLst>
          </p:cNvPr>
          <p:cNvGrpSpPr/>
          <p:nvPr/>
        </p:nvGrpSpPr>
        <p:grpSpPr>
          <a:xfrm>
            <a:off x="3620302" y="3898256"/>
            <a:ext cx="2408760" cy="722520"/>
            <a:chOff x="3620302" y="3898256"/>
            <a:chExt cx="2408760" cy="722520"/>
          </a:xfrm>
        </p:grpSpPr>
        <mc:AlternateContent xmlns:mc="http://schemas.openxmlformats.org/markup-compatibility/2006">
          <mc:Choice xmlns:p14="http://schemas.microsoft.com/office/powerpoint/2010/main" Requires="p14">
            <p:contentPart p14:bwMode="auto" r:id="rId44">
              <p14:nvContentPartPr>
                <p14:cNvPr id="20" name="Ink 19">
                  <a:extLst>
                    <a:ext uri="{FF2B5EF4-FFF2-40B4-BE49-F238E27FC236}">
                      <a16:creationId xmlns:a16="http://schemas.microsoft.com/office/drawing/2014/main" id="{595E1474-6C00-3861-526B-F13CDC89CA54}"/>
                    </a:ext>
                  </a:extLst>
                </p14:cNvPr>
                <p14:cNvContentPartPr/>
                <p14:nvPr/>
              </p14:nvContentPartPr>
              <p14:xfrm>
                <a:off x="3620302" y="3941816"/>
                <a:ext cx="11520" cy="191880"/>
              </p14:xfrm>
            </p:contentPart>
          </mc:Choice>
          <mc:Fallback>
            <p:pic>
              <p:nvPicPr>
                <p:cNvPr id="20" name="Ink 19">
                  <a:extLst>
                    <a:ext uri="{FF2B5EF4-FFF2-40B4-BE49-F238E27FC236}">
                      <a16:creationId xmlns:a16="http://schemas.microsoft.com/office/drawing/2014/main" id="{595E1474-6C00-3861-526B-F13CDC89CA54}"/>
                    </a:ext>
                  </a:extLst>
                </p:cNvPr>
                <p:cNvPicPr/>
                <p:nvPr/>
              </p:nvPicPr>
              <p:blipFill>
                <a:blip r:embed="rId45"/>
                <a:stretch>
                  <a:fillRect/>
                </a:stretch>
              </p:blipFill>
              <p:spPr>
                <a:xfrm>
                  <a:off x="3611302" y="3933176"/>
                  <a:ext cx="2916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1" name="Ink 20">
                  <a:extLst>
                    <a:ext uri="{FF2B5EF4-FFF2-40B4-BE49-F238E27FC236}">
                      <a16:creationId xmlns:a16="http://schemas.microsoft.com/office/drawing/2014/main" id="{7EE63B7B-FD9E-23F0-5869-E3F5BF79D72E}"/>
                    </a:ext>
                  </a:extLst>
                </p14:cNvPr>
                <p14:cNvContentPartPr/>
                <p14:nvPr/>
              </p14:nvContentPartPr>
              <p14:xfrm>
                <a:off x="3651622" y="3898256"/>
                <a:ext cx="1209240" cy="36360"/>
              </p14:xfrm>
            </p:contentPart>
          </mc:Choice>
          <mc:Fallback>
            <p:pic>
              <p:nvPicPr>
                <p:cNvPr id="21" name="Ink 20">
                  <a:extLst>
                    <a:ext uri="{FF2B5EF4-FFF2-40B4-BE49-F238E27FC236}">
                      <a16:creationId xmlns:a16="http://schemas.microsoft.com/office/drawing/2014/main" id="{7EE63B7B-FD9E-23F0-5869-E3F5BF79D72E}"/>
                    </a:ext>
                  </a:extLst>
                </p:cNvPr>
                <p:cNvPicPr/>
                <p:nvPr/>
              </p:nvPicPr>
              <p:blipFill>
                <a:blip r:embed="rId47"/>
                <a:stretch>
                  <a:fillRect/>
                </a:stretch>
              </p:blipFill>
              <p:spPr>
                <a:xfrm>
                  <a:off x="3642622" y="3889616"/>
                  <a:ext cx="122688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2" name="Ink 21">
                  <a:extLst>
                    <a:ext uri="{FF2B5EF4-FFF2-40B4-BE49-F238E27FC236}">
                      <a16:creationId xmlns:a16="http://schemas.microsoft.com/office/drawing/2014/main" id="{83A981BE-B75D-0293-B641-25BD38A97081}"/>
                    </a:ext>
                  </a:extLst>
                </p14:cNvPr>
                <p14:cNvContentPartPr/>
                <p14:nvPr/>
              </p14:nvContentPartPr>
              <p14:xfrm>
                <a:off x="4954462" y="3918056"/>
                <a:ext cx="11520" cy="207720"/>
              </p14:xfrm>
            </p:contentPart>
          </mc:Choice>
          <mc:Fallback>
            <p:pic>
              <p:nvPicPr>
                <p:cNvPr id="22" name="Ink 21">
                  <a:extLst>
                    <a:ext uri="{FF2B5EF4-FFF2-40B4-BE49-F238E27FC236}">
                      <a16:creationId xmlns:a16="http://schemas.microsoft.com/office/drawing/2014/main" id="{83A981BE-B75D-0293-B641-25BD38A97081}"/>
                    </a:ext>
                  </a:extLst>
                </p:cNvPr>
                <p:cNvPicPr/>
                <p:nvPr/>
              </p:nvPicPr>
              <p:blipFill>
                <a:blip r:embed="rId49"/>
                <a:stretch>
                  <a:fillRect/>
                </a:stretch>
              </p:blipFill>
              <p:spPr>
                <a:xfrm>
                  <a:off x="4945462" y="3909056"/>
                  <a:ext cx="2916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3" name="Ink 22">
                  <a:extLst>
                    <a:ext uri="{FF2B5EF4-FFF2-40B4-BE49-F238E27FC236}">
                      <a16:creationId xmlns:a16="http://schemas.microsoft.com/office/drawing/2014/main" id="{C810C0F9-59C0-298E-F677-ABB56EF210F1}"/>
                    </a:ext>
                  </a:extLst>
                </p14:cNvPr>
                <p14:cNvContentPartPr/>
                <p14:nvPr/>
              </p14:nvContentPartPr>
              <p14:xfrm>
                <a:off x="3665302" y="4189136"/>
                <a:ext cx="1321560" cy="32760"/>
              </p14:xfrm>
            </p:contentPart>
          </mc:Choice>
          <mc:Fallback>
            <p:pic>
              <p:nvPicPr>
                <p:cNvPr id="23" name="Ink 22">
                  <a:extLst>
                    <a:ext uri="{FF2B5EF4-FFF2-40B4-BE49-F238E27FC236}">
                      <a16:creationId xmlns:a16="http://schemas.microsoft.com/office/drawing/2014/main" id="{C810C0F9-59C0-298E-F677-ABB56EF210F1}"/>
                    </a:ext>
                  </a:extLst>
                </p:cNvPr>
                <p:cNvPicPr/>
                <p:nvPr/>
              </p:nvPicPr>
              <p:blipFill>
                <a:blip r:embed="rId51"/>
                <a:stretch>
                  <a:fillRect/>
                </a:stretch>
              </p:blipFill>
              <p:spPr>
                <a:xfrm>
                  <a:off x="3656662" y="4180136"/>
                  <a:ext cx="133920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7" name="Ink 36">
                  <a:extLst>
                    <a:ext uri="{FF2B5EF4-FFF2-40B4-BE49-F238E27FC236}">
                      <a16:creationId xmlns:a16="http://schemas.microsoft.com/office/drawing/2014/main" id="{E8BD00B0-82F2-A39B-0FD2-A6311A1A31C3}"/>
                    </a:ext>
                  </a:extLst>
                </p14:cNvPr>
                <p14:cNvContentPartPr/>
                <p14:nvPr/>
              </p14:nvContentPartPr>
              <p14:xfrm>
                <a:off x="3742342" y="4049456"/>
                <a:ext cx="78120" cy="66600"/>
              </p14:xfrm>
            </p:contentPart>
          </mc:Choice>
          <mc:Fallback>
            <p:pic>
              <p:nvPicPr>
                <p:cNvPr id="37" name="Ink 36">
                  <a:extLst>
                    <a:ext uri="{FF2B5EF4-FFF2-40B4-BE49-F238E27FC236}">
                      <a16:creationId xmlns:a16="http://schemas.microsoft.com/office/drawing/2014/main" id="{E8BD00B0-82F2-A39B-0FD2-A6311A1A31C3}"/>
                    </a:ext>
                  </a:extLst>
                </p:cNvPr>
                <p:cNvPicPr/>
                <p:nvPr/>
              </p:nvPicPr>
              <p:blipFill>
                <a:blip r:embed="rId53"/>
                <a:stretch>
                  <a:fillRect/>
                </a:stretch>
              </p:blipFill>
              <p:spPr>
                <a:xfrm>
                  <a:off x="3733702" y="4040816"/>
                  <a:ext cx="9576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8" name="Ink 37">
                  <a:extLst>
                    <a:ext uri="{FF2B5EF4-FFF2-40B4-BE49-F238E27FC236}">
                      <a16:creationId xmlns:a16="http://schemas.microsoft.com/office/drawing/2014/main" id="{CE5D925F-8F38-07F0-F365-9B26DBC838E2}"/>
                    </a:ext>
                  </a:extLst>
                </p14:cNvPr>
                <p14:cNvContentPartPr/>
                <p14:nvPr/>
              </p14:nvContentPartPr>
              <p14:xfrm>
                <a:off x="3753502" y="4056296"/>
                <a:ext cx="74160" cy="59040"/>
              </p14:xfrm>
            </p:contentPart>
          </mc:Choice>
          <mc:Fallback>
            <p:pic>
              <p:nvPicPr>
                <p:cNvPr id="38" name="Ink 37">
                  <a:extLst>
                    <a:ext uri="{FF2B5EF4-FFF2-40B4-BE49-F238E27FC236}">
                      <a16:creationId xmlns:a16="http://schemas.microsoft.com/office/drawing/2014/main" id="{CE5D925F-8F38-07F0-F365-9B26DBC838E2}"/>
                    </a:ext>
                  </a:extLst>
                </p:cNvPr>
                <p:cNvPicPr/>
                <p:nvPr/>
              </p:nvPicPr>
              <p:blipFill>
                <a:blip r:embed="rId55"/>
                <a:stretch>
                  <a:fillRect/>
                </a:stretch>
              </p:blipFill>
              <p:spPr>
                <a:xfrm>
                  <a:off x="3744862" y="4047296"/>
                  <a:ext cx="9180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0" name="Ink 39">
                  <a:extLst>
                    <a:ext uri="{FF2B5EF4-FFF2-40B4-BE49-F238E27FC236}">
                      <a16:creationId xmlns:a16="http://schemas.microsoft.com/office/drawing/2014/main" id="{91A9653E-A3F0-A8A0-AA3D-09C6D152D87C}"/>
                    </a:ext>
                  </a:extLst>
                </p14:cNvPr>
                <p14:cNvContentPartPr/>
                <p14:nvPr/>
              </p14:nvContentPartPr>
              <p14:xfrm>
                <a:off x="3850702" y="3961616"/>
                <a:ext cx="101520" cy="191520"/>
              </p14:xfrm>
            </p:contentPart>
          </mc:Choice>
          <mc:Fallback>
            <p:pic>
              <p:nvPicPr>
                <p:cNvPr id="40" name="Ink 39">
                  <a:extLst>
                    <a:ext uri="{FF2B5EF4-FFF2-40B4-BE49-F238E27FC236}">
                      <a16:creationId xmlns:a16="http://schemas.microsoft.com/office/drawing/2014/main" id="{91A9653E-A3F0-A8A0-AA3D-09C6D152D87C}"/>
                    </a:ext>
                  </a:extLst>
                </p:cNvPr>
                <p:cNvPicPr/>
                <p:nvPr/>
              </p:nvPicPr>
              <p:blipFill>
                <a:blip r:embed="rId57"/>
                <a:stretch>
                  <a:fillRect/>
                </a:stretch>
              </p:blipFill>
              <p:spPr>
                <a:xfrm>
                  <a:off x="3842062" y="3952616"/>
                  <a:ext cx="11916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1" name="Ink 40">
                  <a:extLst>
                    <a:ext uri="{FF2B5EF4-FFF2-40B4-BE49-F238E27FC236}">
                      <a16:creationId xmlns:a16="http://schemas.microsoft.com/office/drawing/2014/main" id="{2359CC22-7C52-B673-64A0-093477A2DF81}"/>
                    </a:ext>
                  </a:extLst>
                </p14:cNvPr>
                <p14:cNvContentPartPr/>
                <p14:nvPr/>
              </p14:nvContentPartPr>
              <p14:xfrm>
                <a:off x="3970942" y="4084736"/>
                <a:ext cx="101880" cy="32040"/>
              </p14:xfrm>
            </p:contentPart>
          </mc:Choice>
          <mc:Fallback>
            <p:pic>
              <p:nvPicPr>
                <p:cNvPr id="41" name="Ink 40">
                  <a:extLst>
                    <a:ext uri="{FF2B5EF4-FFF2-40B4-BE49-F238E27FC236}">
                      <a16:creationId xmlns:a16="http://schemas.microsoft.com/office/drawing/2014/main" id="{2359CC22-7C52-B673-64A0-093477A2DF81}"/>
                    </a:ext>
                  </a:extLst>
                </p:cNvPr>
                <p:cNvPicPr/>
                <p:nvPr/>
              </p:nvPicPr>
              <p:blipFill>
                <a:blip r:embed="rId59"/>
                <a:stretch>
                  <a:fillRect/>
                </a:stretch>
              </p:blipFill>
              <p:spPr>
                <a:xfrm>
                  <a:off x="3962302" y="4076096"/>
                  <a:ext cx="11952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2" name="Ink 41">
                  <a:extLst>
                    <a:ext uri="{FF2B5EF4-FFF2-40B4-BE49-F238E27FC236}">
                      <a16:creationId xmlns:a16="http://schemas.microsoft.com/office/drawing/2014/main" id="{A66417E3-14F4-D296-8B39-36C93AD8C6D4}"/>
                    </a:ext>
                  </a:extLst>
                </p14:cNvPr>
                <p14:cNvContentPartPr/>
                <p14:nvPr/>
              </p14:nvContentPartPr>
              <p14:xfrm>
                <a:off x="4162102" y="4045496"/>
                <a:ext cx="32760" cy="84960"/>
              </p14:xfrm>
            </p:contentPart>
          </mc:Choice>
          <mc:Fallback>
            <p:pic>
              <p:nvPicPr>
                <p:cNvPr id="42" name="Ink 41">
                  <a:extLst>
                    <a:ext uri="{FF2B5EF4-FFF2-40B4-BE49-F238E27FC236}">
                      <a16:creationId xmlns:a16="http://schemas.microsoft.com/office/drawing/2014/main" id="{A66417E3-14F4-D296-8B39-36C93AD8C6D4}"/>
                    </a:ext>
                  </a:extLst>
                </p:cNvPr>
                <p:cNvPicPr/>
                <p:nvPr/>
              </p:nvPicPr>
              <p:blipFill>
                <a:blip r:embed="rId61"/>
                <a:stretch>
                  <a:fillRect/>
                </a:stretch>
              </p:blipFill>
              <p:spPr>
                <a:xfrm>
                  <a:off x="4153102" y="4036856"/>
                  <a:ext cx="5040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3" name="Ink 42">
                  <a:extLst>
                    <a:ext uri="{FF2B5EF4-FFF2-40B4-BE49-F238E27FC236}">
                      <a16:creationId xmlns:a16="http://schemas.microsoft.com/office/drawing/2014/main" id="{6B1156F3-41C3-2D54-BFEF-E23AFE060D4C}"/>
                    </a:ext>
                  </a:extLst>
                </p14:cNvPr>
                <p14:cNvContentPartPr/>
                <p14:nvPr/>
              </p14:nvContentPartPr>
              <p14:xfrm>
                <a:off x="4145182" y="4072136"/>
                <a:ext cx="97560" cy="10800"/>
              </p14:xfrm>
            </p:contentPart>
          </mc:Choice>
          <mc:Fallback>
            <p:pic>
              <p:nvPicPr>
                <p:cNvPr id="43" name="Ink 42">
                  <a:extLst>
                    <a:ext uri="{FF2B5EF4-FFF2-40B4-BE49-F238E27FC236}">
                      <a16:creationId xmlns:a16="http://schemas.microsoft.com/office/drawing/2014/main" id="{6B1156F3-41C3-2D54-BFEF-E23AFE060D4C}"/>
                    </a:ext>
                  </a:extLst>
                </p:cNvPr>
                <p:cNvPicPr/>
                <p:nvPr/>
              </p:nvPicPr>
              <p:blipFill>
                <a:blip r:embed="rId63"/>
                <a:stretch>
                  <a:fillRect/>
                </a:stretch>
              </p:blipFill>
              <p:spPr>
                <a:xfrm>
                  <a:off x="4136182" y="4063496"/>
                  <a:ext cx="11520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7" name="Ink 46">
                  <a:extLst>
                    <a:ext uri="{FF2B5EF4-FFF2-40B4-BE49-F238E27FC236}">
                      <a16:creationId xmlns:a16="http://schemas.microsoft.com/office/drawing/2014/main" id="{97B85815-8919-1BF1-9EAC-EC790446C8BD}"/>
                    </a:ext>
                  </a:extLst>
                </p14:cNvPr>
                <p14:cNvContentPartPr/>
                <p14:nvPr/>
              </p14:nvContentPartPr>
              <p14:xfrm>
                <a:off x="4465582" y="3983936"/>
                <a:ext cx="105840" cy="179280"/>
              </p14:xfrm>
            </p:contentPart>
          </mc:Choice>
          <mc:Fallback>
            <p:pic>
              <p:nvPicPr>
                <p:cNvPr id="47" name="Ink 46">
                  <a:extLst>
                    <a:ext uri="{FF2B5EF4-FFF2-40B4-BE49-F238E27FC236}">
                      <a16:creationId xmlns:a16="http://schemas.microsoft.com/office/drawing/2014/main" id="{97B85815-8919-1BF1-9EAC-EC790446C8BD}"/>
                    </a:ext>
                  </a:extLst>
                </p:cNvPr>
                <p:cNvPicPr/>
                <p:nvPr/>
              </p:nvPicPr>
              <p:blipFill>
                <a:blip r:embed="rId65"/>
                <a:stretch>
                  <a:fillRect/>
                </a:stretch>
              </p:blipFill>
              <p:spPr>
                <a:xfrm>
                  <a:off x="4456582" y="3975296"/>
                  <a:ext cx="12348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5" name="Ink 24">
                  <a:extLst>
                    <a:ext uri="{FF2B5EF4-FFF2-40B4-BE49-F238E27FC236}">
                      <a16:creationId xmlns:a16="http://schemas.microsoft.com/office/drawing/2014/main" id="{2E84CBAF-B71E-8148-1737-17AF7006C32F}"/>
                    </a:ext>
                  </a:extLst>
                </p14:cNvPr>
                <p14:cNvContentPartPr/>
                <p14:nvPr/>
              </p14:nvContentPartPr>
              <p14:xfrm>
                <a:off x="4656742" y="4340696"/>
                <a:ext cx="32400" cy="167040"/>
              </p14:xfrm>
            </p:contentPart>
          </mc:Choice>
          <mc:Fallback>
            <p:pic>
              <p:nvPicPr>
                <p:cNvPr id="25" name="Ink 24">
                  <a:extLst>
                    <a:ext uri="{FF2B5EF4-FFF2-40B4-BE49-F238E27FC236}">
                      <a16:creationId xmlns:a16="http://schemas.microsoft.com/office/drawing/2014/main" id="{2E84CBAF-B71E-8148-1737-17AF7006C32F}"/>
                    </a:ext>
                  </a:extLst>
                </p:cNvPr>
                <p:cNvPicPr/>
                <p:nvPr/>
              </p:nvPicPr>
              <p:blipFill>
                <a:blip r:embed="rId67"/>
                <a:stretch>
                  <a:fillRect/>
                </a:stretch>
              </p:blipFill>
              <p:spPr>
                <a:xfrm>
                  <a:off x="4647742" y="4332056"/>
                  <a:ext cx="5004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6" name="Ink 25">
                  <a:extLst>
                    <a:ext uri="{FF2B5EF4-FFF2-40B4-BE49-F238E27FC236}">
                      <a16:creationId xmlns:a16="http://schemas.microsoft.com/office/drawing/2014/main" id="{B69287B3-791E-000B-E3D7-AD2839ADD05A}"/>
                    </a:ext>
                  </a:extLst>
                </p14:cNvPr>
                <p14:cNvContentPartPr/>
                <p14:nvPr/>
              </p14:nvContentPartPr>
              <p14:xfrm>
                <a:off x="4672942" y="4294976"/>
                <a:ext cx="1179720" cy="32760"/>
              </p14:xfrm>
            </p:contentPart>
          </mc:Choice>
          <mc:Fallback>
            <p:pic>
              <p:nvPicPr>
                <p:cNvPr id="26" name="Ink 25">
                  <a:extLst>
                    <a:ext uri="{FF2B5EF4-FFF2-40B4-BE49-F238E27FC236}">
                      <a16:creationId xmlns:a16="http://schemas.microsoft.com/office/drawing/2014/main" id="{B69287B3-791E-000B-E3D7-AD2839ADD05A}"/>
                    </a:ext>
                  </a:extLst>
                </p:cNvPr>
                <p:cNvPicPr/>
                <p:nvPr/>
              </p:nvPicPr>
              <p:blipFill>
                <a:blip r:embed="rId69"/>
                <a:stretch>
                  <a:fillRect/>
                </a:stretch>
              </p:blipFill>
              <p:spPr>
                <a:xfrm>
                  <a:off x="4663942" y="4285976"/>
                  <a:ext cx="119736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7" name="Ink 26">
                  <a:extLst>
                    <a:ext uri="{FF2B5EF4-FFF2-40B4-BE49-F238E27FC236}">
                      <a16:creationId xmlns:a16="http://schemas.microsoft.com/office/drawing/2014/main" id="{7C30A65F-0C52-4F92-318F-AE0060B3491A}"/>
                    </a:ext>
                  </a:extLst>
                </p14:cNvPr>
                <p14:cNvContentPartPr/>
                <p14:nvPr/>
              </p14:nvContentPartPr>
              <p14:xfrm>
                <a:off x="5932942" y="4300736"/>
                <a:ext cx="23040" cy="7560"/>
              </p14:xfrm>
            </p:contentPart>
          </mc:Choice>
          <mc:Fallback>
            <p:pic>
              <p:nvPicPr>
                <p:cNvPr id="27" name="Ink 26">
                  <a:extLst>
                    <a:ext uri="{FF2B5EF4-FFF2-40B4-BE49-F238E27FC236}">
                      <a16:creationId xmlns:a16="http://schemas.microsoft.com/office/drawing/2014/main" id="{7C30A65F-0C52-4F92-318F-AE0060B3491A}"/>
                    </a:ext>
                  </a:extLst>
                </p:cNvPr>
                <p:cNvPicPr/>
                <p:nvPr/>
              </p:nvPicPr>
              <p:blipFill>
                <a:blip r:embed="rId71"/>
                <a:stretch>
                  <a:fillRect/>
                </a:stretch>
              </p:blipFill>
              <p:spPr>
                <a:xfrm>
                  <a:off x="5923942" y="4291736"/>
                  <a:ext cx="406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8" name="Ink 27">
                  <a:extLst>
                    <a:ext uri="{FF2B5EF4-FFF2-40B4-BE49-F238E27FC236}">
                      <a16:creationId xmlns:a16="http://schemas.microsoft.com/office/drawing/2014/main" id="{C5B88112-A394-7D44-3D94-6D494B37787E}"/>
                    </a:ext>
                  </a:extLst>
                </p14:cNvPr>
                <p14:cNvContentPartPr/>
                <p14:nvPr/>
              </p14:nvContentPartPr>
              <p14:xfrm>
                <a:off x="5932942" y="4300736"/>
                <a:ext cx="69480" cy="180360"/>
              </p14:xfrm>
            </p:contentPart>
          </mc:Choice>
          <mc:Fallback>
            <p:pic>
              <p:nvPicPr>
                <p:cNvPr id="28" name="Ink 27">
                  <a:extLst>
                    <a:ext uri="{FF2B5EF4-FFF2-40B4-BE49-F238E27FC236}">
                      <a16:creationId xmlns:a16="http://schemas.microsoft.com/office/drawing/2014/main" id="{C5B88112-A394-7D44-3D94-6D494B37787E}"/>
                    </a:ext>
                  </a:extLst>
                </p:cNvPr>
                <p:cNvPicPr/>
                <p:nvPr/>
              </p:nvPicPr>
              <p:blipFill>
                <a:blip r:embed="rId73"/>
                <a:stretch>
                  <a:fillRect/>
                </a:stretch>
              </p:blipFill>
              <p:spPr>
                <a:xfrm>
                  <a:off x="5923942" y="4291736"/>
                  <a:ext cx="8712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9" name="Ink 28">
                  <a:extLst>
                    <a:ext uri="{FF2B5EF4-FFF2-40B4-BE49-F238E27FC236}">
                      <a16:creationId xmlns:a16="http://schemas.microsoft.com/office/drawing/2014/main" id="{008680E1-5839-FB54-4385-A520F10C80BD}"/>
                    </a:ext>
                  </a:extLst>
                </p14:cNvPr>
                <p14:cNvContentPartPr/>
                <p14:nvPr/>
              </p14:nvContentPartPr>
              <p14:xfrm>
                <a:off x="4724422" y="4508096"/>
                <a:ext cx="1304640" cy="38160"/>
              </p14:xfrm>
            </p:contentPart>
          </mc:Choice>
          <mc:Fallback>
            <p:pic>
              <p:nvPicPr>
                <p:cNvPr id="29" name="Ink 28">
                  <a:extLst>
                    <a:ext uri="{FF2B5EF4-FFF2-40B4-BE49-F238E27FC236}">
                      <a16:creationId xmlns:a16="http://schemas.microsoft.com/office/drawing/2014/main" id="{008680E1-5839-FB54-4385-A520F10C80BD}"/>
                    </a:ext>
                  </a:extLst>
                </p:cNvPr>
                <p:cNvPicPr/>
                <p:nvPr/>
              </p:nvPicPr>
              <p:blipFill>
                <a:blip r:embed="rId75"/>
                <a:stretch>
                  <a:fillRect/>
                </a:stretch>
              </p:blipFill>
              <p:spPr>
                <a:xfrm>
                  <a:off x="4715422" y="4499096"/>
                  <a:ext cx="132228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9" name="Ink 48">
                  <a:extLst>
                    <a:ext uri="{FF2B5EF4-FFF2-40B4-BE49-F238E27FC236}">
                      <a16:creationId xmlns:a16="http://schemas.microsoft.com/office/drawing/2014/main" id="{A11C5E2A-1A97-9BEB-269F-D4F8C586FEB6}"/>
                    </a:ext>
                  </a:extLst>
                </p14:cNvPr>
                <p14:cNvContentPartPr/>
                <p14:nvPr/>
              </p14:nvContentPartPr>
              <p14:xfrm>
                <a:off x="4821622" y="4412336"/>
                <a:ext cx="100800" cy="73800"/>
              </p14:xfrm>
            </p:contentPart>
          </mc:Choice>
          <mc:Fallback>
            <p:pic>
              <p:nvPicPr>
                <p:cNvPr id="49" name="Ink 48">
                  <a:extLst>
                    <a:ext uri="{FF2B5EF4-FFF2-40B4-BE49-F238E27FC236}">
                      <a16:creationId xmlns:a16="http://schemas.microsoft.com/office/drawing/2014/main" id="{A11C5E2A-1A97-9BEB-269F-D4F8C586FEB6}"/>
                    </a:ext>
                  </a:extLst>
                </p:cNvPr>
                <p:cNvPicPr/>
                <p:nvPr/>
              </p:nvPicPr>
              <p:blipFill>
                <a:blip r:embed="rId77"/>
                <a:stretch>
                  <a:fillRect/>
                </a:stretch>
              </p:blipFill>
              <p:spPr>
                <a:xfrm>
                  <a:off x="4812982" y="4403336"/>
                  <a:ext cx="11844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0" name="Ink 49">
                  <a:extLst>
                    <a:ext uri="{FF2B5EF4-FFF2-40B4-BE49-F238E27FC236}">
                      <a16:creationId xmlns:a16="http://schemas.microsoft.com/office/drawing/2014/main" id="{F1056891-DEBA-98C8-70EA-AD1A6E2FA5EC}"/>
                    </a:ext>
                  </a:extLst>
                </p14:cNvPr>
                <p14:cNvContentPartPr/>
                <p14:nvPr/>
              </p14:nvContentPartPr>
              <p14:xfrm>
                <a:off x="4849702" y="4423136"/>
                <a:ext cx="62640" cy="64080"/>
              </p14:xfrm>
            </p:contentPart>
          </mc:Choice>
          <mc:Fallback>
            <p:pic>
              <p:nvPicPr>
                <p:cNvPr id="50" name="Ink 49">
                  <a:extLst>
                    <a:ext uri="{FF2B5EF4-FFF2-40B4-BE49-F238E27FC236}">
                      <a16:creationId xmlns:a16="http://schemas.microsoft.com/office/drawing/2014/main" id="{F1056891-DEBA-98C8-70EA-AD1A6E2FA5EC}"/>
                    </a:ext>
                  </a:extLst>
                </p:cNvPr>
                <p:cNvPicPr/>
                <p:nvPr/>
              </p:nvPicPr>
              <p:blipFill>
                <a:blip r:embed="rId79"/>
                <a:stretch>
                  <a:fillRect/>
                </a:stretch>
              </p:blipFill>
              <p:spPr>
                <a:xfrm>
                  <a:off x="4840702" y="4414136"/>
                  <a:ext cx="8028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1" name="Ink 50">
                  <a:extLst>
                    <a:ext uri="{FF2B5EF4-FFF2-40B4-BE49-F238E27FC236}">
                      <a16:creationId xmlns:a16="http://schemas.microsoft.com/office/drawing/2014/main" id="{257047FB-F06D-C3EE-FDF7-FDBD9F48C0D6}"/>
                    </a:ext>
                  </a:extLst>
                </p14:cNvPr>
                <p14:cNvContentPartPr/>
                <p14:nvPr/>
              </p14:nvContentPartPr>
              <p14:xfrm>
                <a:off x="4939702" y="4339256"/>
                <a:ext cx="121320" cy="180360"/>
              </p14:xfrm>
            </p:contentPart>
          </mc:Choice>
          <mc:Fallback>
            <p:pic>
              <p:nvPicPr>
                <p:cNvPr id="51" name="Ink 50">
                  <a:extLst>
                    <a:ext uri="{FF2B5EF4-FFF2-40B4-BE49-F238E27FC236}">
                      <a16:creationId xmlns:a16="http://schemas.microsoft.com/office/drawing/2014/main" id="{257047FB-F06D-C3EE-FDF7-FDBD9F48C0D6}"/>
                    </a:ext>
                  </a:extLst>
                </p:cNvPr>
                <p:cNvPicPr/>
                <p:nvPr/>
              </p:nvPicPr>
              <p:blipFill>
                <a:blip r:embed="rId81"/>
                <a:stretch>
                  <a:fillRect/>
                </a:stretch>
              </p:blipFill>
              <p:spPr>
                <a:xfrm>
                  <a:off x="4930702" y="4330256"/>
                  <a:ext cx="13896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2" name="Ink 51">
                  <a:extLst>
                    <a:ext uri="{FF2B5EF4-FFF2-40B4-BE49-F238E27FC236}">
                      <a16:creationId xmlns:a16="http://schemas.microsoft.com/office/drawing/2014/main" id="{79519134-2C1C-A967-654E-746FC258C8EF}"/>
                    </a:ext>
                  </a:extLst>
                </p14:cNvPr>
                <p14:cNvContentPartPr/>
                <p14:nvPr/>
              </p14:nvContentPartPr>
              <p14:xfrm>
                <a:off x="5061022" y="4413056"/>
                <a:ext cx="113760" cy="64080"/>
              </p14:xfrm>
            </p:contentPart>
          </mc:Choice>
          <mc:Fallback>
            <p:pic>
              <p:nvPicPr>
                <p:cNvPr id="52" name="Ink 51">
                  <a:extLst>
                    <a:ext uri="{FF2B5EF4-FFF2-40B4-BE49-F238E27FC236}">
                      <a16:creationId xmlns:a16="http://schemas.microsoft.com/office/drawing/2014/main" id="{79519134-2C1C-A967-654E-746FC258C8EF}"/>
                    </a:ext>
                  </a:extLst>
                </p:cNvPr>
                <p:cNvPicPr/>
                <p:nvPr/>
              </p:nvPicPr>
              <p:blipFill>
                <a:blip r:embed="rId83"/>
                <a:stretch>
                  <a:fillRect/>
                </a:stretch>
              </p:blipFill>
              <p:spPr>
                <a:xfrm>
                  <a:off x="5052022" y="4404056"/>
                  <a:ext cx="13140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3" name="Ink 52">
                  <a:extLst>
                    <a:ext uri="{FF2B5EF4-FFF2-40B4-BE49-F238E27FC236}">
                      <a16:creationId xmlns:a16="http://schemas.microsoft.com/office/drawing/2014/main" id="{1CDAB427-1FD4-E417-FF36-FC74243F720E}"/>
                    </a:ext>
                  </a:extLst>
                </p14:cNvPr>
                <p14:cNvContentPartPr/>
                <p14:nvPr/>
              </p14:nvContentPartPr>
              <p14:xfrm>
                <a:off x="5257582" y="4401536"/>
                <a:ext cx="35640" cy="84960"/>
              </p14:xfrm>
            </p:contentPart>
          </mc:Choice>
          <mc:Fallback>
            <p:pic>
              <p:nvPicPr>
                <p:cNvPr id="53" name="Ink 52">
                  <a:extLst>
                    <a:ext uri="{FF2B5EF4-FFF2-40B4-BE49-F238E27FC236}">
                      <a16:creationId xmlns:a16="http://schemas.microsoft.com/office/drawing/2014/main" id="{1CDAB427-1FD4-E417-FF36-FC74243F720E}"/>
                    </a:ext>
                  </a:extLst>
                </p:cNvPr>
                <p:cNvPicPr/>
                <p:nvPr/>
              </p:nvPicPr>
              <p:blipFill>
                <a:blip r:embed="rId85"/>
                <a:stretch>
                  <a:fillRect/>
                </a:stretch>
              </p:blipFill>
              <p:spPr>
                <a:xfrm>
                  <a:off x="5248942" y="4392896"/>
                  <a:ext cx="5328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4" name="Ink 53">
                  <a:extLst>
                    <a:ext uri="{FF2B5EF4-FFF2-40B4-BE49-F238E27FC236}">
                      <a16:creationId xmlns:a16="http://schemas.microsoft.com/office/drawing/2014/main" id="{63A77354-9307-9E12-5543-65D714C3F34B}"/>
                    </a:ext>
                  </a:extLst>
                </p14:cNvPr>
                <p14:cNvContentPartPr/>
                <p14:nvPr/>
              </p14:nvContentPartPr>
              <p14:xfrm>
                <a:off x="5259742" y="4433576"/>
                <a:ext cx="51480" cy="21240"/>
              </p14:xfrm>
            </p:contentPart>
          </mc:Choice>
          <mc:Fallback>
            <p:pic>
              <p:nvPicPr>
                <p:cNvPr id="54" name="Ink 53">
                  <a:extLst>
                    <a:ext uri="{FF2B5EF4-FFF2-40B4-BE49-F238E27FC236}">
                      <a16:creationId xmlns:a16="http://schemas.microsoft.com/office/drawing/2014/main" id="{63A77354-9307-9E12-5543-65D714C3F34B}"/>
                    </a:ext>
                  </a:extLst>
                </p:cNvPr>
                <p:cNvPicPr/>
                <p:nvPr/>
              </p:nvPicPr>
              <p:blipFill>
                <a:blip r:embed="rId87"/>
                <a:stretch>
                  <a:fillRect/>
                </a:stretch>
              </p:blipFill>
              <p:spPr>
                <a:xfrm>
                  <a:off x="5250742" y="4424936"/>
                  <a:ext cx="6912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5" name="Ink 54">
                  <a:extLst>
                    <a:ext uri="{FF2B5EF4-FFF2-40B4-BE49-F238E27FC236}">
                      <a16:creationId xmlns:a16="http://schemas.microsoft.com/office/drawing/2014/main" id="{B1AD9779-E067-1C28-6C79-90A05FC3A89E}"/>
                    </a:ext>
                  </a:extLst>
                </p14:cNvPr>
                <p14:cNvContentPartPr/>
                <p14:nvPr/>
              </p14:nvContentPartPr>
              <p14:xfrm>
                <a:off x="5369182" y="4375256"/>
                <a:ext cx="125280" cy="112680"/>
              </p14:xfrm>
            </p:contentPart>
          </mc:Choice>
          <mc:Fallback>
            <p:pic>
              <p:nvPicPr>
                <p:cNvPr id="55" name="Ink 54">
                  <a:extLst>
                    <a:ext uri="{FF2B5EF4-FFF2-40B4-BE49-F238E27FC236}">
                      <a16:creationId xmlns:a16="http://schemas.microsoft.com/office/drawing/2014/main" id="{B1AD9779-E067-1C28-6C79-90A05FC3A89E}"/>
                    </a:ext>
                  </a:extLst>
                </p:cNvPr>
                <p:cNvPicPr/>
                <p:nvPr/>
              </p:nvPicPr>
              <p:blipFill>
                <a:blip r:embed="rId89"/>
                <a:stretch>
                  <a:fillRect/>
                </a:stretch>
              </p:blipFill>
              <p:spPr>
                <a:xfrm>
                  <a:off x="5360542" y="4366616"/>
                  <a:ext cx="14292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6" name="Ink 65">
                  <a:extLst>
                    <a:ext uri="{FF2B5EF4-FFF2-40B4-BE49-F238E27FC236}">
                      <a16:creationId xmlns:a16="http://schemas.microsoft.com/office/drawing/2014/main" id="{9366473B-0E57-F3B2-4F24-AE98AA25C807}"/>
                    </a:ext>
                  </a:extLst>
                </p14:cNvPr>
                <p14:cNvContentPartPr/>
                <p14:nvPr/>
              </p14:nvContentPartPr>
              <p14:xfrm>
                <a:off x="3684742" y="4337816"/>
                <a:ext cx="207000" cy="16560"/>
              </p14:xfrm>
            </p:contentPart>
          </mc:Choice>
          <mc:Fallback>
            <p:pic>
              <p:nvPicPr>
                <p:cNvPr id="66" name="Ink 65">
                  <a:extLst>
                    <a:ext uri="{FF2B5EF4-FFF2-40B4-BE49-F238E27FC236}">
                      <a16:creationId xmlns:a16="http://schemas.microsoft.com/office/drawing/2014/main" id="{9366473B-0E57-F3B2-4F24-AE98AA25C807}"/>
                    </a:ext>
                  </a:extLst>
                </p:cNvPr>
                <p:cNvPicPr/>
                <p:nvPr/>
              </p:nvPicPr>
              <p:blipFill>
                <a:blip r:embed="rId91"/>
                <a:stretch>
                  <a:fillRect/>
                </a:stretch>
              </p:blipFill>
              <p:spPr>
                <a:xfrm>
                  <a:off x="3676102" y="4328816"/>
                  <a:ext cx="2246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7" name="Ink 66">
                  <a:extLst>
                    <a:ext uri="{FF2B5EF4-FFF2-40B4-BE49-F238E27FC236}">
                      <a16:creationId xmlns:a16="http://schemas.microsoft.com/office/drawing/2014/main" id="{B0AB6A5D-279B-1D52-896E-C17558DB4054}"/>
                    </a:ext>
                  </a:extLst>
                </p14:cNvPr>
                <p14:cNvContentPartPr/>
                <p14:nvPr/>
              </p14:nvContentPartPr>
              <p14:xfrm>
                <a:off x="3674302" y="4287056"/>
                <a:ext cx="56880" cy="56520"/>
              </p14:xfrm>
            </p:contentPart>
          </mc:Choice>
          <mc:Fallback>
            <p:pic>
              <p:nvPicPr>
                <p:cNvPr id="67" name="Ink 66">
                  <a:extLst>
                    <a:ext uri="{FF2B5EF4-FFF2-40B4-BE49-F238E27FC236}">
                      <a16:creationId xmlns:a16="http://schemas.microsoft.com/office/drawing/2014/main" id="{B0AB6A5D-279B-1D52-896E-C17558DB4054}"/>
                    </a:ext>
                  </a:extLst>
                </p:cNvPr>
                <p:cNvPicPr/>
                <p:nvPr/>
              </p:nvPicPr>
              <p:blipFill>
                <a:blip r:embed="rId93"/>
                <a:stretch>
                  <a:fillRect/>
                </a:stretch>
              </p:blipFill>
              <p:spPr>
                <a:xfrm>
                  <a:off x="3665302" y="4278416"/>
                  <a:ext cx="7452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8" name="Ink 67">
                  <a:extLst>
                    <a:ext uri="{FF2B5EF4-FFF2-40B4-BE49-F238E27FC236}">
                      <a16:creationId xmlns:a16="http://schemas.microsoft.com/office/drawing/2014/main" id="{409F10DE-6456-CC90-C07A-17AA0F6BBB3F}"/>
                    </a:ext>
                  </a:extLst>
                </p14:cNvPr>
                <p14:cNvContentPartPr/>
                <p14:nvPr/>
              </p14:nvContentPartPr>
              <p14:xfrm>
                <a:off x="3668182" y="4333136"/>
                <a:ext cx="63360" cy="43560"/>
              </p14:xfrm>
            </p:contentPart>
          </mc:Choice>
          <mc:Fallback>
            <p:pic>
              <p:nvPicPr>
                <p:cNvPr id="68" name="Ink 67">
                  <a:extLst>
                    <a:ext uri="{FF2B5EF4-FFF2-40B4-BE49-F238E27FC236}">
                      <a16:creationId xmlns:a16="http://schemas.microsoft.com/office/drawing/2014/main" id="{409F10DE-6456-CC90-C07A-17AA0F6BBB3F}"/>
                    </a:ext>
                  </a:extLst>
                </p:cNvPr>
                <p:cNvPicPr/>
                <p:nvPr/>
              </p:nvPicPr>
              <p:blipFill>
                <a:blip r:embed="rId95"/>
                <a:stretch>
                  <a:fillRect/>
                </a:stretch>
              </p:blipFill>
              <p:spPr>
                <a:xfrm>
                  <a:off x="3659542" y="4324496"/>
                  <a:ext cx="8100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70" name="Ink 69">
                  <a:extLst>
                    <a:ext uri="{FF2B5EF4-FFF2-40B4-BE49-F238E27FC236}">
                      <a16:creationId xmlns:a16="http://schemas.microsoft.com/office/drawing/2014/main" id="{E9E7972C-272A-5944-9CEE-6816AE4D9CB2}"/>
                    </a:ext>
                  </a:extLst>
                </p14:cNvPr>
                <p14:cNvContentPartPr/>
                <p14:nvPr/>
              </p14:nvContentPartPr>
              <p14:xfrm>
                <a:off x="3832702" y="4291736"/>
                <a:ext cx="74880" cy="93240"/>
              </p14:xfrm>
            </p:contentPart>
          </mc:Choice>
          <mc:Fallback>
            <p:pic>
              <p:nvPicPr>
                <p:cNvPr id="70" name="Ink 69">
                  <a:extLst>
                    <a:ext uri="{FF2B5EF4-FFF2-40B4-BE49-F238E27FC236}">
                      <a16:creationId xmlns:a16="http://schemas.microsoft.com/office/drawing/2014/main" id="{E9E7972C-272A-5944-9CEE-6816AE4D9CB2}"/>
                    </a:ext>
                  </a:extLst>
                </p:cNvPr>
                <p:cNvPicPr/>
                <p:nvPr/>
              </p:nvPicPr>
              <p:blipFill>
                <a:blip r:embed="rId97"/>
                <a:stretch>
                  <a:fillRect/>
                </a:stretch>
              </p:blipFill>
              <p:spPr>
                <a:xfrm>
                  <a:off x="3823702" y="4283096"/>
                  <a:ext cx="9252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1" name="Ink 70">
                  <a:extLst>
                    <a:ext uri="{FF2B5EF4-FFF2-40B4-BE49-F238E27FC236}">
                      <a16:creationId xmlns:a16="http://schemas.microsoft.com/office/drawing/2014/main" id="{A19D5EBF-9D49-B822-B0D5-D2AC02653EFA}"/>
                    </a:ext>
                  </a:extLst>
                </p14:cNvPr>
                <p14:cNvContentPartPr/>
                <p14:nvPr/>
              </p14:nvContentPartPr>
              <p14:xfrm>
                <a:off x="3710662" y="4455896"/>
                <a:ext cx="8280" cy="15120"/>
              </p14:xfrm>
            </p:contentPart>
          </mc:Choice>
          <mc:Fallback>
            <p:pic>
              <p:nvPicPr>
                <p:cNvPr id="71" name="Ink 70">
                  <a:extLst>
                    <a:ext uri="{FF2B5EF4-FFF2-40B4-BE49-F238E27FC236}">
                      <a16:creationId xmlns:a16="http://schemas.microsoft.com/office/drawing/2014/main" id="{A19D5EBF-9D49-B822-B0D5-D2AC02653EFA}"/>
                    </a:ext>
                  </a:extLst>
                </p:cNvPr>
                <p:cNvPicPr/>
                <p:nvPr/>
              </p:nvPicPr>
              <p:blipFill>
                <a:blip r:embed="rId99"/>
                <a:stretch>
                  <a:fillRect/>
                </a:stretch>
              </p:blipFill>
              <p:spPr>
                <a:xfrm>
                  <a:off x="3701662" y="4447256"/>
                  <a:ext cx="259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3" name="Ink 72">
                  <a:extLst>
                    <a:ext uri="{FF2B5EF4-FFF2-40B4-BE49-F238E27FC236}">
                      <a16:creationId xmlns:a16="http://schemas.microsoft.com/office/drawing/2014/main" id="{4C236375-8730-FB34-B51A-47946AB0A85D}"/>
                    </a:ext>
                  </a:extLst>
                </p14:cNvPr>
                <p14:cNvContentPartPr/>
                <p14:nvPr/>
              </p14:nvContentPartPr>
              <p14:xfrm>
                <a:off x="3685822" y="4492976"/>
                <a:ext cx="98280" cy="69120"/>
              </p14:xfrm>
            </p:contentPart>
          </mc:Choice>
          <mc:Fallback>
            <p:pic>
              <p:nvPicPr>
                <p:cNvPr id="73" name="Ink 72">
                  <a:extLst>
                    <a:ext uri="{FF2B5EF4-FFF2-40B4-BE49-F238E27FC236}">
                      <a16:creationId xmlns:a16="http://schemas.microsoft.com/office/drawing/2014/main" id="{4C236375-8730-FB34-B51A-47946AB0A85D}"/>
                    </a:ext>
                  </a:extLst>
                </p:cNvPr>
                <p:cNvPicPr/>
                <p:nvPr/>
              </p:nvPicPr>
              <p:blipFill>
                <a:blip r:embed="rId101"/>
                <a:stretch>
                  <a:fillRect/>
                </a:stretch>
              </p:blipFill>
              <p:spPr>
                <a:xfrm>
                  <a:off x="3676822" y="4483976"/>
                  <a:ext cx="11592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4" name="Ink 73">
                  <a:extLst>
                    <a:ext uri="{FF2B5EF4-FFF2-40B4-BE49-F238E27FC236}">
                      <a16:creationId xmlns:a16="http://schemas.microsoft.com/office/drawing/2014/main" id="{CC577F7E-86ED-12B0-4B21-A78DC2136AA3}"/>
                    </a:ext>
                  </a:extLst>
                </p14:cNvPr>
                <p14:cNvContentPartPr/>
                <p14:nvPr/>
              </p14:nvContentPartPr>
              <p14:xfrm>
                <a:off x="3816862" y="4502336"/>
                <a:ext cx="79560" cy="63360"/>
              </p14:xfrm>
            </p:contentPart>
          </mc:Choice>
          <mc:Fallback>
            <p:pic>
              <p:nvPicPr>
                <p:cNvPr id="74" name="Ink 73">
                  <a:extLst>
                    <a:ext uri="{FF2B5EF4-FFF2-40B4-BE49-F238E27FC236}">
                      <a16:creationId xmlns:a16="http://schemas.microsoft.com/office/drawing/2014/main" id="{CC577F7E-86ED-12B0-4B21-A78DC2136AA3}"/>
                    </a:ext>
                  </a:extLst>
                </p:cNvPr>
                <p:cNvPicPr/>
                <p:nvPr/>
              </p:nvPicPr>
              <p:blipFill>
                <a:blip r:embed="rId103"/>
                <a:stretch>
                  <a:fillRect/>
                </a:stretch>
              </p:blipFill>
              <p:spPr>
                <a:xfrm>
                  <a:off x="3808222" y="4493336"/>
                  <a:ext cx="9720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5" name="Ink 74">
                  <a:extLst>
                    <a:ext uri="{FF2B5EF4-FFF2-40B4-BE49-F238E27FC236}">
                      <a16:creationId xmlns:a16="http://schemas.microsoft.com/office/drawing/2014/main" id="{0BCD51AA-61F2-D684-EBA0-905CE5C5102D}"/>
                    </a:ext>
                  </a:extLst>
                </p14:cNvPr>
                <p14:cNvContentPartPr/>
                <p14:nvPr/>
              </p14:nvContentPartPr>
              <p14:xfrm>
                <a:off x="3918022" y="4476056"/>
                <a:ext cx="122760" cy="91800"/>
              </p14:xfrm>
            </p:contentPart>
          </mc:Choice>
          <mc:Fallback>
            <p:pic>
              <p:nvPicPr>
                <p:cNvPr id="75" name="Ink 74">
                  <a:extLst>
                    <a:ext uri="{FF2B5EF4-FFF2-40B4-BE49-F238E27FC236}">
                      <a16:creationId xmlns:a16="http://schemas.microsoft.com/office/drawing/2014/main" id="{0BCD51AA-61F2-D684-EBA0-905CE5C5102D}"/>
                    </a:ext>
                  </a:extLst>
                </p:cNvPr>
                <p:cNvPicPr/>
                <p:nvPr/>
              </p:nvPicPr>
              <p:blipFill>
                <a:blip r:embed="rId105"/>
                <a:stretch>
                  <a:fillRect/>
                </a:stretch>
              </p:blipFill>
              <p:spPr>
                <a:xfrm>
                  <a:off x="3909022" y="4467056"/>
                  <a:ext cx="14040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6" name="Ink 75">
                  <a:extLst>
                    <a:ext uri="{FF2B5EF4-FFF2-40B4-BE49-F238E27FC236}">
                      <a16:creationId xmlns:a16="http://schemas.microsoft.com/office/drawing/2014/main" id="{B158AC10-E114-7510-A7ED-6FCCD6ACB5AF}"/>
                    </a:ext>
                  </a:extLst>
                </p14:cNvPr>
                <p14:cNvContentPartPr/>
                <p14:nvPr/>
              </p14:nvContentPartPr>
              <p14:xfrm>
                <a:off x="4065982" y="4404416"/>
                <a:ext cx="77040" cy="150120"/>
              </p14:xfrm>
            </p:contentPart>
          </mc:Choice>
          <mc:Fallback>
            <p:pic>
              <p:nvPicPr>
                <p:cNvPr id="76" name="Ink 75">
                  <a:extLst>
                    <a:ext uri="{FF2B5EF4-FFF2-40B4-BE49-F238E27FC236}">
                      <a16:creationId xmlns:a16="http://schemas.microsoft.com/office/drawing/2014/main" id="{B158AC10-E114-7510-A7ED-6FCCD6ACB5AF}"/>
                    </a:ext>
                  </a:extLst>
                </p:cNvPr>
                <p:cNvPicPr/>
                <p:nvPr/>
              </p:nvPicPr>
              <p:blipFill>
                <a:blip r:embed="rId107"/>
                <a:stretch>
                  <a:fillRect/>
                </a:stretch>
              </p:blipFill>
              <p:spPr>
                <a:xfrm>
                  <a:off x="4057342" y="4395416"/>
                  <a:ext cx="9468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7" name="Ink 76">
                  <a:extLst>
                    <a:ext uri="{FF2B5EF4-FFF2-40B4-BE49-F238E27FC236}">
                      <a16:creationId xmlns:a16="http://schemas.microsoft.com/office/drawing/2014/main" id="{259C8CF2-6AF1-07EC-E32A-3BA5052D327E}"/>
                    </a:ext>
                  </a:extLst>
                </p14:cNvPr>
                <p14:cNvContentPartPr/>
                <p14:nvPr/>
              </p14:nvContentPartPr>
              <p14:xfrm>
                <a:off x="4186942" y="4501976"/>
                <a:ext cx="79920" cy="63000"/>
              </p14:xfrm>
            </p:contentPart>
          </mc:Choice>
          <mc:Fallback>
            <p:pic>
              <p:nvPicPr>
                <p:cNvPr id="77" name="Ink 76">
                  <a:extLst>
                    <a:ext uri="{FF2B5EF4-FFF2-40B4-BE49-F238E27FC236}">
                      <a16:creationId xmlns:a16="http://schemas.microsoft.com/office/drawing/2014/main" id="{259C8CF2-6AF1-07EC-E32A-3BA5052D327E}"/>
                    </a:ext>
                  </a:extLst>
                </p:cNvPr>
                <p:cNvPicPr/>
                <p:nvPr/>
              </p:nvPicPr>
              <p:blipFill>
                <a:blip r:embed="rId109"/>
                <a:stretch>
                  <a:fillRect/>
                </a:stretch>
              </p:blipFill>
              <p:spPr>
                <a:xfrm>
                  <a:off x="4177942" y="4493336"/>
                  <a:ext cx="9756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8" name="Ink 77">
                  <a:extLst>
                    <a:ext uri="{FF2B5EF4-FFF2-40B4-BE49-F238E27FC236}">
                      <a16:creationId xmlns:a16="http://schemas.microsoft.com/office/drawing/2014/main" id="{F157208B-C162-21F8-C198-0ACC10A4601B}"/>
                    </a:ext>
                  </a:extLst>
                </p14:cNvPr>
                <p14:cNvContentPartPr/>
                <p14:nvPr/>
              </p14:nvContentPartPr>
              <p14:xfrm>
                <a:off x="4268302" y="4481456"/>
                <a:ext cx="102960" cy="139320"/>
              </p14:xfrm>
            </p:contentPart>
          </mc:Choice>
          <mc:Fallback>
            <p:pic>
              <p:nvPicPr>
                <p:cNvPr id="78" name="Ink 77">
                  <a:extLst>
                    <a:ext uri="{FF2B5EF4-FFF2-40B4-BE49-F238E27FC236}">
                      <a16:creationId xmlns:a16="http://schemas.microsoft.com/office/drawing/2014/main" id="{F157208B-C162-21F8-C198-0ACC10A4601B}"/>
                    </a:ext>
                  </a:extLst>
                </p:cNvPr>
                <p:cNvPicPr/>
                <p:nvPr/>
              </p:nvPicPr>
              <p:blipFill>
                <a:blip r:embed="rId111"/>
                <a:stretch>
                  <a:fillRect/>
                </a:stretch>
              </p:blipFill>
              <p:spPr>
                <a:xfrm>
                  <a:off x="4259302" y="4472816"/>
                  <a:ext cx="12060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92" name="Ink 91">
                  <a:extLst>
                    <a:ext uri="{FF2B5EF4-FFF2-40B4-BE49-F238E27FC236}">
                      <a16:creationId xmlns:a16="http://schemas.microsoft.com/office/drawing/2014/main" id="{7D10FA34-23C2-B812-2BBB-ECD6B78AB365}"/>
                    </a:ext>
                  </a:extLst>
                </p14:cNvPr>
                <p14:cNvContentPartPr/>
                <p14:nvPr/>
              </p14:nvContentPartPr>
              <p14:xfrm>
                <a:off x="4313662" y="4053056"/>
                <a:ext cx="28080" cy="83880"/>
              </p14:xfrm>
            </p:contentPart>
          </mc:Choice>
          <mc:Fallback>
            <p:pic>
              <p:nvPicPr>
                <p:cNvPr id="92" name="Ink 91">
                  <a:extLst>
                    <a:ext uri="{FF2B5EF4-FFF2-40B4-BE49-F238E27FC236}">
                      <a16:creationId xmlns:a16="http://schemas.microsoft.com/office/drawing/2014/main" id="{7D10FA34-23C2-B812-2BBB-ECD6B78AB365}"/>
                    </a:ext>
                  </a:extLst>
                </p:cNvPr>
                <p:cNvPicPr/>
                <p:nvPr/>
              </p:nvPicPr>
              <p:blipFill>
                <a:blip r:embed="rId113"/>
                <a:stretch>
                  <a:fillRect/>
                </a:stretch>
              </p:blipFill>
              <p:spPr>
                <a:xfrm>
                  <a:off x="4305022" y="4044416"/>
                  <a:ext cx="4572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93" name="Ink 92">
                  <a:extLst>
                    <a:ext uri="{FF2B5EF4-FFF2-40B4-BE49-F238E27FC236}">
                      <a16:creationId xmlns:a16="http://schemas.microsoft.com/office/drawing/2014/main" id="{FE0B29D1-0F1B-4498-E7ED-AD15798BD426}"/>
                    </a:ext>
                  </a:extLst>
                </p14:cNvPr>
                <p14:cNvContentPartPr/>
                <p14:nvPr/>
              </p14:nvContentPartPr>
              <p14:xfrm>
                <a:off x="4311142" y="3982496"/>
                <a:ext cx="114840" cy="144360"/>
              </p14:xfrm>
            </p:contentPart>
          </mc:Choice>
          <mc:Fallback>
            <p:pic>
              <p:nvPicPr>
                <p:cNvPr id="93" name="Ink 92">
                  <a:extLst>
                    <a:ext uri="{FF2B5EF4-FFF2-40B4-BE49-F238E27FC236}">
                      <a16:creationId xmlns:a16="http://schemas.microsoft.com/office/drawing/2014/main" id="{FE0B29D1-0F1B-4498-E7ED-AD15798BD426}"/>
                    </a:ext>
                  </a:extLst>
                </p:cNvPr>
                <p:cNvPicPr/>
                <p:nvPr/>
              </p:nvPicPr>
              <p:blipFill>
                <a:blip r:embed="rId115"/>
                <a:stretch>
                  <a:fillRect/>
                </a:stretch>
              </p:blipFill>
              <p:spPr>
                <a:xfrm>
                  <a:off x="4302502" y="3973856"/>
                  <a:ext cx="13248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95" name="Ink 94">
                  <a:extLst>
                    <a:ext uri="{FF2B5EF4-FFF2-40B4-BE49-F238E27FC236}">
                      <a16:creationId xmlns:a16="http://schemas.microsoft.com/office/drawing/2014/main" id="{F7A4CB83-BA85-B34A-9A87-16B98072C843}"/>
                    </a:ext>
                  </a:extLst>
                </p14:cNvPr>
                <p14:cNvContentPartPr/>
                <p14:nvPr/>
              </p14:nvContentPartPr>
              <p14:xfrm>
                <a:off x="5523262" y="4386776"/>
                <a:ext cx="29160" cy="108360"/>
              </p14:xfrm>
            </p:contentPart>
          </mc:Choice>
          <mc:Fallback>
            <p:pic>
              <p:nvPicPr>
                <p:cNvPr id="95" name="Ink 94">
                  <a:extLst>
                    <a:ext uri="{FF2B5EF4-FFF2-40B4-BE49-F238E27FC236}">
                      <a16:creationId xmlns:a16="http://schemas.microsoft.com/office/drawing/2014/main" id="{F7A4CB83-BA85-B34A-9A87-16B98072C843}"/>
                    </a:ext>
                  </a:extLst>
                </p:cNvPr>
                <p:cNvPicPr/>
                <p:nvPr/>
              </p:nvPicPr>
              <p:blipFill>
                <a:blip r:embed="rId117"/>
                <a:stretch>
                  <a:fillRect/>
                </a:stretch>
              </p:blipFill>
              <p:spPr>
                <a:xfrm>
                  <a:off x="5514622" y="4378136"/>
                  <a:ext cx="468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96" name="Ink 95">
                  <a:extLst>
                    <a:ext uri="{FF2B5EF4-FFF2-40B4-BE49-F238E27FC236}">
                      <a16:creationId xmlns:a16="http://schemas.microsoft.com/office/drawing/2014/main" id="{88CD8592-D016-5E66-16EE-8436157FBFB7}"/>
                    </a:ext>
                  </a:extLst>
                </p14:cNvPr>
                <p14:cNvContentPartPr/>
                <p14:nvPr/>
              </p14:nvContentPartPr>
              <p14:xfrm>
                <a:off x="5518222" y="4369856"/>
                <a:ext cx="165240" cy="107280"/>
              </p14:xfrm>
            </p:contentPart>
          </mc:Choice>
          <mc:Fallback>
            <p:pic>
              <p:nvPicPr>
                <p:cNvPr id="96" name="Ink 95">
                  <a:extLst>
                    <a:ext uri="{FF2B5EF4-FFF2-40B4-BE49-F238E27FC236}">
                      <a16:creationId xmlns:a16="http://schemas.microsoft.com/office/drawing/2014/main" id="{88CD8592-D016-5E66-16EE-8436157FBFB7}"/>
                    </a:ext>
                  </a:extLst>
                </p:cNvPr>
                <p:cNvPicPr/>
                <p:nvPr/>
              </p:nvPicPr>
              <p:blipFill>
                <a:blip r:embed="rId119"/>
                <a:stretch>
                  <a:fillRect/>
                </a:stretch>
              </p:blipFill>
              <p:spPr>
                <a:xfrm>
                  <a:off x="5509222" y="4360856"/>
                  <a:ext cx="182880" cy="124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0">
            <p14:nvContentPartPr>
              <p14:cNvPr id="98" name="Ink 97">
                <a:extLst>
                  <a:ext uri="{FF2B5EF4-FFF2-40B4-BE49-F238E27FC236}">
                    <a16:creationId xmlns:a16="http://schemas.microsoft.com/office/drawing/2014/main" id="{93E994DC-DCBF-E821-3006-744AED87B662}"/>
                  </a:ext>
                </a:extLst>
              </p14:cNvPr>
              <p14:cNvContentPartPr/>
              <p14:nvPr/>
            </p14:nvContentPartPr>
            <p14:xfrm>
              <a:off x="3455422" y="2865056"/>
              <a:ext cx="596880" cy="356760"/>
            </p14:xfrm>
          </p:contentPart>
        </mc:Choice>
        <mc:Fallback>
          <p:pic>
            <p:nvPicPr>
              <p:cNvPr id="98" name="Ink 97">
                <a:extLst>
                  <a:ext uri="{FF2B5EF4-FFF2-40B4-BE49-F238E27FC236}">
                    <a16:creationId xmlns:a16="http://schemas.microsoft.com/office/drawing/2014/main" id="{93E994DC-DCBF-E821-3006-744AED87B662}"/>
                  </a:ext>
                </a:extLst>
              </p:cNvPr>
              <p:cNvPicPr/>
              <p:nvPr/>
            </p:nvPicPr>
            <p:blipFill>
              <a:blip r:embed="rId121"/>
              <a:stretch>
                <a:fillRect/>
              </a:stretch>
            </p:blipFill>
            <p:spPr>
              <a:xfrm>
                <a:off x="3446422" y="2856056"/>
                <a:ext cx="614520" cy="374400"/>
              </a:xfrm>
              <a:prstGeom prst="rect">
                <a:avLst/>
              </a:prstGeom>
            </p:spPr>
          </p:pic>
        </mc:Fallback>
      </mc:AlternateContent>
      <p:grpSp>
        <p:nvGrpSpPr>
          <p:cNvPr id="124" name="Group 123">
            <a:extLst>
              <a:ext uri="{FF2B5EF4-FFF2-40B4-BE49-F238E27FC236}">
                <a16:creationId xmlns:a16="http://schemas.microsoft.com/office/drawing/2014/main" id="{BFDEECCA-343F-7839-554A-691EA4FF1E51}"/>
              </a:ext>
            </a:extLst>
          </p:cNvPr>
          <p:cNvGrpSpPr/>
          <p:nvPr/>
        </p:nvGrpSpPr>
        <p:grpSpPr>
          <a:xfrm>
            <a:off x="4264702" y="2551856"/>
            <a:ext cx="2028960" cy="533520"/>
            <a:chOff x="4264702" y="2551856"/>
            <a:chExt cx="2028960" cy="533520"/>
          </a:xfrm>
        </p:grpSpPr>
        <mc:AlternateContent xmlns:mc="http://schemas.openxmlformats.org/markup-compatibility/2006">
          <mc:Choice xmlns:p14="http://schemas.microsoft.com/office/powerpoint/2010/main" Requires="p14">
            <p:contentPart p14:bwMode="auto" r:id="rId122">
              <p14:nvContentPartPr>
                <p14:cNvPr id="99" name="Ink 98">
                  <a:extLst>
                    <a:ext uri="{FF2B5EF4-FFF2-40B4-BE49-F238E27FC236}">
                      <a16:creationId xmlns:a16="http://schemas.microsoft.com/office/drawing/2014/main" id="{02C35AD8-3444-6B37-0B8D-D19EAD684E2D}"/>
                    </a:ext>
                  </a:extLst>
                </p14:cNvPr>
                <p14:cNvContentPartPr/>
                <p14:nvPr/>
              </p14:nvContentPartPr>
              <p14:xfrm>
                <a:off x="4284502" y="2812136"/>
                <a:ext cx="14040" cy="64800"/>
              </p14:xfrm>
            </p:contentPart>
          </mc:Choice>
          <mc:Fallback>
            <p:pic>
              <p:nvPicPr>
                <p:cNvPr id="99" name="Ink 98">
                  <a:extLst>
                    <a:ext uri="{FF2B5EF4-FFF2-40B4-BE49-F238E27FC236}">
                      <a16:creationId xmlns:a16="http://schemas.microsoft.com/office/drawing/2014/main" id="{02C35AD8-3444-6B37-0B8D-D19EAD684E2D}"/>
                    </a:ext>
                  </a:extLst>
                </p:cNvPr>
                <p:cNvPicPr/>
                <p:nvPr/>
              </p:nvPicPr>
              <p:blipFill>
                <a:blip r:embed="rId123"/>
                <a:stretch>
                  <a:fillRect/>
                </a:stretch>
              </p:blipFill>
              <p:spPr>
                <a:xfrm>
                  <a:off x="4275862" y="2803136"/>
                  <a:ext cx="3168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00" name="Ink 99">
                  <a:extLst>
                    <a:ext uri="{FF2B5EF4-FFF2-40B4-BE49-F238E27FC236}">
                      <a16:creationId xmlns:a16="http://schemas.microsoft.com/office/drawing/2014/main" id="{667855ED-8E3C-1972-D221-5940A31A828E}"/>
                    </a:ext>
                  </a:extLst>
                </p14:cNvPr>
                <p14:cNvContentPartPr/>
                <p14:nvPr/>
              </p14:nvContentPartPr>
              <p14:xfrm>
                <a:off x="4264702" y="2726096"/>
                <a:ext cx="20160" cy="6480"/>
              </p14:xfrm>
            </p:contentPart>
          </mc:Choice>
          <mc:Fallback>
            <p:pic>
              <p:nvPicPr>
                <p:cNvPr id="100" name="Ink 99">
                  <a:extLst>
                    <a:ext uri="{FF2B5EF4-FFF2-40B4-BE49-F238E27FC236}">
                      <a16:creationId xmlns:a16="http://schemas.microsoft.com/office/drawing/2014/main" id="{667855ED-8E3C-1972-D221-5940A31A828E}"/>
                    </a:ext>
                  </a:extLst>
                </p:cNvPr>
                <p:cNvPicPr/>
                <p:nvPr/>
              </p:nvPicPr>
              <p:blipFill>
                <a:blip r:embed="rId125"/>
                <a:stretch>
                  <a:fillRect/>
                </a:stretch>
              </p:blipFill>
              <p:spPr>
                <a:xfrm>
                  <a:off x="4256062" y="2717456"/>
                  <a:ext cx="378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01" name="Ink 100">
                  <a:extLst>
                    <a:ext uri="{FF2B5EF4-FFF2-40B4-BE49-F238E27FC236}">
                      <a16:creationId xmlns:a16="http://schemas.microsoft.com/office/drawing/2014/main" id="{4D33BE38-2503-3164-794F-96795025C64D}"/>
                    </a:ext>
                  </a:extLst>
                </p14:cNvPr>
                <p14:cNvContentPartPr/>
                <p14:nvPr/>
              </p14:nvContentPartPr>
              <p14:xfrm>
                <a:off x="4359022" y="2817536"/>
                <a:ext cx="109440" cy="49680"/>
              </p14:xfrm>
            </p:contentPart>
          </mc:Choice>
          <mc:Fallback>
            <p:pic>
              <p:nvPicPr>
                <p:cNvPr id="101" name="Ink 100">
                  <a:extLst>
                    <a:ext uri="{FF2B5EF4-FFF2-40B4-BE49-F238E27FC236}">
                      <a16:creationId xmlns:a16="http://schemas.microsoft.com/office/drawing/2014/main" id="{4D33BE38-2503-3164-794F-96795025C64D}"/>
                    </a:ext>
                  </a:extLst>
                </p:cNvPr>
                <p:cNvPicPr/>
                <p:nvPr/>
              </p:nvPicPr>
              <p:blipFill>
                <a:blip r:embed="rId127"/>
                <a:stretch>
                  <a:fillRect/>
                </a:stretch>
              </p:blipFill>
              <p:spPr>
                <a:xfrm>
                  <a:off x="4350382" y="2808536"/>
                  <a:ext cx="12708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02" name="Ink 101">
                  <a:extLst>
                    <a:ext uri="{FF2B5EF4-FFF2-40B4-BE49-F238E27FC236}">
                      <a16:creationId xmlns:a16="http://schemas.microsoft.com/office/drawing/2014/main" id="{15283CC0-5474-72F1-8B07-FC364FE000DE}"/>
                    </a:ext>
                  </a:extLst>
                </p14:cNvPr>
                <p14:cNvContentPartPr/>
                <p14:nvPr/>
              </p14:nvContentPartPr>
              <p14:xfrm>
                <a:off x="4540822" y="2796296"/>
                <a:ext cx="64080" cy="173880"/>
              </p14:xfrm>
            </p:contentPart>
          </mc:Choice>
          <mc:Fallback>
            <p:pic>
              <p:nvPicPr>
                <p:cNvPr id="102" name="Ink 101">
                  <a:extLst>
                    <a:ext uri="{FF2B5EF4-FFF2-40B4-BE49-F238E27FC236}">
                      <a16:creationId xmlns:a16="http://schemas.microsoft.com/office/drawing/2014/main" id="{15283CC0-5474-72F1-8B07-FC364FE000DE}"/>
                    </a:ext>
                  </a:extLst>
                </p:cNvPr>
                <p:cNvPicPr/>
                <p:nvPr/>
              </p:nvPicPr>
              <p:blipFill>
                <a:blip r:embed="rId129"/>
                <a:stretch>
                  <a:fillRect/>
                </a:stretch>
              </p:blipFill>
              <p:spPr>
                <a:xfrm>
                  <a:off x="4531822" y="2787296"/>
                  <a:ext cx="8172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03" name="Ink 102">
                  <a:extLst>
                    <a:ext uri="{FF2B5EF4-FFF2-40B4-BE49-F238E27FC236}">
                      <a16:creationId xmlns:a16="http://schemas.microsoft.com/office/drawing/2014/main" id="{C066D907-B884-5EB9-D9A2-A07917EE35E6}"/>
                    </a:ext>
                  </a:extLst>
                </p14:cNvPr>
                <p14:cNvContentPartPr/>
                <p14:nvPr/>
              </p14:nvContentPartPr>
              <p14:xfrm>
                <a:off x="4656742" y="2815016"/>
                <a:ext cx="89640" cy="50760"/>
              </p14:xfrm>
            </p:contentPart>
          </mc:Choice>
          <mc:Fallback>
            <p:pic>
              <p:nvPicPr>
                <p:cNvPr id="103" name="Ink 102">
                  <a:extLst>
                    <a:ext uri="{FF2B5EF4-FFF2-40B4-BE49-F238E27FC236}">
                      <a16:creationId xmlns:a16="http://schemas.microsoft.com/office/drawing/2014/main" id="{C066D907-B884-5EB9-D9A2-A07917EE35E6}"/>
                    </a:ext>
                  </a:extLst>
                </p:cNvPr>
                <p:cNvPicPr/>
                <p:nvPr/>
              </p:nvPicPr>
              <p:blipFill>
                <a:blip r:embed="rId131"/>
                <a:stretch>
                  <a:fillRect/>
                </a:stretch>
              </p:blipFill>
              <p:spPr>
                <a:xfrm>
                  <a:off x="4648102" y="2806016"/>
                  <a:ext cx="10728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04" name="Ink 103">
                  <a:extLst>
                    <a:ext uri="{FF2B5EF4-FFF2-40B4-BE49-F238E27FC236}">
                      <a16:creationId xmlns:a16="http://schemas.microsoft.com/office/drawing/2014/main" id="{8F9E6627-66A2-DD28-56F8-030A90ECFFE0}"/>
                    </a:ext>
                  </a:extLst>
                </p14:cNvPr>
                <p14:cNvContentPartPr/>
                <p14:nvPr/>
              </p14:nvContentPartPr>
              <p14:xfrm>
                <a:off x="4773742" y="2668496"/>
                <a:ext cx="42480" cy="154080"/>
              </p14:xfrm>
            </p:contentPart>
          </mc:Choice>
          <mc:Fallback>
            <p:pic>
              <p:nvPicPr>
                <p:cNvPr id="104" name="Ink 103">
                  <a:extLst>
                    <a:ext uri="{FF2B5EF4-FFF2-40B4-BE49-F238E27FC236}">
                      <a16:creationId xmlns:a16="http://schemas.microsoft.com/office/drawing/2014/main" id="{8F9E6627-66A2-DD28-56F8-030A90ECFFE0}"/>
                    </a:ext>
                  </a:extLst>
                </p:cNvPr>
                <p:cNvPicPr/>
                <p:nvPr/>
              </p:nvPicPr>
              <p:blipFill>
                <a:blip r:embed="rId133"/>
                <a:stretch>
                  <a:fillRect/>
                </a:stretch>
              </p:blipFill>
              <p:spPr>
                <a:xfrm>
                  <a:off x="4765102" y="2659496"/>
                  <a:ext cx="6012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05" name="Ink 104">
                  <a:extLst>
                    <a:ext uri="{FF2B5EF4-FFF2-40B4-BE49-F238E27FC236}">
                      <a16:creationId xmlns:a16="http://schemas.microsoft.com/office/drawing/2014/main" id="{7A2AE312-93CE-99D0-7C97-F17A8D8213BB}"/>
                    </a:ext>
                  </a:extLst>
                </p14:cNvPr>
                <p14:cNvContentPartPr/>
                <p14:nvPr/>
              </p14:nvContentPartPr>
              <p14:xfrm>
                <a:off x="4730182" y="2784056"/>
                <a:ext cx="91800" cy="33480"/>
              </p14:xfrm>
            </p:contentPart>
          </mc:Choice>
          <mc:Fallback>
            <p:pic>
              <p:nvPicPr>
                <p:cNvPr id="105" name="Ink 104">
                  <a:extLst>
                    <a:ext uri="{FF2B5EF4-FFF2-40B4-BE49-F238E27FC236}">
                      <a16:creationId xmlns:a16="http://schemas.microsoft.com/office/drawing/2014/main" id="{7A2AE312-93CE-99D0-7C97-F17A8D8213BB}"/>
                    </a:ext>
                  </a:extLst>
                </p:cNvPr>
                <p:cNvPicPr/>
                <p:nvPr/>
              </p:nvPicPr>
              <p:blipFill>
                <a:blip r:embed="rId135"/>
                <a:stretch>
                  <a:fillRect/>
                </a:stretch>
              </p:blipFill>
              <p:spPr>
                <a:xfrm>
                  <a:off x="4721182" y="2775416"/>
                  <a:ext cx="10944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06" name="Ink 105">
                  <a:extLst>
                    <a:ext uri="{FF2B5EF4-FFF2-40B4-BE49-F238E27FC236}">
                      <a16:creationId xmlns:a16="http://schemas.microsoft.com/office/drawing/2014/main" id="{4A635188-8D66-1369-D5BA-C143C259BAB9}"/>
                    </a:ext>
                  </a:extLst>
                </p14:cNvPr>
                <p14:cNvContentPartPr/>
                <p14:nvPr/>
              </p14:nvContentPartPr>
              <p14:xfrm>
                <a:off x="4965262" y="2729696"/>
                <a:ext cx="71640" cy="83520"/>
              </p14:xfrm>
            </p:contentPart>
          </mc:Choice>
          <mc:Fallback>
            <p:pic>
              <p:nvPicPr>
                <p:cNvPr id="106" name="Ink 105">
                  <a:extLst>
                    <a:ext uri="{FF2B5EF4-FFF2-40B4-BE49-F238E27FC236}">
                      <a16:creationId xmlns:a16="http://schemas.microsoft.com/office/drawing/2014/main" id="{4A635188-8D66-1369-D5BA-C143C259BAB9}"/>
                    </a:ext>
                  </a:extLst>
                </p:cNvPr>
                <p:cNvPicPr/>
                <p:nvPr/>
              </p:nvPicPr>
              <p:blipFill>
                <a:blip r:embed="rId137"/>
                <a:stretch>
                  <a:fillRect/>
                </a:stretch>
              </p:blipFill>
              <p:spPr>
                <a:xfrm>
                  <a:off x="4956622" y="2720696"/>
                  <a:ext cx="8928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07" name="Ink 106">
                  <a:extLst>
                    <a:ext uri="{FF2B5EF4-FFF2-40B4-BE49-F238E27FC236}">
                      <a16:creationId xmlns:a16="http://schemas.microsoft.com/office/drawing/2014/main" id="{033F621B-C71C-E425-53F5-7FC91EF172C3}"/>
                    </a:ext>
                  </a:extLst>
                </p14:cNvPr>
                <p14:cNvContentPartPr/>
                <p14:nvPr/>
              </p14:nvContentPartPr>
              <p14:xfrm>
                <a:off x="5119702" y="2775056"/>
                <a:ext cx="5040" cy="19440"/>
              </p14:xfrm>
            </p:contentPart>
          </mc:Choice>
          <mc:Fallback>
            <p:pic>
              <p:nvPicPr>
                <p:cNvPr id="107" name="Ink 106">
                  <a:extLst>
                    <a:ext uri="{FF2B5EF4-FFF2-40B4-BE49-F238E27FC236}">
                      <a16:creationId xmlns:a16="http://schemas.microsoft.com/office/drawing/2014/main" id="{033F621B-C71C-E425-53F5-7FC91EF172C3}"/>
                    </a:ext>
                  </a:extLst>
                </p:cNvPr>
                <p:cNvPicPr/>
                <p:nvPr/>
              </p:nvPicPr>
              <p:blipFill>
                <a:blip r:embed="rId139"/>
                <a:stretch>
                  <a:fillRect/>
                </a:stretch>
              </p:blipFill>
              <p:spPr>
                <a:xfrm>
                  <a:off x="5111062" y="2766056"/>
                  <a:ext cx="2268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08" name="Ink 107">
                  <a:extLst>
                    <a:ext uri="{FF2B5EF4-FFF2-40B4-BE49-F238E27FC236}">
                      <a16:creationId xmlns:a16="http://schemas.microsoft.com/office/drawing/2014/main" id="{B64CC55D-75B8-60C2-6B9D-37751E6ECB94}"/>
                    </a:ext>
                  </a:extLst>
                </p14:cNvPr>
                <p14:cNvContentPartPr/>
                <p14:nvPr/>
              </p14:nvContentPartPr>
              <p14:xfrm>
                <a:off x="5098102" y="2673896"/>
                <a:ext cx="20160" cy="30600"/>
              </p14:xfrm>
            </p:contentPart>
          </mc:Choice>
          <mc:Fallback>
            <p:pic>
              <p:nvPicPr>
                <p:cNvPr id="108" name="Ink 107">
                  <a:extLst>
                    <a:ext uri="{FF2B5EF4-FFF2-40B4-BE49-F238E27FC236}">
                      <a16:creationId xmlns:a16="http://schemas.microsoft.com/office/drawing/2014/main" id="{B64CC55D-75B8-60C2-6B9D-37751E6ECB94}"/>
                    </a:ext>
                  </a:extLst>
                </p:cNvPr>
                <p:cNvPicPr/>
                <p:nvPr/>
              </p:nvPicPr>
              <p:blipFill>
                <a:blip r:embed="rId141"/>
                <a:stretch>
                  <a:fillRect/>
                </a:stretch>
              </p:blipFill>
              <p:spPr>
                <a:xfrm>
                  <a:off x="5089462" y="2665256"/>
                  <a:ext cx="3780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09" name="Ink 108">
                  <a:extLst>
                    <a:ext uri="{FF2B5EF4-FFF2-40B4-BE49-F238E27FC236}">
                      <a16:creationId xmlns:a16="http://schemas.microsoft.com/office/drawing/2014/main" id="{C4D35F9A-18F3-9120-0463-6723979DCB3E}"/>
                    </a:ext>
                  </a:extLst>
                </p14:cNvPr>
                <p14:cNvContentPartPr/>
                <p14:nvPr/>
              </p14:nvContentPartPr>
              <p14:xfrm>
                <a:off x="5214742" y="2760296"/>
                <a:ext cx="70200" cy="155880"/>
              </p14:xfrm>
            </p:contentPart>
          </mc:Choice>
          <mc:Fallback>
            <p:pic>
              <p:nvPicPr>
                <p:cNvPr id="109" name="Ink 108">
                  <a:extLst>
                    <a:ext uri="{FF2B5EF4-FFF2-40B4-BE49-F238E27FC236}">
                      <a16:creationId xmlns:a16="http://schemas.microsoft.com/office/drawing/2014/main" id="{C4D35F9A-18F3-9120-0463-6723979DCB3E}"/>
                    </a:ext>
                  </a:extLst>
                </p:cNvPr>
                <p:cNvPicPr/>
                <p:nvPr/>
              </p:nvPicPr>
              <p:blipFill>
                <a:blip r:embed="rId143"/>
                <a:stretch>
                  <a:fillRect/>
                </a:stretch>
              </p:blipFill>
              <p:spPr>
                <a:xfrm>
                  <a:off x="5206102" y="2751296"/>
                  <a:ext cx="8784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10" name="Ink 109">
                  <a:extLst>
                    <a:ext uri="{FF2B5EF4-FFF2-40B4-BE49-F238E27FC236}">
                      <a16:creationId xmlns:a16="http://schemas.microsoft.com/office/drawing/2014/main" id="{455BC8D9-2F31-6D8E-0A87-D332D9CEBEEA}"/>
                    </a:ext>
                  </a:extLst>
                </p14:cNvPr>
                <p14:cNvContentPartPr/>
                <p14:nvPr/>
              </p14:nvContentPartPr>
              <p14:xfrm>
                <a:off x="5385742" y="2766056"/>
                <a:ext cx="73440" cy="13680"/>
              </p14:xfrm>
            </p:contentPart>
          </mc:Choice>
          <mc:Fallback>
            <p:pic>
              <p:nvPicPr>
                <p:cNvPr id="110" name="Ink 109">
                  <a:extLst>
                    <a:ext uri="{FF2B5EF4-FFF2-40B4-BE49-F238E27FC236}">
                      <a16:creationId xmlns:a16="http://schemas.microsoft.com/office/drawing/2014/main" id="{455BC8D9-2F31-6D8E-0A87-D332D9CEBEEA}"/>
                    </a:ext>
                  </a:extLst>
                </p:cNvPr>
                <p:cNvPicPr/>
                <p:nvPr/>
              </p:nvPicPr>
              <p:blipFill>
                <a:blip r:embed="rId145"/>
                <a:stretch>
                  <a:fillRect/>
                </a:stretch>
              </p:blipFill>
              <p:spPr>
                <a:xfrm>
                  <a:off x="5376742" y="2757056"/>
                  <a:ext cx="9108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11" name="Ink 110">
                  <a:extLst>
                    <a:ext uri="{FF2B5EF4-FFF2-40B4-BE49-F238E27FC236}">
                      <a16:creationId xmlns:a16="http://schemas.microsoft.com/office/drawing/2014/main" id="{FF02EAEA-857E-C135-D961-9388FF9D98C7}"/>
                    </a:ext>
                  </a:extLst>
                </p14:cNvPr>
                <p14:cNvContentPartPr/>
                <p14:nvPr/>
              </p14:nvContentPartPr>
              <p14:xfrm>
                <a:off x="5537662" y="2551856"/>
                <a:ext cx="130680" cy="249480"/>
              </p14:xfrm>
            </p:contentPart>
          </mc:Choice>
          <mc:Fallback>
            <p:pic>
              <p:nvPicPr>
                <p:cNvPr id="111" name="Ink 110">
                  <a:extLst>
                    <a:ext uri="{FF2B5EF4-FFF2-40B4-BE49-F238E27FC236}">
                      <a16:creationId xmlns:a16="http://schemas.microsoft.com/office/drawing/2014/main" id="{FF02EAEA-857E-C135-D961-9388FF9D98C7}"/>
                    </a:ext>
                  </a:extLst>
                </p:cNvPr>
                <p:cNvPicPr/>
                <p:nvPr/>
              </p:nvPicPr>
              <p:blipFill>
                <a:blip r:embed="rId147"/>
                <a:stretch>
                  <a:fillRect/>
                </a:stretch>
              </p:blipFill>
              <p:spPr>
                <a:xfrm>
                  <a:off x="5528662" y="2543216"/>
                  <a:ext cx="14832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13" name="Ink 112">
                  <a:extLst>
                    <a:ext uri="{FF2B5EF4-FFF2-40B4-BE49-F238E27FC236}">
                      <a16:creationId xmlns:a16="http://schemas.microsoft.com/office/drawing/2014/main" id="{A634C91E-9E38-D1A6-0F72-41D92F23D959}"/>
                    </a:ext>
                  </a:extLst>
                </p14:cNvPr>
                <p14:cNvContentPartPr/>
                <p14:nvPr/>
              </p14:nvContentPartPr>
              <p14:xfrm>
                <a:off x="5050222" y="2950376"/>
                <a:ext cx="120600" cy="135000"/>
              </p14:xfrm>
            </p:contentPart>
          </mc:Choice>
          <mc:Fallback>
            <p:pic>
              <p:nvPicPr>
                <p:cNvPr id="113" name="Ink 112">
                  <a:extLst>
                    <a:ext uri="{FF2B5EF4-FFF2-40B4-BE49-F238E27FC236}">
                      <a16:creationId xmlns:a16="http://schemas.microsoft.com/office/drawing/2014/main" id="{A634C91E-9E38-D1A6-0F72-41D92F23D959}"/>
                    </a:ext>
                  </a:extLst>
                </p:cNvPr>
                <p:cNvPicPr/>
                <p:nvPr/>
              </p:nvPicPr>
              <p:blipFill>
                <a:blip r:embed="rId149"/>
                <a:stretch>
                  <a:fillRect/>
                </a:stretch>
              </p:blipFill>
              <p:spPr>
                <a:xfrm>
                  <a:off x="5041582" y="2941376"/>
                  <a:ext cx="13824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14" name="Ink 113">
                  <a:extLst>
                    <a:ext uri="{FF2B5EF4-FFF2-40B4-BE49-F238E27FC236}">
                      <a16:creationId xmlns:a16="http://schemas.microsoft.com/office/drawing/2014/main" id="{70A0360E-BD12-8BBC-2B62-74E7DC79324B}"/>
                    </a:ext>
                  </a:extLst>
                </p14:cNvPr>
                <p14:cNvContentPartPr/>
                <p14:nvPr/>
              </p14:nvContentPartPr>
              <p14:xfrm>
                <a:off x="5186302" y="2955776"/>
                <a:ext cx="41400" cy="120240"/>
              </p14:xfrm>
            </p:contentPart>
          </mc:Choice>
          <mc:Fallback>
            <p:pic>
              <p:nvPicPr>
                <p:cNvPr id="114" name="Ink 113">
                  <a:extLst>
                    <a:ext uri="{FF2B5EF4-FFF2-40B4-BE49-F238E27FC236}">
                      <a16:creationId xmlns:a16="http://schemas.microsoft.com/office/drawing/2014/main" id="{70A0360E-BD12-8BBC-2B62-74E7DC79324B}"/>
                    </a:ext>
                  </a:extLst>
                </p:cNvPr>
                <p:cNvPicPr/>
                <p:nvPr/>
              </p:nvPicPr>
              <p:blipFill>
                <a:blip r:embed="rId151"/>
                <a:stretch>
                  <a:fillRect/>
                </a:stretch>
              </p:blipFill>
              <p:spPr>
                <a:xfrm>
                  <a:off x="5177302" y="2946776"/>
                  <a:ext cx="5904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15" name="Ink 114">
                  <a:extLst>
                    <a:ext uri="{FF2B5EF4-FFF2-40B4-BE49-F238E27FC236}">
                      <a16:creationId xmlns:a16="http://schemas.microsoft.com/office/drawing/2014/main" id="{7F9A4D1C-FCDC-0EA3-B600-F727AEEDCFF2}"/>
                    </a:ext>
                  </a:extLst>
                </p14:cNvPr>
                <p14:cNvContentPartPr/>
                <p14:nvPr/>
              </p14:nvContentPartPr>
              <p14:xfrm>
                <a:off x="5322022" y="3020216"/>
                <a:ext cx="57240" cy="43200"/>
              </p14:xfrm>
            </p:contentPart>
          </mc:Choice>
          <mc:Fallback>
            <p:pic>
              <p:nvPicPr>
                <p:cNvPr id="115" name="Ink 114">
                  <a:extLst>
                    <a:ext uri="{FF2B5EF4-FFF2-40B4-BE49-F238E27FC236}">
                      <a16:creationId xmlns:a16="http://schemas.microsoft.com/office/drawing/2014/main" id="{7F9A4D1C-FCDC-0EA3-B600-F727AEEDCFF2}"/>
                    </a:ext>
                  </a:extLst>
                </p:cNvPr>
                <p:cNvPicPr/>
                <p:nvPr/>
              </p:nvPicPr>
              <p:blipFill>
                <a:blip r:embed="rId153"/>
                <a:stretch>
                  <a:fillRect/>
                </a:stretch>
              </p:blipFill>
              <p:spPr>
                <a:xfrm>
                  <a:off x="5313022" y="3011216"/>
                  <a:ext cx="7488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16" name="Ink 115">
                  <a:extLst>
                    <a:ext uri="{FF2B5EF4-FFF2-40B4-BE49-F238E27FC236}">
                      <a16:creationId xmlns:a16="http://schemas.microsoft.com/office/drawing/2014/main" id="{612A8F4C-FE7F-F0D0-AAD2-3EC47D4110E2}"/>
                    </a:ext>
                  </a:extLst>
                </p14:cNvPr>
                <p14:cNvContentPartPr/>
                <p14:nvPr/>
              </p14:nvContentPartPr>
              <p14:xfrm>
                <a:off x="5410942" y="3014096"/>
                <a:ext cx="59400" cy="59400"/>
              </p14:xfrm>
            </p:contentPart>
          </mc:Choice>
          <mc:Fallback>
            <p:pic>
              <p:nvPicPr>
                <p:cNvPr id="116" name="Ink 115">
                  <a:extLst>
                    <a:ext uri="{FF2B5EF4-FFF2-40B4-BE49-F238E27FC236}">
                      <a16:creationId xmlns:a16="http://schemas.microsoft.com/office/drawing/2014/main" id="{612A8F4C-FE7F-F0D0-AAD2-3EC47D4110E2}"/>
                    </a:ext>
                  </a:extLst>
                </p:cNvPr>
                <p:cNvPicPr/>
                <p:nvPr/>
              </p:nvPicPr>
              <p:blipFill>
                <a:blip r:embed="rId155"/>
                <a:stretch>
                  <a:fillRect/>
                </a:stretch>
              </p:blipFill>
              <p:spPr>
                <a:xfrm>
                  <a:off x="5401942" y="3005456"/>
                  <a:ext cx="7704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17" name="Ink 116">
                  <a:extLst>
                    <a:ext uri="{FF2B5EF4-FFF2-40B4-BE49-F238E27FC236}">
                      <a16:creationId xmlns:a16="http://schemas.microsoft.com/office/drawing/2014/main" id="{735E9CC0-B94B-2C85-A150-E6DF914CCBF6}"/>
                    </a:ext>
                  </a:extLst>
                </p14:cNvPr>
                <p14:cNvContentPartPr/>
                <p14:nvPr/>
              </p14:nvContentPartPr>
              <p14:xfrm>
                <a:off x="5454502" y="2892056"/>
                <a:ext cx="33840" cy="155520"/>
              </p14:xfrm>
            </p:contentPart>
          </mc:Choice>
          <mc:Fallback>
            <p:pic>
              <p:nvPicPr>
                <p:cNvPr id="117" name="Ink 116">
                  <a:extLst>
                    <a:ext uri="{FF2B5EF4-FFF2-40B4-BE49-F238E27FC236}">
                      <a16:creationId xmlns:a16="http://schemas.microsoft.com/office/drawing/2014/main" id="{735E9CC0-B94B-2C85-A150-E6DF914CCBF6}"/>
                    </a:ext>
                  </a:extLst>
                </p:cNvPr>
                <p:cNvPicPr/>
                <p:nvPr/>
              </p:nvPicPr>
              <p:blipFill>
                <a:blip r:embed="rId157"/>
                <a:stretch>
                  <a:fillRect/>
                </a:stretch>
              </p:blipFill>
              <p:spPr>
                <a:xfrm>
                  <a:off x="5445502" y="2883056"/>
                  <a:ext cx="5148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18" name="Ink 117">
                  <a:extLst>
                    <a:ext uri="{FF2B5EF4-FFF2-40B4-BE49-F238E27FC236}">
                      <a16:creationId xmlns:a16="http://schemas.microsoft.com/office/drawing/2014/main" id="{7D2CE1EB-156C-DF4A-F8E6-049F364A66D3}"/>
                    </a:ext>
                  </a:extLst>
                </p14:cNvPr>
                <p14:cNvContentPartPr/>
                <p14:nvPr/>
              </p14:nvContentPartPr>
              <p14:xfrm>
                <a:off x="5505982" y="2992856"/>
                <a:ext cx="91080" cy="48960"/>
              </p14:xfrm>
            </p:contentPart>
          </mc:Choice>
          <mc:Fallback>
            <p:pic>
              <p:nvPicPr>
                <p:cNvPr id="118" name="Ink 117">
                  <a:extLst>
                    <a:ext uri="{FF2B5EF4-FFF2-40B4-BE49-F238E27FC236}">
                      <a16:creationId xmlns:a16="http://schemas.microsoft.com/office/drawing/2014/main" id="{7D2CE1EB-156C-DF4A-F8E6-049F364A66D3}"/>
                    </a:ext>
                  </a:extLst>
                </p:cNvPr>
                <p:cNvPicPr/>
                <p:nvPr/>
              </p:nvPicPr>
              <p:blipFill>
                <a:blip r:embed="rId159"/>
                <a:stretch>
                  <a:fillRect/>
                </a:stretch>
              </p:blipFill>
              <p:spPr>
                <a:xfrm>
                  <a:off x="5497342" y="2984216"/>
                  <a:ext cx="10872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19" name="Ink 118">
                  <a:extLst>
                    <a:ext uri="{FF2B5EF4-FFF2-40B4-BE49-F238E27FC236}">
                      <a16:creationId xmlns:a16="http://schemas.microsoft.com/office/drawing/2014/main" id="{EAA240A8-371A-A267-43AA-F72B8B0D2237}"/>
                    </a:ext>
                  </a:extLst>
                </p14:cNvPr>
                <p14:cNvContentPartPr/>
                <p14:nvPr/>
              </p14:nvContentPartPr>
              <p14:xfrm>
                <a:off x="5671582" y="2843456"/>
                <a:ext cx="133920" cy="208440"/>
              </p14:xfrm>
            </p:contentPart>
          </mc:Choice>
          <mc:Fallback>
            <p:pic>
              <p:nvPicPr>
                <p:cNvPr id="119" name="Ink 118">
                  <a:extLst>
                    <a:ext uri="{FF2B5EF4-FFF2-40B4-BE49-F238E27FC236}">
                      <a16:creationId xmlns:a16="http://schemas.microsoft.com/office/drawing/2014/main" id="{EAA240A8-371A-A267-43AA-F72B8B0D2237}"/>
                    </a:ext>
                  </a:extLst>
                </p:cNvPr>
                <p:cNvPicPr/>
                <p:nvPr/>
              </p:nvPicPr>
              <p:blipFill>
                <a:blip r:embed="rId161"/>
                <a:stretch>
                  <a:fillRect/>
                </a:stretch>
              </p:blipFill>
              <p:spPr>
                <a:xfrm>
                  <a:off x="5662582" y="2834456"/>
                  <a:ext cx="15156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20" name="Ink 119">
                  <a:extLst>
                    <a:ext uri="{FF2B5EF4-FFF2-40B4-BE49-F238E27FC236}">
                      <a16:creationId xmlns:a16="http://schemas.microsoft.com/office/drawing/2014/main" id="{1CF1FEA7-5C16-0C65-7BDB-9B518313D9C5}"/>
                    </a:ext>
                  </a:extLst>
                </p14:cNvPr>
                <p14:cNvContentPartPr/>
                <p14:nvPr/>
              </p14:nvContentPartPr>
              <p14:xfrm>
                <a:off x="5799022" y="2930216"/>
                <a:ext cx="176760" cy="79200"/>
              </p14:xfrm>
            </p:contentPart>
          </mc:Choice>
          <mc:Fallback>
            <p:pic>
              <p:nvPicPr>
                <p:cNvPr id="120" name="Ink 119">
                  <a:extLst>
                    <a:ext uri="{FF2B5EF4-FFF2-40B4-BE49-F238E27FC236}">
                      <a16:creationId xmlns:a16="http://schemas.microsoft.com/office/drawing/2014/main" id="{1CF1FEA7-5C16-0C65-7BDB-9B518313D9C5}"/>
                    </a:ext>
                  </a:extLst>
                </p:cNvPr>
                <p:cNvPicPr/>
                <p:nvPr/>
              </p:nvPicPr>
              <p:blipFill>
                <a:blip r:embed="rId163"/>
                <a:stretch>
                  <a:fillRect/>
                </a:stretch>
              </p:blipFill>
              <p:spPr>
                <a:xfrm>
                  <a:off x="5790022" y="2921576"/>
                  <a:ext cx="19440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21" name="Ink 120">
                  <a:extLst>
                    <a:ext uri="{FF2B5EF4-FFF2-40B4-BE49-F238E27FC236}">
                      <a16:creationId xmlns:a16="http://schemas.microsoft.com/office/drawing/2014/main" id="{EA9E887B-F78B-4DEF-43CC-6F84E1933439}"/>
                    </a:ext>
                  </a:extLst>
                </p14:cNvPr>
                <p14:cNvContentPartPr/>
                <p14:nvPr/>
              </p14:nvContentPartPr>
              <p14:xfrm>
                <a:off x="6022582" y="2907896"/>
                <a:ext cx="64800" cy="144720"/>
              </p14:xfrm>
            </p:contentPart>
          </mc:Choice>
          <mc:Fallback>
            <p:pic>
              <p:nvPicPr>
                <p:cNvPr id="121" name="Ink 120">
                  <a:extLst>
                    <a:ext uri="{FF2B5EF4-FFF2-40B4-BE49-F238E27FC236}">
                      <a16:creationId xmlns:a16="http://schemas.microsoft.com/office/drawing/2014/main" id="{EA9E887B-F78B-4DEF-43CC-6F84E1933439}"/>
                    </a:ext>
                  </a:extLst>
                </p:cNvPr>
                <p:cNvPicPr/>
                <p:nvPr/>
              </p:nvPicPr>
              <p:blipFill>
                <a:blip r:embed="rId165"/>
                <a:stretch>
                  <a:fillRect/>
                </a:stretch>
              </p:blipFill>
              <p:spPr>
                <a:xfrm>
                  <a:off x="6013582" y="2898896"/>
                  <a:ext cx="8244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22" name="Ink 121">
                  <a:extLst>
                    <a:ext uri="{FF2B5EF4-FFF2-40B4-BE49-F238E27FC236}">
                      <a16:creationId xmlns:a16="http://schemas.microsoft.com/office/drawing/2014/main" id="{E0FA1C96-6FC4-A5CF-C6AE-BE1647049FAD}"/>
                    </a:ext>
                  </a:extLst>
                </p14:cNvPr>
                <p14:cNvContentPartPr/>
                <p14:nvPr/>
              </p14:nvContentPartPr>
              <p14:xfrm>
                <a:off x="6076222" y="2731856"/>
                <a:ext cx="34920" cy="170280"/>
              </p14:xfrm>
            </p:contentPart>
          </mc:Choice>
          <mc:Fallback>
            <p:pic>
              <p:nvPicPr>
                <p:cNvPr id="122" name="Ink 121">
                  <a:extLst>
                    <a:ext uri="{FF2B5EF4-FFF2-40B4-BE49-F238E27FC236}">
                      <a16:creationId xmlns:a16="http://schemas.microsoft.com/office/drawing/2014/main" id="{E0FA1C96-6FC4-A5CF-C6AE-BE1647049FAD}"/>
                    </a:ext>
                  </a:extLst>
                </p:cNvPr>
                <p:cNvPicPr/>
                <p:nvPr/>
              </p:nvPicPr>
              <p:blipFill>
                <a:blip r:embed="rId167"/>
                <a:stretch>
                  <a:fillRect/>
                </a:stretch>
              </p:blipFill>
              <p:spPr>
                <a:xfrm>
                  <a:off x="6067582" y="2723216"/>
                  <a:ext cx="5256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23" name="Ink 122">
                  <a:extLst>
                    <a:ext uri="{FF2B5EF4-FFF2-40B4-BE49-F238E27FC236}">
                      <a16:creationId xmlns:a16="http://schemas.microsoft.com/office/drawing/2014/main" id="{05C769FA-6B67-5880-60DE-87094CA9A8F4}"/>
                    </a:ext>
                  </a:extLst>
                </p14:cNvPr>
                <p14:cNvContentPartPr/>
                <p14:nvPr/>
              </p14:nvContentPartPr>
              <p14:xfrm>
                <a:off x="6065782" y="2711696"/>
                <a:ext cx="227880" cy="190440"/>
              </p14:xfrm>
            </p:contentPart>
          </mc:Choice>
          <mc:Fallback>
            <p:pic>
              <p:nvPicPr>
                <p:cNvPr id="123" name="Ink 122">
                  <a:extLst>
                    <a:ext uri="{FF2B5EF4-FFF2-40B4-BE49-F238E27FC236}">
                      <a16:creationId xmlns:a16="http://schemas.microsoft.com/office/drawing/2014/main" id="{05C769FA-6B67-5880-60DE-87094CA9A8F4}"/>
                    </a:ext>
                  </a:extLst>
                </p:cNvPr>
                <p:cNvPicPr/>
                <p:nvPr/>
              </p:nvPicPr>
              <p:blipFill>
                <a:blip r:embed="rId169"/>
                <a:stretch>
                  <a:fillRect/>
                </a:stretch>
              </p:blipFill>
              <p:spPr>
                <a:xfrm>
                  <a:off x="6056782" y="2703056"/>
                  <a:ext cx="245520" cy="208080"/>
                </a:xfrm>
                <a:prstGeom prst="rect">
                  <a:avLst/>
                </a:prstGeom>
              </p:spPr>
            </p:pic>
          </mc:Fallback>
        </mc:AlternateContent>
      </p:grpSp>
      <p:grpSp>
        <p:nvGrpSpPr>
          <p:cNvPr id="142" name="Group 141">
            <a:extLst>
              <a:ext uri="{FF2B5EF4-FFF2-40B4-BE49-F238E27FC236}">
                <a16:creationId xmlns:a16="http://schemas.microsoft.com/office/drawing/2014/main" id="{82EE70D6-5C47-0412-0144-AFF1386EE621}"/>
              </a:ext>
            </a:extLst>
          </p:cNvPr>
          <p:cNvGrpSpPr/>
          <p:nvPr/>
        </p:nvGrpSpPr>
        <p:grpSpPr>
          <a:xfrm>
            <a:off x="3936742" y="3508376"/>
            <a:ext cx="594000" cy="266760"/>
            <a:chOff x="3936742" y="3508376"/>
            <a:chExt cx="594000" cy="266760"/>
          </a:xfrm>
        </p:grpSpPr>
        <mc:AlternateContent xmlns:mc="http://schemas.openxmlformats.org/markup-compatibility/2006">
          <mc:Choice xmlns:p14="http://schemas.microsoft.com/office/powerpoint/2010/main" Requires="p14">
            <p:contentPart p14:bwMode="auto" r:id="rId170">
              <p14:nvContentPartPr>
                <p14:cNvPr id="125" name="Ink 124">
                  <a:extLst>
                    <a:ext uri="{FF2B5EF4-FFF2-40B4-BE49-F238E27FC236}">
                      <a16:creationId xmlns:a16="http://schemas.microsoft.com/office/drawing/2014/main" id="{E81C3766-C6CE-C73F-575D-FEDDF50D6828}"/>
                    </a:ext>
                  </a:extLst>
                </p14:cNvPr>
                <p14:cNvContentPartPr/>
                <p14:nvPr/>
              </p14:nvContentPartPr>
              <p14:xfrm>
                <a:off x="3936742" y="3508376"/>
                <a:ext cx="372960" cy="5760"/>
              </p14:xfrm>
            </p:contentPart>
          </mc:Choice>
          <mc:Fallback>
            <p:pic>
              <p:nvPicPr>
                <p:cNvPr id="125" name="Ink 124">
                  <a:extLst>
                    <a:ext uri="{FF2B5EF4-FFF2-40B4-BE49-F238E27FC236}">
                      <a16:creationId xmlns:a16="http://schemas.microsoft.com/office/drawing/2014/main" id="{E81C3766-C6CE-C73F-575D-FEDDF50D6828}"/>
                    </a:ext>
                  </a:extLst>
                </p:cNvPr>
                <p:cNvPicPr/>
                <p:nvPr/>
              </p:nvPicPr>
              <p:blipFill>
                <a:blip r:embed="rId171"/>
                <a:stretch>
                  <a:fillRect/>
                </a:stretch>
              </p:blipFill>
              <p:spPr>
                <a:xfrm>
                  <a:off x="3927742" y="3499736"/>
                  <a:ext cx="39060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26" name="Ink 125">
                  <a:extLst>
                    <a:ext uri="{FF2B5EF4-FFF2-40B4-BE49-F238E27FC236}">
                      <a16:creationId xmlns:a16="http://schemas.microsoft.com/office/drawing/2014/main" id="{243F595E-B5EA-9D58-757B-40263615335D}"/>
                    </a:ext>
                  </a:extLst>
                </p14:cNvPr>
                <p14:cNvContentPartPr/>
                <p14:nvPr/>
              </p14:nvContentPartPr>
              <p14:xfrm>
                <a:off x="4306102" y="3519176"/>
                <a:ext cx="144000" cy="5760"/>
              </p14:xfrm>
            </p:contentPart>
          </mc:Choice>
          <mc:Fallback>
            <p:pic>
              <p:nvPicPr>
                <p:cNvPr id="126" name="Ink 125">
                  <a:extLst>
                    <a:ext uri="{FF2B5EF4-FFF2-40B4-BE49-F238E27FC236}">
                      <a16:creationId xmlns:a16="http://schemas.microsoft.com/office/drawing/2014/main" id="{243F595E-B5EA-9D58-757B-40263615335D}"/>
                    </a:ext>
                  </a:extLst>
                </p:cNvPr>
                <p:cNvPicPr/>
                <p:nvPr/>
              </p:nvPicPr>
              <p:blipFill>
                <a:blip r:embed="rId173"/>
                <a:stretch>
                  <a:fillRect/>
                </a:stretch>
              </p:blipFill>
              <p:spPr>
                <a:xfrm>
                  <a:off x="4297102" y="3510536"/>
                  <a:ext cx="16164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27" name="Ink 126">
                  <a:extLst>
                    <a:ext uri="{FF2B5EF4-FFF2-40B4-BE49-F238E27FC236}">
                      <a16:creationId xmlns:a16="http://schemas.microsoft.com/office/drawing/2014/main" id="{181DA738-0AE4-A9BA-504C-4520A09FD71C}"/>
                    </a:ext>
                  </a:extLst>
                </p14:cNvPr>
                <p14:cNvContentPartPr/>
                <p14:nvPr/>
              </p14:nvContentPartPr>
              <p14:xfrm>
                <a:off x="4454782" y="3508736"/>
                <a:ext cx="75960" cy="243000"/>
              </p14:xfrm>
            </p:contentPart>
          </mc:Choice>
          <mc:Fallback>
            <p:pic>
              <p:nvPicPr>
                <p:cNvPr id="127" name="Ink 126">
                  <a:extLst>
                    <a:ext uri="{FF2B5EF4-FFF2-40B4-BE49-F238E27FC236}">
                      <a16:creationId xmlns:a16="http://schemas.microsoft.com/office/drawing/2014/main" id="{181DA738-0AE4-A9BA-504C-4520A09FD71C}"/>
                    </a:ext>
                  </a:extLst>
                </p:cNvPr>
                <p:cNvPicPr/>
                <p:nvPr/>
              </p:nvPicPr>
              <p:blipFill>
                <a:blip r:embed="rId175"/>
                <a:stretch>
                  <a:fillRect/>
                </a:stretch>
              </p:blipFill>
              <p:spPr>
                <a:xfrm>
                  <a:off x="4446142" y="3499736"/>
                  <a:ext cx="9360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28" name="Ink 127">
                  <a:extLst>
                    <a:ext uri="{FF2B5EF4-FFF2-40B4-BE49-F238E27FC236}">
                      <a16:creationId xmlns:a16="http://schemas.microsoft.com/office/drawing/2014/main" id="{4079D103-745A-7A39-74C7-9D97B48DCD63}"/>
                    </a:ext>
                  </a:extLst>
                </p14:cNvPr>
                <p14:cNvContentPartPr/>
                <p14:nvPr/>
              </p14:nvContentPartPr>
              <p14:xfrm>
                <a:off x="3941062" y="3763616"/>
                <a:ext cx="529920" cy="11520"/>
              </p14:xfrm>
            </p:contentPart>
          </mc:Choice>
          <mc:Fallback>
            <p:pic>
              <p:nvPicPr>
                <p:cNvPr id="128" name="Ink 127">
                  <a:extLst>
                    <a:ext uri="{FF2B5EF4-FFF2-40B4-BE49-F238E27FC236}">
                      <a16:creationId xmlns:a16="http://schemas.microsoft.com/office/drawing/2014/main" id="{4079D103-745A-7A39-74C7-9D97B48DCD63}"/>
                    </a:ext>
                  </a:extLst>
                </p:cNvPr>
                <p:cNvPicPr/>
                <p:nvPr/>
              </p:nvPicPr>
              <p:blipFill>
                <a:blip r:embed="rId177"/>
                <a:stretch>
                  <a:fillRect/>
                </a:stretch>
              </p:blipFill>
              <p:spPr>
                <a:xfrm>
                  <a:off x="3932422" y="3754976"/>
                  <a:ext cx="54756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30" name="Ink 129">
                  <a:extLst>
                    <a:ext uri="{FF2B5EF4-FFF2-40B4-BE49-F238E27FC236}">
                      <a16:creationId xmlns:a16="http://schemas.microsoft.com/office/drawing/2014/main" id="{7FE61221-1605-04B5-24E9-8F9457930077}"/>
                    </a:ext>
                  </a:extLst>
                </p14:cNvPr>
                <p14:cNvContentPartPr/>
                <p14:nvPr/>
              </p14:nvContentPartPr>
              <p14:xfrm>
                <a:off x="3956542" y="3576776"/>
                <a:ext cx="84960" cy="81720"/>
              </p14:xfrm>
            </p:contentPart>
          </mc:Choice>
          <mc:Fallback>
            <p:pic>
              <p:nvPicPr>
                <p:cNvPr id="130" name="Ink 129">
                  <a:extLst>
                    <a:ext uri="{FF2B5EF4-FFF2-40B4-BE49-F238E27FC236}">
                      <a16:creationId xmlns:a16="http://schemas.microsoft.com/office/drawing/2014/main" id="{7FE61221-1605-04B5-24E9-8F9457930077}"/>
                    </a:ext>
                  </a:extLst>
                </p:cNvPr>
                <p:cNvPicPr/>
                <p:nvPr/>
              </p:nvPicPr>
              <p:blipFill>
                <a:blip r:embed="rId179"/>
                <a:stretch>
                  <a:fillRect/>
                </a:stretch>
              </p:blipFill>
              <p:spPr>
                <a:xfrm>
                  <a:off x="3947542" y="3568136"/>
                  <a:ext cx="10260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31" name="Ink 130">
                  <a:extLst>
                    <a:ext uri="{FF2B5EF4-FFF2-40B4-BE49-F238E27FC236}">
                      <a16:creationId xmlns:a16="http://schemas.microsoft.com/office/drawing/2014/main" id="{F3FF0122-5BF8-1E3C-6CA5-4F6BC5DEDF96}"/>
                    </a:ext>
                  </a:extLst>
                </p14:cNvPr>
                <p14:cNvContentPartPr/>
                <p14:nvPr/>
              </p14:nvContentPartPr>
              <p14:xfrm>
                <a:off x="4109182" y="3610256"/>
                <a:ext cx="57960" cy="98640"/>
              </p14:xfrm>
            </p:contentPart>
          </mc:Choice>
          <mc:Fallback>
            <p:pic>
              <p:nvPicPr>
                <p:cNvPr id="131" name="Ink 130">
                  <a:extLst>
                    <a:ext uri="{FF2B5EF4-FFF2-40B4-BE49-F238E27FC236}">
                      <a16:creationId xmlns:a16="http://schemas.microsoft.com/office/drawing/2014/main" id="{F3FF0122-5BF8-1E3C-6CA5-4F6BC5DEDF96}"/>
                    </a:ext>
                  </a:extLst>
                </p:cNvPr>
                <p:cNvPicPr/>
                <p:nvPr/>
              </p:nvPicPr>
              <p:blipFill>
                <a:blip r:embed="rId181"/>
                <a:stretch>
                  <a:fillRect/>
                </a:stretch>
              </p:blipFill>
              <p:spPr>
                <a:xfrm>
                  <a:off x="4100542" y="3601256"/>
                  <a:ext cx="7560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32" name="Ink 131">
                  <a:extLst>
                    <a:ext uri="{FF2B5EF4-FFF2-40B4-BE49-F238E27FC236}">
                      <a16:creationId xmlns:a16="http://schemas.microsoft.com/office/drawing/2014/main" id="{C2526478-353D-0446-C5DF-2DE364DE7579}"/>
                    </a:ext>
                  </a:extLst>
                </p14:cNvPr>
                <p14:cNvContentPartPr/>
                <p14:nvPr/>
              </p14:nvContentPartPr>
              <p14:xfrm>
                <a:off x="4189822" y="3613496"/>
                <a:ext cx="84240" cy="44640"/>
              </p14:xfrm>
            </p:contentPart>
          </mc:Choice>
          <mc:Fallback>
            <p:pic>
              <p:nvPicPr>
                <p:cNvPr id="132" name="Ink 131">
                  <a:extLst>
                    <a:ext uri="{FF2B5EF4-FFF2-40B4-BE49-F238E27FC236}">
                      <a16:creationId xmlns:a16="http://schemas.microsoft.com/office/drawing/2014/main" id="{C2526478-353D-0446-C5DF-2DE364DE7579}"/>
                    </a:ext>
                  </a:extLst>
                </p:cNvPr>
                <p:cNvPicPr/>
                <p:nvPr/>
              </p:nvPicPr>
              <p:blipFill>
                <a:blip r:embed="rId183"/>
                <a:stretch>
                  <a:fillRect/>
                </a:stretch>
              </p:blipFill>
              <p:spPr>
                <a:xfrm>
                  <a:off x="4180822" y="3604496"/>
                  <a:ext cx="10188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33" name="Ink 132">
                  <a:extLst>
                    <a:ext uri="{FF2B5EF4-FFF2-40B4-BE49-F238E27FC236}">
                      <a16:creationId xmlns:a16="http://schemas.microsoft.com/office/drawing/2014/main" id="{CF76C753-49D3-FBBA-4A81-ACCA8E987A3D}"/>
                    </a:ext>
                  </a:extLst>
                </p14:cNvPr>
                <p14:cNvContentPartPr/>
                <p14:nvPr/>
              </p14:nvContentPartPr>
              <p14:xfrm>
                <a:off x="4322302" y="3563096"/>
                <a:ext cx="69120" cy="104400"/>
              </p14:xfrm>
            </p:contentPart>
          </mc:Choice>
          <mc:Fallback>
            <p:pic>
              <p:nvPicPr>
                <p:cNvPr id="133" name="Ink 132">
                  <a:extLst>
                    <a:ext uri="{FF2B5EF4-FFF2-40B4-BE49-F238E27FC236}">
                      <a16:creationId xmlns:a16="http://schemas.microsoft.com/office/drawing/2014/main" id="{CF76C753-49D3-FBBA-4A81-ACCA8E987A3D}"/>
                    </a:ext>
                  </a:extLst>
                </p:cNvPr>
                <p:cNvPicPr/>
                <p:nvPr/>
              </p:nvPicPr>
              <p:blipFill>
                <a:blip r:embed="rId185"/>
                <a:stretch>
                  <a:fillRect/>
                </a:stretch>
              </p:blipFill>
              <p:spPr>
                <a:xfrm>
                  <a:off x="4313302" y="3554456"/>
                  <a:ext cx="86760" cy="122040"/>
                </a:xfrm>
                <a:prstGeom prst="rect">
                  <a:avLst/>
                </a:prstGeom>
              </p:spPr>
            </p:pic>
          </mc:Fallback>
        </mc:AlternateContent>
      </p:grpSp>
      <p:grpSp>
        <p:nvGrpSpPr>
          <p:cNvPr id="141" name="Group 140">
            <a:extLst>
              <a:ext uri="{FF2B5EF4-FFF2-40B4-BE49-F238E27FC236}">
                <a16:creationId xmlns:a16="http://schemas.microsoft.com/office/drawing/2014/main" id="{DE460E02-B524-4451-31B5-35BAD8BB8B65}"/>
              </a:ext>
            </a:extLst>
          </p:cNvPr>
          <p:cNvGrpSpPr/>
          <p:nvPr/>
        </p:nvGrpSpPr>
        <p:grpSpPr>
          <a:xfrm>
            <a:off x="4928182" y="3864416"/>
            <a:ext cx="686160" cy="272160"/>
            <a:chOff x="4928182" y="3864416"/>
            <a:chExt cx="686160" cy="272160"/>
          </a:xfrm>
        </p:grpSpPr>
        <mc:AlternateContent xmlns:mc="http://schemas.openxmlformats.org/markup-compatibility/2006">
          <mc:Choice xmlns:p14="http://schemas.microsoft.com/office/powerpoint/2010/main" Requires="p14">
            <p:contentPart p14:bwMode="auto" r:id="rId186">
              <p14:nvContentPartPr>
                <p14:cNvPr id="134" name="Ink 133">
                  <a:extLst>
                    <a:ext uri="{FF2B5EF4-FFF2-40B4-BE49-F238E27FC236}">
                      <a16:creationId xmlns:a16="http://schemas.microsoft.com/office/drawing/2014/main" id="{520AB950-8E36-FB5C-B15F-C1688B870CD8}"/>
                    </a:ext>
                  </a:extLst>
                </p14:cNvPr>
                <p14:cNvContentPartPr/>
                <p14:nvPr/>
              </p14:nvContentPartPr>
              <p14:xfrm>
                <a:off x="4928182" y="3864416"/>
                <a:ext cx="570960" cy="38520"/>
              </p14:xfrm>
            </p:contentPart>
          </mc:Choice>
          <mc:Fallback>
            <p:pic>
              <p:nvPicPr>
                <p:cNvPr id="134" name="Ink 133">
                  <a:extLst>
                    <a:ext uri="{FF2B5EF4-FFF2-40B4-BE49-F238E27FC236}">
                      <a16:creationId xmlns:a16="http://schemas.microsoft.com/office/drawing/2014/main" id="{520AB950-8E36-FB5C-B15F-C1688B870CD8}"/>
                    </a:ext>
                  </a:extLst>
                </p:cNvPr>
                <p:cNvPicPr/>
                <p:nvPr/>
              </p:nvPicPr>
              <p:blipFill>
                <a:blip r:embed="rId187"/>
                <a:stretch>
                  <a:fillRect/>
                </a:stretch>
              </p:blipFill>
              <p:spPr>
                <a:xfrm>
                  <a:off x="4919182" y="3855416"/>
                  <a:ext cx="58860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35" name="Ink 134">
                  <a:extLst>
                    <a:ext uri="{FF2B5EF4-FFF2-40B4-BE49-F238E27FC236}">
                      <a16:creationId xmlns:a16="http://schemas.microsoft.com/office/drawing/2014/main" id="{DDC96D7C-24CC-B5CE-BD66-EE7B44BD5C72}"/>
                    </a:ext>
                  </a:extLst>
                </p14:cNvPr>
                <p14:cNvContentPartPr/>
                <p14:nvPr/>
              </p14:nvContentPartPr>
              <p14:xfrm>
                <a:off x="5597782" y="3882416"/>
                <a:ext cx="16560" cy="173520"/>
              </p14:xfrm>
            </p:contentPart>
          </mc:Choice>
          <mc:Fallback>
            <p:pic>
              <p:nvPicPr>
                <p:cNvPr id="135" name="Ink 134">
                  <a:extLst>
                    <a:ext uri="{FF2B5EF4-FFF2-40B4-BE49-F238E27FC236}">
                      <a16:creationId xmlns:a16="http://schemas.microsoft.com/office/drawing/2014/main" id="{DDC96D7C-24CC-B5CE-BD66-EE7B44BD5C72}"/>
                    </a:ext>
                  </a:extLst>
                </p:cNvPr>
                <p:cNvPicPr/>
                <p:nvPr/>
              </p:nvPicPr>
              <p:blipFill>
                <a:blip r:embed="rId189"/>
                <a:stretch>
                  <a:fillRect/>
                </a:stretch>
              </p:blipFill>
              <p:spPr>
                <a:xfrm>
                  <a:off x="5589142" y="3873416"/>
                  <a:ext cx="3420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36" name="Ink 135">
                  <a:extLst>
                    <a:ext uri="{FF2B5EF4-FFF2-40B4-BE49-F238E27FC236}">
                      <a16:creationId xmlns:a16="http://schemas.microsoft.com/office/drawing/2014/main" id="{FFD69818-CF6B-3CFF-6837-DD626B352D23}"/>
                    </a:ext>
                  </a:extLst>
                </p14:cNvPr>
                <p14:cNvContentPartPr/>
                <p14:nvPr/>
              </p14:nvContentPartPr>
              <p14:xfrm>
                <a:off x="5068222" y="4125416"/>
                <a:ext cx="524520" cy="11160"/>
              </p14:xfrm>
            </p:contentPart>
          </mc:Choice>
          <mc:Fallback>
            <p:pic>
              <p:nvPicPr>
                <p:cNvPr id="136" name="Ink 135">
                  <a:extLst>
                    <a:ext uri="{FF2B5EF4-FFF2-40B4-BE49-F238E27FC236}">
                      <a16:creationId xmlns:a16="http://schemas.microsoft.com/office/drawing/2014/main" id="{FFD69818-CF6B-3CFF-6837-DD626B352D23}"/>
                    </a:ext>
                  </a:extLst>
                </p:cNvPr>
                <p:cNvPicPr/>
                <p:nvPr/>
              </p:nvPicPr>
              <p:blipFill>
                <a:blip r:embed="rId191"/>
                <a:stretch>
                  <a:fillRect/>
                </a:stretch>
              </p:blipFill>
              <p:spPr>
                <a:xfrm>
                  <a:off x="5059582" y="4116416"/>
                  <a:ext cx="54216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37" name="Ink 136">
                  <a:extLst>
                    <a:ext uri="{FF2B5EF4-FFF2-40B4-BE49-F238E27FC236}">
                      <a16:creationId xmlns:a16="http://schemas.microsoft.com/office/drawing/2014/main" id="{0F4750F0-83C9-363C-2D9A-9188BA53AE06}"/>
                    </a:ext>
                  </a:extLst>
                </p14:cNvPr>
                <p14:cNvContentPartPr/>
                <p14:nvPr/>
              </p14:nvContentPartPr>
              <p14:xfrm>
                <a:off x="5022862" y="3991856"/>
                <a:ext cx="122040" cy="66600"/>
              </p14:xfrm>
            </p:contentPart>
          </mc:Choice>
          <mc:Fallback>
            <p:pic>
              <p:nvPicPr>
                <p:cNvPr id="137" name="Ink 136">
                  <a:extLst>
                    <a:ext uri="{FF2B5EF4-FFF2-40B4-BE49-F238E27FC236}">
                      <a16:creationId xmlns:a16="http://schemas.microsoft.com/office/drawing/2014/main" id="{0F4750F0-83C9-363C-2D9A-9188BA53AE06}"/>
                    </a:ext>
                  </a:extLst>
                </p:cNvPr>
                <p:cNvPicPr/>
                <p:nvPr/>
              </p:nvPicPr>
              <p:blipFill>
                <a:blip r:embed="rId193"/>
                <a:stretch>
                  <a:fillRect/>
                </a:stretch>
              </p:blipFill>
              <p:spPr>
                <a:xfrm>
                  <a:off x="5014222" y="3982856"/>
                  <a:ext cx="1396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38" name="Ink 137">
                  <a:extLst>
                    <a:ext uri="{FF2B5EF4-FFF2-40B4-BE49-F238E27FC236}">
                      <a16:creationId xmlns:a16="http://schemas.microsoft.com/office/drawing/2014/main" id="{C9A208A2-A3B5-52CA-74F4-2D4D171A514B}"/>
                    </a:ext>
                  </a:extLst>
                </p14:cNvPr>
                <p14:cNvContentPartPr/>
                <p14:nvPr/>
              </p14:nvContentPartPr>
              <p14:xfrm>
                <a:off x="5207182" y="4007696"/>
                <a:ext cx="61920" cy="99000"/>
              </p14:xfrm>
            </p:contentPart>
          </mc:Choice>
          <mc:Fallback>
            <p:pic>
              <p:nvPicPr>
                <p:cNvPr id="138" name="Ink 137">
                  <a:extLst>
                    <a:ext uri="{FF2B5EF4-FFF2-40B4-BE49-F238E27FC236}">
                      <a16:creationId xmlns:a16="http://schemas.microsoft.com/office/drawing/2014/main" id="{C9A208A2-A3B5-52CA-74F4-2D4D171A514B}"/>
                    </a:ext>
                  </a:extLst>
                </p:cNvPr>
                <p:cNvPicPr/>
                <p:nvPr/>
              </p:nvPicPr>
              <p:blipFill>
                <a:blip r:embed="rId195"/>
                <a:stretch>
                  <a:fillRect/>
                </a:stretch>
              </p:blipFill>
              <p:spPr>
                <a:xfrm>
                  <a:off x="5198182" y="3999056"/>
                  <a:ext cx="7956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39" name="Ink 138">
                  <a:extLst>
                    <a:ext uri="{FF2B5EF4-FFF2-40B4-BE49-F238E27FC236}">
                      <a16:creationId xmlns:a16="http://schemas.microsoft.com/office/drawing/2014/main" id="{B670910B-117A-46EF-3FB8-BAF4762D1CF2}"/>
                    </a:ext>
                  </a:extLst>
                </p14:cNvPr>
                <p14:cNvContentPartPr/>
                <p14:nvPr/>
              </p14:nvContentPartPr>
              <p14:xfrm>
                <a:off x="5313022" y="4009496"/>
                <a:ext cx="94680" cy="52560"/>
              </p14:xfrm>
            </p:contentPart>
          </mc:Choice>
          <mc:Fallback>
            <p:pic>
              <p:nvPicPr>
                <p:cNvPr id="139" name="Ink 138">
                  <a:extLst>
                    <a:ext uri="{FF2B5EF4-FFF2-40B4-BE49-F238E27FC236}">
                      <a16:creationId xmlns:a16="http://schemas.microsoft.com/office/drawing/2014/main" id="{B670910B-117A-46EF-3FB8-BAF4762D1CF2}"/>
                    </a:ext>
                  </a:extLst>
                </p:cNvPr>
                <p:cNvPicPr/>
                <p:nvPr/>
              </p:nvPicPr>
              <p:blipFill>
                <a:blip r:embed="rId197"/>
                <a:stretch>
                  <a:fillRect/>
                </a:stretch>
              </p:blipFill>
              <p:spPr>
                <a:xfrm>
                  <a:off x="5304382" y="4000496"/>
                  <a:ext cx="11232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40" name="Ink 139">
                  <a:extLst>
                    <a:ext uri="{FF2B5EF4-FFF2-40B4-BE49-F238E27FC236}">
                      <a16:creationId xmlns:a16="http://schemas.microsoft.com/office/drawing/2014/main" id="{8F72052D-7626-B4DF-6F37-0BFFA0549133}"/>
                    </a:ext>
                  </a:extLst>
                </p14:cNvPr>
                <p14:cNvContentPartPr/>
                <p14:nvPr/>
              </p14:nvContentPartPr>
              <p14:xfrm>
                <a:off x="5438302" y="3921296"/>
                <a:ext cx="79920" cy="119520"/>
              </p14:xfrm>
            </p:contentPart>
          </mc:Choice>
          <mc:Fallback>
            <p:pic>
              <p:nvPicPr>
                <p:cNvPr id="140" name="Ink 139">
                  <a:extLst>
                    <a:ext uri="{FF2B5EF4-FFF2-40B4-BE49-F238E27FC236}">
                      <a16:creationId xmlns:a16="http://schemas.microsoft.com/office/drawing/2014/main" id="{8F72052D-7626-B4DF-6F37-0BFFA0549133}"/>
                    </a:ext>
                  </a:extLst>
                </p:cNvPr>
                <p:cNvPicPr/>
                <p:nvPr/>
              </p:nvPicPr>
              <p:blipFill>
                <a:blip r:embed="rId199"/>
                <a:stretch>
                  <a:fillRect/>
                </a:stretch>
              </p:blipFill>
              <p:spPr>
                <a:xfrm>
                  <a:off x="5429302" y="3912296"/>
                  <a:ext cx="97560" cy="137160"/>
                </a:xfrm>
                <a:prstGeom prst="rect">
                  <a:avLst/>
                </a:prstGeom>
              </p:spPr>
            </p:pic>
          </mc:Fallback>
        </mc:AlternateContent>
      </p:grpSp>
      <p:grpSp>
        <p:nvGrpSpPr>
          <p:cNvPr id="149" name="Group 148">
            <a:extLst>
              <a:ext uri="{FF2B5EF4-FFF2-40B4-BE49-F238E27FC236}">
                <a16:creationId xmlns:a16="http://schemas.microsoft.com/office/drawing/2014/main" id="{D8782827-F750-16C2-F0FD-41A65B43EA7A}"/>
              </a:ext>
            </a:extLst>
          </p:cNvPr>
          <p:cNvGrpSpPr/>
          <p:nvPr/>
        </p:nvGrpSpPr>
        <p:grpSpPr>
          <a:xfrm>
            <a:off x="5940862" y="4247456"/>
            <a:ext cx="763560" cy="281520"/>
            <a:chOff x="5940862" y="4247456"/>
            <a:chExt cx="763560" cy="281520"/>
          </a:xfrm>
        </p:grpSpPr>
        <mc:AlternateContent xmlns:mc="http://schemas.openxmlformats.org/markup-compatibility/2006">
          <mc:Choice xmlns:p14="http://schemas.microsoft.com/office/powerpoint/2010/main" Requires="p14">
            <p:contentPart p14:bwMode="auto" r:id="rId200">
              <p14:nvContentPartPr>
                <p14:cNvPr id="143" name="Ink 142">
                  <a:extLst>
                    <a:ext uri="{FF2B5EF4-FFF2-40B4-BE49-F238E27FC236}">
                      <a16:creationId xmlns:a16="http://schemas.microsoft.com/office/drawing/2014/main" id="{85B7E098-3F8B-D1D4-9153-819FCFF587C5}"/>
                    </a:ext>
                  </a:extLst>
                </p14:cNvPr>
                <p14:cNvContentPartPr/>
                <p14:nvPr/>
              </p14:nvContentPartPr>
              <p14:xfrm>
                <a:off x="5940862" y="4247456"/>
                <a:ext cx="653040" cy="37440"/>
              </p14:xfrm>
            </p:contentPart>
          </mc:Choice>
          <mc:Fallback>
            <p:pic>
              <p:nvPicPr>
                <p:cNvPr id="143" name="Ink 142">
                  <a:extLst>
                    <a:ext uri="{FF2B5EF4-FFF2-40B4-BE49-F238E27FC236}">
                      <a16:creationId xmlns:a16="http://schemas.microsoft.com/office/drawing/2014/main" id="{85B7E098-3F8B-D1D4-9153-819FCFF587C5}"/>
                    </a:ext>
                  </a:extLst>
                </p:cNvPr>
                <p:cNvPicPr/>
                <p:nvPr/>
              </p:nvPicPr>
              <p:blipFill>
                <a:blip r:embed="rId201"/>
                <a:stretch>
                  <a:fillRect/>
                </a:stretch>
              </p:blipFill>
              <p:spPr>
                <a:xfrm>
                  <a:off x="5931862" y="4238816"/>
                  <a:ext cx="67068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44" name="Ink 143">
                  <a:extLst>
                    <a:ext uri="{FF2B5EF4-FFF2-40B4-BE49-F238E27FC236}">
                      <a16:creationId xmlns:a16="http://schemas.microsoft.com/office/drawing/2014/main" id="{C6903807-48F3-6FB6-D67D-A66187BCE454}"/>
                    </a:ext>
                  </a:extLst>
                </p14:cNvPr>
                <p14:cNvContentPartPr/>
                <p14:nvPr/>
              </p14:nvContentPartPr>
              <p14:xfrm>
                <a:off x="6108982" y="4252856"/>
                <a:ext cx="595440" cy="276120"/>
              </p14:xfrm>
            </p:contentPart>
          </mc:Choice>
          <mc:Fallback>
            <p:pic>
              <p:nvPicPr>
                <p:cNvPr id="144" name="Ink 143">
                  <a:extLst>
                    <a:ext uri="{FF2B5EF4-FFF2-40B4-BE49-F238E27FC236}">
                      <a16:creationId xmlns:a16="http://schemas.microsoft.com/office/drawing/2014/main" id="{C6903807-48F3-6FB6-D67D-A66187BCE454}"/>
                    </a:ext>
                  </a:extLst>
                </p:cNvPr>
                <p:cNvPicPr/>
                <p:nvPr/>
              </p:nvPicPr>
              <p:blipFill>
                <a:blip r:embed="rId203"/>
                <a:stretch>
                  <a:fillRect/>
                </a:stretch>
              </p:blipFill>
              <p:spPr>
                <a:xfrm>
                  <a:off x="6100342" y="4243856"/>
                  <a:ext cx="61308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45" name="Ink 144">
                  <a:extLst>
                    <a:ext uri="{FF2B5EF4-FFF2-40B4-BE49-F238E27FC236}">
                      <a16:creationId xmlns:a16="http://schemas.microsoft.com/office/drawing/2014/main" id="{5DF7F6FF-0884-DD0B-1AC0-B2E8721F0910}"/>
                    </a:ext>
                  </a:extLst>
                </p14:cNvPr>
                <p14:cNvContentPartPr/>
                <p14:nvPr/>
              </p14:nvContentPartPr>
              <p14:xfrm>
                <a:off x="6108982" y="4353296"/>
                <a:ext cx="85320" cy="59040"/>
              </p14:xfrm>
            </p:contentPart>
          </mc:Choice>
          <mc:Fallback>
            <p:pic>
              <p:nvPicPr>
                <p:cNvPr id="145" name="Ink 144">
                  <a:extLst>
                    <a:ext uri="{FF2B5EF4-FFF2-40B4-BE49-F238E27FC236}">
                      <a16:creationId xmlns:a16="http://schemas.microsoft.com/office/drawing/2014/main" id="{5DF7F6FF-0884-DD0B-1AC0-B2E8721F0910}"/>
                    </a:ext>
                  </a:extLst>
                </p:cNvPr>
                <p:cNvPicPr/>
                <p:nvPr/>
              </p:nvPicPr>
              <p:blipFill>
                <a:blip r:embed="rId205"/>
                <a:stretch>
                  <a:fillRect/>
                </a:stretch>
              </p:blipFill>
              <p:spPr>
                <a:xfrm>
                  <a:off x="6099982" y="4344296"/>
                  <a:ext cx="10296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46" name="Ink 145">
                  <a:extLst>
                    <a:ext uri="{FF2B5EF4-FFF2-40B4-BE49-F238E27FC236}">
                      <a16:creationId xmlns:a16="http://schemas.microsoft.com/office/drawing/2014/main" id="{9A1CEBAA-D398-D8FA-27A2-8BABAB93AB1C}"/>
                    </a:ext>
                  </a:extLst>
                </p14:cNvPr>
                <p14:cNvContentPartPr/>
                <p14:nvPr/>
              </p14:nvContentPartPr>
              <p14:xfrm>
                <a:off x="6288622" y="4373456"/>
                <a:ext cx="55800" cy="105120"/>
              </p14:xfrm>
            </p:contentPart>
          </mc:Choice>
          <mc:Fallback>
            <p:pic>
              <p:nvPicPr>
                <p:cNvPr id="146" name="Ink 145">
                  <a:extLst>
                    <a:ext uri="{FF2B5EF4-FFF2-40B4-BE49-F238E27FC236}">
                      <a16:creationId xmlns:a16="http://schemas.microsoft.com/office/drawing/2014/main" id="{9A1CEBAA-D398-D8FA-27A2-8BABAB93AB1C}"/>
                    </a:ext>
                  </a:extLst>
                </p:cNvPr>
                <p:cNvPicPr/>
                <p:nvPr/>
              </p:nvPicPr>
              <p:blipFill>
                <a:blip r:embed="rId207"/>
                <a:stretch>
                  <a:fillRect/>
                </a:stretch>
              </p:blipFill>
              <p:spPr>
                <a:xfrm>
                  <a:off x="6279982" y="4364816"/>
                  <a:ext cx="7344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47" name="Ink 146">
                  <a:extLst>
                    <a:ext uri="{FF2B5EF4-FFF2-40B4-BE49-F238E27FC236}">
                      <a16:creationId xmlns:a16="http://schemas.microsoft.com/office/drawing/2014/main" id="{97783A58-8C6B-ACB1-7CD0-2575402506C2}"/>
                    </a:ext>
                  </a:extLst>
                </p14:cNvPr>
                <p14:cNvContentPartPr/>
                <p14:nvPr/>
              </p14:nvContentPartPr>
              <p14:xfrm>
                <a:off x="6387262" y="4392536"/>
                <a:ext cx="87480" cy="47520"/>
              </p14:xfrm>
            </p:contentPart>
          </mc:Choice>
          <mc:Fallback>
            <p:pic>
              <p:nvPicPr>
                <p:cNvPr id="147" name="Ink 146">
                  <a:extLst>
                    <a:ext uri="{FF2B5EF4-FFF2-40B4-BE49-F238E27FC236}">
                      <a16:creationId xmlns:a16="http://schemas.microsoft.com/office/drawing/2014/main" id="{97783A58-8C6B-ACB1-7CD0-2575402506C2}"/>
                    </a:ext>
                  </a:extLst>
                </p:cNvPr>
                <p:cNvPicPr/>
                <p:nvPr/>
              </p:nvPicPr>
              <p:blipFill>
                <a:blip r:embed="rId209"/>
                <a:stretch>
                  <a:fillRect/>
                </a:stretch>
              </p:blipFill>
              <p:spPr>
                <a:xfrm>
                  <a:off x="6378622" y="4383896"/>
                  <a:ext cx="10512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48" name="Ink 147">
                  <a:extLst>
                    <a:ext uri="{FF2B5EF4-FFF2-40B4-BE49-F238E27FC236}">
                      <a16:creationId xmlns:a16="http://schemas.microsoft.com/office/drawing/2014/main" id="{4FA47B0E-99A3-979E-3DFE-796ACA6F12ED}"/>
                    </a:ext>
                  </a:extLst>
                </p14:cNvPr>
                <p14:cNvContentPartPr/>
                <p14:nvPr/>
              </p14:nvContentPartPr>
              <p14:xfrm>
                <a:off x="6530182" y="4299656"/>
                <a:ext cx="80280" cy="124920"/>
              </p14:xfrm>
            </p:contentPart>
          </mc:Choice>
          <mc:Fallback>
            <p:pic>
              <p:nvPicPr>
                <p:cNvPr id="148" name="Ink 147">
                  <a:extLst>
                    <a:ext uri="{FF2B5EF4-FFF2-40B4-BE49-F238E27FC236}">
                      <a16:creationId xmlns:a16="http://schemas.microsoft.com/office/drawing/2014/main" id="{4FA47B0E-99A3-979E-3DFE-796ACA6F12ED}"/>
                    </a:ext>
                  </a:extLst>
                </p:cNvPr>
                <p:cNvPicPr/>
                <p:nvPr/>
              </p:nvPicPr>
              <p:blipFill>
                <a:blip r:embed="rId211"/>
                <a:stretch>
                  <a:fillRect/>
                </a:stretch>
              </p:blipFill>
              <p:spPr>
                <a:xfrm>
                  <a:off x="6521182" y="4291016"/>
                  <a:ext cx="97920" cy="142560"/>
                </a:xfrm>
                <a:prstGeom prst="rect">
                  <a:avLst/>
                </a:prstGeom>
              </p:spPr>
            </p:pic>
          </mc:Fallback>
        </mc:AlternateContent>
      </p:grpSp>
      <p:grpSp>
        <p:nvGrpSpPr>
          <p:cNvPr id="166" name="Group 165">
            <a:extLst>
              <a:ext uri="{FF2B5EF4-FFF2-40B4-BE49-F238E27FC236}">
                <a16:creationId xmlns:a16="http://schemas.microsoft.com/office/drawing/2014/main" id="{9D029A62-C8C0-A9D9-D140-F461B38A3676}"/>
              </a:ext>
            </a:extLst>
          </p:cNvPr>
          <p:cNvGrpSpPr/>
          <p:nvPr/>
        </p:nvGrpSpPr>
        <p:grpSpPr>
          <a:xfrm>
            <a:off x="2693662" y="2661296"/>
            <a:ext cx="1804320" cy="595440"/>
            <a:chOff x="2693662" y="2661296"/>
            <a:chExt cx="1804320" cy="595440"/>
          </a:xfrm>
        </p:grpSpPr>
        <mc:AlternateContent xmlns:mc="http://schemas.openxmlformats.org/markup-compatibility/2006">
          <mc:Choice xmlns:p14="http://schemas.microsoft.com/office/powerpoint/2010/main" Requires="p14">
            <p:contentPart p14:bwMode="auto" r:id="rId212">
              <p14:nvContentPartPr>
                <p14:cNvPr id="150" name="Ink 149">
                  <a:extLst>
                    <a:ext uri="{FF2B5EF4-FFF2-40B4-BE49-F238E27FC236}">
                      <a16:creationId xmlns:a16="http://schemas.microsoft.com/office/drawing/2014/main" id="{C13622ED-1779-0C26-54BA-26C6130BFD19}"/>
                    </a:ext>
                  </a:extLst>
                </p14:cNvPr>
                <p14:cNvContentPartPr/>
                <p14:nvPr/>
              </p14:nvContentPartPr>
              <p14:xfrm>
                <a:off x="4497262" y="2987456"/>
                <a:ext cx="360" cy="269280"/>
              </p14:xfrm>
            </p:contentPart>
          </mc:Choice>
          <mc:Fallback>
            <p:pic>
              <p:nvPicPr>
                <p:cNvPr id="150" name="Ink 149">
                  <a:extLst>
                    <a:ext uri="{FF2B5EF4-FFF2-40B4-BE49-F238E27FC236}">
                      <a16:creationId xmlns:a16="http://schemas.microsoft.com/office/drawing/2014/main" id="{C13622ED-1779-0C26-54BA-26C6130BFD19}"/>
                    </a:ext>
                  </a:extLst>
                </p:cNvPr>
                <p:cNvPicPr/>
                <p:nvPr/>
              </p:nvPicPr>
              <p:blipFill>
                <a:blip r:embed="rId213"/>
                <a:stretch>
                  <a:fillRect/>
                </a:stretch>
              </p:blipFill>
              <p:spPr>
                <a:xfrm>
                  <a:off x="4488622" y="2978816"/>
                  <a:ext cx="1800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51" name="Ink 150">
                  <a:extLst>
                    <a:ext uri="{FF2B5EF4-FFF2-40B4-BE49-F238E27FC236}">
                      <a16:creationId xmlns:a16="http://schemas.microsoft.com/office/drawing/2014/main" id="{CAB956EC-D69D-58E5-C0DA-06E45A07CAA2}"/>
                    </a:ext>
                  </a:extLst>
                </p14:cNvPr>
                <p14:cNvContentPartPr/>
                <p14:nvPr/>
              </p14:nvContentPartPr>
              <p14:xfrm>
                <a:off x="2693662" y="2851376"/>
                <a:ext cx="23400" cy="162000"/>
              </p14:xfrm>
            </p:contentPart>
          </mc:Choice>
          <mc:Fallback>
            <p:pic>
              <p:nvPicPr>
                <p:cNvPr id="151" name="Ink 150">
                  <a:extLst>
                    <a:ext uri="{FF2B5EF4-FFF2-40B4-BE49-F238E27FC236}">
                      <a16:creationId xmlns:a16="http://schemas.microsoft.com/office/drawing/2014/main" id="{CAB956EC-D69D-58E5-C0DA-06E45A07CAA2}"/>
                    </a:ext>
                  </a:extLst>
                </p:cNvPr>
                <p:cNvPicPr/>
                <p:nvPr/>
              </p:nvPicPr>
              <p:blipFill>
                <a:blip r:embed="rId215"/>
                <a:stretch>
                  <a:fillRect/>
                </a:stretch>
              </p:blipFill>
              <p:spPr>
                <a:xfrm>
                  <a:off x="2684662" y="2842736"/>
                  <a:ext cx="4104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52" name="Ink 151">
                  <a:extLst>
                    <a:ext uri="{FF2B5EF4-FFF2-40B4-BE49-F238E27FC236}">
                      <a16:creationId xmlns:a16="http://schemas.microsoft.com/office/drawing/2014/main" id="{98AFDC6F-CCB1-8067-9B84-BF7033F58DF2}"/>
                    </a:ext>
                  </a:extLst>
                </p14:cNvPr>
                <p14:cNvContentPartPr/>
                <p14:nvPr/>
              </p14:nvContentPartPr>
              <p14:xfrm>
                <a:off x="3383062" y="2661296"/>
                <a:ext cx="147240" cy="165240"/>
              </p14:xfrm>
            </p:contentPart>
          </mc:Choice>
          <mc:Fallback>
            <p:pic>
              <p:nvPicPr>
                <p:cNvPr id="152" name="Ink 151">
                  <a:extLst>
                    <a:ext uri="{FF2B5EF4-FFF2-40B4-BE49-F238E27FC236}">
                      <a16:creationId xmlns:a16="http://schemas.microsoft.com/office/drawing/2014/main" id="{98AFDC6F-CCB1-8067-9B84-BF7033F58DF2}"/>
                    </a:ext>
                  </a:extLst>
                </p:cNvPr>
                <p:cNvPicPr/>
                <p:nvPr/>
              </p:nvPicPr>
              <p:blipFill>
                <a:blip r:embed="rId217"/>
                <a:stretch>
                  <a:fillRect/>
                </a:stretch>
              </p:blipFill>
              <p:spPr>
                <a:xfrm>
                  <a:off x="3374062" y="2652296"/>
                  <a:ext cx="16488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53" name="Ink 152">
                  <a:extLst>
                    <a:ext uri="{FF2B5EF4-FFF2-40B4-BE49-F238E27FC236}">
                      <a16:creationId xmlns:a16="http://schemas.microsoft.com/office/drawing/2014/main" id="{698ADF40-8A26-DAA1-CF85-799CDA09A4E7}"/>
                    </a:ext>
                  </a:extLst>
                </p14:cNvPr>
                <p14:cNvContentPartPr/>
                <p14:nvPr/>
              </p14:nvContentPartPr>
              <p14:xfrm>
                <a:off x="3570622" y="2779736"/>
                <a:ext cx="32040" cy="112680"/>
              </p14:xfrm>
            </p:contentPart>
          </mc:Choice>
          <mc:Fallback>
            <p:pic>
              <p:nvPicPr>
                <p:cNvPr id="153" name="Ink 152">
                  <a:extLst>
                    <a:ext uri="{FF2B5EF4-FFF2-40B4-BE49-F238E27FC236}">
                      <a16:creationId xmlns:a16="http://schemas.microsoft.com/office/drawing/2014/main" id="{698ADF40-8A26-DAA1-CF85-799CDA09A4E7}"/>
                    </a:ext>
                  </a:extLst>
                </p:cNvPr>
                <p:cNvPicPr/>
                <p:nvPr/>
              </p:nvPicPr>
              <p:blipFill>
                <a:blip r:embed="rId219"/>
                <a:stretch>
                  <a:fillRect/>
                </a:stretch>
              </p:blipFill>
              <p:spPr>
                <a:xfrm>
                  <a:off x="3561982" y="2771096"/>
                  <a:ext cx="4968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54" name="Ink 153">
                  <a:extLst>
                    <a:ext uri="{FF2B5EF4-FFF2-40B4-BE49-F238E27FC236}">
                      <a16:creationId xmlns:a16="http://schemas.microsoft.com/office/drawing/2014/main" id="{21934583-D2F6-C5FF-052D-1F100235C575}"/>
                    </a:ext>
                  </a:extLst>
                </p14:cNvPr>
                <p14:cNvContentPartPr/>
                <p14:nvPr/>
              </p14:nvContentPartPr>
              <p14:xfrm>
                <a:off x="3561622" y="2753096"/>
                <a:ext cx="91080" cy="21960"/>
              </p14:xfrm>
            </p:contentPart>
          </mc:Choice>
          <mc:Fallback>
            <p:pic>
              <p:nvPicPr>
                <p:cNvPr id="154" name="Ink 153">
                  <a:extLst>
                    <a:ext uri="{FF2B5EF4-FFF2-40B4-BE49-F238E27FC236}">
                      <a16:creationId xmlns:a16="http://schemas.microsoft.com/office/drawing/2014/main" id="{21934583-D2F6-C5FF-052D-1F100235C575}"/>
                    </a:ext>
                  </a:extLst>
                </p:cNvPr>
                <p:cNvPicPr/>
                <p:nvPr/>
              </p:nvPicPr>
              <p:blipFill>
                <a:blip r:embed="rId221"/>
                <a:stretch>
                  <a:fillRect/>
                </a:stretch>
              </p:blipFill>
              <p:spPr>
                <a:xfrm>
                  <a:off x="3552982" y="2744456"/>
                  <a:ext cx="10872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55" name="Ink 154">
                  <a:extLst>
                    <a:ext uri="{FF2B5EF4-FFF2-40B4-BE49-F238E27FC236}">
                      <a16:creationId xmlns:a16="http://schemas.microsoft.com/office/drawing/2014/main" id="{F9E9ACAA-3335-2260-44D8-507D46AE014B}"/>
                    </a:ext>
                  </a:extLst>
                </p14:cNvPr>
                <p14:cNvContentPartPr/>
                <p14:nvPr/>
              </p14:nvContentPartPr>
              <p14:xfrm>
                <a:off x="3593662" y="2809976"/>
                <a:ext cx="37080" cy="18360"/>
              </p14:xfrm>
            </p:contentPart>
          </mc:Choice>
          <mc:Fallback>
            <p:pic>
              <p:nvPicPr>
                <p:cNvPr id="155" name="Ink 154">
                  <a:extLst>
                    <a:ext uri="{FF2B5EF4-FFF2-40B4-BE49-F238E27FC236}">
                      <a16:creationId xmlns:a16="http://schemas.microsoft.com/office/drawing/2014/main" id="{F9E9ACAA-3335-2260-44D8-507D46AE014B}"/>
                    </a:ext>
                  </a:extLst>
                </p:cNvPr>
                <p:cNvPicPr/>
                <p:nvPr/>
              </p:nvPicPr>
              <p:blipFill>
                <a:blip r:embed="rId223"/>
                <a:stretch>
                  <a:fillRect/>
                </a:stretch>
              </p:blipFill>
              <p:spPr>
                <a:xfrm>
                  <a:off x="3584662" y="2801336"/>
                  <a:ext cx="547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56" name="Ink 155">
                  <a:extLst>
                    <a:ext uri="{FF2B5EF4-FFF2-40B4-BE49-F238E27FC236}">
                      <a16:creationId xmlns:a16="http://schemas.microsoft.com/office/drawing/2014/main" id="{1A3451CD-0D84-7331-07F7-1346917E8511}"/>
                    </a:ext>
                  </a:extLst>
                </p14:cNvPr>
                <p14:cNvContentPartPr/>
                <p14:nvPr/>
              </p14:nvContentPartPr>
              <p14:xfrm>
                <a:off x="3699862" y="2785496"/>
                <a:ext cx="29160" cy="73440"/>
              </p14:xfrm>
            </p:contentPart>
          </mc:Choice>
          <mc:Fallback>
            <p:pic>
              <p:nvPicPr>
                <p:cNvPr id="156" name="Ink 155">
                  <a:extLst>
                    <a:ext uri="{FF2B5EF4-FFF2-40B4-BE49-F238E27FC236}">
                      <a16:creationId xmlns:a16="http://schemas.microsoft.com/office/drawing/2014/main" id="{1A3451CD-0D84-7331-07F7-1346917E8511}"/>
                    </a:ext>
                  </a:extLst>
                </p:cNvPr>
                <p:cNvPicPr/>
                <p:nvPr/>
              </p:nvPicPr>
              <p:blipFill>
                <a:blip r:embed="rId225"/>
                <a:stretch>
                  <a:fillRect/>
                </a:stretch>
              </p:blipFill>
              <p:spPr>
                <a:xfrm>
                  <a:off x="3691222" y="2776856"/>
                  <a:ext cx="4680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57" name="Ink 156">
                  <a:extLst>
                    <a:ext uri="{FF2B5EF4-FFF2-40B4-BE49-F238E27FC236}">
                      <a16:creationId xmlns:a16="http://schemas.microsoft.com/office/drawing/2014/main" id="{5A0DC93D-37B1-5BAE-B2A5-15E6FC195104}"/>
                    </a:ext>
                  </a:extLst>
                </p14:cNvPr>
                <p14:cNvContentPartPr/>
                <p14:nvPr/>
              </p14:nvContentPartPr>
              <p14:xfrm>
                <a:off x="3678622" y="2741936"/>
                <a:ext cx="63720" cy="28080"/>
              </p14:xfrm>
            </p:contentPart>
          </mc:Choice>
          <mc:Fallback>
            <p:pic>
              <p:nvPicPr>
                <p:cNvPr id="157" name="Ink 156">
                  <a:extLst>
                    <a:ext uri="{FF2B5EF4-FFF2-40B4-BE49-F238E27FC236}">
                      <a16:creationId xmlns:a16="http://schemas.microsoft.com/office/drawing/2014/main" id="{5A0DC93D-37B1-5BAE-B2A5-15E6FC195104}"/>
                    </a:ext>
                  </a:extLst>
                </p:cNvPr>
                <p:cNvPicPr/>
                <p:nvPr/>
              </p:nvPicPr>
              <p:blipFill>
                <a:blip r:embed="rId227"/>
                <a:stretch>
                  <a:fillRect/>
                </a:stretch>
              </p:blipFill>
              <p:spPr>
                <a:xfrm>
                  <a:off x="3669982" y="2732936"/>
                  <a:ext cx="8136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58" name="Ink 157">
                  <a:extLst>
                    <a:ext uri="{FF2B5EF4-FFF2-40B4-BE49-F238E27FC236}">
                      <a16:creationId xmlns:a16="http://schemas.microsoft.com/office/drawing/2014/main" id="{5F79A689-DAA5-30B7-C117-CF3E8255B088}"/>
                    </a:ext>
                  </a:extLst>
                </p14:cNvPr>
                <p14:cNvContentPartPr/>
                <p14:nvPr/>
              </p14:nvContentPartPr>
              <p14:xfrm>
                <a:off x="3716062" y="2801696"/>
                <a:ext cx="30600" cy="10800"/>
              </p14:xfrm>
            </p:contentPart>
          </mc:Choice>
          <mc:Fallback>
            <p:pic>
              <p:nvPicPr>
                <p:cNvPr id="158" name="Ink 157">
                  <a:extLst>
                    <a:ext uri="{FF2B5EF4-FFF2-40B4-BE49-F238E27FC236}">
                      <a16:creationId xmlns:a16="http://schemas.microsoft.com/office/drawing/2014/main" id="{5F79A689-DAA5-30B7-C117-CF3E8255B088}"/>
                    </a:ext>
                  </a:extLst>
                </p:cNvPr>
                <p:cNvPicPr/>
                <p:nvPr/>
              </p:nvPicPr>
              <p:blipFill>
                <a:blip r:embed="rId229"/>
                <a:stretch>
                  <a:fillRect/>
                </a:stretch>
              </p:blipFill>
              <p:spPr>
                <a:xfrm>
                  <a:off x="3707062" y="2792696"/>
                  <a:ext cx="4824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59" name="Ink 158">
                  <a:extLst>
                    <a:ext uri="{FF2B5EF4-FFF2-40B4-BE49-F238E27FC236}">
                      <a16:creationId xmlns:a16="http://schemas.microsoft.com/office/drawing/2014/main" id="{5AE1EDEE-2359-7A6F-44DB-81F703B05B27}"/>
                    </a:ext>
                  </a:extLst>
                </p14:cNvPr>
                <p14:cNvContentPartPr/>
                <p14:nvPr/>
              </p14:nvContentPartPr>
              <p14:xfrm>
                <a:off x="3838102" y="2762096"/>
                <a:ext cx="31320" cy="56160"/>
              </p14:xfrm>
            </p:contentPart>
          </mc:Choice>
          <mc:Fallback>
            <p:pic>
              <p:nvPicPr>
                <p:cNvPr id="159" name="Ink 158">
                  <a:extLst>
                    <a:ext uri="{FF2B5EF4-FFF2-40B4-BE49-F238E27FC236}">
                      <a16:creationId xmlns:a16="http://schemas.microsoft.com/office/drawing/2014/main" id="{5AE1EDEE-2359-7A6F-44DB-81F703B05B27}"/>
                    </a:ext>
                  </a:extLst>
                </p:cNvPr>
                <p:cNvPicPr/>
                <p:nvPr/>
              </p:nvPicPr>
              <p:blipFill>
                <a:blip r:embed="rId231"/>
                <a:stretch>
                  <a:fillRect/>
                </a:stretch>
              </p:blipFill>
              <p:spPr>
                <a:xfrm>
                  <a:off x="3829462" y="2753096"/>
                  <a:ext cx="4896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60" name="Ink 159">
                  <a:extLst>
                    <a:ext uri="{FF2B5EF4-FFF2-40B4-BE49-F238E27FC236}">
                      <a16:creationId xmlns:a16="http://schemas.microsoft.com/office/drawing/2014/main" id="{BBBDDAF7-D968-41C6-5CF7-4CE495FA2372}"/>
                    </a:ext>
                  </a:extLst>
                </p14:cNvPr>
                <p14:cNvContentPartPr/>
                <p14:nvPr/>
              </p14:nvContentPartPr>
              <p14:xfrm>
                <a:off x="3795982" y="2732216"/>
                <a:ext cx="90360" cy="12960"/>
              </p14:xfrm>
            </p:contentPart>
          </mc:Choice>
          <mc:Fallback>
            <p:pic>
              <p:nvPicPr>
                <p:cNvPr id="160" name="Ink 159">
                  <a:extLst>
                    <a:ext uri="{FF2B5EF4-FFF2-40B4-BE49-F238E27FC236}">
                      <a16:creationId xmlns:a16="http://schemas.microsoft.com/office/drawing/2014/main" id="{BBBDDAF7-D968-41C6-5CF7-4CE495FA2372}"/>
                    </a:ext>
                  </a:extLst>
                </p:cNvPr>
                <p:cNvPicPr/>
                <p:nvPr/>
              </p:nvPicPr>
              <p:blipFill>
                <a:blip r:embed="rId233"/>
                <a:stretch>
                  <a:fillRect/>
                </a:stretch>
              </p:blipFill>
              <p:spPr>
                <a:xfrm>
                  <a:off x="3787342" y="2723576"/>
                  <a:ext cx="10800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61" name="Ink 160">
                  <a:extLst>
                    <a:ext uri="{FF2B5EF4-FFF2-40B4-BE49-F238E27FC236}">
                      <a16:creationId xmlns:a16="http://schemas.microsoft.com/office/drawing/2014/main" id="{C1AE8233-863C-1C1F-5638-F0B75F6EFBA9}"/>
                    </a:ext>
                  </a:extLst>
                </p14:cNvPr>
                <p14:cNvContentPartPr/>
                <p14:nvPr/>
              </p14:nvContentPartPr>
              <p14:xfrm>
                <a:off x="2758102" y="2774696"/>
                <a:ext cx="429840" cy="21960"/>
              </p14:xfrm>
            </p:contentPart>
          </mc:Choice>
          <mc:Fallback>
            <p:pic>
              <p:nvPicPr>
                <p:cNvPr id="161" name="Ink 160">
                  <a:extLst>
                    <a:ext uri="{FF2B5EF4-FFF2-40B4-BE49-F238E27FC236}">
                      <a16:creationId xmlns:a16="http://schemas.microsoft.com/office/drawing/2014/main" id="{C1AE8233-863C-1C1F-5638-F0B75F6EFBA9}"/>
                    </a:ext>
                  </a:extLst>
                </p:cNvPr>
                <p:cNvPicPr/>
                <p:nvPr/>
              </p:nvPicPr>
              <p:blipFill>
                <a:blip r:embed="rId235"/>
                <a:stretch>
                  <a:fillRect/>
                </a:stretch>
              </p:blipFill>
              <p:spPr>
                <a:xfrm>
                  <a:off x="2749462" y="2765696"/>
                  <a:ext cx="44748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62" name="Ink 161">
                  <a:extLst>
                    <a:ext uri="{FF2B5EF4-FFF2-40B4-BE49-F238E27FC236}">
                      <a16:creationId xmlns:a16="http://schemas.microsoft.com/office/drawing/2014/main" id="{1646EE27-7D89-45F1-5728-CF62E0A230AF}"/>
                    </a:ext>
                  </a:extLst>
                </p14:cNvPr>
                <p14:cNvContentPartPr/>
                <p14:nvPr/>
              </p14:nvContentPartPr>
              <p14:xfrm>
                <a:off x="2737582" y="2721056"/>
                <a:ext cx="100800" cy="90720"/>
              </p14:xfrm>
            </p:contentPart>
          </mc:Choice>
          <mc:Fallback>
            <p:pic>
              <p:nvPicPr>
                <p:cNvPr id="162" name="Ink 161">
                  <a:extLst>
                    <a:ext uri="{FF2B5EF4-FFF2-40B4-BE49-F238E27FC236}">
                      <a16:creationId xmlns:a16="http://schemas.microsoft.com/office/drawing/2014/main" id="{1646EE27-7D89-45F1-5728-CF62E0A230AF}"/>
                    </a:ext>
                  </a:extLst>
                </p:cNvPr>
                <p:cNvPicPr/>
                <p:nvPr/>
              </p:nvPicPr>
              <p:blipFill>
                <a:blip r:embed="rId237"/>
                <a:stretch>
                  <a:fillRect/>
                </a:stretch>
              </p:blipFill>
              <p:spPr>
                <a:xfrm>
                  <a:off x="2728942" y="2712056"/>
                  <a:ext cx="11844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64" name="Ink 163">
                  <a:extLst>
                    <a:ext uri="{FF2B5EF4-FFF2-40B4-BE49-F238E27FC236}">
                      <a16:creationId xmlns:a16="http://schemas.microsoft.com/office/drawing/2014/main" id="{EE949D43-C917-CC54-4F3D-60943608D57B}"/>
                    </a:ext>
                  </a:extLst>
                </p14:cNvPr>
                <p14:cNvContentPartPr/>
                <p14:nvPr/>
              </p14:nvContentPartPr>
              <p14:xfrm>
                <a:off x="3989302" y="2705216"/>
                <a:ext cx="481320" cy="48600"/>
              </p14:xfrm>
            </p:contentPart>
          </mc:Choice>
          <mc:Fallback>
            <p:pic>
              <p:nvPicPr>
                <p:cNvPr id="164" name="Ink 163">
                  <a:extLst>
                    <a:ext uri="{FF2B5EF4-FFF2-40B4-BE49-F238E27FC236}">
                      <a16:creationId xmlns:a16="http://schemas.microsoft.com/office/drawing/2014/main" id="{EE949D43-C917-CC54-4F3D-60943608D57B}"/>
                    </a:ext>
                  </a:extLst>
                </p:cNvPr>
                <p:cNvPicPr/>
                <p:nvPr/>
              </p:nvPicPr>
              <p:blipFill>
                <a:blip r:embed="rId239"/>
                <a:stretch>
                  <a:fillRect/>
                </a:stretch>
              </p:blipFill>
              <p:spPr>
                <a:xfrm>
                  <a:off x="3980302" y="2696576"/>
                  <a:ext cx="49896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65" name="Ink 164">
                  <a:extLst>
                    <a:ext uri="{FF2B5EF4-FFF2-40B4-BE49-F238E27FC236}">
                      <a16:creationId xmlns:a16="http://schemas.microsoft.com/office/drawing/2014/main" id="{1B7197EE-62FF-2E3B-39FF-466459A79CAF}"/>
                    </a:ext>
                  </a:extLst>
                </p14:cNvPr>
                <p14:cNvContentPartPr/>
                <p14:nvPr/>
              </p14:nvContentPartPr>
              <p14:xfrm>
                <a:off x="4405822" y="2661656"/>
                <a:ext cx="92160" cy="69120"/>
              </p14:xfrm>
            </p:contentPart>
          </mc:Choice>
          <mc:Fallback>
            <p:pic>
              <p:nvPicPr>
                <p:cNvPr id="165" name="Ink 164">
                  <a:extLst>
                    <a:ext uri="{FF2B5EF4-FFF2-40B4-BE49-F238E27FC236}">
                      <a16:creationId xmlns:a16="http://schemas.microsoft.com/office/drawing/2014/main" id="{1B7197EE-62FF-2E3B-39FF-466459A79CAF}"/>
                    </a:ext>
                  </a:extLst>
                </p:cNvPr>
                <p:cNvPicPr/>
                <p:nvPr/>
              </p:nvPicPr>
              <p:blipFill>
                <a:blip r:embed="rId241"/>
                <a:stretch>
                  <a:fillRect/>
                </a:stretch>
              </p:blipFill>
              <p:spPr>
                <a:xfrm>
                  <a:off x="4396822" y="2652656"/>
                  <a:ext cx="109800" cy="86760"/>
                </a:xfrm>
                <a:prstGeom prst="rect">
                  <a:avLst/>
                </a:prstGeom>
              </p:spPr>
            </p:pic>
          </mc:Fallback>
        </mc:AlternateContent>
      </p:grpSp>
      <p:grpSp>
        <p:nvGrpSpPr>
          <p:cNvPr id="180" name="Group 179">
            <a:extLst>
              <a:ext uri="{FF2B5EF4-FFF2-40B4-BE49-F238E27FC236}">
                <a16:creationId xmlns:a16="http://schemas.microsoft.com/office/drawing/2014/main" id="{1D81E2D9-5AEA-4C03-C3AE-BF3FCAFD8956}"/>
              </a:ext>
            </a:extLst>
          </p:cNvPr>
          <p:cNvGrpSpPr/>
          <p:nvPr/>
        </p:nvGrpSpPr>
        <p:grpSpPr>
          <a:xfrm>
            <a:off x="2817502" y="5857016"/>
            <a:ext cx="664920" cy="512640"/>
            <a:chOff x="2817502" y="5857016"/>
            <a:chExt cx="664920" cy="512640"/>
          </a:xfrm>
        </p:grpSpPr>
        <mc:AlternateContent xmlns:mc="http://schemas.openxmlformats.org/markup-compatibility/2006">
          <mc:Choice xmlns:p14="http://schemas.microsoft.com/office/powerpoint/2010/main" Requires="p14">
            <p:contentPart p14:bwMode="auto" r:id="rId242">
              <p14:nvContentPartPr>
                <p14:cNvPr id="167" name="Ink 166">
                  <a:extLst>
                    <a:ext uri="{FF2B5EF4-FFF2-40B4-BE49-F238E27FC236}">
                      <a16:creationId xmlns:a16="http://schemas.microsoft.com/office/drawing/2014/main" id="{0EF120C3-3FD7-9F69-2653-8146C9530615}"/>
                    </a:ext>
                  </a:extLst>
                </p14:cNvPr>
                <p14:cNvContentPartPr/>
                <p14:nvPr/>
              </p14:nvContentPartPr>
              <p14:xfrm>
                <a:off x="2827942" y="5893376"/>
                <a:ext cx="23760" cy="152640"/>
              </p14:xfrm>
            </p:contentPart>
          </mc:Choice>
          <mc:Fallback>
            <p:pic>
              <p:nvPicPr>
                <p:cNvPr id="167" name="Ink 166">
                  <a:extLst>
                    <a:ext uri="{FF2B5EF4-FFF2-40B4-BE49-F238E27FC236}">
                      <a16:creationId xmlns:a16="http://schemas.microsoft.com/office/drawing/2014/main" id="{0EF120C3-3FD7-9F69-2653-8146C9530615}"/>
                    </a:ext>
                  </a:extLst>
                </p:cNvPr>
                <p:cNvPicPr/>
                <p:nvPr/>
              </p:nvPicPr>
              <p:blipFill>
                <a:blip r:embed="rId243"/>
                <a:stretch>
                  <a:fillRect/>
                </a:stretch>
              </p:blipFill>
              <p:spPr>
                <a:xfrm>
                  <a:off x="2818942" y="5884736"/>
                  <a:ext cx="4140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68" name="Ink 167">
                  <a:extLst>
                    <a:ext uri="{FF2B5EF4-FFF2-40B4-BE49-F238E27FC236}">
                      <a16:creationId xmlns:a16="http://schemas.microsoft.com/office/drawing/2014/main" id="{B62EA8CA-17B5-7E07-9C5E-9752EDA2E1DD}"/>
                    </a:ext>
                  </a:extLst>
                </p14:cNvPr>
                <p14:cNvContentPartPr/>
                <p14:nvPr/>
              </p14:nvContentPartPr>
              <p14:xfrm>
                <a:off x="2817502" y="5857016"/>
                <a:ext cx="376920" cy="23040"/>
              </p14:xfrm>
            </p:contentPart>
          </mc:Choice>
          <mc:Fallback>
            <p:pic>
              <p:nvPicPr>
                <p:cNvPr id="168" name="Ink 167">
                  <a:extLst>
                    <a:ext uri="{FF2B5EF4-FFF2-40B4-BE49-F238E27FC236}">
                      <a16:creationId xmlns:a16="http://schemas.microsoft.com/office/drawing/2014/main" id="{B62EA8CA-17B5-7E07-9C5E-9752EDA2E1DD}"/>
                    </a:ext>
                  </a:extLst>
                </p:cNvPr>
                <p:cNvPicPr/>
                <p:nvPr/>
              </p:nvPicPr>
              <p:blipFill>
                <a:blip r:embed="rId245"/>
                <a:stretch>
                  <a:fillRect/>
                </a:stretch>
              </p:blipFill>
              <p:spPr>
                <a:xfrm>
                  <a:off x="2808502" y="5848376"/>
                  <a:ext cx="39456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69" name="Ink 168">
                  <a:extLst>
                    <a:ext uri="{FF2B5EF4-FFF2-40B4-BE49-F238E27FC236}">
                      <a16:creationId xmlns:a16="http://schemas.microsoft.com/office/drawing/2014/main" id="{CC9EA057-58FA-CAE8-1089-0687B6EA3395}"/>
                    </a:ext>
                  </a:extLst>
                </p14:cNvPr>
                <p14:cNvContentPartPr/>
                <p14:nvPr/>
              </p14:nvContentPartPr>
              <p14:xfrm>
                <a:off x="3222862" y="5876456"/>
                <a:ext cx="25920" cy="201240"/>
              </p14:xfrm>
            </p:contentPart>
          </mc:Choice>
          <mc:Fallback>
            <p:pic>
              <p:nvPicPr>
                <p:cNvPr id="169" name="Ink 168">
                  <a:extLst>
                    <a:ext uri="{FF2B5EF4-FFF2-40B4-BE49-F238E27FC236}">
                      <a16:creationId xmlns:a16="http://schemas.microsoft.com/office/drawing/2014/main" id="{CC9EA057-58FA-CAE8-1089-0687B6EA3395}"/>
                    </a:ext>
                  </a:extLst>
                </p:cNvPr>
                <p:cNvPicPr/>
                <p:nvPr/>
              </p:nvPicPr>
              <p:blipFill>
                <a:blip r:embed="rId247"/>
                <a:stretch>
                  <a:fillRect/>
                </a:stretch>
              </p:blipFill>
              <p:spPr>
                <a:xfrm>
                  <a:off x="3214222" y="5867816"/>
                  <a:ext cx="4356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70" name="Ink 169">
                  <a:extLst>
                    <a:ext uri="{FF2B5EF4-FFF2-40B4-BE49-F238E27FC236}">
                      <a16:creationId xmlns:a16="http://schemas.microsoft.com/office/drawing/2014/main" id="{AC183C36-5DEB-9772-6F8D-094C85CF2F22}"/>
                    </a:ext>
                  </a:extLst>
                </p14:cNvPr>
                <p14:cNvContentPartPr/>
                <p14:nvPr/>
              </p14:nvContentPartPr>
              <p14:xfrm>
                <a:off x="2863582" y="6081296"/>
                <a:ext cx="363600" cy="14760"/>
              </p14:xfrm>
            </p:contentPart>
          </mc:Choice>
          <mc:Fallback>
            <p:pic>
              <p:nvPicPr>
                <p:cNvPr id="170" name="Ink 169">
                  <a:extLst>
                    <a:ext uri="{FF2B5EF4-FFF2-40B4-BE49-F238E27FC236}">
                      <a16:creationId xmlns:a16="http://schemas.microsoft.com/office/drawing/2014/main" id="{AC183C36-5DEB-9772-6F8D-094C85CF2F22}"/>
                    </a:ext>
                  </a:extLst>
                </p:cNvPr>
                <p:cNvPicPr/>
                <p:nvPr/>
              </p:nvPicPr>
              <p:blipFill>
                <a:blip r:embed="rId249"/>
                <a:stretch>
                  <a:fillRect/>
                </a:stretch>
              </p:blipFill>
              <p:spPr>
                <a:xfrm>
                  <a:off x="2854582" y="6072656"/>
                  <a:ext cx="38124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72" name="Ink 171">
                  <a:extLst>
                    <a:ext uri="{FF2B5EF4-FFF2-40B4-BE49-F238E27FC236}">
                      <a16:creationId xmlns:a16="http://schemas.microsoft.com/office/drawing/2014/main" id="{38712FAE-5A27-B41E-7A71-F1DE6847CAFB}"/>
                    </a:ext>
                  </a:extLst>
                </p14:cNvPr>
                <p14:cNvContentPartPr/>
                <p14:nvPr/>
              </p14:nvContentPartPr>
              <p14:xfrm>
                <a:off x="3109462" y="6179576"/>
                <a:ext cx="16920" cy="146520"/>
              </p14:xfrm>
            </p:contentPart>
          </mc:Choice>
          <mc:Fallback>
            <p:pic>
              <p:nvPicPr>
                <p:cNvPr id="172" name="Ink 171">
                  <a:extLst>
                    <a:ext uri="{FF2B5EF4-FFF2-40B4-BE49-F238E27FC236}">
                      <a16:creationId xmlns:a16="http://schemas.microsoft.com/office/drawing/2014/main" id="{38712FAE-5A27-B41E-7A71-F1DE6847CAFB}"/>
                    </a:ext>
                  </a:extLst>
                </p:cNvPr>
                <p:cNvPicPr/>
                <p:nvPr/>
              </p:nvPicPr>
              <p:blipFill>
                <a:blip r:embed="rId251"/>
                <a:stretch>
                  <a:fillRect/>
                </a:stretch>
              </p:blipFill>
              <p:spPr>
                <a:xfrm>
                  <a:off x="3100462" y="6170936"/>
                  <a:ext cx="3456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73" name="Ink 172">
                  <a:extLst>
                    <a:ext uri="{FF2B5EF4-FFF2-40B4-BE49-F238E27FC236}">
                      <a16:creationId xmlns:a16="http://schemas.microsoft.com/office/drawing/2014/main" id="{022F4A89-88E1-A9DA-F1FA-B95DC1D943FC}"/>
                    </a:ext>
                  </a:extLst>
                </p14:cNvPr>
                <p14:cNvContentPartPr/>
                <p14:nvPr/>
              </p14:nvContentPartPr>
              <p14:xfrm>
                <a:off x="3109102" y="6166256"/>
                <a:ext cx="331560" cy="6120"/>
              </p14:xfrm>
            </p:contentPart>
          </mc:Choice>
          <mc:Fallback>
            <p:pic>
              <p:nvPicPr>
                <p:cNvPr id="173" name="Ink 172">
                  <a:extLst>
                    <a:ext uri="{FF2B5EF4-FFF2-40B4-BE49-F238E27FC236}">
                      <a16:creationId xmlns:a16="http://schemas.microsoft.com/office/drawing/2014/main" id="{022F4A89-88E1-A9DA-F1FA-B95DC1D943FC}"/>
                    </a:ext>
                  </a:extLst>
                </p:cNvPr>
                <p:cNvPicPr/>
                <p:nvPr/>
              </p:nvPicPr>
              <p:blipFill>
                <a:blip r:embed="rId253"/>
                <a:stretch>
                  <a:fillRect/>
                </a:stretch>
              </p:blipFill>
              <p:spPr>
                <a:xfrm>
                  <a:off x="3100102" y="6157256"/>
                  <a:ext cx="34920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74" name="Ink 173">
                  <a:extLst>
                    <a:ext uri="{FF2B5EF4-FFF2-40B4-BE49-F238E27FC236}">
                      <a16:creationId xmlns:a16="http://schemas.microsoft.com/office/drawing/2014/main" id="{2D4DB031-EC3E-3C70-F3A9-CDCB03BE20B3}"/>
                    </a:ext>
                  </a:extLst>
                </p14:cNvPr>
                <p14:cNvContentPartPr/>
                <p14:nvPr/>
              </p14:nvContentPartPr>
              <p14:xfrm>
                <a:off x="3473422" y="6170936"/>
                <a:ext cx="9000" cy="177840"/>
              </p14:xfrm>
            </p:contentPart>
          </mc:Choice>
          <mc:Fallback>
            <p:pic>
              <p:nvPicPr>
                <p:cNvPr id="174" name="Ink 173">
                  <a:extLst>
                    <a:ext uri="{FF2B5EF4-FFF2-40B4-BE49-F238E27FC236}">
                      <a16:creationId xmlns:a16="http://schemas.microsoft.com/office/drawing/2014/main" id="{2D4DB031-EC3E-3C70-F3A9-CDCB03BE20B3}"/>
                    </a:ext>
                  </a:extLst>
                </p:cNvPr>
                <p:cNvPicPr/>
                <p:nvPr/>
              </p:nvPicPr>
              <p:blipFill>
                <a:blip r:embed="rId255"/>
                <a:stretch>
                  <a:fillRect/>
                </a:stretch>
              </p:blipFill>
              <p:spPr>
                <a:xfrm>
                  <a:off x="3464422" y="6162296"/>
                  <a:ext cx="2664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75" name="Ink 174">
                  <a:extLst>
                    <a:ext uri="{FF2B5EF4-FFF2-40B4-BE49-F238E27FC236}">
                      <a16:creationId xmlns:a16="http://schemas.microsoft.com/office/drawing/2014/main" id="{893CBDF5-BA47-E1EF-E465-B1D3070C7E35}"/>
                    </a:ext>
                  </a:extLst>
                </p14:cNvPr>
                <p14:cNvContentPartPr/>
                <p14:nvPr/>
              </p14:nvContentPartPr>
              <p14:xfrm>
                <a:off x="3101182" y="6363536"/>
                <a:ext cx="365400" cy="6120"/>
              </p14:xfrm>
            </p:contentPart>
          </mc:Choice>
          <mc:Fallback>
            <p:pic>
              <p:nvPicPr>
                <p:cNvPr id="175" name="Ink 174">
                  <a:extLst>
                    <a:ext uri="{FF2B5EF4-FFF2-40B4-BE49-F238E27FC236}">
                      <a16:creationId xmlns:a16="http://schemas.microsoft.com/office/drawing/2014/main" id="{893CBDF5-BA47-E1EF-E465-B1D3070C7E35}"/>
                    </a:ext>
                  </a:extLst>
                </p:cNvPr>
                <p:cNvPicPr/>
                <p:nvPr/>
              </p:nvPicPr>
              <p:blipFill>
                <a:blip r:embed="rId257"/>
                <a:stretch>
                  <a:fillRect/>
                </a:stretch>
              </p:blipFill>
              <p:spPr>
                <a:xfrm>
                  <a:off x="3092182" y="6354536"/>
                  <a:ext cx="383040" cy="23760"/>
                </a:xfrm>
                <a:prstGeom prst="rect">
                  <a:avLst/>
                </a:prstGeom>
              </p:spPr>
            </p:pic>
          </mc:Fallback>
        </mc:AlternateContent>
      </p:grpSp>
      <p:grpSp>
        <p:nvGrpSpPr>
          <p:cNvPr id="179" name="Group 178">
            <a:extLst>
              <a:ext uri="{FF2B5EF4-FFF2-40B4-BE49-F238E27FC236}">
                <a16:creationId xmlns:a16="http://schemas.microsoft.com/office/drawing/2014/main" id="{FF03014C-1FE3-2BF2-4119-BA8F0E5A6628}"/>
              </a:ext>
            </a:extLst>
          </p:cNvPr>
          <p:cNvGrpSpPr/>
          <p:nvPr/>
        </p:nvGrpSpPr>
        <p:grpSpPr>
          <a:xfrm>
            <a:off x="3358942" y="6453896"/>
            <a:ext cx="399960" cy="182520"/>
            <a:chOff x="3358942" y="6453896"/>
            <a:chExt cx="399960" cy="182520"/>
          </a:xfrm>
        </p:grpSpPr>
        <mc:AlternateContent xmlns:mc="http://schemas.openxmlformats.org/markup-compatibility/2006">
          <mc:Choice xmlns:p14="http://schemas.microsoft.com/office/powerpoint/2010/main" Requires="p14">
            <p:contentPart p14:bwMode="auto" r:id="rId258">
              <p14:nvContentPartPr>
                <p14:cNvPr id="176" name="Ink 175">
                  <a:extLst>
                    <a:ext uri="{FF2B5EF4-FFF2-40B4-BE49-F238E27FC236}">
                      <a16:creationId xmlns:a16="http://schemas.microsoft.com/office/drawing/2014/main" id="{8E7518D7-B05C-344E-412D-8E129A54E4FC}"/>
                    </a:ext>
                  </a:extLst>
                </p14:cNvPr>
                <p14:cNvContentPartPr/>
                <p14:nvPr/>
              </p14:nvContentPartPr>
              <p14:xfrm>
                <a:off x="3369382" y="6453896"/>
                <a:ext cx="22680" cy="142200"/>
              </p14:xfrm>
            </p:contentPart>
          </mc:Choice>
          <mc:Fallback>
            <p:pic>
              <p:nvPicPr>
                <p:cNvPr id="176" name="Ink 175">
                  <a:extLst>
                    <a:ext uri="{FF2B5EF4-FFF2-40B4-BE49-F238E27FC236}">
                      <a16:creationId xmlns:a16="http://schemas.microsoft.com/office/drawing/2014/main" id="{8E7518D7-B05C-344E-412D-8E129A54E4FC}"/>
                    </a:ext>
                  </a:extLst>
                </p:cNvPr>
                <p:cNvPicPr/>
                <p:nvPr/>
              </p:nvPicPr>
              <p:blipFill>
                <a:blip r:embed="rId259"/>
                <a:stretch>
                  <a:fillRect/>
                </a:stretch>
              </p:blipFill>
              <p:spPr>
                <a:xfrm>
                  <a:off x="3360742" y="6444896"/>
                  <a:ext cx="403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77" name="Ink 176">
                  <a:extLst>
                    <a:ext uri="{FF2B5EF4-FFF2-40B4-BE49-F238E27FC236}">
                      <a16:creationId xmlns:a16="http://schemas.microsoft.com/office/drawing/2014/main" id="{A394D006-413F-A2ED-0FB5-8ECF0ADC1861}"/>
                    </a:ext>
                  </a:extLst>
                </p14:cNvPr>
                <p14:cNvContentPartPr/>
                <p14:nvPr/>
              </p14:nvContentPartPr>
              <p14:xfrm>
                <a:off x="3397102" y="6462896"/>
                <a:ext cx="330120" cy="17640"/>
              </p14:xfrm>
            </p:contentPart>
          </mc:Choice>
          <mc:Fallback>
            <p:pic>
              <p:nvPicPr>
                <p:cNvPr id="177" name="Ink 176">
                  <a:extLst>
                    <a:ext uri="{FF2B5EF4-FFF2-40B4-BE49-F238E27FC236}">
                      <a16:creationId xmlns:a16="http://schemas.microsoft.com/office/drawing/2014/main" id="{A394D006-413F-A2ED-0FB5-8ECF0ADC1861}"/>
                    </a:ext>
                  </a:extLst>
                </p:cNvPr>
                <p:cNvPicPr/>
                <p:nvPr/>
              </p:nvPicPr>
              <p:blipFill>
                <a:blip r:embed="rId261"/>
                <a:stretch>
                  <a:fillRect/>
                </a:stretch>
              </p:blipFill>
              <p:spPr>
                <a:xfrm>
                  <a:off x="3388102" y="6454256"/>
                  <a:ext cx="34776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78" name="Ink 177">
                  <a:extLst>
                    <a:ext uri="{FF2B5EF4-FFF2-40B4-BE49-F238E27FC236}">
                      <a16:creationId xmlns:a16="http://schemas.microsoft.com/office/drawing/2014/main" id="{2F7946BB-1AE5-254D-23B2-44DE84883AD3}"/>
                    </a:ext>
                  </a:extLst>
                </p14:cNvPr>
                <p14:cNvContentPartPr/>
                <p14:nvPr/>
              </p14:nvContentPartPr>
              <p14:xfrm>
                <a:off x="3358942" y="6469736"/>
                <a:ext cx="399960" cy="166680"/>
              </p14:xfrm>
            </p:contentPart>
          </mc:Choice>
          <mc:Fallback>
            <p:pic>
              <p:nvPicPr>
                <p:cNvPr id="178" name="Ink 177">
                  <a:extLst>
                    <a:ext uri="{FF2B5EF4-FFF2-40B4-BE49-F238E27FC236}">
                      <a16:creationId xmlns:a16="http://schemas.microsoft.com/office/drawing/2014/main" id="{2F7946BB-1AE5-254D-23B2-44DE84883AD3}"/>
                    </a:ext>
                  </a:extLst>
                </p:cNvPr>
                <p:cNvPicPr/>
                <p:nvPr/>
              </p:nvPicPr>
              <p:blipFill>
                <a:blip r:embed="rId263"/>
                <a:stretch>
                  <a:fillRect/>
                </a:stretch>
              </p:blipFill>
              <p:spPr>
                <a:xfrm>
                  <a:off x="3349942" y="6460736"/>
                  <a:ext cx="417600" cy="184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64">
            <p14:nvContentPartPr>
              <p14:cNvPr id="181" name="Ink 180">
                <a:extLst>
                  <a:ext uri="{FF2B5EF4-FFF2-40B4-BE49-F238E27FC236}">
                    <a16:creationId xmlns:a16="http://schemas.microsoft.com/office/drawing/2014/main" id="{584318BC-B89E-A01F-C3B9-FB5CEAF27D39}"/>
                  </a:ext>
                </a:extLst>
              </p14:cNvPr>
              <p14:cNvContentPartPr/>
              <p14:nvPr/>
            </p14:nvContentPartPr>
            <p14:xfrm>
              <a:off x="1764862" y="3668216"/>
              <a:ext cx="324720" cy="36720"/>
            </p14:xfrm>
          </p:contentPart>
        </mc:Choice>
        <mc:Fallback>
          <p:pic>
            <p:nvPicPr>
              <p:cNvPr id="181" name="Ink 180">
                <a:extLst>
                  <a:ext uri="{FF2B5EF4-FFF2-40B4-BE49-F238E27FC236}">
                    <a16:creationId xmlns:a16="http://schemas.microsoft.com/office/drawing/2014/main" id="{584318BC-B89E-A01F-C3B9-FB5CEAF27D39}"/>
                  </a:ext>
                </a:extLst>
              </p:cNvPr>
              <p:cNvPicPr/>
              <p:nvPr/>
            </p:nvPicPr>
            <p:blipFill>
              <a:blip r:embed="rId265"/>
              <a:stretch>
                <a:fillRect/>
              </a:stretch>
            </p:blipFill>
            <p:spPr>
              <a:xfrm>
                <a:off x="1755862" y="3659216"/>
                <a:ext cx="342360" cy="54360"/>
              </a:xfrm>
              <a:prstGeom prst="rect">
                <a:avLst/>
              </a:prstGeom>
            </p:spPr>
          </p:pic>
        </mc:Fallback>
      </mc:AlternateContent>
      <p:grpSp>
        <p:nvGrpSpPr>
          <p:cNvPr id="194" name="Group 193">
            <a:extLst>
              <a:ext uri="{FF2B5EF4-FFF2-40B4-BE49-F238E27FC236}">
                <a16:creationId xmlns:a16="http://schemas.microsoft.com/office/drawing/2014/main" id="{CF556DFC-9E9E-DDB0-EE1D-CEC74454312C}"/>
              </a:ext>
            </a:extLst>
          </p:cNvPr>
          <p:cNvGrpSpPr/>
          <p:nvPr/>
        </p:nvGrpSpPr>
        <p:grpSpPr>
          <a:xfrm>
            <a:off x="552742" y="3699176"/>
            <a:ext cx="945000" cy="554760"/>
            <a:chOff x="552742" y="3699176"/>
            <a:chExt cx="945000" cy="554760"/>
          </a:xfrm>
        </p:grpSpPr>
        <mc:AlternateContent xmlns:mc="http://schemas.openxmlformats.org/markup-compatibility/2006">
          <mc:Choice xmlns:p14="http://schemas.microsoft.com/office/powerpoint/2010/main" Requires="p14">
            <p:contentPart p14:bwMode="auto" r:id="rId266">
              <p14:nvContentPartPr>
                <p14:cNvPr id="182" name="Ink 181">
                  <a:extLst>
                    <a:ext uri="{FF2B5EF4-FFF2-40B4-BE49-F238E27FC236}">
                      <a16:creationId xmlns:a16="http://schemas.microsoft.com/office/drawing/2014/main" id="{51B7DB07-6F5B-49AA-C3CF-D472CE4C19FA}"/>
                    </a:ext>
                  </a:extLst>
                </p14:cNvPr>
                <p14:cNvContentPartPr/>
                <p14:nvPr/>
              </p14:nvContentPartPr>
              <p14:xfrm>
                <a:off x="573262" y="3699176"/>
                <a:ext cx="88560" cy="219240"/>
              </p14:xfrm>
            </p:contentPart>
          </mc:Choice>
          <mc:Fallback>
            <p:pic>
              <p:nvPicPr>
                <p:cNvPr id="182" name="Ink 181">
                  <a:extLst>
                    <a:ext uri="{FF2B5EF4-FFF2-40B4-BE49-F238E27FC236}">
                      <a16:creationId xmlns:a16="http://schemas.microsoft.com/office/drawing/2014/main" id="{51B7DB07-6F5B-49AA-C3CF-D472CE4C19FA}"/>
                    </a:ext>
                  </a:extLst>
                </p:cNvPr>
                <p:cNvPicPr/>
                <p:nvPr/>
              </p:nvPicPr>
              <p:blipFill>
                <a:blip r:embed="rId267"/>
                <a:stretch>
                  <a:fillRect/>
                </a:stretch>
              </p:blipFill>
              <p:spPr>
                <a:xfrm>
                  <a:off x="564622" y="3690176"/>
                  <a:ext cx="10620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83" name="Ink 182">
                  <a:extLst>
                    <a:ext uri="{FF2B5EF4-FFF2-40B4-BE49-F238E27FC236}">
                      <a16:creationId xmlns:a16="http://schemas.microsoft.com/office/drawing/2014/main" id="{03870586-675E-05CB-DA81-13DE9919C605}"/>
                    </a:ext>
                  </a:extLst>
                </p14:cNvPr>
                <p14:cNvContentPartPr/>
                <p14:nvPr/>
              </p14:nvContentPartPr>
              <p14:xfrm>
                <a:off x="690982" y="3802496"/>
                <a:ext cx="86040" cy="74160"/>
              </p14:xfrm>
            </p:contentPart>
          </mc:Choice>
          <mc:Fallback>
            <p:pic>
              <p:nvPicPr>
                <p:cNvPr id="183" name="Ink 182">
                  <a:extLst>
                    <a:ext uri="{FF2B5EF4-FFF2-40B4-BE49-F238E27FC236}">
                      <a16:creationId xmlns:a16="http://schemas.microsoft.com/office/drawing/2014/main" id="{03870586-675E-05CB-DA81-13DE9919C605}"/>
                    </a:ext>
                  </a:extLst>
                </p:cNvPr>
                <p:cNvPicPr/>
                <p:nvPr/>
              </p:nvPicPr>
              <p:blipFill>
                <a:blip r:embed="rId269"/>
                <a:stretch>
                  <a:fillRect/>
                </a:stretch>
              </p:blipFill>
              <p:spPr>
                <a:xfrm>
                  <a:off x="681982" y="3793856"/>
                  <a:ext cx="10368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84" name="Ink 183">
                  <a:extLst>
                    <a:ext uri="{FF2B5EF4-FFF2-40B4-BE49-F238E27FC236}">
                      <a16:creationId xmlns:a16="http://schemas.microsoft.com/office/drawing/2014/main" id="{DC22A991-7B67-E075-3D87-98A7AD71F529}"/>
                    </a:ext>
                  </a:extLst>
                </p14:cNvPr>
                <p14:cNvContentPartPr/>
                <p14:nvPr/>
              </p14:nvContentPartPr>
              <p14:xfrm>
                <a:off x="749302" y="3791696"/>
                <a:ext cx="201960" cy="39960"/>
              </p14:xfrm>
            </p:contentPart>
          </mc:Choice>
          <mc:Fallback>
            <p:pic>
              <p:nvPicPr>
                <p:cNvPr id="184" name="Ink 183">
                  <a:extLst>
                    <a:ext uri="{FF2B5EF4-FFF2-40B4-BE49-F238E27FC236}">
                      <a16:creationId xmlns:a16="http://schemas.microsoft.com/office/drawing/2014/main" id="{DC22A991-7B67-E075-3D87-98A7AD71F529}"/>
                    </a:ext>
                  </a:extLst>
                </p:cNvPr>
                <p:cNvPicPr/>
                <p:nvPr/>
              </p:nvPicPr>
              <p:blipFill>
                <a:blip r:embed="rId271"/>
                <a:stretch>
                  <a:fillRect/>
                </a:stretch>
              </p:blipFill>
              <p:spPr>
                <a:xfrm>
                  <a:off x="740662" y="3783056"/>
                  <a:ext cx="21960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85" name="Ink 184">
                  <a:extLst>
                    <a:ext uri="{FF2B5EF4-FFF2-40B4-BE49-F238E27FC236}">
                      <a16:creationId xmlns:a16="http://schemas.microsoft.com/office/drawing/2014/main" id="{37E32393-A95B-8A0D-E6D6-51D5CDC62621}"/>
                    </a:ext>
                  </a:extLst>
                </p14:cNvPr>
                <p14:cNvContentPartPr/>
                <p14:nvPr/>
              </p14:nvContentPartPr>
              <p14:xfrm>
                <a:off x="972142" y="3762176"/>
                <a:ext cx="82080" cy="183240"/>
              </p14:xfrm>
            </p:contentPart>
          </mc:Choice>
          <mc:Fallback>
            <p:pic>
              <p:nvPicPr>
                <p:cNvPr id="185" name="Ink 184">
                  <a:extLst>
                    <a:ext uri="{FF2B5EF4-FFF2-40B4-BE49-F238E27FC236}">
                      <a16:creationId xmlns:a16="http://schemas.microsoft.com/office/drawing/2014/main" id="{37E32393-A95B-8A0D-E6D6-51D5CDC62621}"/>
                    </a:ext>
                  </a:extLst>
                </p:cNvPr>
                <p:cNvPicPr/>
                <p:nvPr/>
              </p:nvPicPr>
              <p:blipFill>
                <a:blip r:embed="rId273"/>
                <a:stretch>
                  <a:fillRect/>
                </a:stretch>
              </p:blipFill>
              <p:spPr>
                <a:xfrm>
                  <a:off x="963142" y="3753176"/>
                  <a:ext cx="9972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86" name="Ink 185">
                  <a:extLst>
                    <a:ext uri="{FF2B5EF4-FFF2-40B4-BE49-F238E27FC236}">
                      <a16:creationId xmlns:a16="http://schemas.microsoft.com/office/drawing/2014/main" id="{57B8A542-A01D-951A-A333-2D72DFD0BE0D}"/>
                    </a:ext>
                  </a:extLst>
                </p14:cNvPr>
                <p14:cNvContentPartPr/>
                <p14:nvPr/>
              </p14:nvContentPartPr>
              <p14:xfrm>
                <a:off x="552742" y="4148096"/>
                <a:ext cx="174960" cy="105840"/>
              </p14:xfrm>
            </p:contentPart>
          </mc:Choice>
          <mc:Fallback>
            <p:pic>
              <p:nvPicPr>
                <p:cNvPr id="186" name="Ink 185">
                  <a:extLst>
                    <a:ext uri="{FF2B5EF4-FFF2-40B4-BE49-F238E27FC236}">
                      <a16:creationId xmlns:a16="http://schemas.microsoft.com/office/drawing/2014/main" id="{57B8A542-A01D-951A-A333-2D72DFD0BE0D}"/>
                    </a:ext>
                  </a:extLst>
                </p:cNvPr>
                <p:cNvPicPr/>
                <p:nvPr/>
              </p:nvPicPr>
              <p:blipFill>
                <a:blip r:embed="rId275"/>
                <a:stretch>
                  <a:fillRect/>
                </a:stretch>
              </p:blipFill>
              <p:spPr>
                <a:xfrm>
                  <a:off x="543742" y="4139096"/>
                  <a:ext cx="19260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87" name="Ink 186">
                  <a:extLst>
                    <a:ext uri="{FF2B5EF4-FFF2-40B4-BE49-F238E27FC236}">
                      <a16:creationId xmlns:a16="http://schemas.microsoft.com/office/drawing/2014/main" id="{5E822BAE-B937-2D32-69BC-6480E1298DF3}"/>
                    </a:ext>
                  </a:extLst>
                </p14:cNvPr>
                <p14:cNvContentPartPr/>
                <p14:nvPr/>
              </p14:nvContentPartPr>
              <p14:xfrm>
                <a:off x="765502" y="4167896"/>
                <a:ext cx="30600" cy="38880"/>
              </p14:xfrm>
            </p:contentPart>
          </mc:Choice>
          <mc:Fallback>
            <p:pic>
              <p:nvPicPr>
                <p:cNvPr id="187" name="Ink 186">
                  <a:extLst>
                    <a:ext uri="{FF2B5EF4-FFF2-40B4-BE49-F238E27FC236}">
                      <a16:creationId xmlns:a16="http://schemas.microsoft.com/office/drawing/2014/main" id="{5E822BAE-B937-2D32-69BC-6480E1298DF3}"/>
                    </a:ext>
                  </a:extLst>
                </p:cNvPr>
                <p:cNvPicPr/>
                <p:nvPr/>
              </p:nvPicPr>
              <p:blipFill>
                <a:blip r:embed="rId277"/>
                <a:stretch>
                  <a:fillRect/>
                </a:stretch>
              </p:blipFill>
              <p:spPr>
                <a:xfrm>
                  <a:off x="756502" y="4158896"/>
                  <a:ext cx="4824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88" name="Ink 187">
                  <a:extLst>
                    <a:ext uri="{FF2B5EF4-FFF2-40B4-BE49-F238E27FC236}">
                      <a16:creationId xmlns:a16="http://schemas.microsoft.com/office/drawing/2014/main" id="{793BAA11-6DFE-299E-D4F2-715D34CDB52F}"/>
                    </a:ext>
                  </a:extLst>
                </p14:cNvPr>
                <p14:cNvContentPartPr/>
                <p14:nvPr/>
              </p14:nvContentPartPr>
              <p14:xfrm>
                <a:off x="728062" y="4056296"/>
                <a:ext cx="35640" cy="58320"/>
              </p14:xfrm>
            </p:contentPart>
          </mc:Choice>
          <mc:Fallback>
            <p:pic>
              <p:nvPicPr>
                <p:cNvPr id="188" name="Ink 187">
                  <a:extLst>
                    <a:ext uri="{FF2B5EF4-FFF2-40B4-BE49-F238E27FC236}">
                      <a16:creationId xmlns:a16="http://schemas.microsoft.com/office/drawing/2014/main" id="{793BAA11-6DFE-299E-D4F2-715D34CDB52F}"/>
                    </a:ext>
                  </a:extLst>
                </p:cNvPr>
                <p:cNvPicPr/>
                <p:nvPr/>
              </p:nvPicPr>
              <p:blipFill>
                <a:blip r:embed="rId279"/>
                <a:stretch>
                  <a:fillRect/>
                </a:stretch>
              </p:blipFill>
              <p:spPr>
                <a:xfrm>
                  <a:off x="719422" y="4047296"/>
                  <a:ext cx="5328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89" name="Ink 188">
                  <a:extLst>
                    <a:ext uri="{FF2B5EF4-FFF2-40B4-BE49-F238E27FC236}">
                      <a16:creationId xmlns:a16="http://schemas.microsoft.com/office/drawing/2014/main" id="{CC57DE0A-C049-B186-A5DD-04D6A3AE61B9}"/>
                    </a:ext>
                  </a:extLst>
                </p14:cNvPr>
                <p14:cNvContentPartPr/>
                <p14:nvPr/>
              </p14:nvContentPartPr>
              <p14:xfrm>
                <a:off x="846502" y="4120016"/>
                <a:ext cx="88920" cy="48240"/>
              </p14:xfrm>
            </p:contentPart>
          </mc:Choice>
          <mc:Fallback>
            <p:pic>
              <p:nvPicPr>
                <p:cNvPr id="189" name="Ink 188">
                  <a:extLst>
                    <a:ext uri="{FF2B5EF4-FFF2-40B4-BE49-F238E27FC236}">
                      <a16:creationId xmlns:a16="http://schemas.microsoft.com/office/drawing/2014/main" id="{CC57DE0A-C049-B186-A5DD-04D6A3AE61B9}"/>
                    </a:ext>
                  </a:extLst>
                </p:cNvPr>
                <p:cNvPicPr/>
                <p:nvPr/>
              </p:nvPicPr>
              <p:blipFill>
                <a:blip r:embed="rId281"/>
                <a:stretch>
                  <a:fillRect/>
                </a:stretch>
              </p:blipFill>
              <p:spPr>
                <a:xfrm>
                  <a:off x="837502" y="4111016"/>
                  <a:ext cx="10656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90" name="Ink 189">
                  <a:extLst>
                    <a:ext uri="{FF2B5EF4-FFF2-40B4-BE49-F238E27FC236}">
                      <a16:creationId xmlns:a16="http://schemas.microsoft.com/office/drawing/2014/main" id="{69AD968F-CA38-C58F-E218-057B52D667B1}"/>
                    </a:ext>
                  </a:extLst>
                </p14:cNvPr>
                <p14:cNvContentPartPr/>
                <p14:nvPr/>
              </p14:nvContentPartPr>
              <p14:xfrm>
                <a:off x="936142" y="3972056"/>
                <a:ext cx="86400" cy="196920"/>
              </p14:xfrm>
            </p:contentPart>
          </mc:Choice>
          <mc:Fallback>
            <p:pic>
              <p:nvPicPr>
                <p:cNvPr id="190" name="Ink 189">
                  <a:extLst>
                    <a:ext uri="{FF2B5EF4-FFF2-40B4-BE49-F238E27FC236}">
                      <a16:creationId xmlns:a16="http://schemas.microsoft.com/office/drawing/2014/main" id="{69AD968F-CA38-C58F-E218-057B52D667B1}"/>
                    </a:ext>
                  </a:extLst>
                </p:cNvPr>
                <p:cNvPicPr/>
                <p:nvPr/>
              </p:nvPicPr>
              <p:blipFill>
                <a:blip r:embed="rId283"/>
                <a:stretch>
                  <a:fillRect/>
                </a:stretch>
              </p:blipFill>
              <p:spPr>
                <a:xfrm>
                  <a:off x="927142" y="3963056"/>
                  <a:ext cx="10404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91" name="Ink 190">
                  <a:extLst>
                    <a:ext uri="{FF2B5EF4-FFF2-40B4-BE49-F238E27FC236}">
                      <a16:creationId xmlns:a16="http://schemas.microsoft.com/office/drawing/2014/main" id="{B59FDFA9-9B6B-52CD-BEB9-8000AAFCCFA5}"/>
                    </a:ext>
                  </a:extLst>
                </p14:cNvPr>
                <p14:cNvContentPartPr/>
                <p14:nvPr/>
              </p14:nvContentPartPr>
              <p14:xfrm>
                <a:off x="1066462" y="4041536"/>
                <a:ext cx="109800" cy="95400"/>
              </p14:xfrm>
            </p:contentPart>
          </mc:Choice>
          <mc:Fallback>
            <p:pic>
              <p:nvPicPr>
                <p:cNvPr id="191" name="Ink 190">
                  <a:extLst>
                    <a:ext uri="{FF2B5EF4-FFF2-40B4-BE49-F238E27FC236}">
                      <a16:creationId xmlns:a16="http://schemas.microsoft.com/office/drawing/2014/main" id="{B59FDFA9-9B6B-52CD-BEB9-8000AAFCCFA5}"/>
                    </a:ext>
                  </a:extLst>
                </p:cNvPr>
                <p:cNvPicPr/>
                <p:nvPr/>
              </p:nvPicPr>
              <p:blipFill>
                <a:blip r:embed="rId285"/>
                <a:stretch>
                  <a:fillRect/>
                </a:stretch>
              </p:blipFill>
              <p:spPr>
                <a:xfrm>
                  <a:off x="1057822" y="4032536"/>
                  <a:ext cx="12744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92" name="Ink 191">
                  <a:extLst>
                    <a:ext uri="{FF2B5EF4-FFF2-40B4-BE49-F238E27FC236}">
                      <a16:creationId xmlns:a16="http://schemas.microsoft.com/office/drawing/2014/main" id="{D2B4CD03-DD93-60C7-0768-895D1590A2E3}"/>
                    </a:ext>
                  </a:extLst>
                </p14:cNvPr>
                <p14:cNvContentPartPr/>
                <p14:nvPr/>
              </p14:nvContentPartPr>
              <p14:xfrm>
                <a:off x="1193542" y="3991136"/>
                <a:ext cx="143280" cy="92520"/>
              </p14:xfrm>
            </p:contentPart>
          </mc:Choice>
          <mc:Fallback>
            <p:pic>
              <p:nvPicPr>
                <p:cNvPr id="192" name="Ink 191">
                  <a:extLst>
                    <a:ext uri="{FF2B5EF4-FFF2-40B4-BE49-F238E27FC236}">
                      <a16:creationId xmlns:a16="http://schemas.microsoft.com/office/drawing/2014/main" id="{D2B4CD03-DD93-60C7-0768-895D1590A2E3}"/>
                    </a:ext>
                  </a:extLst>
                </p:cNvPr>
                <p:cNvPicPr/>
                <p:nvPr/>
              </p:nvPicPr>
              <p:blipFill>
                <a:blip r:embed="rId287"/>
                <a:stretch>
                  <a:fillRect/>
                </a:stretch>
              </p:blipFill>
              <p:spPr>
                <a:xfrm>
                  <a:off x="1184902" y="3982136"/>
                  <a:ext cx="16092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93" name="Ink 192">
                  <a:extLst>
                    <a:ext uri="{FF2B5EF4-FFF2-40B4-BE49-F238E27FC236}">
                      <a16:creationId xmlns:a16="http://schemas.microsoft.com/office/drawing/2014/main" id="{BEFB2C2D-4F4A-48BC-DD87-4573329312D3}"/>
                    </a:ext>
                  </a:extLst>
                </p14:cNvPr>
                <p14:cNvContentPartPr/>
                <p14:nvPr/>
              </p14:nvContentPartPr>
              <p14:xfrm>
                <a:off x="1338622" y="3909056"/>
                <a:ext cx="159120" cy="171000"/>
              </p14:xfrm>
            </p:contentPart>
          </mc:Choice>
          <mc:Fallback>
            <p:pic>
              <p:nvPicPr>
                <p:cNvPr id="193" name="Ink 192">
                  <a:extLst>
                    <a:ext uri="{FF2B5EF4-FFF2-40B4-BE49-F238E27FC236}">
                      <a16:creationId xmlns:a16="http://schemas.microsoft.com/office/drawing/2014/main" id="{BEFB2C2D-4F4A-48BC-DD87-4573329312D3}"/>
                    </a:ext>
                  </a:extLst>
                </p:cNvPr>
                <p:cNvPicPr/>
                <p:nvPr/>
              </p:nvPicPr>
              <p:blipFill>
                <a:blip r:embed="rId289"/>
                <a:stretch>
                  <a:fillRect/>
                </a:stretch>
              </p:blipFill>
              <p:spPr>
                <a:xfrm>
                  <a:off x="1329622" y="3900056"/>
                  <a:ext cx="176760" cy="188640"/>
                </a:xfrm>
                <a:prstGeom prst="rect">
                  <a:avLst/>
                </a:prstGeom>
              </p:spPr>
            </p:pic>
          </mc:Fallback>
        </mc:AlternateContent>
      </p:grpSp>
      <p:grpSp>
        <p:nvGrpSpPr>
          <p:cNvPr id="210" name="Group 209">
            <a:extLst>
              <a:ext uri="{FF2B5EF4-FFF2-40B4-BE49-F238E27FC236}">
                <a16:creationId xmlns:a16="http://schemas.microsoft.com/office/drawing/2014/main" id="{333DA618-0FB5-557F-0E03-FCC9419F6FFD}"/>
              </a:ext>
            </a:extLst>
          </p:cNvPr>
          <p:cNvGrpSpPr/>
          <p:nvPr/>
        </p:nvGrpSpPr>
        <p:grpSpPr>
          <a:xfrm>
            <a:off x="2085622" y="5986976"/>
            <a:ext cx="424080" cy="119880"/>
            <a:chOff x="2085622" y="5986976"/>
            <a:chExt cx="424080" cy="119880"/>
          </a:xfrm>
        </p:grpSpPr>
        <mc:AlternateContent xmlns:mc="http://schemas.openxmlformats.org/markup-compatibility/2006">
          <mc:Choice xmlns:p14="http://schemas.microsoft.com/office/powerpoint/2010/main" Requires="p14">
            <p:contentPart p14:bwMode="auto" r:id="rId290">
              <p14:nvContentPartPr>
                <p14:cNvPr id="195" name="Ink 194">
                  <a:extLst>
                    <a:ext uri="{FF2B5EF4-FFF2-40B4-BE49-F238E27FC236}">
                      <a16:creationId xmlns:a16="http://schemas.microsoft.com/office/drawing/2014/main" id="{75C4B199-0DDE-DC1B-5567-C94AC29F5ACC}"/>
                    </a:ext>
                  </a:extLst>
                </p14:cNvPr>
                <p14:cNvContentPartPr/>
                <p14:nvPr/>
              </p14:nvContentPartPr>
              <p14:xfrm>
                <a:off x="2085622" y="6042056"/>
                <a:ext cx="365400" cy="40320"/>
              </p14:xfrm>
            </p:contentPart>
          </mc:Choice>
          <mc:Fallback>
            <p:pic>
              <p:nvPicPr>
                <p:cNvPr id="195" name="Ink 194">
                  <a:extLst>
                    <a:ext uri="{FF2B5EF4-FFF2-40B4-BE49-F238E27FC236}">
                      <a16:creationId xmlns:a16="http://schemas.microsoft.com/office/drawing/2014/main" id="{75C4B199-0DDE-DC1B-5567-C94AC29F5ACC}"/>
                    </a:ext>
                  </a:extLst>
                </p:cNvPr>
                <p:cNvPicPr/>
                <p:nvPr/>
              </p:nvPicPr>
              <p:blipFill>
                <a:blip r:embed="rId291"/>
                <a:stretch>
                  <a:fillRect/>
                </a:stretch>
              </p:blipFill>
              <p:spPr>
                <a:xfrm>
                  <a:off x="2076622" y="6033056"/>
                  <a:ext cx="38304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96" name="Ink 195">
                  <a:extLst>
                    <a:ext uri="{FF2B5EF4-FFF2-40B4-BE49-F238E27FC236}">
                      <a16:creationId xmlns:a16="http://schemas.microsoft.com/office/drawing/2014/main" id="{B769B78C-D8F8-E6F4-2C1E-48A9CB1C629A}"/>
                    </a:ext>
                  </a:extLst>
                </p14:cNvPr>
                <p14:cNvContentPartPr/>
                <p14:nvPr/>
              </p14:nvContentPartPr>
              <p14:xfrm>
                <a:off x="2357422" y="5986976"/>
                <a:ext cx="152280" cy="119880"/>
              </p14:xfrm>
            </p:contentPart>
          </mc:Choice>
          <mc:Fallback>
            <p:pic>
              <p:nvPicPr>
                <p:cNvPr id="196" name="Ink 195">
                  <a:extLst>
                    <a:ext uri="{FF2B5EF4-FFF2-40B4-BE49-F238E27FC236}">
                      <a16:creationId xmlns:a16="http://schemas.microsoft.com/office/drawing/2014/main" id="{B769B78C-D8F8-E6F4-2C1E-48A9CB1C629A}"/>
                    </a:ext>
                  </a:extLst>
                </p:cNvPr>
                <p:cNvPicPr/>
                <p:nvPr/>
              </p:nvPicPr>
              <p:blipFill>
                <a:blip r:embed="rId293"/>
                <a:stretch>
                  <a:fillRect/>
                </a:stretch>
              </p:blipFill>
              <p:spPr>
                <a:xfrm>
                  <a:off x="2348782" y="5977976"/>
                  <a:ext cx="169920" cy="137520"/>
                </a:xfrm>
                <a:prstGeom prst="rect">
                  <a:avLst/>
                </a:prstGeom>
              </p:spPr>
            </p:pic>
          </mc:Fallback>
        </mc:AlternateContent>
      </p:grpSp>
      <p:grpSp>
        <p:nvGrpSpPr>
          <p:cNvPr id="209" name="Group 208">
            <a:extLst>
              <a:ext uri="{FF2B5EF4-FFF2-40B4-BE49-F238E27FC236}">
                <a16:creationId xmlns:a16="http://schemas.microsoft.com/office/drawing/2014/main" id="{B6872151-1595-7181-1DA2-CB1B23017BB4}"/>
              </a:ext>
            </a:extLst>
          </p:cNvPr>
          <p:cNvGrpSpPr/>
          <p:nvPr/>
        </p:nvGrpSpPr>
        <p:grpSpPr>
          <a:xfrm>
            <a:off x="852622" y="5879696"/>
            <a:ext cx="888480" cy="562680"/>
            <a:chOff x="852622" y="5879696"/>
            <a:chExt cx="888480" cy="562680"/>
          </a:xfrm>
        </p:grpSpPr>
        <mc:AlternateContent xmlns:mc="http://schemas.openxmlformats.org/markup-compatibility/2006">
          <mc:Choice xmlns:p14="http://schemas.microsoft.com/office/powerpoint/2010/main" Requires="p14">
            <p:contentPart p14:bwMode="auto" r:id="rId294">
              <p14:nvContentPartPr>
                <p14:cNvPr id="197" name="Ink 196">
                  <a:extLst>
                    <a:ext uri="{FF2B5EF4-FFF2-40B4-BE49-F238E27FC236}">
                      <a16:creationId xmlns:a16="http://schemas.microsoft.com/office/drawing/2014/main" id="{B9B2C1EB-10E9-6C26-1D02-3EBB1E4878B2}"/>
                    </a:ext>
                  </a:extLst>
                </p14:cNvPr>
                <p14:cNvContentPartPr/>
                <p14:nvPr/>
              </p14:nvContentPartPr>
              <p14:xfrm>
                <a:off x="852622" y="6092456"/>
                <a:ext cx="125640" cy="96480"/>
              </p14:xfrm>
            </p:contentPart>
          </mc:Choice>
          <mc:Fallback>
            <p:pic>
              <p:nvPicPr>
                <p:cNvPr id="197" name="Ink 196">
                  <a:extLst>
                    <a:ext uri="{FF2B5EF4-FFF2-40B4-BE49-F238E27FC236}">
                      <a16:creationId xmlns:a16="http://schemas.microsoft.com/office/drawing/2014/main" id="{B9B2C1EB-10E9-6C26-1D02-3EBB1E4878B2}"/>
                    </a:ext>
                  </a:extLst>
                </p:cNvPr>
                <p:cNvPicPr/>
                <p:nvPr/>
              </p:nvPicPr>
              <p:blipFill>
                <a:blip r:embed="rId295"/>
                <a:stretch>
                  <a:fillRect/>
                </a:stretch>
              </p:blipFill>
              <p:spPr>
                <a:xfrm>
                  <a:off x="843622" y="6083456"/>
                  <a:ext cx="14328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98" name="Ink 197">
                  <a:extLst>
                    <a:ext uri="{FF2B5EF4-FFF2-40B4-BE49-F238E27FC236}">
                      <a16:creationId xmlns:a16="http://schemas.microsoft.com/office/drawing/2014/main" id="{97939EB8-DF5F-A2FA-A9EE-B3AC6EA52CF5}"/>
                    </a:ext>
                  </a:extLst>
                </p14:cNvPr>
                <p14:cNvContentPartPr/>
                <p14:nvPr/>
              </p14:nvContentPartPr>
              <p14:xfrm>
                <a:off x="961342" y="5980496"/>
                <a:ext cx="328680" cy="146160"/>
              </p14:xfrm>
            </p:contentPart>
          </mc:Choice>
          <mc:Fallback>
            <p:pic>
              <p:nvPicPr>
                <p:cNvPr id="198" name="Ink 197">
                  <a:extLst>
                    <a:ext uri="{FF2B5EF4-FFF2-40B4-BE49-F238E27FC236}">
                      <a16:creationId xmlns:a16="http://schemas.microsoft.com/office/drawing/2014/main" id="{97939EB8-DF5F-A2FA-A9EE-B3AC6EA52CF5}"/>
                    </a:ext>
                  </a:extLst>
                </p:cNvPr>
                <p:cNvPicPr/>
                <p:nvPr/>
              </p:nvPicPr>
              <p:blipFill>
                <a:blip r:embed="rId297"/>
                <a:stretch>
                  <a:fillRect/>
                </a:stretch>
              </p:blipFill>
              <p:spPr>
                <a:xfrm>
                  <a:off x="952342" y="5971856"/>
                  <a:ext cx="34632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99" name="Ink 198">
                  <a:extLst>
                    <a:ext uri="{FF2B5EF4-FFF2-40B4-BE49-F238E27FC236}">
                      <a16:creationId xmlns:a16="http://schemas.microsoft.com/office/drawing/2014/main" id="{266C6F1A-66A0-5CCE-1748-C03453C98180}"/>
                    </a:ext>
                  </a:extLst>
                </p14:cNvPr>
                <p14:cNvContentPartPr/>
                <p14:nvPr/>
              </p14:nvContentPartPr>
              <p14:xfrm>
                <a:off x="1296862" y="5879696"/>
                <a:ext cx="63360" cy="155880"/>
              </p14:xfrm>
            </p:contentPart>
          </mc:Choice>
          <mc:Fallback>
            <p:pic>
              <p:nvPicPr>
                <p:cNvPr id="199" name="Ink 198">
                  <a:extLst>
                    <a:ext uri="{FF2B5EF4-FFF2-40B4-BE49-F238E27FC236}">
                      <a16:creationId xmlns:a16="http://schemas.microsoft.com/office/drawing/2014/main" id="{266C6F1A-66A0-5CCE-1748-C03453C98180}"/>
                    </a:ext>
                  </a:extLst>
                </p:cNvPr>
                <p:cNvPicPr/>
                <p:nvPr/>
              </p:nvPicPr>
              <p:blipFill>
                <a:blip r:embed="rId299"/>
                <a:stretch>
                  <a:fillRect/>
                </a:stretch>
              </p:blipFill>
              <p:spPr>
                <a:xfrm>
                  <a:off x="1288222" y="5870696"/>
                  <a:ext cx="8100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200" name="Ink 199">
                  <a:extLst>
                    <a:ext uri="{FF2B5EF4-FFF2-40B4-BE49-F238E27FC236}">
                      <a16:creationId xmlns:a16="http://schemas.microsoft.com/office/drawing/2014/main" id="{59C6BE73-33FE-FED7-58DC-2EC837B55F0E}"/>
                    </a:ext>
                  </a:extLst>
                </p14:cNvPr>
                <p14:cNvContentPartPr/>
                <p14:nvPr/>
              </p14:nvContentPartPr>
              <p14:xfrm>
                <a:off x="1287862" y="5985176"/>
                <a:ext cx="120960" cy="27720"/>
              </p14:xfrm>
            </p:contentPart>
          </mc:Choice>
          <mc:Fallback>
            <p:pic>
              <p:nvPicPr>
                <p:cNvPr id="200" name="Ink 199">
                  <a:extLst>
                    <a:ext uri="{FF2B5EF4-FFF2-40B4-BE49-F238E27FC236}">
                      <a16:creationId xmlns:a16="http://schemas.microsoft.com/office/drawing/2014/main" id="{59C6BE73-33FE-FED7-58DC-2EC837B55F0E}"/>
                    </a:ext>
                  </a:extLst>
                </p:cNvPr>
                <p:cNvPicPr/>
                <p:nvPr/>
              </p:nvPicPr>
              <p:blipFill>
                <a:blip r:embed="rId301"/>
                <a:stretch>
                  <a:fillRect/>
                </a:stretch>
              </p:blipFill>
              <p:spPr>
                <a:xfrm>
                  <a:off x="1279222" y="5976536"/>
                  <a:ext cx="13860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201" name="Ink 200">
                  <a:extLst>
                    <a:ext uri="{FF2B5EF4-FFF2-40B4-BE49-F238E27FC236}">
                      <a16:creationId xmlns:a16="http://schemas.microsoft.com/office/drawing/2014/main" id="{28A50616-469E-595F-0CD0-9B8AAF0B0D55}"/>
                    </a:ext>
                  </a:extLst>
                </p14:cNvPr>
                <p14:cNvContentPartPr/>
                <p14:nvPr/>
              </p14:nvContentPartPr>
              <p14:xfrm>
                <a:off x="935422" y="6341936"/>
                <a:ext cx="170640" cy="100440"/>
              </p14:xfrm>
            </p:contentPart>
          </mc:Choice>
          <mc:Fallback>
            <p:pic>
              <p:nvPicPr>
                <p:cNvPr id="201" name="Ink 200">
                  <a:extLst>
                    <a:ext uri="{FF2B5EF4-FFF2-40B4-BE49-F238E27FC236}">
                      <a16:creationId xmlns:a16="http://schemas.microsoft.com/office/drawing/2014/main" id="{28A50616-469E-595F-0CD0-9B8AAF0B0D55}"/>
                    </a:ext>
                  </a:extLst>
                </p:cNvPr>
                <p:cNvPicPr/>
                <p:nvPr/>
              </p:nvPicPr>
              <p:blipFill>
                <a:blip r:embed="rId303"/>
                <a:stretch>
                  <a:fillRect/>
                </a:stretch>
              </p:blipFill>
              <p:spPr>
                <a:xfrm>
                  <a:off x="926782" y="6332936"/>
                  <a:ext cx="18828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202" name="Ink 201">
                  <a:extLst>
                    <a:ext uri="{FF2B5EF4-FFF2-40B4-BE49-F238E27FC236}">
                      <a16:creationId xmlns:a16="http://schemas.microsoft.com/office/drawing/2014/main" id="{A09AE29C-841D-A76B-7BA0-34D02D256B43}"/>
                    </a:ext>
                  </a:extLst>
                </p14:cNvPr>
                <p14:cNvContentPartPr/>
                <p14:nvPr/>
              </p14:nvContentPartPr>
              <p14:xfrm>
                <a:off x="1137382" y="6384776"/>
                <a:ext cx="34920" cy="8640"/>
              </p14:xfrm>
            </p:contentPart>
          </mc:Choice>
          <mc:Fallback>
            <p:pic>
              <p:nvPicPr>
                <p:cNvPr id="202" name="Ink 201">
                  <a:extLst>
                    <a:ext uri="{FF2B5EF4-FFF2-40B4-BE49-F238E27FC236}">
                      <a16:creationId xmlns:a16="http://schemas.microsoft.com/office/drawing/2014/main" id="{A09AE29C-841D-A76B-7BA0-34D02D256B43}"/>
                    </a:ext>
                  </a:extLst>
                </p:cNvPr>
                <p:cNvPicPr/>
                <p:nvPr/>
              </p:nvPicPr>
              <p:blipFill>
                <a:blip r:embed="rId305"/>
                <a:stretch>
                  <a:fillRect/>
                </a:stretch>
              </p:blipFill>
              <p:spPr>
                <a:xfrm>
                  <a:off x="1128742" y="6375776"/>
                  <a:ext cx="5256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203" name="Ink 202">
                  <a:extLst>
                    <a:ext uri="{FF2B5EF4-FFF2-40B4-BE49-F238E27FC236}">
                      <a16:creationId xmlns:a16="http://schemas.microsoft.com/office/drawing/2014/main" id="{1E71F80F-7992-25F9-F93A-FFE190674DB9}"/>
                    </a:ext>
                  </a:extLst>
                </p14:cNvPr>
                <p14:cNvContentPartPr/>
                <p14:nvPr/>
              </p14:nvContentPartPr>
              <p14:xfrm>
                <a:off x="1094182" y="6278216"/>
                <a:ext cx="1440" cy="1440"/>
              </p14:xfrm>
            </p:contentPart>
          </mc:Choice>
          <mc:Fallback>
            <p:pic>
              <p:nvPicPr>
                <p:cNvPr id="203" name="Ink 202">
                  <a:extLst>
                    <a:ext uri="{FF2B5EF4-FFF2-40B4-BE49-F238E27FC236}">
                      <a16:creationId xmlns:a16="http://schemas.microsoft.com/office/drawing/2014/main" id="{1E71F80F-7992-25F9-F93A-FFE190674DB9}"/>
                    </a:ext>
                  </a:extLst>
                </p:cNvPr>
                <p:cNvPicPr/>
                <p:nvPr/>
              </p:nvPicPr>
              <p:blipFill>
                <a:blip r:embed="rId307"/>
                <a:stretch>
                  <a:fillRect/>
                </a:stretch>
              </p:blipFill>
              <p:spPr>
                <a:xfrm>
                  <a:off x="1085182" y="6269576"/>
                  <a:ext cx="190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204" name="Ink 203">
                  <a:extLst>
                    <a:ext uri="{FF2B5EF4-FFF2-40B4-BE49-F238E27FC236}">
                      <a16:creationId xmlns:a16="http://schemas.microsoft.com/office/drawing/2014/main" id="{173E48DC-53A7-11A3-0A92-674C2B53F458}"/>
                    </a:ext>
                  </a:extLst>
                </p14:cNvPr>
                <p14:cNvContentPartPr/>
                <p14:nvPr/>
              </p14:nvContentPartPr>
              <p14:xfrm>
                <a:off x="1185262" y="6323936"/>
                <a:ext cx="62640" cy="47520"/>
              </p14:xfrm>
            </p:contentPart>
          </mc:Choice>
          <mc:Fallback>
            <p:pic>
              <p:nvPicPr>
                <p:cNvPr id="204" name="Ink 203">
                  <a:extLst>
                    <a:ext uri="{FF2B5EF4-FFF2-40B4-BE49-F238E27FC236}">
                      <a16:creationId xmlns:a16="http://schemas.microsoft.com/office/drawing/2014/main" id="{173E48DC-53A7-11A3-0A92-674C2B53F458}"/>
                    </a:ext>
                  </a:extLst>
                </p:cNvPr>
                <p:cNvPicPr/>
                <p:nvPr/>
              </p:nvPicPr>
              <p:blipFill>
                <a:blip r:embed="rId309"/>
                <a:stretch>
                  <a:fillRect/>
                </a:stretch>
              </p:blipFill>
              <p:spPr>
                <a:xfrm>
                  <a:off x="1176622" y="6315296"/>
                  <a:ext cx="8028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205" name="Ink 204">
                  <a:extLst>
                    <a:ext uri="{FF2B5EF4-FFF2-40B4-BE49-F238E27FC236}">
                      <a16:creationId xmlns:a16="http://schemas.microsoft.com/office/drawing/2014/main" id="{DAE5625F-7E4F-9B8B-DC81-DFDBF87A53CF}"/>
                    </a:ext>
                  </a:extLst>
                </p14:cNvPr>
                <p14:cNvContentPartPr/>
                <p14:nvPr/>
              </p14:nvContentPartPr>
              <p14:xfrm>
                <a:off x="1294702" y="6159416"/>
                <a:ext cx="78840" cy="208800"/>
              </p14:xfrm>
            </p:contentPart>
          </mc:Choice>
          <mc:Fallback>
            <p:pic>
              <p:nvPicPr>
                <p:cNvPr id="205" name="Ink 204">
                  <a:extLst>
                    <a:ext uri="{FF2B5EF4-FFF2-40B4-BE49-F238E27FC236}">
                      <a16:creationId xmlns:a16="http://schemas.microsoft.com/office/drawing/2014/main" id="{DAE5625F-7E4F-9B8B-DC81-DFDBF87A53CF}"/>
                    </a:ext>
                  </a:extLst>
                </p:cNvPr>
                <p:cNvPicPr/>
                <p:nvPr/>
              </p:nvPicPr>
              <p:blipFill>
                <a:blip r:embed="rId311"/>
                <a:stretch>
                  <a:fillRect/>
                </a:stretch>
              </p:blipFill>
              <p:spPr>
                <a:xfrm>
                  <a:off x="1285702" y="6150776"/>
                  <a:ext cx="9648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206" name="Ink 205">
                  <a:extLst>
                    <a:ext uri="{FF2B5EF4-FFF2-40B4-BE49-F238E27FC236}">
                      <a16:creationId xmlns:a16="http://schemas.microsoft.com/office/drawing/2014/main" id="{05CA1EF0-3924-A931-9149-44C3430249F6}"/>
                    </a:ext>
                  </a:extLst>
                </p14:cNvPr>
                <p14:cNvContentPartPr/>
                <p14:nvPr/>
              </p14:nvContentPartPr>
              <p14:xfrm>
                <a:off x="1417822" y="6219896"/>
                <a:ext cx="70560" cy="95400"/>
              </p14:xfrm>
            </p:contentPart>
          </mc:Choice>
          <mc:Fallback>
            <p:pic>
              <p:nvPicPr>
                <p:cNvPr id="206" name="Ink 205">
                  <a:extLst>
                    <a:ext uri="{FF2B5EF4-FFF2-40B4-BE49-F238E27FC236}">
                      <a16:creationId xmlns:a16="http://schemas.microsoft.com/office/drawing/2014/main" id="{05CA1EF0-3924-A931-9149-44C3430249F6}"/>
                    </a:ext>
                  </a:extLst>
                </p:cNvPr>
                <p:cNvPicPr/>
                <p:nvPr/>
              </p:nvPicPr>
              <p:blipFill>
                <a:blip r:embed="rId313"/>
                <a:stretch>
                  <a:fillRect/>
                </a:stretch>
              </p:blipFill>
              <p:spPr>
                <a:xfrm>
                  <a:off x="1408822" y="6211256"/>
                  <a:ext cx="8820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207" name="Ink 206">
                  <a:extLst>
                    <a:ext uri="{FF2B5EF4-FFF2-40B4-BE49-F238E27FC236}">
                      <a16:creationId xmlns:a16="http://schemas.microsoft.com/office/drawing/2014/main" id="{6385375A-F20B-BCBD-E77D-60223D519A66}"/>
                    </a:ext>
                  </a:extLst>
                </p14:cNvPr>
                <p14:cNvContentPartPr/>
                <p14:nvPr/>
              </p14:nvContentPartPr>
              <p14:xfrm>
                <a:off x="1509622" y="6177056"/>
                <a:ext cx="150480" cy="106560"/>
              </p14:xfrm>
            </p:contentPart>
          </mc:Choice>
          <mc:Fallback>
            <p:pic>
              <p:nvPicPr>
                <p:cNvPr id="207" name="Ink 206">
                  <a:extLst>
                    <a:ext uri="{FF2B5EF4-FFF2-40B4-BE49-F238E27FC236}">
                      <a16:creationId xmlns:a16="http://schemas.microsoft.com/office/drawing/2014/main" id="{6385375A-F20B-BCBD-E77D-60223D519A66}"/>
                    </a:ext>
                  </a:extLst>
                </p:cNvPr>
                <p:cNvPicPr/>
                <p:nvPr/>
              </p:nvPicPr>
              <p:blipFill>
                <a:blip r:embed="rId315"/>
                <a:stretch>
                  <a:fillRect/>
                </a:stretch>
              </p:blipFill>
              <p:spPr>
                <a:xfrm>
                  <a:off x="1500982" y="6168056"/>
                  <a:ext cx="16812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208" name="Ink 207">
                  <a:extLst>
                    <a:ext uri="{FF2B5EF4-FFF2-40B4-BE49-F238E27FC236}">
                      <a16:creationId xmlns:a16="http://schemas.microsoft.com/office/drawing/2014/main" id="{F3A4E5AD-F22A-930A-E86B-1A7C27B11BEB}"/>
                    </a:ext>
                  </a:extLst>
                </p14:cNvPr>
                <p14:cNvContentPartPr/>
                <p14:nvPr/>
              </p14:nvContentPartPr>
              <p14:xfrm>
                <a:off x="1673062" y="6097496"/>
                <a:ext cx="68040" cy="161280"/>
              </p14:xfrm>
            </p:contentPart>
          </mc:Choice>
          <mc:Fallback>
            <p:pic>
              <p:nvPicPr>
                <p:cNvPr id="208" name="Ink 207">
                  <a:extLst>
                    <a:ext uri="{FF2B5EF4-FFF2-40B4-BE49-F238E27FC236}">
                      <a16:creationId xmlns:a16="http://schemas.microsoft.com/office/drawing/2014/main" id="{F3A4E5AD-F22A-930A-E86B-1A7C27B11BEB}"/>
                    </a:ext>
                  </a:extLst>
                </p:cNvPr>
                <p:cNvPicPr/>
                <p:nvPr/>
              </p:nvPicPr>
              <p:blipFill>
                <a:blip r:embed="rId317"/>
                <a:stretch>
                  <a:fillRect/>
                </a:stretch>
              </p:blipFill>
              <p:spPr>
                <a:xfrm>
                  <a:off x="1664062" y="6088856"/>
                  <a:ext cx="85680" cy="178920"/>
                </a:xfrm>
                <a:prstGeom prst="rect">
                  <a:avLst/>
                </a:prstGeom>
              </p:spPr>
            </p:pic>
          </mc:Fallback>
        </mc:AlternateContent>
      </p:grpSp>
      <p:grpSp>
        <p:nvGrpSpPr>
          <p:cNvPr id="220" name="Group 219">
            <a:extLst>
              <a:ext uri="{FF2B5EF4-FFF2-40B4-BE49-F238E27FC236}">
                <a16:creationId xmlns:a16="http://schemas.microsoft.com/office/drawing/2014/main" id="{D359B570-937A-D195-CE28-FB0957BA2D61}"/>
              </a:ext>
            </a:extLst>
          </p:cNvPr>
          <p:cNvGrpSpPr/>
          <p:nvPr/>
        </p:nvGrpSpPr>
        <p:grpSpPr>
          <a:xfrm>
            <a:off x="7139662" y="3446816"/>
            <a:ext cx="1361520" cy="198360"/>
            <a:chOff x="7139662" y="3446816"/>
            <a:chExt cx="1361520" cy="198360"/>
          </a:xfrm>
        </p:grpSpPr>
        <mc:AlternateContent xmlns:mc="http://schemas.openxmlformats.org/markup-compatibility/2006">
          <mc:Choice xmlns:p14="http://schemas.microsoft.com/office/powerpoint/2010/main" Requires="p14">
            <p:contentPart p14:bwMode="auto" r:id="rId318">
              <p14:nvContentPartPr>
                <p14:cNvPr id="211" name="Ink 210">
                  <a:extLst>
                    <a:ext uri="{FF2B5EF4-FFF2-40B4-BE49-F238E27FC236}">
                      <a16:creationId xmlns:a16="http://schemas.microsoft.com/office/drawing/2014/main" id="{7DE5D885-38C9-80D6-87CE-BFDEAB895BC0}"/>
                    </a:ext>
                  </a:extLst>
                </p14:cNvPr>
                <p14:cNvContentPartPr/>
                <p14:nvPr/>
              </p14:nvContentPartPr>
              <p14:xfrm>
                <a:off x="7250182" y="3502976"/>
                <a:ext cx="17280" cy="132120"/>
              </p14:xfrm>
            </p:contentPart>
          </mc:Choice>
          <mc:Fallback>
            <p:pic>
              <p:nvPicPr>
                <p:cNvPr id="211" name="Ink 210">
                  <a:extLst>
                    <a:ext uri="{FF2B5EF4-FFF2-40B4-BE49-F238E27FC236}">
                      <a16:creationId xmlns:a16="http://schemas.microsoft.com/office/drawing/2014/main" id="{7DE5D885-38C9-80D6-87CE-BFDEAB895BC0}"/>
                    </a:ext>
                  </a:extLst>
                </p:cNvPr>
                <p:cNvPicPr/>
                <p:nvPr/>
              </p:nvPicPr>
              <p:blipFill>
                <a:blip r:embed="rId319"/>
                <a:stretch>
                  <a:fillRect/>
                </a:stretch>
              </p:blipFill>
              <p:spPr>
                <a:xfrm>
                  <a:off x="7241542" y="3493976"/>
                  <a:ext cx="3492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212" name="Ink 211">
                  <a:extLst>
                    <a:ext uri="{FF2B5EF4-FFF2-40B4-BE49-F238E27FC236}">
                      <a16:creationId xmlns:a16="http://schemas.microsoft.com/office/drawing/2014/main" id="{5CFF1A62-6D05-AF88-8A4B-0E53C598EC78}"/>
                    </a:ext>
                  </a:extLst>
                </p14:cNvPr>
                <p14:cNvContentPartPr/>
                <p14:nvPr/>
              </p14:nvContentPartPr>
              <p14:xfrm>
                <a:off x="7139662" y="3446816"/>
                <a:ext cx="292320" cy="198360"/>
              </p14:xfrm>
            </p:contentPart>
          </mc:Choice>
          <mc:Fallback>
            <p:pic>
              <p:nvPicPr>
                <p:cNvPr id="212" name="Ink 211">
                  <a:extLst>
                    <a:ext uri="{FF2B5EF4-FFF2-40B4-BE49-F238E27FC236}">
                      <a16:creationId xmlns:a16="http://schemas.microsoft.com/office/drawing/2014/main" id="{5CFF1A62-6D05-AF88-8A4B-0E53C598EC78}"/>
                    </a:ext>
                  </a:extLst>
                </p:cNvPr>
                <p:cNvPicPr/>
                <p:nvPr/>
              </p:nvPicPr>
              <p:blipFill>
                <a:blip r:embed="rId321"/>
                <a:stretch>
                  <a:fillRect/>
                </a:stretch>
              </p:blipFill>
              <p:spPr>
                <a:xfrm>
                  <a:off x="7130662" y="3438176"/>
                  <a:ext cx="3099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214" name="Ink 213">
                  <a:extLst>
                    <a:ext uri="{FF2B5EF4-FFF2-40B4-BE49-F238E27FC236}">
                      <a16:creationId xmlns:a16="http://schemas.microsoft.com/office/drawing/2014/main" id="{29C7B32A-0C33-BC54-219D-11D9DF32BF93}"/>
                    </a:ext>
                  </a:extLst>
                </p14:cNvPr>
                <p14:cNvContentPartPr/>
                <p14:nvPr/>
              </p14:nvContentPartPr>
              <p14:xfrm>
                <a:off x="7553662" y="3577856"/>
                <a:ext cx="107280" cy="22680"/>
              </p14:xfrm>
            </p:contentPart>
          </mc:Choice>
          <mc:Fallback>
            <p:pic>
              <p:nvPicPr>
                <p:cNvPr id="214" name="Ink 213">
                  <a:extLst>
                    <a:ext uri="{FF2B5EF4-FFF2-40B4-BE49-F238E27FC236}">
                      <a16:creationId xmlns:a16="http://schemas.microsoft.com/office/drawing/2014/main" id="{29C7B32A-0C33-BC54-219D-11D9DF32BF93}"/>
                    </a:ext>
                  </a:extLst>
                </p:cNvPr>
                <p:cNvPicPr/>
                <p:nvPr/>
              </p:nvPicPr>
              <p:blipFill>
                <a:blip r:embed="rId323"/>
                <a:stretch>
                  <a:fillRect/>
                </a:stretch>
              </p:blipFill>
              <p:spPr>
                <a:xfrm>
                  <a:off x="7544662" y="3568856"/>
                  <a:ext cx="12492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215" name="Ink 214">
                  <a:extLst>
                    <a:ext uri="{FF2B5EF4-FFF2-40B4-BE49-F238E27FC236}">
                      <a16:creationId xmlns:a16="http://schemas.microsoft.com/office/drawing/2014/main" id="{D897897D-94D8-0E68-C684-E8F2F7838C75}"/>
                    </a:ext>
                  </a:extLst>
                </p14:cNvPr>
                <p14:cNvContentPartPr/>
                <p14:nvPr/>
              </p14:nvContentPartPr>
              <p14:xfrm>
                <a:off x="7522342" y="3513056"/>
                <a:ext cx="144000" cy="22680"/>
              </p14:xfrm>
            </p:contentPart>
          </mc:Choice>
          <mc:Fallback>
            <p:pic>
              <p:nvPicPr>
                <p:cNvPr id="215" name="Ink 214">
                  <a:extLst>
                    <a:ext uri="{FF2B5EF4-FFF2-40B4-BE49-F238E27FC236}">
                      <a16:creationId xmlns:a16="http://schemas.microsoft.com/office/drawing/2014/main" id="{D897897D-94D8-0E68-C684-E8F2F7838C75}"/>
                    </a:ext>
                  </a:extLst>
                </p:cNvPr>
                <p:cNvPicPr/>
                <p:nvPr/>
              </p:nvPicPr>
              <p:blipFill>
                <a:blip r:embed="rId325"/>
                <a:stretch>
                  <a:fillRect/>
                </a:stretch>
              </p:blipFill>
              <p:spPr>
                <a:xfrm>
                  <a:off x="7513342" y="3504056"/>
                  <a:ext cx="16164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16" name="Ink 215">
                  <a:extLst>
                    <a:ext uri="{FF2B5EF4-FFF2-40B4-BE49-F238E27FC236}">
                      <a16:creationId xmlns:a16="http://schemas.microsoft.com/office/drawing/2014/main" id="{21548B01-2FFF-E5A1-A7C4-3A8316AD7011}"/>
                    </a:ext>
                  </a:extLst>
                </p14:cNvPr>
                <p14:cNvContentPartPr/>
                <p14:nvPr/>
              </p14:nvContentPartPr>
              <p14:xfrm>
                <a:off x="7869382" y="3449696"/>
                <a:ext cx="181800" cy="139320"/>
              </p14:xfrm>
            </p:contentPart>
          </mc:Choice>
          <mc:Fallback>
            <p:pic>
              <p:nvPicPr>
                <p:cNvPr id="216" name="Ink 215">
                  <a:extLst>
                    <a:ext uri="{FF2B5EF4-FFF2-40B4-BE49-F238E27FC236}">
                      <a16:creationId xmlns:a16="http://schemas.microsoft.com/office/drawing/2014/main" id="{21548B01-2FFF-E5A1-A7C4-3A8316AD7011}"/>
                    </a:ext>
                  </a:extLst>
                </p:cNvPr>
                <p:cNvPicPr/>
                <p:nvPr/>
              </p:nvPicPr>
              <p:blipFill>
                <a:blip r:embed="rId327"/>
                <a:stretch>
                  <a:fillRect/>
                </a:stretch>
              </p:blipFill>
              <p:spPr>
                <a:xfrm>
                  <a:off x="7860382" y="3441056"/>
                  <a:ext cx="19944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17" name="Ink 216">
                  <a:extLst>
                    <a:ext uri="{FF2B5EF4-FFF2-40B4-BE49-F238E27FC236}">
                      <a16:creationId xmlns:a16="http://schemas.microsoft.com/office/drawing/2014/main" id="{95DB3772-433B-A937-DB52-28D2C8438CE5}"/>
                    </a:ext>
                  </a:extLst>
                </p14:cNvPr>
                <p14:cNvContentPartPr/>
                <p14:nvPr/>
              </p14:nvContentPartPr>
              <p14:xfrm>
                <a:off x="8045782" y="3493976"/>
                <a:ext cx="173160" cy="83880"/>
              </p14:xfrm>
            </p:contentPart>
          </mc:Choice>
          <mc:Fallback>
            <p:pic>
              <p:nvPicPr>
                <p:cNvPr id="217" name="Ink 216">
                  <a:extLst>
                    <a:ext uri="{FF2B5EF4-FFF2-40B4-BE49-F238E27FC236}">
                      <a16:creationId xmlns:a16="http://schemas.microsoft.com/office/drawing/2014/main" id="{95DB3772-433B-A937-DB52-28D2C8438CE5}"/>
                    </a:ext>
                  </a:extLst>
                </p:cNvPr>
                <p:cNvPicPr/>
                <p:nvPr/>
              </p:nvPicPr>
              <p:blipFill>
                <a:blip r:embed="rId329"/>
                <a:stretch>
                  <a:fillRect/>
                </a:stretch>
              </p:blipFill>
              <p:spPr>
                <a:xfrm>
                  <a:off x="8036782" y="3485336"/>
                  <a:ext cx="19080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18" name="Ink 217">
                  <a:extLst>
                    <a:ext uri="{FF2B5EF4-FFF2-40B4-BE49-F238E27FC236}">
                      <a16:creationId xmlns:a16="http://schemas.microsoft.com/office/drawing/2014/main" id="{4E9A737B-D26F-D5A3-B06A-F39387722694}"/>
                    </a:ext>
                  </a:extLst>
                </p14:cNvPr>
                <p14:cNvContentPartPr/>
                <p14:nvPr/>
              </p14:nvContentPartPr>
              <p14:xfrm>
                <a:off x="8318662" y="3473456"/>
                <a:ext cx="182520" cy="100080"/>
              </p14:xfrm>
            </p:contentPart>
          </mc:Choice>
          <mc:Fallback>
            <p:pic>
              <p:nvPicPr>
                <p:cNvPr id="218" name="Ink 217">
                  <a:extLst>
                    <a:ext uri="{FF2B5EF4-FFF2-40B4-BE49-F238E27FC236}">
                      <a16:creationId xmlns:a16="http://schemas.microsoft.com/office/drawing/2014/main" id="{4E9A737B-D26F-D5A3-B06A-F39387722694}"/>
                    </a:ext>
                  </a:extLst>
                </p:cNvPr>
                <p:cNvPicPr/>
                <p:nvPr/>
              </p:nvPicPr>
              <p:blipFill>
                <a:blip r:embed="rId331"/>
                <a:stretch>
                  <a:fillRect/>
                </a:stretch>
              </p:blipFill>
              <p:spPr>
                <a:xfrm>
                  <a:off x="8309662" y="3464816"/>
                  <a:ext cx="200160" cy="117720"/>
                </a:xfrm>
                <a:prstGeom prst="rect">
                  <a:avLst/>
                </a:prstGeom>
              </p:spPr>
            </p:pic>
          </mc:Fallback>
        </mc:AlternateContent>
      </p:grpSp>
      <p:grpSp>
        <p:nvGrpSpPr>
          <p:cNvPr id="232" name="Group 231">
            <a:extLst>
              <a:ext uri="{FF2B5EF4-FFF2-40B4-BE49-F238E27FC236}">
                <a16:creationId xmlns:a16="http://schemas.microsoft.com/office/drawing/2014/main" id="{BC38D91B-C8F1-D5D1-6C2A-C3A535323F0E}"/>
              </a:ext>
            </a:extLst>
          </p:cNvPr>
          <p:cNvGrpSpPr/>
          <p:nvPr/>
        </p:nvGrpSpPr>
        <p:grpSpPr>
          <a:xfrm>
            <a:off x="8762902" y="3440336"/>
            <a:ext cx="370800" cy="137520"/>
            <a:chOff x="8762902" y="3440336"/>
            <a:chExt cx="370800" cy="137520"/>
          </a:xfrm>
        </p:grpSpPr>
        <mc:AlternateContent xmlns:mc="http://schemas.openxmlformats.org/markup-compatibility/2006">
          <mc:Choice xmlns:p14="http://schemas.microsoft.com/office/powerpoint/2010/main" Requires="p14">
            <p:contentPart p14:bwMode="auto" r:id="rId332">
              <p14:nvContentPartPr>
                <p14:cNvPr id="230" name="Ink 229">
                  <a:extLst>
                    <a:ext uri="{FF2B5EF4-FFF2-40B4-BE49-F238E27FC236}">
                      <a16:creationId xmlns:a16="http://schemas.microsoft.com/office/drawing/2014/main" id="{16F81842-3D1E-07A9-D5BB-BF56E07BC891}"/>
                    </a:ext>
                  </a:extLst>
                </p14:cNvPr>
                <p14:cNvContentPartPr/>
                <p14:nvPr/>
              </p14:nvContentPartPr>
              <p14:xfrm>
                <a:off x="8762902" y="3491456"/>
                <a:ext cx="203400" cy="64800"/>
              </p14:xfrm>
            </p:contentPart>
          </mc:Choice>
          <mc:Fallback>
            <p:pic>
              <p:nvPicPr>
                <p:cNvPr id="230" name="Ink 229">
                  <a:extLst>
                    <a:ext uri="{FF2B5EF4-FFF2-40B4-BE49-F238E27FC236}">
                      <a16:creationId xmlns:a16="http://schemas.microsoft.com/office/drawing/2014/main" id="{16F81842-3D1E-07A9-D5BB-BF56E07BC891}"/>
                    </a:ext>
                  </a:extLst>
                </p:cNvPr>
                <p:cNvPicPr/>
                <p:nvPr/>
              </p:nvPicPr>
              <p:blipFill>
                <a:blip r:embed="rId333"/>
                <a:stretch>
                  <a:fillRect/>
                </a:stretch>
              </p:blipFill>
              <p:spPr>
                <a:xfrm>
                  <a:off x="8753902" y="3482816"/>
                  <a:ext cx="22104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31" name="Ink 230">
                  <a:extLst>
                    <a:ext uri="{FF2B5EF4-FFF2-40B4-BE49-F238E27FC236}">
                      <a16:creationId xmlns:a16="http://schemas.microsoft.com/office/drawing/2014/main" id="{C3FC388E-EEB0-8B52-F050-103235C70D56}"/>
                    </a:ext>
                  </a:extLst>
                </p14:cNvPr>
                <p14:cNvContentPartPr/>
                <p14:nvPr/>
              </p14:nvContentPartPr>
              <p14:xfrm>
                <a:off x="8988622" y="3440336"/>
                <a:ext cx="145080" cy="137520"/>
              </p14:xfrm>
            </p:contentPart>
          </mc:Choice>
          <mc:Fallback>
            <p:pic>
              <p:nvPicPr>
                <p:cNvPr id="231" name="Ink 230">
                  <a:extLst>
                    <a:ext uri="{FF2B5EF4-FFF2-40B4-BE49-F238E27FC236}">
                      <a16:creationId xmlns:a16="http://schemas.microsoft.com/office/drawing/2014/main" id="{C3FC388E-EEB0-8B52-F050-103235C70D56}"/>
                    </a:ext>
                  </a:extLst>
                </p:cNvPr>
                <p:cNvPicPr/>
                <p:nvPr/>
              </p:nvPicPr>
              <p:blipFill>
                <a:blip r:embed="rId335"/>
                <a:stretch>
                  <a:fillRect/>
                </a:stretch>
              </p:blipFill>
              <p:spPr>
                <a:xfrm>
                  <a:off x="8979622" y="3431336"/>
                  <a:ext cx="162720" cy="155160"/>
                </a:xfrm>
                <a:prstGeom prst="rect">
                  <a:avLst/>
                </a:prstGeom>
              </p:spPr>
            </p:pic>
          </mc:Fallback>
        </mc:AlternateContent>
      </p:grpSp>
      <p:grpSp>
        <p:nvGrpSpPr>
          <p:cNvPr id="236" name="Group 235">
            <a:extLst>
              <a:ext uri="{FF2B5EF4-FFF2-40B4-BE49-F238E27FC236}">
                <a16:creationId xmlns:a16="http://schemas.microsoft.com/office/drawing/2014/main" id="{DE067EEC-47F2-272B-CED7-A39D5537ED72}"/>
              </a:ext>
            </a:extLst>
          </p:cNvPr>
          <p:cNvGrpSpPr/>
          <p:nvPr/>
        </p:nvGrpSpPr>
        <p:grpSpPr>
          <a:xfrm>
            <a:off x="4311142" y="5585936"/>
            <a:ext cx="1688760" cy="306000"/>
            <a:chOff x="4311142" y="5585936"/>
            <a:chExt cx="1688760" cy="306000"/>
          </a:xfrm>
        </p:grpSpPr>
        <mc:AlternateContent xmlns:mc="http://schemas.openxmlformats.org/markup-compatibility/2006">
          <mc:Choice xmlns:p14="http://schemas.microsoft.com/office/powerpoint/2010/main" Requires="p14">
            <p:contentPart p14:bwMode="auto" r:id="rId336">
              <p14:nvContentPartPr>
                <p14:cNvPr id="221" name="Ink 220">
                  <a:extLst>
                    <a:ext uri="{FF2B5EF4-FFF2-40B4-BE49-F238E27FC236}">
                      <a16:creationId xmlns:a16="http://schemas.microsoft.com/office/drawing/2014/main" id="{BA17958B-1D2C-C21A-C574-1CDE9171E017}"/>
                    </a:ext>
                  </a:extLst>
                </p14:cNvPr>
                <p14:cNvContentPartPr/>
                <p14:nvPr/>
              </p14:nvContentPartPr>
              <p14:xfrm>
                <a:off x="4375222" y="5757296"/>
                <a:ext cx="19800" cy="90360"/>
              </p14:xfrm>
            </p:contentPart>
          </mc:Choice>
          <mc:Fallback>
            <p:pic>
              <p:nvPicPr>
                <p:cNvPr id="221" name="Ink 220">
                  <a:extLst>
                    <a:ext uri="{FF2B5EF4-FFF2-40B4-BE49-F238E27FC236}">
                      <a16:creationId xmlns:a16="http://schemas.microsoft.com/office/drawing/2014/main" id="{BA17958B-1D2C-C21A-C574-1CDE9171E017}"/>
                    </a:ext>
                  </a:extLst>
                </p:cNvPr>
                <p:cNvPicPr/>
                <p:nvPr/>
              </p:nvPicPr>
              <p:blipFill>
                <a:blip r:embed="rId337"/>
                <a:stretch>
                  <a:fillRect/>
                </a:stretch>
              </p:blipFill>
              <p:spPr>
                <a:xfrm>
                  <a:off x="4366222" y="5748656"/>
                  <a:ext cx="3744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22" name="Ink 221">
                  <a:extLst>
                    <a:ext uri="{FF2B5EF4-FFF2-40B4-BE49-F238E27FC236}">
                      <a16:creationId xmlns:a16="http://schemas.microsoft.com/office/drawing/2014/main" id="{19C694E4-9D8E-ECA3-0047-C1AA2749DE1A}"/>
                    </a:ext>
                  </a:extLst>
                </p14:cNvPr>
                <p14:cNvContentPartPr/>
                <p14:nvPr/>
              </p14:nvContentPartPr>
              <p14:xfrm>
                <a:off x="4311142" y="5715896"/>
                <a:ext cx="233280" cy="174960"/>
              </p14:xfrm>
            </p:contentPart>
          </mc:Choice>
          <mc:Fallback>
            <p:pic>
              <p:nvPicPr>
                <p:cNvPr id="222" name="Ink 221">
                  <a:extLst>
                    <a:ext uri="{FF2B5EF4-FFF2-40B4-BE49-F238E27FC236}">
                      <a16:creationId xmlns:a16="http://schemas.microsoft.com/office/drawing/2014/main" id="{19C694E4-9D8E-ECA3-0047-C1AA2749DE1A}"/>
                    </a:ext>
                  </a:extLst>
                </p:cNvPr>
                <p:cNvPicPr/>
                <p:nvPr/>
              </p:nvPicPr>
              <p:blipFill>
                <a:blip r:embed="rId339"/>
                <a:stretch>
                  <a:fillRect/>
                </a:stretch>
              </p:blipFill>
              <p:spPr>
                <a:xfrm>
                  <a:off x="4302502" y="5707256"/>
                  <a:ext cx="25092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24" name="Ink 223">
                  <a:extLst>
                    <a:ext uri="{FF2B5EF4-FFF2-40B4-BE49-F238E27FC236}">
                      <a16:creationId xmlns:a16="http://schemas.microsoft.com/office/drawing/2014/main" id="{A7D2B2AC-AF21-6C26-A89F-CF409182CFD2}"/>
                    </a:ext>
                  </a:extLst>
                </p14:cNvPr>
                <p14:cNvContentPartPr/>
                <p14:nvPr/>
              </p14:nvContentPartPr>
              <p14:xfrm>
                <a:off x="4731622" y="5836496"/>
                <a:ext cx="132840" cy="22320"/>
              </p14:xfrm>
            </p:contentPart>
          </mc:Choice>
          <mc:Fallback>
            <p:pic>
              <p:nvPicPr>
                <p:cNvPr id="224" name="Ink 223">
                  <a:extLst>
                    <a:ext uri="{FF2B5EF4-FFF2-40B4-BE49-F238E27FC236}">
                      <a16:creationId xmlns:a16="http://schemas.microsoft.com/office/drawing/2014/main" id="{A7D2B2AC-AF21-6C26-A89F-CF409182CFD2}"/>
                    </a:ext>
                  </a:extLst>
                </p:cNvPr>
                <p:cNvPicPr/>
                <p:nvPr/>
              </p:nvPicPr>
              <p:blipFill>
                <a:blip r:embed="rId341"/>
                <a:stretch>
                  <a:fillRect/>
                </a:stretch>
              </p:blipFill>
              <p:spPr>
                <a:xfrm>
                  <a:off x="4722982" y="5827496"/>
                  <a:ext cx="15048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25" name="Ink 224">
                  <a:extLst>
                    <a:ext uri="{FF2B5EF4-FFF2-40B4-BE49-F238E27FC236}">
                      <a16:creationId xmlns:a16="http://schemas.microsoft.com/office/drawing/2014/main" id="{49DAC5EA-7B78-25DC-44E5-927A77F8B01F}"/>
                    </a:ext>
                  </a:extLst>
                </p14:cNvPr>
                <p14:cNvContentPartPr/>
                <p14:nvPr/>
              </p14:nvContentPartPr>
              <p14:xfrm>
                <a:off x="4725142" y="5767016"/>
                <a:ext cx="128880" cy="22680"/>
              </p14:xfrm>
            </p:contentPart>
          </mc:Choice>
          <mc:Fallback>
            <p:pic>
              <p:nvPicPr>
                <p:cNvPr id="225" name="Ink 224">
                  <a:extLst>
                    <a:ext uri="{FF2B5EF4-FFF2-40B4-BE49-F238E27FC236}">
                      <a16:creationId xmlns:a16="http://schemas.microsoft.com/office/drawing/2014/main" id="{49DAC5EA-7B78-25DC-44E5-927A77F8B01F}"/>
                    </a:ext>
                  </a:extLst>
                </p:cNvPr>
                <p:cNvPicPr/>
                <p:nvPr/>
              </p:nvPicPr>
              <p:blipFill>
                <a:blip r:embed="rId343"/>
                <a:stretch>
                  <a:fillRect/>
                </a:stretch>
              </p:blipFill>
              <p:spPr>
                <a:xfrm>
                  <a:off x="4716142" y="5758376"/>
                  <a:ext cx="14652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27" name="Ink 226">
                  <a:extLst>
                    <a:ext uri="{FF2B5EF4-FFF2-40B4-BE49-F238E27FC236}">
                      <a16:creationId xmlns:a16="http://schemas.microsoft.com/office/drawing/2014/main" id="{5C74ED93-6E32-9A65-E812-E0A10EB7D5C7}"/>
                    </a:ext>
                  </a:extLst>
                </p14:cNvPr>
                <p14:cNvContentPartPr/>
                <p14:nvPr/>
              </p14:nvContentPartPr>
              <p14:xfrm>
                <a:off x="4991902" y="5734976"/>
                <a:ext cx="223920" cy="145800"/>
              </p14:xfrm>
            </p:contentPart>
          </mc:Choice>
          <mc:Fallback>
            <p:pic>
              <p:nvPicPr>
                <p:cNvPr id="227" name="Ink 226">
                  <a:extLst>
                    <a:ext uri="{FF2B5EF4-FFF2-40B4-BE49-F238E27FC236}">
                      <a16:creationId xmlns:a16="http://schemas.microsoft.com/office/drawing/2014/main" id="{5C74ED93-6E32-9A65-E812-E0A10EB7D5C7}"/>
                    </a:ext>
                  </a:extLst>
                </p:cNvPr>
                <p:cNvPicPr/>
                <p:nvPr/>
              </p:nvPicPr>
              <p:blipFill>
                <a:blip r:embed="rId345"/>
                <a:stretch>
                  <a:fillRect/>
                </a:stretch>
              </p:blipFill>
              <p:spPr>
                <a:xfrm>
                  <a:off x="4982902" y="5726336"/>
                  <a:ext cx="24156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28" name="Ink 227">
                  <a:extLst>
                    <a:ext uri="{FF2B5EF4-FFF2-40B4-BE49-F238E27FC236}">
                      <a16:creationId xmlns:a16="http://schemas.microsoft.com/office/drawing/2014/main" id="{825433E4-7C60-CC0E-2C90-DCAB2D41BBA6}"/>
                    </a:ext>
                  </a:extLst>
                </p14:cNvPr>
                <p14:cNvContentPartPr/>
                <p14:nvPr/>
              </p14:nvContentPartPr>
              <p14:xfrm>
                <a:off x="5256862" y="5737496"/>
                <a:ext cx="161640" cy="101160"/>
              </p14:xfrm>
            </p:contentPart>
          </mc:Choice>
          <mc:Fallback>
            <p:pic>
              <p:nvPicPr>
                <p:cNvPr id="228" name="Ink 227">
                  <a:extLst>
                    <a:ext uri="{FF2B5EF4-FFF2-40B4-BE49-F238E27FC236}">
                      <a16:creationId xmlns:a16="http://schemas.microsoft.com/office/drawing/2014/main" id="{825433E4-7C60-CC0E-2C90-DCAB2D41BBA6}"/>
                    </a:ext>
                  </a:extLst>
                </p:cNvPr>
                <p:cNvPicPr/>
                <p:nvPr/>
              </p:nvPicPr>
              <p:blipFill>
                <a:blip r:embed="rId347"/>
                <a:stretch>
                  <a:fillRect/>
                </a:stretch>
              </p:blipFill>
              <p:spPr>
                <a:xfrm>
                  <a:off x="5247862" y="5728496"/>
                  <a:ext cx="17928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33" name="Ink 232">
                  <a:extLst>
                    <a:ext uri="{FF2B5EF4-FFF2-40B4-BE49-F238E27FC236}">
                      <a16:creationId xmlns:a16="http://schemas.microsoft.com/office/drawing/2014/main" id="{B70822C7-2584-B3D6-E97E-A09B76E3D512}"/>
                    </a:ext>
                  </a:extLst>
                </p14:cNvPr>
                <p14:cNvContentPartPr/>
                <p14:nvPr/>
              </p14:nvContentPartPr>
              <p14:xfrm>
                <a:off x="5633062" y="5747576"/>
                <a:ext cx="232920" cy="76320"/>
              </p14:xfrm>
            </p:contentPart>
          </mc:Choice>
          <mc:Fallback>
            <p:pic>
              <p:nvPicPr>
                <p:cNvPr id="233" name="Ink 232">
                  <a:extLst>
                    <a:ext uri="{FF2B5EF4-FFF2-40B4-BE49-F238E27FC236}">
                      <a16:creationId xmlns:a16="http://schemas.microsoft.com/office/drawing/2014/main" id="{B70822C7-2584-B3D6-E97E-A09B76E3D512}"/>
                    </a:ext>
                  </a:extLst>
                </p:cNvPr>
                <p:cNvPicPr/>
                <p:nvPr/>
              </p:nvPicPr>
              <p:blipFill>
                <a:blip r:embed="rId349"/>
                <a:stretch>
                  <a:fillRect/>
                </a:stretch>
              </p:blipFill>
              <p:spPr>
                <a:xfrm>
                  <a:off x="5624062" y="5738936"/>
                  <a:ext cx="25056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34" name="Ink 233">
                  <a:extLst>
                    <a:ext uri="{FF2B5EF4-FFF2-40B4-BE49-F238E27FC236}">
                      <a16:creationId xmlns:a16="http://schemas.microsoft.com/office/drawing/2014/main" id="{7C0B3481-A0A6-CA7C-FA8E-387E2009B7DF}"/>
                    </a:ext>
                  </a:extLst>
                </p14:cNvPr>
                <p14:cNvContentPartPr/>
                <p14:nvPr/>
              </p14:nvContentPartPr>
              <p14:xfrm>
                <a:off x="5843302" y="5718056"/>
                <a:ext cx="156600" cy="173880"/>
              </p14:xfrm>
            </p:contentPart>
          </mc:Choice>
          <mc:Fallback>
            <p:pic>
              <p:nvPicPr>
                <p:cNvPr id="234" name="Ink 233">
                  <a:extLst>
                    <a:ext uri="{FF2B5EF4-FFF2-40B4-BE49-F238E27FC236}">
                      <a16:creationId xmlns:a16="http://schemas.microsoft.com/office/drawing/2014/main" id="{7C0B3481-A0A6-CA7C-FA8E-387E2009B7DF}"/>
                    </a:ext>
                  </a:extLst>
                </p:cNvPr>
                <p:cNvPicPr/>
                <p:nvPr/>
              </p:nvPicPr>
              <p:blipFill>
                <a:blip r:embed="rId351"/>
                <a:stretch>
                  <a:fillRect/>
                </a:stretch>
              </p:blipFill>
              <p:spPr>
                <a:xfrm>
                  <a:off x="5834662" y="5709056"/>
                  <a:ext cx="17424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35" name="Ink 234">
                  <a:extLst>
                    <a:ext uri="{FF2B5EF4-FFF2-40B4-BE49-F238E27FC236}">
                      <a16:creationId xmlns:a16="http://schemas.microsoft.com/office/drawing/2014/main" id="{5325DB75-C766-C05E-5483-205232331CF7}"/>
                    </a:ext>
                  </a:extLst>
                </p14:cNvPr>
                <p14:cNvContentPartPr/>
                <p14:nvPr/>
              </p14:nvContentPartPr>
              <p14:xfrm>
                <a:off x="4763302" y="5585936"/>
                <a:ext cx="143640" cy="107640"/>
              </p14:xfrm>
            </p:contentPart>
          </mc:Choice>
          <mc:Fallback>
            <p:pic>
              <p:nvPicPr>
                <p:cNvPr id="235" name="Ink 234">
                  <a:extLst>
                    <a:ext uri="{FF2B5EF4-FFF2-40B4-BE49-F238E27FC236}">
                      <a16:creationId xmlns:a16="http://schemas.microsoft.com/office/drawing/2014/main" id="{5325DB75-C766-C05E-5483-205232331CF7}"/>
                    </a:ext>
                  </a:extLst>
                </p:cNvPr>
                <p:cNvPicPr/>
                <p:nvPr/>
              </p:nvPicPr>
              <p:blipFill>
                <a:blip r:embed="rId353"/>
                <a:stretch>
                  <a:fillRect/>
                </a:stretch>
              </p:blipFill>
              <p:spPr>
                <a:xfrm>
                  <a:off x="4754662" y="5577296"/>
                  <a:ext cx="161280" cy="125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54">
            <p14:nvContentPartPr>
              <p14:cNvPr id="237" name="Ink 236">
                <a:extLst>
                  <a:ext uri="{FF2B5EF4-FFF2-40B4-BE49-F238E27FC236}">
                    <a16:creationId xmlns:a16="http://schemas.microsoft.com/office/drawing/2014/main" id="{2E37AA61-60B6-5AF3-3D22-2C622AC66A27}"/>
                  </a:ext>
                </a:extLst>
              </p14:cNvPr>
              <p14:cNvContentPartPr/>
              <p14:nvPr/>
            </p14:nvContentPartPr>
            <p14:xfrm>
              <a:off x="7477702" y="3315776"/>
              <a:ext cx="140760" cy="113400"/>
            </p14:xfrm>
          </p:contentPart>
        </mc:Choice>
        <mc:Fallback>
          <p:pic>
            <p:nvPicPr>
              <p:cNvPr id="237" name="Ink 236">
                <a:extLst>
                  <a:ext uri="{FF2B5EF4-FFF2-40B4-BE49-F238E27FC236}">
                    <a16:creationId xmlns:a16="http://schemas.microsoft.com/office/drawing/2014/main" id="{2E37AA61-60B6-5AF3-3D22-2C622AC66A27}"/>
                  </a:ext>
                </a:extLst>
              </p:cNvPr>
              <p:cNvPicPr/>
              <p:nvPr/>
            </p:nvPicPr>
            <p:blipFill>
              <a:blip r:embed="rId355"/>
              <a:stretch>
                <a:fillRect/>
              </a:stretch>
            </p:blipFill>
            <p:spPr>
              <a:xfrm>
                <a:off x="7468702" y="3306776"/>
                <a:ext cx="158400" cy="131040"/>
              </a:xfrm>
              <a:prstGeom prst="rect">
                <a:avLst/>
              </a:prstGeom>
            </p:spPr>
          </p:pic>
        </mc:Fallback>
      </mc:AlternateContent>
      <p:grpSp>
        <p:nvGrpSpPr>
          <p:cNvPr id="259" name="Group 258">
            <a:extLst>
              <a:ext uri="{FF2B5EF4-FFF2-40B4-BE49-F238E27FC236}">
                <a16:creationId xmlns:a16="http://schemas.microsoft.com/office/drawing/2014/main" id="{C06F9D36-E39F-8935-66B0-C8822551F14B}"/>
              </a:ext>
            </a:extLst>
          </p:cNvPr>
          <p:cNvGrpSpPr/>
          <p:nvPr/>
        </p:nvGrpSpPr>
        <p:grpSpPr>
          <a:xfrm>
            <a:off x="6533422" y="5927576"/>
            <a:ext cx="2601000" cy="447840"/>
            <a:chOff x="6533422" y="5927576"/>
            <a:chExt cx="2601000" cy="447840"/>
          </a:xfrm>
        </p:grpSpPr>
        <mc:AlternateContent xmlns:mc="http://schemas.openxmlformats.org/markup-compatibility/2006">
          <mc:Choice xmlns:p14="http://schemas.microsoft.com/office/powerpoint/2010/main" Requires="p14">
            <p:contentPart p14:bwMode="auto" r:id="rId356">
              <p14:nvContentPartPr>
                <p14:cNvPr id="238" name="Ink 237">
                  <a:extLst>
                    <a:ext uri="{FF2B5EF4-FFF2-40B4-BE49-F238E27FC236}">
                      <a16:creationId xmlns:a16="http://schemas.microsoft.com/office/drawing/2014/main" id="{408F7A95-6C94-4B16-E9A9-19F0E951347F}"/>
                    </a:ext>
                  </a:extLst>
                </p14:cNvPr>
                <p14:cNvContentPartPr/>
                <p14:nvPr/>
              </p14:nvContentPartPr>
              <p14:xfrm>
                <a:off x="6533422" y="6128816"/>
                <a:ext cx="107280" cy="246600"/>
              </p14:xfrm>
            </p:contentPart>
          </mc:Choice>
          <mc:Fallback>
            <p:pic>
              <p:nvPicPr>
                <p:cNvPr id="238" name="Ink 237">
                  <a:extLst>
                    <a:ext uri="{FF2B5EF4-FFF2-40B4-BE49-F238E27FC236}">
                      <a16:creationId xmlns:a16="http://schemas.microsoft.com/office/drawing/2014/main" id="{408F7A95-6C94-4B16-E9A9-19F0E951347F}"/>
                    </a:ext>
                  </a:extLst>
                </p:cNvPr>
                <p:cNvPicPr/>
                <p:nvPr/>
              </p:nvPicPr>
              <p:blipFill>
                <a:blip r:embed="rId357"/>
                <a:stretch>
                  <a:fillRect/>
                </a:stretch>
              </p:blipFill>
              <p:spPr>
                <a:xfrm>
                  <a:off x="6524422" y="6120176"/>
                  <a:ext cx="12492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39" name="Ink 238">
                  <a:extLst>
                    <a:ext uri="{FF2B5EF4-FFF2-40B4-BE49-F238E27FC236}">
                      <a16:creationId xmlns:a16="http://schemas.microsoft.com/office/drawing/2014/main" id="{859DF565-F5D2-DAC5-5375-91FA79B8CA2D}"/>
                    </a:ext>
                  </a:extLst>
                </p14:cNvPr>
                <p14:cNvContentPartPr/>
                <p14:nvPr/>
              </p14:nvContentPartPr>
              <p14:xfrm>
                <a:off x="6700822" y="6182816"/>
                <a:ext cx="89280" cy="84960"/>
              </p14:xfrm>
            </p:contentPart>
          </mc:Choice>
          <mc:Fallback>
            <p:pic>
              <p:nvPicPr>
                <p:cNvPr id="239" name="Ink 238">
                  <a:extLst>
                    <a:ext uri="{FF2B5EF4-FFF2-40B4-BE49-F238E27FC236}">
                      <a16:creationId xmlns:a16="http://schemas.microsoft.com/office/drawing/2014/main" id="{859DF565-F5D2-DAC5-5375-91FA79B8CA2D}"/>
                    </a:ext>
                  </a:extLst>
                </p:cNvPr>
                <p:cNvPicPr/>
                <p:nvPr/>
              </p:nvPicPr>
              <p:blipFill>
                <a:blip r:embed="rId359"/>
                <a:stretch>
                  <a:fillRect/>
                </a:stretch>
              </p:blipFill>
              <p:spPr>
                <a:xfrm>
                  <a:off x="6692182" y="6174176"/>
                  <a:ext cx="10692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40" name="Ink 239">
                  <a:extLst>
                    <a:ext uri="{FF2B5EF4-FFF2-40B4-BE49-F238E27FC236}">
                      <a16:creationId xmlns:a16="http://schemas.microsoft.com/office/drawing/2014/main" id="{13FF49E5-9F97-8A25-1A33-7A6A375DEA26}"/>
                    </a:ext>
                  </a:extLst>
                </p14:cNvPr>
                <p14:cNvContentPartPr/>
                <p14:nvPr/>
              </p14:nvContentPartPr>
              <p14:xfrm>
                <a:off x="6836182" y="6156536"/>
                <a:ext cx="90000" cy="94680"/>
              </p14:xfrm>
            </p:contentPart>
          </mc:Choice>
          <mc:Fallback>
            <p:pic>
              <p:nvPicPr>
                <p:cNvPr id="240" name="Ink 239">
                  <a:extLst>
                    <a:ext uri="{FF2B5EF4-FFF2-40B4-BE49-F238E27FC236}">
                      <a16:creationId xmlns:a16="http://schemas.microsoft.com/office/drawing/2014/main" id="{13FF49E5-9F97-8A25-1A33-7A6A375DEA26}"/>
                    </a:ext>
                  </a:extLst>
                </p:cNvPr>
                <p:cNvPicPr/>
                <p:nvPr/>
              </p:nvPicPr>
              <p:blipFill>
                <a:blip r:embed="rId361"/>
                <a:stretch>
                  <a:fillRect/>
                </a:stretch>
              </p:blipFill>
              <p:spPr>
                <a:xfrm>
                  <a:off x="6827542" y="6147896"/>
                  <a:ext cx="1076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42" name="Ink 241">
                  <a:extLst>
                    <a:ext uri="{FF2B5EF4-FFF2-40B4-BE49-F238E27FC236}">
                      <a16:creationId xmlns:a16="http://schemas.microsoft.com/office/drawing/2014/main" id="{8186522E-D0CE-7705-0D38-4D4E5EC6A06A}"/>
                    </a:ext>
                  </a:extLst>
                </p14:cNvPr>
                <p14:cNvContentPartPr/>
                <p14:nvPr/>
              </p14:nvContentPartPr>
              <p14:xfrm>
                <a:off x="6968662" y="5941976"/>
                <a:ext cx="103320" cy="268560"/>
              </p14:xfrm>
            </p:contentPart>
          </mc:Choice>
          <mc:Fallback>
            <p:pic>
              <p:nvPicPr>
                <p:cNvPr id="242" name="Ink 241">
                  <a:extLst>
                    <a:ext uri="{FF2B5EF4-FFF2-40B4-BE49-F238E27FC236}">
                      <a16:creationId xmlns:a16="http://schemas.microsoft.com/office/drawing/2014/main" id="{8186522E-D0CE-7705-0D38-4D4E5EC6A06A}"/>
                    </a:ext>
                  </a:extLst>
                </p:cNvPr>
                <p:cNvPicPr/>
                <p:nvPr/>
              </p:nvPicPr>
              <p:blipFill>
                <a:blip r:embed="rId363"/>
                <a:stretch>
                  <a:fillRect/>
                </a:stretch>
              </p:blipFill>
              <p:spPr>
                <a:xfrm>
                  <a:off x="6960022" y="5932976"/>
                  <a:ext cx="12096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43" name="Ink 242">
                  <a:extLst>
                    <a:ext uri="{FF2B5EF4-FFF2-40B4-BE49-F238E27FC236}">
                      <a16:creationId xmlns:a16="http://schemas.microsoft.com/office/drawing/2014/main" id="{C693D7CF-212B-5CE2-59A3-A408351203C4}"/>
                    </a:ext>
                  </a:extLst>
                </p14:cNvPr>
                <p14:cNvContentPartPr/>
                <p14:nvPr/>
              </p14:nvContentPartPr>
              <p14:xfrm>
                <a:off x="7283302" y="6007136"/>
                <a:ext cx="70200" cy="175680"/>
              </p14:xfrm>
            </p:contentPart>
          </mc:Choice>
          <mc:Fallback>
            <p:pic>
              <p:nvPicPr>
                <p:cNvPr id="243" name="Ink 242">
                  <a:extLst>
                    <a:ext uri="{FF2B5EF4-FFF2-40B4-BE49-F238E27FC236}">
                      <a16:creationId xmlns:a16="http://schemas.microsoft.com/office/drawing/2014/main" id="{C693D7CF-212B-5CE2-59A3-A408351203C4}"/>
                    </a:ext>
                  </a:extLst>
                </p:cNvPr>
                <p:cNvPicPr/>
                <p:nvPr/>
              </p:nvPicPr>
              <p:blipFill>
                <a:blip r:embed="rId365"/>
                <a:stretch>
                  <a:fillRect/>
                </a:stretch>
              </p:blipFill>
              <p:spPr>
                <a:xfrm>
                  <a:off x="7274302" y="5998496"/>
                  <a:ext cx="8784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244" name="Ink 243">
                  <a:extLst>
                    <a:ext uri="{FF2B5EF4-FFF2-40B4-BE49-F238E27FC236}">
                      <a16:creationId xmlns:a16="http://schemas.microsoft.com/office/drawing/2014/main" id="{CB684CBA-4D1D-AB72-896C-D2C67974D132}"/>
                    </a:ext>
                  </a:extLst>
                </p14:cNvPr>
                <p14:cNvContentPartPr/>
                <p14:nvPr/>
              </p14:nvContentPartPr>
              <p14:xfrm>
                <a:off x="7277902" y="6109016"/>
                <a:ext cx="172080" cy="73800"/>
              </p14:xfrm>
            </p:contentPart>
          </mc:Choice>
          <mc:Fallback>
            <p:pic>
              <p:nvPicPr>
                <p:cNvPr id="244" name="Ink 243">
                  <a:extLst>
                    <a:ext uri="{FF2B5EF4-FFF2-40B4-BE49-F238E27FC236}">
                      <a16:creationId xmlns:a16="http://schemas.microsoft.com/office/drawing/2014/main" id="{CB684CBA-4D1D-AB72-896C-D2C67974D132}"/>
                    </a:ext>
                  </a:extLst>
                </p:cNvPr>
                <p:cNvPicPr/>
                <p:nvPr/>
              </p:nvPicPr>
              <p:blipFill>
                <a:blip r:embed="rId367"/>
                <a:stretch>
                  <a:fillRect/>
                </a:stretch>
              </p:blipFill>
              <p:spPr>
                <a:xfrm>
                  <a:off x="7268902" y="6100016"/>
                  <a:ext cx="18972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45" name="Ink 244">
                  <a:extLst>
                    <a:ext uri="{FF2B5EF4-FFF2-40B4-BE49-F238E27FC236}">
                      <a16:creationId xmlns:a16="http://schemas.microsoft.com/office/drawing/2014/main" id="{150637D2-BA8F-2CCF-5A25-3BC916E063AA}"/>
                    </a:ext>
                  </a:extLst>
                </p14:cNvPr>
                <p14:cNvContentPartPr/>
                <p14:nvPr/>
              </p14:nvContentPartPr>
              <p14:xfrm>
                <a:off x="7405342" y="6019736"/>
                <a:ext cx="5760" cy="23400"/>
              </p14:xfrm>
            </p:contentPart>
          </mc:Choice>
          <mc:Fallback>
            <p:pic>
              <p:nvPicPr>
                <p:cNvPr id="245" name="Ink 244">
                  <a:extLst>
                    <a:ext uri="{FF2B5EF4-FFF2-40B4-BE49-F238E27FC236}">
                      <a16:creationId xmlns:a16="http://schemas.microsoft.com/office/drawing/2014/main" id="{150637D2-BA8F-2CCF-5A25-3BC916E063AA}"/>
                    </a:ext>
                  </a:extLst>
                </p:cNvPr>
                <p:cNvPicPr/>
                <p:nvPr/>
              </p:nvPicPr>
              <p:blipFill>
                <a:blip r:embed="rId369"/>
                <a:stretch>
                  <a:fillRect/>
                </a:stretch>
              </p:blipFill>
              <p:spPr>
                <a:xfrm>
                  <a:off x="7396702" y="6010736"/>
                  <a:ext cx="2340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246" name="Ink 245">
                  <a:extLst>
                    <a:ext uri="{FF2B5EF4-FFF2-40B4-BE49-F238E27FC236}">
                      <a16:creationId xmlns:a16="http://schemas.microsoft.com/office/drawing/2014/main" id="{0ECE6F20-2671-7013-DF37-49C0ACE9A177}"/>
                    </a:ext>
                  </a:extLst>
                </p14:cNvPr>
                <p14:cNvContentPartPr/>
                <p14:nvPr/>
              </p14:nvContentPartPr>
              <p14:xfrm>
                <a:off x="7495702" y="6060416"/>
                <a:ext cx="295560" cy="112320"/>
              </p14:xfrm>
            </p:contentPart>
          </mc:Choice>
          <mc:Fallback>
            <p:pic>
              <p:nvPicPr>
                <p:cNvPr id="246" name="Ink 245">
                  <a:extLst>
                    <a:ext uri="{FF2B5EF4-FFF2-40B4-BE49-F238E27FC236}">
                      <a16:creationId xmlns:a16="http://schemas.microsoft.com/office/drawing/2014/main" id="{0ECE6F20-2671-7013-DF37-49C0ACE9A177}"/>
                    </a:ext>
                  </a:extLst>
                </p:cNvPr>
                <p:cNvPicPr/>
                <p:nvPr/>
              </p:nvPicPr>
              <p:blipFill>
                <a:blip r:embed="rId371"/>
                <a:stretch>
                  <a:fillRect/>
                </a:stretch>
              </p:blipFill>
              <p:spPr>
                <a:xfrm>
                  <a:off x="7487062" y="6051776"/>
                  <a:ext cx="31320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47" name="Ink 246">
                  <a:extLst>
                    <a:ext uri="{FF2B5EF4-FFF2-40B4-BE49-F238E27FC236}">
                      <a16:creationId xmlns:a16="http://schemas.microsoft.com/office/drawing/2014/main" id="{2E3BAE24-7214-851A-49EE-624061F66E40}"/>
                    </a:ext>
                  </a:extLst>
                </p14:cNvPr>
                <p14:cNvContentPartPr/>
                <p14:nvPr/>
              </p14:nvContentPartPr>
              <p14:xfrm>
                <a:off x="7979542" y="6027656"/>
                <a:ext cx="192600" cy="131040"/>
              </p14:xfrm>
            </p:contentPart>
          </mc:Choice>
          <mc:Fallback>
            <p:pic>
              <p:nvPicPr>
                <p:cNvPr id="247" name="Ink 246">
                  <a:extLst>
                    <a:ext uri="{FF2B5EF4-FFF2-40B4-BE49-F238E27FC236}">
                      <a16:creationId xmlns:a16="http://schemas.microsoft.com/office/drawing/2014/main" id="{2E3BAE24-7214-851A-49EE-624061F66E40}"/>
                    </a:ext>
                  </a:extLst>
                </p:cNvPr>
                <p:cNvPicPr/>
                <p:nvPr/>
              </p:nvPicPr>
              <p:blipFill>
                <a:blip r:embed="rId373"/>
                <a:stretch>
                  <a:fillRect/>
                </a:stretch>
              </p:blipFill>
              <p:spPr>
                <a:xfrm>
                  <a:off x="7970902" y="6019016"/>
                  <a:ext cx="21024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48" name="Ink 247">
                  <a:extLst>
                    <a:ext uri="{FF2B5EF4-FFF2-40B4-BE49-F238E27FC236}">
                      <a16:creationId xmlns:a16="http://schemas.microsoft.com/office/drawing/2014/main" id="{F3467E2E-CF09-CE72-3F3A-01A41B859DA2}"/>
                    </a:ext>
                  </a:extLst>
                </p14:cNvPr>
                <p14:cNvContentPartPr/>
                <p14:nvPr/>
              </p14:nvContentPartPr>
              <p14:xfrm>
                <a:off x="8183662" y="6043856"/>
                <a:ext cx="72000" cy="124200"/>
              </p14:xfrm>
            </p:contentPart>
          </mc:Choice>
          <mc:Fallback>
            <p:pic>
              <p:nvPicPr>
                <p:cNvPr id="248" name="Ink 247">
                  <a:extLst>
                    <a:ext uri="{FF2B5EF4-FFF2-40B4-BE49-F238E27FC236}">
                      <a16:creationId xmlns:a16="http://schemas.microsoft.com/office/drawing/2014/main" id="{F3467E2E-CF09-CE72-3F3A-01A41B859DA2}"/>
                    </a:ext>
                  </a:extLst>
                </p:cNvPr>
                <p:cNvPicPr/>
                <p:nvPr/>
              </p:nvPicPr>
              <p:blipFill>
                <a:blip r:embed="rId375"/>
                <a:stretch>
                  <a:fillRect/>
                </a:stretch>
              </p:blipFill>
              <p:spPr>
                <a:xfrm>
                  <a:off x="8175022" y="6035216"/>
                  <a:ext cx="896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249" name="Ink 248">
                  <a:extLst>
                    <a:ext uri="{FF2B5EF4-FFF2-40B4-BE49-F238E27FC236}">
                      <a16:creationId xmlns:a16="http://schemas.microsoft.com/office/drawing/2014/main" id="{5B15DBF6-A8B1-047C-4A13-DA648A44FE47}"/>
                    </a:ext>
                  </a:extLst>
                </p14:cNvPr>
                <p14:cNvContentPartPr/>
                <p14:nvPr/>
              </p14:nvContentPartPr>
              <p14:xfrm>
                <a:off x="8283022" y="6084896"/>
                <a:ext cx="80280" cy="72360"/>
              </p14:xfrm>
            </p:contentPart>
          </mc:Choice>
          <mc:Fallback>
            <p:pic>
              <p:nvPicPr>
                <p:cNvPr id="249" name="Ink 248">
                  <a:extLst>
                    <a:ext uri="{FF2B5EF4-FFF2-40B4-BE49-F238E27FC236}">
                      <a16:creationId xmlns:a16="http://schemas.microsoft.com/office/drawing/2014/main" id="{5B15DBF6-A8B1-047C-4A13-DA648A44FE47}"/>
                    </a:ext>
                  </a:extLst>
                </p:cNvPr>
                <p:cNvPicPr/>
                <p:nvPr/>
              </p:nvPicPr>
              <p:blipFill>
                <a:blip r:embed="rId377"/>
                <a:stretch>
                  <a:fillRect/>
                </a:stretch>
              </p:blipFill>
              <p:spPr>
                <a:xfrm>
                  <a:off x="8274022" y="6076256"/>
                  <a:ext cx="9792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50" name="Ink 249">
                  <a:extLst>
                    <a:ext uri="{FF2B5EF4-FFF2-40B4-BE49-F238E27FC236}">
                      <a16:creationId xmlns:a16="http://schemas.microsoft.com/office/drawing/2014/main" id="{29246E9E-1C8F-D548-79A2-5732C8990BD7}"/>
                    </a:ext>
                  </a:extLst>
                </p14:cNvPr>
                <p14:cNvContentPartPr/>
                <p14:nvPr/>
              </p14:nvContentPartPr>
              <p14:xfrm>
                <a:off x="8366902" y="5952776"/>
                <a:ext cx="236520" cy="201960"/>
              </p14:xfrm>
            </p:contentPart>
          </mc:Choice>
          <mc:Fallback>
            <p:pic>
              <p:nvPicPr>
                <p:cNvPr id="250" name="Ink 249">
                  <a:extLst>
                    <a:ext uri="{FF2B5EF4-FFF2-40B4-BE49-F238E27FC236}">
                      <a16:creationId xmlns:a16="http://schemas.microsoft.com/office/drawing/2014/main" id="{29246E9E-1C8F-D548-79A2-5732C8990BD7}"/>
                    </a:ext>
                  </a:extLst>
                </p:cNvPr>
                <p:cNvPicPr/>
                <p:nvPr/>
              </p:nvPicPr>
              <p:blipFill>
                <a:blip r:embed="rId379"/>
                <a:stretch>
                  <a:fillRect/>
                </a:stretch>
              </p:blipFill>
              <p:spPr>
                <a:xfrm>
                  <a:off x="8358262" y="5943776"/>
                  <a:ext cx="25416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51" name="Ink 250">
                  <a:extLst>
                    <a:ext uri="{FF2B5EF4-FFF2-40B4-BE49-F238E27FC236}">
                      <a16:creationId xmlns:a16="http://schemas.microsoft.com/office/drawing/2014/main" id="{CAF38FFD-E02D-BB94-B182-C5B6115DFEA3}"/>
                    </a:ext>
                  </a:extLst>
                </p14:cNvPr>
                <p14:cNvContentPartPr/>
                <p14:nvPr/>
              </p14:nvContentPartPr>
              <p14:xfrm>
                <a:off x="8527102" y="6092456"/>
                <a:ext cx="135720" cy="73440"/>
              </p14:xfrm>
            </p:contentPart>
          </mc:Choice>
          <mc:Fallback>
            <p:pic>
              <p:nvPicPr>
                <p:cNvPr id="251" name="Ink 250">
                  <a:extLst>
                    <a:ext uri="{FF2B5EF4-FFF2-40B4-BE49-F238E27FC236}">
                      <a16:creationId xmlns:a16="http://schemas.microsoft.com/office/drawing/2014/main" id="{CAF38FFD-E02D-BB94-B182-C5B6115DFEA3}"/>
                    </a:ext>
                  </a:extLst>
                </p:cNvPr>
                <p:cNvPicPr/>
                <p:nvPr/>
              </p:nvPicPr>
              <p:blipFill>
                <a:blip r:embed="rId381"/>
                <a:stretch>
                  <a:fillRect/>
                </a:stretch>
              </p:blipFill>
              <p:spPr>
                <a:xfrm>
                  <a:off x="8518462" y="6083456"/>
                  <a:ext cx="15336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52" name="Ink 251">
                  <a:extLst>
                    <a:ext uri="{FF2B5EF4-FFF2-40B4-BE49-F238E27FC236}">
                      <a16:creationId xmlns:a16="http://schemas.microsoft.com/office/drawing/2014/main" id="{94BCFE29-F60D-1FDE-7739-C80BF055E129}"/>
                    </a:ext>
                  </a:extLst>
                </p14:cNvPr>
                <p14:cNvContentPartPr/>
                <p14:nvPr/>
              </p14:nvContentPartPr>
              <p14:xfrm>
                <a:off x="8686582" y="5948816"/>
                <a:ext cx="118080" cy="165240"/>
              </p14:xfrm>
            </p:contentPart>
          </mc:Choice>
          <mc:Fallback>
            <p:pic>
              <p:nvPicPr>
                <p:cNvPr id="252" name="Ink 251">
                  <a:extLst>
                    <a:ext uri="{FF2B5EF4-FFF2-40B4-BE49-F238E27FC236}">
                      <a16:creationId xmlns:a16="http://schemas.microsoft.com/office/drawing/2014/main" id="{94BCFE29-F60D-1FDE-7739-C80BF055E129}"/>
                    </a:ext>
                  </a:extLst>
                </p:cNvPr>
                <p:cNvPicPr/>
                <p:nvPr/>
              </p:nvPicPr>
              <p:blipFill>
                <a:blip r:embed="rId383"/>
                <a:stretch>
                  <a:fillRect/>
                </a:stretch>
              </p:blipFill>
              <p:spPr>
                <a:xfrm>
                  <a:off x="8677942" y="5939816"/>
                  <a:ext cx="13572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53" name="Ink 252">
                  <a:extLst>
                    <a:ext uri="{FF2B5EF4-FFF2-40B4-BE49-F238E27FC236}">
                      <a16:creationId xmlns:a16="http://schemas.microsoft.com/office/drawing/2014/main" id="{8430137F-FF9B-CCFA-7384-96DB100AC57E}"/>
                    </a:ext>
                  </a:extLst>
                </p14:cNvPr>
                <p14:cNvContentPartPr/>
                <p14:nvPr/>
              </p14:nvContentPartPr>
              <p14:xfrm>
                <a:off x="8761462" y="5927576"/>
                <a:ext cx="5040" cy="47160"/>
              </p14:xfrm>
            </p:contentPart>
          </mc:Choice>
          <mc:Fallback>
            <p:pic>
              <p:nvPicPr>
                <p:cNvPr id="253" name="Ink 252">
                  <a:extLst>
                    <a:ext uri="{FF2B5EF4-FFF2-40B4-BE49-F238E27FC236}">
                      <a16:creationId xmlns:a16="http://schemas.microsoft.com/office/drawing/2014/main" id="{8430137F-FF9B-CCFA-7384-96DB100AC57E}"/>
                    </a:ext>
                  </a:extLst>
                </p:cNvPr>
                <p:cNvPicPr/>
                <p:nvPr/>
              </p:nvPicPr>
              <p:blipFill>
                <a:blip r:embed="rId385"/>
                <a:stretch>
                  <a:fillRect/>
                </a:stretch>
              </p:blipFill>
              <p:spPr>
                <a:xfrm>
                  <a:off x="8752822" y="5918576"/>
                  <a:ext cx="2268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54" name="Ink 253">
                  <a:extLst>
                    <a:ext uri="{FF2B5EF4-FFF2-40B4-BE49-F238E27FC236}">
                      <a16:creationId xmlns:a16="http://schemas.microsoft.com/office/drawing/2014/main" id="{22BDF9F6-7101-04D3-B150-67FD381F5CE5}"/>
                    </a:ext>
                  </a:extLst>
                </p14:cNvPr>
                <p14:cNvContentPartPr/>
                <p14:nvPr/>
              </p14:nvContentPartPr>
              <p14:xfrm>
                <a:off x="8813662" y="6049616"/>
                <a:ext cx="69840" cy="56160"/>
              </p14:xfrm>
            </p:contentPart>
          </mc:Choice>
          <mc:Fallback>
            <p:pic>
              <p:nvPicPr>
                <p:cNvPr id="254" name="Ink 253">
                  <a:extLst>
                    <a:ext uri="{FF2B5EF4-FFF2-40B4-BE49-F238E27FC236}">
                      <a16:creationId xmlns:a16="http://schemas.microsoft.com/office/drawing/2014/main" id="{22BDF9F6-7101-04D3-B150-67FD381F5CE5}"/>
                    </a:ext>
                  </a:extLst>
                </p:cNvPr>
                <p:cNvPicPr/>
                <p:nvPr/>
              </p:nvPicPr>
              <p:blipFill>
                <a:blip r:embed="rId387"/>
                <a:stretch>
                  <a:fillRect/>
                </a:stretch>
              </p:blipFill>
              <p:spPr>
                <a:xfrm>
                  <a:off x="8805022" y="6040976"/>
                  <a:ext cx="8748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55" name="Ink 254">
                  <a:extLst>
                    <a:ext uri="{FF2B5EF4-FFF2-40B4-BE49-F238E27FC236}">
                      <a16:creationId xmlns:a16="http://schemas.microsoft.com/office/drawing/2014/main" id="{FBD0D906-0DB2-DCD3-E6A6-96E1BB5DE83E}"/>
                    </a:ext>
                  </a:extLst>
                </p14:cNvPr>
                <p14:cNvContentPartPr/>
                <p14:nvPr/>
              </p14:nvContentPartPr>
              <p14:xfrm>
                <a:off x="8925982" y="6048896"/>
                <a:ext cx="208440" cy="69840"/>
              </p14:xfrm>
            </p:contentPart>
          </mc:Choice>
          <mc:Fallback>
            <p:pic>
              <p:nvPicPr>
                <p:cNvPr id="255" name="Ink 254">
                  <a:extLst>
                    <a:ext uri="{FF2B5EF4-FFF2-40B4-BE49-F238E27FC236}">
                      <a16:creationId xmlns:a16="http://schemas.microsoft.com/office/drawing/2014/main" id="{FBD0D906-0DB2-DCD3-E6A6-96E1BB5DE83E}"/>
                    </a:ext>
                  </a:extLst>
                </p:cNvPr>
                <p:cNvPicPr/>
                <p:nvPr/>
              </p:nvPicPr>
              <p:blipFill>
                <a:blip r:embed="rId389"/>
                <a:stretch>
                  <a:fillRect/>
                </a:stretch>
              </p:blipFill>
              <p:spPr>
                <a:xfrm>
                  <a:off x="8916982" y="6039896"/>
                  <a:ext cx="22608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256" name="Ink 255">
                  <a:extLst>
                    <a:ext uri="{FF2B5EF4-FFF2-40B4-BE49-F238E27FC236}">
                      <a16:creationId xmlns:a16="http://schemas.microsoft.com/office/drawing/2014/main" id="{0931D224-C9B1-1456-A28F-4985D4DC99E1}"/>
                    </a:ext>
                  </a:extLst>
                </p14:cNvPr>
                <p14:cNvContentPartPr/>
                <p14:nvPr/>
              </p14:nvContentPartPr>
              <p14:xfrm>
                <a:off x="8835622" y="6045656"/>
                <a:ext cx="16200" cy="9720"/>
              </p14:xfrm>
            </p:contentPart>
          </mc:Choice>
          <mc:Fallback>
            <p:pic>
              <p:nvPicPr>
                <p:cNvPr id="256" name="Ink 255">
                  <a:extLst>
                    <a:ext uri="{FF2B5EF4-FFF2-40B4-BE49-F238E27FC236}">
                      <a16:creationId xmlns:a16="http://schemas.microsoft.com/office/drawing/2014/main" id="{0931D224-C9B1-1456-A28F-4985D4DC99E1}"/>
                    </a:ext>
                  </a:extLst>
                </p:cNvPr>
                <p:cNvPicPr/>
                <p:nvPr/>
              </p:nvPicPr>
              <p:blipFill>
                <a:blip r:embed="rId391"/>
                <a:stretch>
                  <a:fillRect/>
                </a:stretch>
              </p:blipFill>
              <p:spPr>
                <a:xfrm>
                  <a:off x="8826622" y="6036656"/>
                  <a:ext cx="33840" cy="27360"/>
                </a:xfrm>
                <a:prstGeom prst="rect">
                  <a:avLst/>
                </a:prstGeom>
              </p:spPr>
            </p:pic>
          </mc:Fallback>
        </mc:AlternateContent>
      </p:grpSp>
      <p:grpSp>
        <p:nvGrpSpPr>
          <p:cNvPr id="281" name="Group 280">
            <a:extLst>
              <a:ext uri="{FF2B5EF4-FFF2-40B4-BE49-F238E27FC236}">
                <a16:creationId xmlns:a16="http://schemas.microsoft.com/office/drawing/2014/main" id="{A61976E7-31A3-B97E-E6C0-3EDBCE93E144}"/>
              </a:ext>
            </a:extLst>
          </p:cNvPr>
          <p:cNvGrpSpPr/>
          <p:nvPr/>
        </p:nvGrpSpPr>
        <p:grpSpPr>
          <a:xfrm>
            <a:off x="7250182" y="3699896"/>
            <a:ext cx="3272400" cy="473760"/>
            <a:chOff x="7250182" y="3699896"/>
            <a:chExt cx="3272400" cy="473760"/>
          </a:xfrm>
        </p:grpSpPr>
        <mc:AlternateContent xmlns:mc="http://schemas.openxmlformats.org/markup-compatibility/2006">
          <mc:Choice xmlns:p14="http://schemas.microsoft.com/office/powerpoint/2010/main" Requires="p14">
            <p:contentPart p14:bwMode="auto" r:id="rId392">
              <p14:nvContentPartPr>
                <p14:cNvPr id="260" name="Ink 259">
                  <a:extLst>
                    <a:ext uri="{FF2B5EF4-FFF2-40B4-BE49-F238E27FC236}">
                      <a16:creationId xmlns:a16="http://schemas.microsoft.com/office/drawing/2014/main" id="{9B83BBB3-CF78-49D7-6BBE-E9BC2B0C47A2}"/>
                    </a:ext>
                  </a:extLst>
                </p14:cNvPr>
                <p14:cNvContentPartPr/>
                <p14:nvPr/>
              </p14:nvContentPartPr>
              <p14:xfrm>
                <a:off x="7250182" y="3964856"/>
                <a:ext cx="144720" cy="208800"/>
              </p14:xfrm>
            </p:contentPart>
          </mc:Choice>
          <mc:Fallback>
            <p:pic>
              <p:nvPicPr>
                <p:cNvPr id="260" name="Ink 259">
                  <a:extLst>
                    <a:ext uri="{FF2B5EF4-FFF2-40B4-BE49-F238E27FC236}">
                      <a16:creationId xmlns:a16="http://schemas.microsoft.com/office/drawing/2014/main" id="{9B83BBB3-CF78-49D7-6BBE-E9BC2B0C47A2}"/>
                    </a:ext>
                  </a:extLst>
                </p:cNvPr>
                <p:cNvPicPr/>
                <p:nvPr/>
              </p:nvPicPr>
              <p:blipFill>
                <a:blip r:embed="rId393"/>
                <a:stretch>
                  <a:fillRect/>
                </a:stretch>
              </p:blipFill>
              <p:spPr>
                <a:xfrm>
                  <a:off x="7241542" y="3956216"/>
                  <a:ext cx="16236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261" name="Ink 260">
                  <a:extLst>
                    <a:ext uri="{FF2B5EF4-FFF2-40B4-BE49-F238E27FC236}">
                      <a16:creationId xmlns:a16="http://schemas.microsoft.com/office/drawing/2014/main" id="{CEAA401D-6B1E-9423-C375-94E10F211658}"/>
                    </a:ext>
                  </a:extLst>
                </p14:cNvPr>
                <p14:cNvContentPartPr/>
                <p14:nvPr/>
              </p14:nvContentPartPr>
              <p14:xfrm>
                <a:off x="7409302" y="4001936"/>
                <a:ext cx="113760" cy="76320"/>
              </p14:xfrm>
            </p:contentPart>
          </mc:Choice>
          <mc:Fallback>
            <p:pic>
              <p:nvPicPr>
                <p:cNvPr id="261" name="Ink 260">
                  <a:extLst>
                    <a:ext uri="{FF2B5EF4-FFF2-40B4-BE49-F238E27FC236}">
                      <a16:creationId xmlns:a16="http://schemas.microsoft.com/office/drawing/2014/main" id="{CEAA401D-6B1E-9423-C375-94E10F211658}"/>
                    </a:ext>
                  </a:extLst>
                </p:cNvPr>
                <p:cNvPicPr/>
                <p:nvPr/>
              </p:nvPicPr>
              <p:blipFill>
                <a:blip r:embed="rId395"/>
                <a:stretch>
                  <a:fillRect/>
                </a:stretch>
              </p:blipFill>
              <p:spPr>
                <a:xfrm>
                  <a:off x="7400662" y="3993296"/>
                  <a:ext cx="13140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262" name="Ink 261">
                  <a:extLst>
                    <a:ext uri="{FF2B5EF4-FFF2-40B4-BE49-F238E27FC236}">
                      <a16:creationId xmlns:a16="http://schemas.microsoft.com/office/drawing/2014/main" id="{06FEED6B-60A7-E39C-0EC1-3C337F52AE64}"/>
                    </a:ext>
                  </a:extLst>
                </p14:cNvPr>
                <p14:cNvContentPartPr/>
                <p14:nvPr/>
              </p14:nvContentPartPr>
              <p14:xfrm>
                <a:off x="7590022" y="3985736"/>
                <a:ext cx="74160" cy="79920"/>
              </p14:xfrm>
            </p:contentPart>
          </mc:Choice>
          <mc:Fallback>
            <p:pic>
              <p:nvPicPr>
                <p:cNvPr id="262" name="Ink 261">
                  <a:extLst>
                    <a:ext uri="{FF2B5EF4-FFF2-40B4-BE49-F238E27FC236}">
                      <a16:creationId xmlns:a16="http://schemas.microsoft.com/office/drawing/2014/main" id="{06FEED6B-60A7-E39C-0EC1-3C337F52AE64}"/>
                    </a:ext>
                  </a:extLst>
                </p:cNvPr>
                <p:cNvPicPr/>
                <p:nvPr/>
              </p:nvPicPr>
              <p:blipFill>
                <a:blip r:embed="rId397"/>
                <a:stretch>
                  <a:fillRect/>
                </a:stretch>
              </p:blipFill>
              <p:spPr>
                <a:xfrm>
                  <a:off x="7581022" y="3976736"/>
                  <a:ext cx="9180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263" name="Ink 262">
                  <a:extLst>
                    <a:ext uri="{FF2B5EF4-FFF2-40B4-BE49-F238E27FC236}">
                      <a16:creationId xmlns:a16="http://schemas.microsoft.com/office/drawing/2014/main" id="{3B1E0650-70FF-1052-416B-C3F2E791A594}"/>
                    </a:ext>
                  </a:extLst>
                </p14:cNvPr>
                <p14:cNvContentPartPr/>
                <p14:nvPr/>
              </p14:nvContentPartPr>
              <p14:xfrm>
                <a:off x="7705942" y="3853976"/>
                <a:ext cx="110880" cy="208440"/>
              </p14:xfrm>
            </p:contentPart>
          </mc:Choice>
          <mc:Fallback>
            <p:pic>
              <p:nvPicPr>
                <p:cNvPr id="263" name="Ink 262">
                  <a:extLst>
                    <a:ext uri="{FF2B5EF4-FFF2-40B4-BE49-F238E27FC236}">
                      <a16:creationId xmlns:a16="http://schemas.microsoft.com/office/drawing/2014/main" id="{3B1E0650-70FF-1052-416B-C3F2E791A594}"/>
                    </a:ext>
                  </a:extLst>
                </p:cNvPr>
                <p:cNvPicPr/>
                <p:nvPr/>
              </p:nvPicPr>
              <p:blipFill>
                <a:blip r:embed="rId399"/>
                <a:stretch>
                  <a:fillRect/>
                </a:stretch>
              </p:blipFill>
              <p:spPr>
                <a:xfrm>
                  <a:off x="7696942" y="3844976"/>
                  <a:ext cx="12852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264" name="Ink 263">
                  <a:extLst>
                    <a:ext uri="{FF2B5EF4-FFF2-40B4-BE49-F238E27FC236}">
                      <a16:creationId xmlns:a16="http://schemas.microsoft.com/office/drawing/2014/main" id="{D069989A-C0D6-A47C-8FCC-0FFDF9365747}"/>
                    </a:ext>
                  </a:extLst>
                </p14:cNvPr>
                <p14:cNvContentPartPr/>
                <p14:nvPr/>
              </p14:nvContentPartPr>
              <p14:xfrm>
                <a:off x="7925182" y="3809336"/>
                <a:ext cx="187560" cy="353160"/>
              </p14:xfrm>
            </p:contentPart>
          </mc:Choice>
          <mc:Fallback>
            <p:pic>
              <p:nvPicPr>
                <p:cNvPr id="264" name="Ink 263">
                  <a:extLst>
                    <a:ext uri="{FF2B5EF4-FFF2-40B4-BE49-F238E27FC236}">
                      <a16:creationId xmlns:a16="http://schemas.microsoft.com/office/drawing/2014/main" id="{D069989A-C0D6-A47C-8FCC-0FFDF9365747}"/>
                    </a:ext>
                  </a:extLst>
                </p:cNvPr>
                <p:cNvPicPr/>
                <p:nvPr/>
              </p:nvPicPr>
              <p:blipFill>
                <a:blip r:embed="rId401"/>
                <a:stretch>
                  <a:fillRect/>
                </a:stretch>
              </p:blipFill>
              <p:spPr>
                <a:xfrm>
                  <a:off x="7916182" y="3800336"/>
                  <a:ext cx="205200" cy="37080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265" name="Ink 264">
                  <a:extLst>
                    <a:ext uri="{FF2B5EF4-FFF2-40B4-BE49-F238E27FC236}">
                      <a16:creationId xmlns:a16="http://schemas.microsoft.com/office/drawing/2014/main" id="{2D04213F-A99D-DA2F-C380-07DEDAD0ED9F}"/>
                    </a:ext>
                  </a:extLst>
                </p14:cNvPr>
                <p14:cNvContentPartPr/>
                <p14:nvPr/>
              </p14:nvContentPartPr>
              <p14:xfrm>
                <a:off x="7985302" y="4038656"/>
                <a:ext cx="132840" cy="44280"/>
              </p14:xfrm>
            </p:contentPart>
          </mc:Choice>
          <mc:Fallback>
            <p:pic>
              <p:nvPicPr>
                <p:cNvPr id="265" name="Ink 264">
                  <a:extLst>
                    <a:ext uri="{FF2B5EF4-FFF2-40B4-BE49-F238E27FC236}">
                      <a16:creationId xmlns:a16="http://schemas.microsoft.com/office/drawing/2014/main" id="{2D04213F-A99D-DA2F-C380-07DEDAD0ED9F}"/>
                    </a:ext>
                  </a:extLst>
                </p:cNvPr>
                <p:cNvPicPr/>
                <p:nvPr/>
              </p:nvPicPr>
              <p:blipFill>
                <a:blip r:embed="rId403"/>
                <a:stretch>
                  <a:fillRect/>
                </a:stretch>
              </p:blipFill>
              <p:spPr>
                <a:xfrm>
                  <a:off x="7976302" y="4029656"/>
                  <a:ext cx="150480" cy="6192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266" name="Ink 265">
                  <a:extLst>
                    <a:ext uri="{FF2B5EF4-FFF2-40B4-BE49-F238E27FC236}">
                      <a16:creationId xmlns:a16="http://schemas.microsoft.com/office/drawing/2014/main" id="{0CB21D2C-722F-FC84-AE66-300BD5B72B7F}"/>
                    </a:ext>
                  </a:extLst>
                </p14:cNvPr>
                <p14:cNvContentPartPr/>
                <p14:nvPr/>
              </p14:nvContentPartPr>
              <p14:xfrm>
                <a:off x="8095822" y="3955496"/>
                <a:ext cx="212400" cy="130680"/>
              </p14:xfrm>
            </p:contentPart>
          </mc:Choice>
          <mc:Fallback>
            <p:pic>
              <p:nvPicPr>
                <p:cNvPr id="266" name="Ink 265">
                  <a:extLst>
                    <a:ext uri="{FF2B5EF4-FFF2-40B4-BE49-F238E27FC236}">
                      <a16:creationId xmlns:a16="http://schemas.microsoft.com/office/drawing/2014/main" id="{0CB21D2C-722F-FC84-AE66-300BD5B72B7F}"/>
                    </a:ext>
                  </a:extLst>
                </p:cNvPr>
                <p:cNvPicPr/>
                <p:nvPr/>
              </p:nvPicPr>
              <p:blipFill>
                <a:blip r:embed="rId405"/>
                <a:stretch>
                  <a:fillRect/>
                </a:stretch>
              </p:blipFill>
              <p:spPr>
                <a:xfrm>
                  <a:off x="8087182" y="3946496"/>
                  <a:ext cx="23004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267" name="Ink 266">
                  <a:extLst>
                    <a:ext uri="{FF2B5EF4-FFF2-40B4-BE49-F238E27FC236}">
                      <a16:creationId xmlns:a16="http://schemas.microsoft.com/office/drawing/2014/main" id="{096E833B-CA21-953D-0F05-F7EA75217601}"/>
                    </a:ext>
                  </a:extLst>
                </p14:cNvPr>
                <p14:cNvContentPartPr/>
                <p14:nvPr/>
              </p14:nvContentPartPr>
              <p14:xfrm>
                <a:off x="8324062" y="3955136"/>
                <a:ext cx="111960" cy="209880"/>
              </p14:xfrm>
            </p:contentPart>
          </mc:Choice>
          <mc:Fallback>
            <p:pic>
              <p:nvPicPr>
                <p:cNvPr id="267" name="Ink 266">
                  <a:extLst>
                    <a:ext uri="{FF2B5EF4-FFF2-40B4-BE49-F238E27FC236}">
                      <a16:creationId xmlns:a16="http://schemas.microsoft.com/office/drawing/2014/main" id="{096E833B-CA21-953D-0F05-F7EA75217601}"/>
                    </a:ext>
                  </a:extLst>
                </p:cNvPr>
                <p:cNvPicPr/>
                <p:nvPr/>
              </p:nvPicPr>
              <p:blipFill>
                <a:blip r:embed="rId407"/>
                <a:stretch>
                  <a:fillRect/>
                </a:stretch>
              </p:blipFill>
              <p:spPr>
                <a:xfrm>
                  <a:off x="8315062" y="3946136"/>
                  <a:ext cx="12960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68" name="Ink 267">
                  <a:extLst>
                    <a:ext uri="{FF2B5EF4-FFF2-40B4-BE49-F238E27FC236}">
                      <a16:creationId xmlns:a16="http://schemas.microsoft.com/office/drawing/2014/main" id="{66D4845C-630B-5996-B80D-19341222CC57}"/>
                    </a:ext>
                  </a:extLst>
                </p14:cNvPr>
                <p14:cNvContentPartPr/>
                <p14:nvPr/>
              </p14:nvContentPartPr>
              <p14:xfrm>
                <a:off x="8478142" y="3936416"/>
                <a:ext cx="398880" cy="109080"/>
              </p14:xfrm>
            </p:contentPart>
          </mc:Choice>
          <mc:Fallback>
            <p:pic>
              <p:nvPicPr>
                <p:cNvPr id="268" name="Ink 267">
                  <a:extLst>
                    <a:ext uri="{FF2B5EF4-FFF2-40B4-BE49-F238E27FC236}">
                      <a16:creationId xmlns:a16="http://schemas.microsoft.com/office/drawing/2014/main" id="{66D4845C-630B-5996-B80D-19341222CC57}"/>
                    </a:ext>
                  </a:extLst>
                </p:cNvPr>
                <p:cNvPicPr/>
                <p:nvPr/>
              </p:nvPicPr>
              <p:blipFill>
                <a:blip r:embed="rId409"/>
                <a:stretch>
                  <a:fillRect/>
                </a:stretch>
              </p:blipFill>
              <p:spPr>
                <a:xfrm>
                  <a:off x="8469502" y="3927776"/>
                  <a:ext cx="41652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269" name="Ink 268">
                  <a:extLst>
                    <a:ext uri="{FF2B5EF4-FFF2-40B4-BE49-F238E27FC236}">
                      <a16:creationId xmlns:a16="http://schemas.microsoft.com/office/drawing/2014/main" id="{648A1BC5-5799-66B7-800D-332F34FBCA1A}"/>
                    </a:ext>
                  </a:extLst>
                </p14:cNvPr>
                <p14:cNvContentPartPr/>
                <p14:nvPr/>
              </p14:nvContentPartPr>
              <p14:xfrm>
                <a:off x="8902942" y="3943616"/>
                <a:ext cx="268920" cy="215280"/>
              </p14:xfrm>
            </p:contentPart>
          </mc:Choice>
          <mc:Fallback>
            <p:pic>
              <p:nvPicPr>
                <p:cNvPr id="269" name="Ink 268">
                  <a:extLst>
                    <a:ext uri="{FF2B5EF4-FFF2-40B4-BE49-F238E27FC236}">
                      <a16:creationId xmlns:a16="http://schemas.microsoft.com/office/drawing/2014/main" id="{648A1BC5-5799-66B7-800D-332F34FBCA1A}"/>
                    </a:ext>
                  </a:extLst>
                </p:cNvPr>
                <p:cNvPicPr/>
                <p:nvPr/>
              </p:nvPicPr>
              <p:blipFill>
                <a:blip r:embed="rId411"/>
                <a:stretch>
                  <a:fillRect/>
                </a:stretch>
              </p:blipFill>
              <p:spPr>
                <a:xfrm>
                  <a:off x="8894302" y="3934976"/>
                  <a:ext cx="28656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270" name="Ink 269">
                  <a:extLst>
                    <a:ext uri="{FF2B5EF4-FFF2-40B4-BE49-F238E27FC236}">
                      <a16:creationId xmlns:a16="http://schemas.microsoft.com/office/drawing/2014/main" id="{5B016068-68D2-F593-D356-73294EB71FEB}"/>
                    </a:ext>
                  </a:extLst>
                </p14:cNvPr>
                <p14:cNvContentPartPr/>
                <p14:nvPr/>
              </p14:nvContentPartPr>
              <p14:xfrm>
                <a:off x="9292462" y="3903296"/>
                <a:ext cx="180720" cy="126720"/>
              </p14:xfrm>
            </p:contentPart>
          </mc:Choice>
          <mc:Fallback>
            <p:pic>
              <p:nvPicPr>
                <p:cNvPr id="270" name="Ink 269">
                  <a:extLst>
                    <a:ext uri="{FF2B5EF4-FFF2-40B4-BE49-F238E27FC236}">
                      <a16:creationId xmlns:a16="http://schemas.microsoft.com/office/drawing/2014/main" id="{5B016068-68D2-F593-D356-73294EB71FEB}"/>
                    </a:ext>
                  </a:extLst>
                </p:cNvPr>
                <p:cNvPicPr/>
                <p:nvPr/>
              </p:nvPicPr>
              <p:blipFill>
                <a:blip r:embed="rId413"/>
                <a:stretch>
                  <a:fillRect/>
                </a:stretch>
              </p:blipFill>
              <p:spPr>
                <a:xfrm>
                  <a:off x="9283822" y="3894656"/>
                  <a:ext cx="19836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271" name="Ink 270">
                  <a:extLst>
                    <a:ext uri="{FF2B5EF4-FFF2-40B4-BE49-F238E27FC236}">
                      <a16:creationId xmlns:a16="http://schemas.microsoft.com/office/drawing/2014/main" id="{88704262-4E99-39F6-8558-35E4D0044008}"/>
                    </a:ext>
                  </a:extLst>
                </p14:cNvPr>
                <p14:cNvContentPartPr/>
                <p14:nvPr/>
              </p14:nvContentPartPr>
              <p14:xfrm>
                <a:off x="9550942" y="3875216"/>
                <a:ext cx="37080" cy="149400"/>
              </p14:xfrm>
            </p:contentPart>
          </mc:Choice>
          <mc:Fallback>
            <p:pic>
              <p:nvPicPr>
                <p:cNvPr id="271" name="Ink 270">
                  <a:extLst>
                    <a:ext uri="{FF2B5EF4-FFF2-40B4-BE49-F238E27FC236}">
                      <a16:creationId xmlns:a16="http://schemas.microsoft.com/office/drawing/2014/main" id="{88704262-4E99-39F6-8558-35E4D0044008}"/>
                    </a:ext>
                  </a:extLst>
                </p:cNvPr>
                <p:cNvPicPr/>
                <p:nvPr/>
              </p:nvPicPr>
              <p:blipFill>
                <a:blip r:embed="rId415"/>
                <a:stretch>
                  <a:fillRect/>
                </a:stretch>
              </p:blipFill>
              <p:spPr>
                <a:xfrm>
                  <a:off x="9541942" y="3866576"/>
                  <a:ext cx="5472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272" name="Ink 271">
                  <a:extLst>
                    <a:ext uri="{FF2B5EF4-FFF2-40B4-BE49-F238E27FC236}">
                      <a16:creationId xmlns:a16="http://schemas.microsoft.com/office/drawing/2014/main" id="{BF4959B3-314D-052A-F08D-7D2CE7E34ACA}"/>
                    </a:ext>
                  </a:extLst>
                </p14:cNvPr>
                <p14:cNvContentPartPr/>
                <p14:nvPr/>
              </p14:nvContentPartPr>
              <p14:xfrm>
                <a:off x="9661102" y="3896456"/>
                <a:ext cx="106560" cy="133200"/>
              </p14:xfrm>
            </p:contentPart>
          </mc:Choice>
          <mc:Fallback>
            <p:pic>
              <p:nvPicPr>
                <p:cNvPr id="272" name="Ink 271">
                  <a:extLst>
                    <a:ext uri="{FF2B5EF4-FFF2-40B4-BE49-F238E27FC236}">
                      <a16:creationId xmlns:a16="http://schemas.microsoft.com/office/drawing/2014/main" id="{BF4959B3-314D-052A-F08D-7D2CE7E34ACA}"/>
                    </a:ext>
                  </a:extLst>
                </p:cNvPr>
                <p:cNvPicPr/>
                <p:nvPr/>
              </p:nvPicPr>
              <p:blipFill>
                <a:blip r:embed="rId417"/>
                <a:stretch>
                  <a:fillRect/>
                </a:stretch>
              </p:blipFill>
              <p:spPr>
                <a:xfrm>
                  <a:off x="9652102" y="3887816"/>
                  <a:ext cx="12420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273" name="Ink 272">
                  <a:extLst>
                    <a:ext uri="{FF2B5EF4-FFF2-40B4-BE49-F238E27FC236}">
                      <a16:creationId xmlns:a16="http://schemas.microsoft.com/office/drawing/2014/main" id="{F356FD49-0E7E-BB81-1BA5-AC7376782F81}"/>
                    </a:ext>
                  </a:extLst>
                </p14:cNvPr>
                <p14:cNvContentPartPr/>
                <p14:nvPr/>
              </p14:nvContentPartPr>
              <p14:xfrm>
                <a:off x="9770182" y="3717176"/>
                <a:ext cx="225720" cy="280800"/>
              </p14:xfrm>
            </p:contentPart>
          </mc:Choice>
          <mc:Fallback>
            <p:pic>
              <p:nvPicPr>
                <p:cNvPr id="273" name="Ink 272">
                  <a:extLst>
                    <a:ext uri="{FF2B5EF4-FFF2-40B4-BE49-F238E27FC236}">
                      <a16:creationId xmlns:a16="http://schemas.microsoft.com/office/drawing/2014/main" id="{F356FD49-0E7E-BB81-1BA5-AC7376782F81}"/>
                    </a:ext>
                  </a:extLst>
                </p:cNvPr>
                <p:cNvPicPr/>
                <p:nvPr/>
              </p:nvPicPr>
              <p:blipFill>
                <a:blip r:embed="rId419"/>
                <a:stretch>
                  <a:fillRect/>
                </a:stretch>
              </p:blipFill>
              <p:spPr>
                <a:xfrm>
                  <a:off x="9761542" y="3708536"/>
                  <a:ext cx="243360" cy="29844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275" name="Ink 274">
                  <a:extLst>
                    <a:ext uri="{FF2B5EF4-FFF2-40B4-BE49-F238E27FC236}">
                      <a16:creationId xmlns:a16="http://schemas.microsoft.com/office/drawing/2014/main" id="{403BC056-B09F-F1D9-7544-BB518B52D99B}"/>
                    </a:ext>
                  </a:extLst>
                </p14:cNvPr>
                <p14:cNvContentPartPr/>
                <p14:nvPr/>
              </p14:nvContentPartPr>
              <p14:xfrm>
                <a:off x="10036942" y="3715736"/>
                <a:ext cx="163440" cy="237240"/>
              </p14:xfrm>
            </p:contentPart>
          </mc:Choice>
          <mc:Fallback>
            <p:pic>
              <p:nvPicPr>
                <p:cNvPr id="275" name="Ink 274">
                  <a:extLst>
                    <a:ext uri="{FF2B5EF4-FFF2-40B4-BE49-F238E27FC236}">
                      <a16:creationId xmlns:a16="http://schemas.microsoft.com/office/drawing/2014/main" id="{403BC056-B09F-F1D9-7544-BB518B52D99B}"/>
                    </a:ext>
                  </a:extLst>
                </p:cNvPr>
                <p:cNvPicPr/>
                <p:nvPr/>
              </p:nvPicPr>
              <p:blipFill>
                <a:blip r:embed="rId421"/>
                <a:stretch>
                  <a:fillRect/>
                </a:stretch>
              </p:blipFill>
              <p:spPr>
                <a:xfrm>
                  <a:off x="10028302" y="3707096"/>
                  <a:ext cx="18108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76" name="Ink 275">
                  <a:extLst>
                    <a:ext uri="{FF2B5EF4-FFF2-40B4-BE49-F238E27FC236}">
                      <a16:creationId xmlns:a16="http://schemas.microsoft.com/office/drawing/2014/main" id="{A6C7ABC8-05F2-AED1-0560-90977AB7B76B}"/>
                    </a:ext>
                  </a:extLst>
                </p14:cNvPr>
                <p14:cNvContentPartPr/>
                <p14:nvPr/>
              </p14:nvContentPartPr>
              <p14:xfrm>
                <a:off x="10143142" y="3699896"/>
                <a:ext cx="360" cy="38880"/>
              </p14:xfrm>
            </p:contentPart>
          </mc:Choice>
          <mc:Fallback>
            <p:pic>
              <p:nvPicPr>
                <p:cNvPr id="276" name="Ink 275">
                  <a:extLst>
                    <a:ext uri="{FF2B5EF4-FFF2-40B4-BE49-F238E27FC236}">
                      <a16:creationId xmlns:a16="http://schemas.microsoft.com/office/drawing/2014/main" id="{A6C7ABC8-05F2-AED1-0560-90977AB7B76B}"/>
                    </a:ext>
                  </a:extLst>
                </p:cNvPr>
                <p:cNvPicPr/>
                <p:nvPr/>
              </p:nvPicPr>
              <p:blipFill>
                <a:blip r:embed="rId423"/>
                <a:stretch>
                  <a:fillRect/>
                </a:stretch>
              </p:blipFill>
              <p:spPr>
                <a:xfrm>
                  <a:off x="10134502" y="3691256"/>
                  <a:ext cx="1800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77" name="Ink 276">
                  <a:extLst>
                    <a:ext uri="{FF2B5EF4-FFF2-40B4-BE49-F238E27FC236}">
                      <a16:creationId xmlns:a16="http://schemas.microsoft.com/office/drawing/2014/main" id="{319FBAFD-713D-1F17-832A-B77ECC4B431E}"/>
                    </a:ext>
                  </a:extLst>
                </p14:cNvPr>
                <p14:cNvContentPartPr/>
                <p14:nvPr/>
              </p14:nvContentPartPr>
              <p14:xfrm>
                <a:off x="10296502" y="3843176"/>
                <a:ext cx="226080" cy="85680"/>
              </p14:xfrm>
            </p:contentPart>
          </mc:Choice>
          <mc:Fallback>
            <p:pic>
              <p:nvPicPr>
                <p:cNvPr id="277" name="Ink 276">
                  <a:extLst>
                    <a:ext uri="{FF2B5EF4-FFF2-40B4-BE49-F238E27FC236}">
                      <a16:creationId xmlns:a16="http://schemas.microsoft.com/office/drawing/2014/main" id="{319FBAFD-713D-1F17-832A-B77ECC4B431E}"/>
                    </a:ext>
                  </a:extLst>
                </p:cNvPr>
                <p:cNvPicPr/>
                <p:nvPr/>
              </p:nvPicPr>
              <p:blipFill>
                <a:blip r:embed="rId425"/>
                <a:stretch>
                  <a:fillRect/>
                </a:stretch>
              </p:blipFill>
              <p:spPr>
                <a:xfrm>
                  <a:off x="10287862" y="3834176"/>
                  <a:ext cx="24372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426">
              <p14:nvContentPartPr>
                <p14:cNvPr id="278" name="Ink 277">
                  <a:extLst>
                    <a:ext uri="{FF2B5EF4-FFF2-40B4-BE49-F238E27FC236}">
                      <a16:creationId xmlns:a16="http://schemas.microsoft.com/office/drawing/2014/main" id="{8F35412B-B08A-63E5-3907-15A1425D2495}"/>
                    </a:ext>
                  </a:extLst>
                </p14:cNvPr>
                <p14:cNvContentPartPr/>
                <p14:nvPr/>
              </p14:nvContentPartPr>
              <p14:xfrm>
                <a:off x="10100662" y="3906176"/>
                <a:ext cx="14400" cy="43200"/>
              </p14:xfrm>
            </p:contentPart>
          </mc:Choice>
          <mc:Fallback>
            <p:pic>
              <p:nvPicPr>
                <p:cNvPr id="278" name="Ink 277">
                  <a:extLst>
                    <a:ext uri="{FF2B5EF4-FFF2-40B4-BE49-F238E27FC236}">
                      <a16:creationId xmlns:a16="http://schemas.microsoft.com/office/drawing/2014/main" id="{8F35412B-B08A-63E5-3907-15A1425D2495}"/>
                    </a:ext>
                  </a:extLst>
                </p:cNvPr>
                <p:cNvPicPr/>
                <p:nvPr/>
              </p:nvPicPr>
              <p:blipFill>
                <a:blip r:embed="rId427"/>
                <a:stretch>
                  <a:fillRect/>
                </a:stretch>
              </p:blipFill>
              <p:spPr>
                <a:xfrm>
                  <a:off x="10092022" y="3897176"/>
                  <a:ext cx="3204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79" name="Ink 278">
                  <a:extLst>
                    <a:ext uri="{FF2B5EF4-FFF2-40B4-BE49-F238E27FC236}">
                      <a16:creationId xmlns:a16="http://schemas.microsoft.com/office/drawing/2014/main" id="{45F4D990-E966-269E-F4A4-A8F0C4C0AEF4}"/>
                    </a:ext>
                  </a:extLst>
                </p14:cNvPr>
                <p14:cNvContentPartPr/>
                <p14:nvPr/>
              </p14:nvContentPartPr>
              <p14:xfrm>
                <a:off x="9967822" y="3896816"/>
                <a:ext cx="21600" cy="30960"/>
              </p14:xfrm>
            </p:contentPart>
          </mc:Choice>
          <mc:Fallback>
            <p:pic>
              <p:nvPicPr>
                <p:cNvPr id="279" name="Ink 278">
                  <a:extLst>
                    <a:ext uri="{FF2B5EF4-FFF2-40B4-BE49-F238E27FC236}">
                      <a16:creationId xmlns:a16="http://schemas.microsoft.com/office/drawing/2014/main" id="{45F4D990-E966-269E-F4A4-A8F0C4C0AEF4}"/>
                    </a:ext>
                  </a:extLst>
                </p:cNvPr>
                <p:cNvPicPr/>
                <p:nvPr/>
              </p:nvPicPr>
              <p:blipFill>
                <a:blip r:embed="rId429"/>
                <a:stretch>
                  <a:fillRect/>
                </a:stretch>
              </p:blipFill>
              <p:spPr>
                <a:xfrm>
                  <a:off x="9959182" y="3887816"/>
                  <a:ext cx="3924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280" name="Ink 279">
                  <a:extLst>
                    <a:ext uri="{FF2B5EF4-FFF2-40B4-BE49-F238E27FC236}">
                      <a16:creationId xmlns:a16="http://schemas.microsoft.com/office/drawing/2014/main" id="{A3212505-53C0-B0ED-AC04-22C1E898FFA4}"/>
                    </a:ext>
                  </a:extLst>
                </p14:cNvPr>
                <p14:cNvContentPartPr/>
                <p14:nvPr/>
              </p14:nvContentPartPr>
              <p14:xfrm>
                <a:off x="9977542" y="3860096"/>
                <a:ext cx="31680" cy="107280"/>
              </p14:xfrm>
            </p:contentPart>
          </mc:Choice>
          <mc:Fallback>
            <p:pic>
              <p:nvPicPr>
                <p:cNvPr id="280" name="Ink 279">
                  <a:extLst>
                    <a:ext uri="{FF2B5EF4-FFF2-40B4-BE49-F238E27FC236}">
                      <a16:creationId xmlns:a16="http://schemas.microsoft.com/office/drawing/2014/main" id="{A3212505-53C0-B0ED-AC04-22C1E898FFA4}"/>
                    </a:ext>
                  </a:extLst>
                </p:cNvPr>
                <p:cNvPicPr/>
                <p:nvPr/>
              </p:nvPicPr>
              <p:blipFill>
                <a:blip r:embed="rId431"/>
                <a:stretch>
                  <a:fillRect/>
                </a:stretch>
              </p:blipFill>
              <p:spPr>
                <a:xfrm>
                  <a:off x="9968542" y="3851456"/>
                  <a:ext cx="49320" cy="124920"/>
                </a:xfrm>
                <a:prstGeom prst="rect">
                  <a:avLst/>
                </a:prstGeom>
              </p:spPr>
            </p:pic>
          </mc:Fallback>
        </mc:AlternateContent>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Frequency view of the window trade-off</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RESOLUTION</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0:34–0:39</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stft_window_tradeoff.png"/>
          <p:cNvPicPr>
            <a:picLocks noChangeAspect="1"/>
          </p:cNvPicPr>
          <p:nvPr/>
        </p:nvPicPr>
        <p:blipFill>
          <a:blip r:embed="rId2"/>
          <a:stretch>
            <a:fillRect/>
          </a:stretch>
        </p:blipFill>
        <p:spPr>
          <a:xfrm>
            <a:off x="640080" y="1234440"/>
            <a:ext cx="6766560" cy="3246120"/>
          </a:xfrm>
          <a:prstGeom prst="rect">
            <a:avLst/>
          </a:prstGeom>
        </p:spPr>
      </p:pic>
      <p:sp>
        <p:nvSpPr>
          <p:cNvPr id="8" name="Rounded Rectangle 7"/>
          <p:cNvSpPr/>
          <p:nvPr/>
        </p:nvSpPr>
        <p:spPr>
          <a:xfrm>
            <a:off x="7635240" y="1508760"/>
            <a:ext cx="3657600" cy="201168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81544" y="1600200"/>
            <a:ext cx="3364992" cy="219456"/>
          </a:xfrm>
          <a:prstGeom prst="rect">
            <a:avLst/>
          </a:prstGeom>
          <a:noFill/>
        </p:spPr>
        <p:txBody>
          <a:bodyPr wrap="square">
            <a:spAutoFit/>
          </a:bodyPr>
          <a:lstStyle/>
          <a:p>
            <a:pPr algn="l"/>
            <a:r>
              <a:rPr sz="1100" b="1">
                <a:solidFill>
                  <a:srgbClr val="24888E"/>
                </a:solidFill>
                <a:latin typeface="Aptos"/>
              </a:rPr>
              <a:t>Interpretation</a:t>
            </a:r>
          </a:p>
        </p:txBody>
      </p:sp>
      <p:sp>
        <p:nvSpPr>
          <p:cNvPr id="10" name="TextBox 9"/>
          <p:cNvSpPr txBox="1"/>
          <p:nvPr/>
        </p:nvSpPr>
        <p:spPr>
          <a:xfrm>
            <a:off x="7781544" y="1865376"/>
            <a:ext cx="3364992" cy="1563624"/>
          </a:xfrm>
          <a:prstGeom prst="rect">
            <a:avLst/>
          </a:prstGeom>
          <a:noFill/>
        </p:spPr>
        <p:txBody>
          <a:bodyPr wrap="square">
            <a:spAutoFit/>
          </a:bodyPr>
          <a:lstStyle/>
          <a:p>
            <a:pPr algn="l"/>
            <a:r>
              <a:rPr sz="1700" b="0">
                <a:solidFill>
                  <a:srgbClr val="191E26"/>
                </a:solidFill>
                <a:latin typeface="Aptos"/>
              </a:rPr>
              <a:t>At one time frame, longer windows produce sharper frequency localization. But they average over a longer interval of the chirp.</a:t>
            </a:r>
          </a:p>
        </p:txBody>
      </p:sp>
      <p:sp>
        <p:nvSpPr>
          <p:cNvPr id="11" name="TextBox 10"/>
          <p:cNvSpPr txBox="1"/>
          <p:nvPr/>
        </p:nvSpPr>
        <p:spPr>
          <a:xfrm>
            <a:off x="7726679" y="4069080"/>
            <a:ext cx="3383280" cy="548640"/>
          </a:xfrm>
          <a:prstGeom prst="rect">
            <a:avLst/>
          </a:prstGeom>
          <a:noFill/>
        </p:spPr>
        <p:txBody>
          <a:bodyPr wrap="square">
            <a:spAutoFit/>
          </a:bodyPr>
          <a:lstStyle/>
          <a:p>
            <a:pPr algn="l"/>
            <a:r>
              <a:rPr sz="1900" b="1">
                <a:solidFill>
                  <a:srgbClr val="D67D35"/>
                </a:solidFill>
                <a:latin typeface="Aptos"/>
              </a:rPr>
              <a:t>Resolution is not the same as FFT display density.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Hop size and overlap</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0:39–0:43</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77240" y="1325880"/>
            <a:ext cx="8229600" cy="457200"/>
          </a:xfrm>
          <a:prstGeom prst="rect">
            <a:avLst/>
          </a:prstGeom>
          <a:noFill/>
        </p:spPr>
        <p:txBody>
          <a:bodyPr wrap="square">
            <a:spAutoFit/>
          </a:bodyPr>
          <a:lstStyle/>
          <a:p>
            <a:pPr algn="l"/>
            <a:r>
              <a:rPr sz="2300" b="1">
                <a:solidFill>
                  <a:srgbClr val="16253E"/>
                </a:solidFill>
                <a:latin typeface="Aptos"/>
              </a:rPr>
              <a:t>Hop R = number of new samples between adjacent frames</a:t>
            </a:r>
          </a:p>
        </p:txBody>
      </p:sp>
      <p:sp>
        <p:nvSpPr>
          <p:cNvPr id="8" name="TextBox 7"/>
          <p:cNvSpPr txBox="1"/>
          <p:nvPr/>
        </p:nvSpPr>
        <p:spPr>
          <a:xfrm>
            <a:off x="777240" y="2194560"/>
            <a:ext cx="10241280" cy="2560320"/>
          </a:xfrm>
          <a:prstGeom prst="rect">
            <a:avLst/>
          </a:prstGeom>
          <a:noFill/>
        </p:spPr>
        <p:txBody>
          <a:bodyPr wrap="square">
            <a:spAutoFit/>
          </a:bodyPr>
          <a:lstStyle/>
          <a:p>
            <a:pPr>
              <a:spcAft>
                <a:spcPts val="700"/>
              </a:spcAft>
              <a:defRPr sz="2000">
                <a:solidFill>
                  <a:srgbClr val="191E26"/>
                </a:solidFill>
                <a:latin typeface="Aptos"/>
              </a:defRPr>
            </a:pPr>
            <a:r>
              <a:t>• Small R → many overlapping frames and a dense time grid.</a:t>
            </a:r>
          </a:p>
          <a:p>
            <a:pPr>
              <a:spcAft>
                <a:spcPts val="700"/>
              </a:spcAft>
              <a:defRPr sz="2000">
                <a:solidFill>
                  <a:srgbClr val="191E26"/>
                </a:solidFill>
                <a:latin typeface="Aptos"/>
              </a:defRPr>
            </a:pPr>
            <a:r>
              <a:t>• Large R → fewer frames, less computation, coarser time sampling.</a:t>
            </a:r>
          </a:p>
          <a:p>
            <a:pPr>
              <a:spcAft>
                <a:spcPts val="700"/>
              </a:spcAft>
              <a:defRPr sz="2000">
                <a:solidFill>
                  <a:srgbClr val="191E26"/>
                </a:solidFill>
                <a:latin typeface="Aptos"/>
              </a:defRPr>
            </a:pPr>
            <a:r>
              <a:t>• Overlap does not undo the fundamental window resolution trade-off.</a:t>
            </a:r>
          </a:p>
          <a:p>
            <a:pPr>
              <a:spcAft>
                <a:spcPts val="700"/>
              </a:spcAft>
              <a:defRPr sz="2000">
                <a:solidFill>
                  <a:srgbClr val="191E26"/>
                </a:solidFill>
                <a:latin typeface="Aptos"/>
              </a:defRPr>
            </a:pPr>
            <a:r>
              <a:t>• For reconstruction, window/hop choices must also satisfy overlap-add conditions.</a:t>
            </a:r>
          </a:p>
        </p:txBody>
      </p:sp>
      <p:sp>
        <p:nvSpPr>
          <p:cNvPr id="9" name="Rounded Rectangle 8"/>
          <p:cNvSpPr/>
          <p:nvPr/>
        </p:nvSpPr>
        <p:spPr>
          <a:xfrm>
            <a:off x="1920240" y="5074920"/>
            <a:ext cx="8229600" cy="990954"/>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66544" y="5166359"/>
            <a:ext cx="7936992" cy="219456"/>
          </a:xfrm>
          <a:prstGeom prst="rect">
            <a:avLst/>
          </a:prstGeom>
          <a:noFill/>
        </p:spPr>
        <p:txBody>
          <a:bodyPr wrap="square">
            <a:spAutoFit/>
          </a:bodyPr>
          <a:lstStyle/>
          <a:p>
            <a:pPr algn="l"/>
            <a:r>
              <a:rPr sz="1100" b="1">
                <a:solidFill>
                  <a:srgbClr val="24888E"/>
                </a:solidFill>
                <a:latin typeface="Aptos"/>
              </a:rPr>
              <a:t>Common choice</a:t>
            </a:r>
          </a:p>
        </p:txBody>
      </p:sp>
      <p:sp>
        <p:nvSpPr>
          <p:cNvPr id="11" name="TextBox 10"/>
          <p:cNvSpPr txBox="1"/>
          <p:nvPr/>
        </p:nvSpPr>
        <p:spPr>
          <a:xfrm>
            <a:off x="2066544" y="5431536"/>
            <a:ext cx="7936992" cy="283464"/>
          </a:xfrm>
          <a:prstGeom prst="rect">
            <a:avLst/>
          </a:prstGeom>
          <a:noFill/>
        </p:spPr>
        <p:txBody>
          <a:bodyPr wrap="square">
            <a:spAutoFit/>
          </a:bodyPr>
          <a:lstStyle/>
          <a:p>
            <a:pPr algn="l"/>
            <a:r>
              <a:rPr sz="1700" b="0">
                <a:solidFill>
                  <a:srgbClr val="191E26"/>
                </a:solidFill>
                <a:latin typeface="Aptos"/>
              </a:rPr>
              <a:t>For analysis with Hann windows, 50–75% overlap is common, but the application should set the hop.</a:t>
            </a:r>
          </a:p>
        </p:txBody>
      </p:sp>
      <mc:AlternateContent xmlns:mc="http://schemas.openxmlformats.org/markup-compatibility/2006">
        <mc:Choice xmlns:p14="http://schemas.microsoft.com/office/powerpoint/2010/main" Requires="p14">
          <p:contentPart p14:bwMode="auto" r:id="rId2">
            <p14:nvContentPartPr>
              <p14:cNvPr id="12" name="Ink 11">
                <a:extLst>
                  <a:ext uri="{FF2B5EF4-FFF2-40B4-BE49-F238E27FC236}">
                    <a16:creationId xmlns:a16="http://schemas.microsoft.com/office/drawing/2014/main" id="{FC694AAF-5AF3-9536-7D9E-9EF0F46E8912}"/>
                  </a:ext>
                </a:extLst>
              </p14:cNvPr>
              <p14:cNvContentPartPr/>
              <p14:nvPr/>
            </p14:nvContentPartPr>
            <p14:xfrm>
              <a:off x="1108222" y="3306056"/>
              <a:ext cx="625320" cy="43560"/>
            </p14:xfrm>
          </p:contentPart>
        </mc:Choice>
        <mc:Fallback>
          <p:pic>
            <p:nvPicPr>
              <p:cNvPr id="12" name="Ink 11">
                <a:extLst>
                  <a:ext uri="{FF2B5EF4-FFF2-40B4-BE49-F238E27FC236}">
                    <a16:creationId xmlns:a16="http://schemas.microsoft.com/office/drawing/2014/main" id="{FC694AAF-5AF3-9536-7D9E-9EF0F46E8912}"/>
                  </a:ext>
                </a:extLst>
              </p:cNvPr>
              <p:cNvPicPr/>
              <p:nvPr/>
            </p:nvPicPr>
            <p:blipFill>
              <a:blip r:embed="rId3"/>
              <a:stretch>
                <a:fillRect/>
              </a:stretch>
            </p:blipFill>
            <p:spPr>
              <a:xfrm>
                <a:off x="1099582" y="3297056"/>
                <a:ext cx="64296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3" name="Ink 12">
                <a:extLst>
                  <a:ext uri="{FF2B5EF4-FFF2-40B4-BE49-F238E27FC236}">
                    <a16:creationId xmlns:a16="http://schemas.microsoft.com/office/drawing/2014/main" id="{CC9C12C3-97DA-821E-D1E5-C98E1575118E}"/>
                  </a:ext>
                </a:extLst>
              </p14:cNvPr>
              <p14:cNvContentPartPr/>
              <p14:nvPr/>
            </p14:nvContentPartPr>
            <p14:xfrm>
              <a:off x="2658382" y="3343496"/>
              <a:ext cx="690840" cy="16560"/>
            </p14:xfrm>
          </p:contentPart>
        </mc:Choice>
        <mc:Fallback>
          <p:pic>
            <p:nvPicPr>
              <p:cNvPr id="13" name="Ink 12">
                <a:extLst>
                  <a:ext uri="{FF2B5EF4-FFF2-40B4-BE49-F238E27FC236}">
                    <a16:creationId xmlns:a16="http://schemas.microsoft.com/office/drawing/2014/main" id="{CC9C12C3-97DA-821E-D1E5-C98E1575118E}"/>
                  </a:ext>
                </a:extLst>
              </p:cNvPr>
              <p:cNvPicPr/>
              <p:nvPr/>
            </p:nvPicPr>
            <p:blipFill>
              <a:blip r:embed="rId5"/>
              <a:stretch>
                <a:fillRect/>
              </a:stretch>
            </p:blipFill>
            <p:spPr>
              <a:xfrm>
                <a:off x="2649742" y="3334856"/>
                <a:ext cx="70848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4" name="Ink 13">
                <a:extLst>
                  <a:ext uri="{FF2B5EF4-FFF2-40B4-BE49-F238E27FC236}">
                    <a16:creationId xmlns:a16="http://schemas.microsoft.com/office/drawing/2014/main" id="{B11B3920-9720-429E-555F-43D1FC658358}"/>
                  </a:ext>
                </a:extLst>
              </p14:cNvPr>
              <p14:cNvContentPartPr/>
              <p14:nvPr/>
            </p14:nvContentPartPr>
            <p14:xfrm>
              <a:off x="7245862" y="3337736"/>
              <a:ext cx="92520" cy="33120"/>
            </p14:xfrm>
          </p:contentPart>
        </mc:Choice>
        <mc:Fallback>
          <p:pic>
            <p:nvPicPr>
              <p:cNvPr id="14" name="Ink 13">
                <a:extLst>
                  <a:ext uri="{FF2B5EF4-FFF2-40B4-BE49-F238E27FC236}">
                    <a16:creationId xmlns:a16="http://schemas.microsoft.com/office/drawing/2014/main" id="{B11B3920-9720-429E-555F-43D1FC658358}"/>
                  </a:ext>
                </a:extLst>
              </p:cNvPr>
              <p:cNvPicPr/>
              <p:nvPr/>
            </p:nvPicPr>
            <p:blipFill>
              <a:blip r:embed="rId7"/>
              <a:stretch>
                <a:fillRect/>
              </a:stretch>
            </p:blipFill>
            <p:spPr>
              <a:xfrm>
                <a:off x="7237222" y="3329096"/>
                <a:ext cx="11016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5" name="Ink 14">
                <a:extLst>
                  <a:ext uri="{FF2B5EF4-FFF2-40B4-BE49-F238E27FC236}">
                    <a16:creationId xmlns:a16="http://schemas.microsoft.com/office/drawing/2014/main" id="{96809DD4-FA61-345E-AF24-A4B1C9DF1186}"/>
                  </a:ext>
                </a:extLst>
              </p14:cNvPr>
              <p14:cNvContentPartPr/>
              <p14:nvPr/>
            </p14:nvContentPartPr>
            <p14:xfrm>
              <a:off x="5490142" y="3338096"/>
              <a:ext cx="2894760" cy="51480"/>
            </p14:xfrm>
          </p:contentPart>
        </mc:Choice>
        <mc:Fallback>
          <p:pic>
            <p:nvPicPr>
              <p:cNvPr id="15" name="Ink 14">
                <a:extLst>
                  <a:ext uri="{FF2B5EF4-FFF2-40B4-BE49-F238E27FC236}">
                    <a16:creationId xmlns:a16="http://schemas.microsoft.com/office/drawing/2014/main" id="{96809DD4-FA61-345E-AF24-A4B1C9DF1186}"/>
                  </a:ext>
                </a:extLst>
              </p:cNvPr>
              <p:cNvPicPr/>
              <p:nvPr/>
            </p:nvPicPr>
            <p:blipFill>
              <a:blip r:embed="rId9"/>
              <a:stretch>
                <a:fillRect/>
              </a:stretch>
            </p:blipFill>
            <p:spPr>
              <a:xfrm>
                <a:off x="5481142" y="3329456"/>
                <a:ext cx="291240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6" name="Ink 15">
                <a:extLst>
                  <a:ext uri="{FF2B5EF4-FFF2-40B4-BE49-F238E27FC236}">
                    <a16:creationId xmlns:a16="http://schemas.microsoft.com/office/drawing/2014/main" id="{3B7058A8-313A-52DA-0334-009B8A39DD2C}"/>
                  </a:ext>
                </a:extLst>
              </p14:cNvPr>
              <p14:cNvContentPartPr/>
              <p14:nvPr/>
            </p14:nvContentPartPr>
            <p14:xfrm>
              <a:off x="1512502" y="3768656"/>
              <a:ext cx="1471680" cy="22320"/>
            </p14:xfrm>
          </p:contentPart>
        </mc:Choice>
        <mc:Fallback>
          <p:pic>
            <p:nvPicPr>
              <p:cNvPr id="16" name="Ink 15">
                <a:extLst>
                  <a:ext uri="{FF2B5EF4-FFF2-40B4-BE49-F238E27FC236}">
                    <a16:creationId xmlns:a16="http://schemas.microsoft.com/office/drawing/2014/main" id="{3B7058A8-313A-52DA-0334-009B8A39DD2C}"/>
                  </a:ext>
                </a:extLst>
              </p:cNvPr>
              <p:cNvPicPr/>
              <p:nvPr/>
            </p:nvPicPr>
            <p:blipFill>
              <a:blip r:embed="rId11"/>
              <a:stretch>
                <a:fillRect/>
              </a:stretch>
            </p:blipFill>
            <p:spPr>
              <a:xfrm>
                <a:off x="1503502" y="3759656"/>
                <a:ext cx="1489320" cy="3996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Spectrogram = squared STFT magnitude</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SPECTROGRAM</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0:43–0:49</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868680" y="1463040"/>
            <a:ext cx="7772400" cy="594360"/>
          </a:xfrm>
          <a:prstGeom prst="rect">
            <a:avLst/>
          </a:prstGeom>
          <a:noFill/>
        </p:spPr>
        <p:txBody>
          <a:bodyPr wrap="square">
            <a:spAutoFit/>
          </a:bodyPr>
          <a:lstStyle/>
          <a:p>
            <a:pPr algn="l"/>
            <a:r>
              <a:rPr sz="3000" b="1">
                <a:solidFill>
                  <a:srgbClr val="2463A0"/>
                </a:solidFill>
                <a:latin typeface="Aptos"/>
              </a:rPr>
              <a:t>Spectrogram(r,ω) = |X(r,ω)|²</a:t>
            </a:r>
          </a:p>
        </p:txBody>
      </p:sp>
      <p:sp>
        <p:nvSpPr>
          <p:cNvPr id="8" name="TextBox 7"/>
          <p:cNvSpPr txBox="1"/>
          <p:nvPr/>
        </p:nvSpPr>
        <p:spPr>
          <a:xfrm>
            <a:off x="822960" y="2560320"/>
            <a:ext cx="6583680" cy="2194560"/>
          </a:xfrm>
          <a:prstGeom prst="rect">
            <a:avLst/>
          </a:prstGeom>
          <a:noFill/>
        </p:spPr>
        <p:txBody>
          <a:bodyPr wrap="square">
            <a:spAutoFit/>
          </a:bodyPr>
          <a:lstStyle/>
          <a:p>
            <a:pPr>
              <a:spcAft>
                <a:spcPts val="700"/>
              </a:spcAft>
              <a:defRPr sz="2000">
                <a:solidFill>
                  <a:srgbClr val="191E26"/>
                </a:solidFill>
                <a:latin typeface="Aptos"/>
              </a:defRPr>
            </a:pPr>
            <a:r>
              <a:t>• Discard phase and visualize local energy/power-like content.</a:t>
            </a:r>
          </a:p>
          <a:p>
            <a:pPr>
              <a:spcAft>
                <a:spcPts val="700"/>
              </a:spcAft>
              <a:defRPr sz="2000">
                <a:solidFill>
                  <a:srgbClr val="191E26"/>
                </a:solidFill>
                <a:latin typeface="Aptos"/>
              </a:defRPr>
            </a:pPr>
            <a:r>
              <a:t>• Often displayed in decibels: 10 log₁₀(power + ε).</a:t>
            </a:r>
          </a:p>
          <a:p>
            <a:pPr>
              <a:spcAft>
                <a:spcPts val="700"/>
              </a:spcAft>
              <a:defRPr sz="2000">
                <a:solidFill>
                  <a:srgbClr val="191E26"/>
                </a:solidFill>
                <a:latin typeface="Aptos"/>
              </a:defRPr>
            </a:pPr>
            <a:r>
              <a:t>• Color scaling strongly affects what patterns are visible.</a:t>
            </a:r>
          </a:p>
          <a:p>
            <a:pPr>
              <a:spcAft>
                <a:spcPts val="700"/>
              </a:spcAft>
              <a:defRPr sz="2000">
                <a:solidFill>
                  <a:srgbClr val="191E26"/>
                </a:solidFill>
                <a:latin typeface="Aptos"/>
              </a:defRPr>
            </a:pPr>
            <a:r>
              <a:t>• One-sided display is common for real-valued signals.</a:t>
            </a:r>
          </a:p>
        </p:txBody>
      </p:sp>
      <p:sp>
        <p:nvSpPr>
          <p:cNvPr id="9" name="Rounded Rectangle 8"/>
          <p:cNvSpPr/>
          <p:nvPr/>
        </p:nvSpPr>
        <p:spPr>
          <a:xfrm>
            <a:off x="7726679" y="1645920"/>
            <a:ext cx="3566160" cy="182880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72983" y="1737360"/>
            <a:ext cx="3273552" cy="219456"/>
          </a:xfrm>
          <a:prstGeom prst="rect">
            <a:avLst/>
          </a:prstGeom>
          <a:noFill/>
        </p:spPr>
        <p:txBody>
          <a:bodyPr wrap="square">
            <a:spAutoFit/>
          </a:bodyPr>
          <a:lstStyle/>
          <a:p>
            <a:pPr algn="l"/>
            <a:r>
              <a:rPr sz="1100" b="1">
                <a:solidFill>
                  <a:srgbClr val="D67D35"/>
                </a:solidFill>
                <a:latin typeface="Aptos"/>
              </a:rPr>
              <a:t>Important</a:t>
            </a:r>
          </a:p>
        </p:txBody>
      </p:sp>
      <p:sp>
        <p:nvSpPr>
          <p:cNvPr id="11" name="TextBox 10"/>
          <p:cNvSpPr txBox="1"/>
          <p:nvPr/>
        </p:nvSpPr>
        <p:spPr>
          <a:xfrm>
            <a:off x="7872983" y="2002536"/>
            <a:ext cx="3273552" cy="1380744"/>
          </a:xfrm>
          <a:prstGeom prst="rect">
            <a:avLst/>
          </a:prstGeom>
          <a:noFill/>
        </p:spPr>
        <p:txBody>
          <a:bodyPr wrap="square">
            <a:spAutoFit/>
          </a:bodyPr>
          <a:lstStyle/>
          <a:p>
            <a:pPr algn="l"/>
            <a:r>
              <a:rPr sz="1700" b="0">
                <a:solidFill>
                  <a:srgbClr val="191E26"/>
                </a:solidFill>
                <a:latin typeface="Aptos"/>
              </a:rPr>
              <a:t>A spectrogram is not just a pretty picture—it is a numerical matrix whose axes and normalization matter.</a:t>
            </a:r>
          </a:p>
        </p:txBody>
      </p:sp>
      <p:grpSp>
        <p:nvGrpSpPr>
          <p:cNvPr id="14" name="Group 13">
            <a:extLst>
              <a:ext uri="{FF2B5EF4-FFF2-40B4-BE49-F238E27FC236}">
                <a16:creationId xmlns:a16="http://schemas.microsoft.com/office/drawing/2014/main" id="{A89BC5DC-0DC0-B5CF-4B12-B2455FEB78E0}"/>
              </a:ext>
            </a:extLst>
          </p:cNvPr>
          <p:cNvGrpSpPr/>
          <p:nvPr/>
        </p:nvGrpSpPr>
        <p:grpSpPr>
          <a:xfrm>
            <a:off x="4242022" y="2035616"/>
            <a:ext cx="1408320" cy="72720"/>
            <a:chOff x="4242022" y="2035616"/>
            <a:chExt cx="1408320" cy="72720"/>
          </a:xfrm>
        </p:grpSpPr>
        <mc:AlternateContent xmlns:mc="http://schemas.openxmlformats.org/markup-compatibility/2006">
          <mc:Choice xmlns:p14="http://schemas.microsoft.com/office/powerpoint/2010/main" Requires="p14">
            <p:contentPart p14:bwMode="auto" r:id="rId2">
              <p14:nvContentPartPr>
                <p14:cNvPr id="12" name="Ink 11">
                  <a:extLst>
                    <a:ext uri="{FF2B5EF4-FFF2-40B4-BE49-F238E27FC236}">
                      <a16:creationId xmlns:a16="http://schemas.microsoft.com/office/drawing/2014/main" id="{85D87EAB-2EC2-373D-11CE-1B9B367C4F17}"/>
                    </a:ext>
                  </a:extLst>
                </p14:cNvPr>
                <p14:cNvContentPartPr/>
                <p14:nvPr/>
              </p14:nvContentPartPr>
              <p14:xfrm>
                <a:off x="4242022" y="2035616"/>
                <a:ext cx="1360080" cy="72720"/>
              </p14:xfrm>
            </p:contentPart>
          </mc:Choice>
          <mc:Fallback>
            <p:pic>
              <p:nvPicPr>
                <p:cNvPr id="12" name="Ink 11">
                  <a:extLst>
                    <a:ext uri="{FF2B5EF4-FFF2-40B4-BE49-F238E27FC236}">
                      <a16:creationId xmlns:a16="http://schemas.microsoft.com/office/drawing/2014/main" id="{85D87EAB-2EC2-373D-11CE-1B9B367C4F17}"/>
                    </a:ext>
                  </a:extLst>
                </p:cNvPr>
                <p:cNvPicPr/>
                <p:nvPr/>
              </p:nvPicPr>
              <p:blipFill>
                <a:blip r:embed="rId3"/>
                <a:stretch>
                  <a:fillRect/>
                </a:stretch>
              </p:blipFill>
              <p:spPr>
                <a:xfrm>
                  <a:off x="4233022" y="2026976"/>
                  <a:ext cx="137772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3" name="Ink 12">
                  <a:extLst>
                    <a:ext uri="{FF2B5EF4-FFF2-40B4-BE49-F238E27FC236}">
                      <a16:creationId xmlns:a16="http://schemas.microsoft.com/office/drawing/2014/main" id="{6441B7B9-91F4-61C3-FF31-D1F96C58417B}"/>
                    </a:ext>
                  </a:extLst>
                </p14:cNvPr>
                <p14:cNvContentPartPr/>
                <p14:nvPr/>
              </p14:nvContentPartPr>
              <p14:xfrm>
                <a:off x="4289902" y="2056136"/>
                <a:ext cx="1360440" cy="23760"/>
              </p14:xfrm>
            </p:contentPart>
          </mc:Choice>
          <mc:Fallback>
            <p:pic>
              <p:nvPicPr>
                <p:cNvPr id="13" name="Ink 12">
                  <a:extLst>
                    <a:ext uri="{FF2B5EF4-FFF2-40B4-BE49-F238E27FC236}">
                      <a16:creationId xmlns:a16="http://schemas.microsoft.com/office/drawing/2014/main" id="{6441B7B9-91F4-61C3-FF31-D1F96C58417B}"/>
                    </a:ext>
                  </a:extLst>
                </p:cNvPr>
                <p:cNvPicPr/>
                <p:nvPr/>
              </p:nvPicPr>
              <p:blipFill>
                <a:blip r:embed="rId5"/>
                <a:stretch>
                  <a:fillRect/>
                </a:stretch>
              </p:blipFill>
              <p:spPr>
                <a:xfrm>
                  <a:off x="4281262" y="2047136"/>
                  <a:ext cx="1378080" cy="41400"/>
                </a:xfrm>
                <a:prstGeom prst="rect">
                  <a:avLst/>
                </a:prstGeom>
              </p:spPr>
            </p:pic>
          </mc:Fallback>
        </mc:AlternateContent>
      </p:grpSp>
      <p:grpSp>
        <p:nvGrpSpPr>
          <p:cNvPr id="29" name="Group 28">
            <a:extLst>
              <a:ext uri="{FF2B5EF4-FFF2-40B4-BE49-F238E27FC236}">
                <a16:creationId xmlns:a16="http://schemas.microsoft.com/office/drawing/2014/main" id="{730EB081-D11C-CDD0-581F-9B398E836445}"/>
              </a:ext>
            </a:extLst>
          </p:cNvPr>
          <p:cNvGrpSpPr/>
          <p:nvPr/>
        </p:nvGrpSpPr>
        <p:grpSpPr>
          <a:xfrm>
            <a:off x="5820622" y="810896"/>
            <a:ext cx="2027520" cy="672840"/>
            <a:chOff x="5820622" y="810896"/>
            <a:chExt cx="2027520" cy="672840"/>
          </a:xfrm>
        </p:grpSpPr>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AB1AF44F-771F-43A7-89F7-38A48388CA9A}"/>
                    </a:ext>
                  </a:extLst>
                </p14:cNvPr>
                <p14:cNvContentPartPr/>
                <p14:nvPr/>
              </p14:nvContentPartPr>
              <p14:xfrm>
                <a:off x="5896942" y="1339376"/>
                <a:ext cx="197280" cy="90360"/>
              </p14:xfrm>
            </p:contentPart>
          </mc:Choice>
          <mc:Fallback>
            <p:pic>
              <p:nvPicPr>
                <p:cNvPr id="15" name="Ink 14">
                  <a:extLst>
                    <a:ext uri="{FF2B5EF4-FFF2-40B4-BE49-F238E27FC236}">
                      <a16:creationId xmlns:a16="http://schemas.microsoft.com/office/drawing/2014/main" id="{AB1AF44F-771F-43A7-89F7-38A48388CA9A}"/>
                    </a:ext>
                  </a:extLst>
                </p:cNvPr>
                <p:cNvPicPr/>
                <p:nvPr/>
              </p:nvPicPr>
              <p:blipFill>
                <a:blip r:embed="rId7"/>
                <a:stretch>
                  <a:fillRect/>
                </a:stretch>
              </p:blipFill>
              <p:spPr>
                <a:xfrm>
                  <a:off x="5888302" y="1330376"/>
                  <a:ext cx="21492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6F8C1F3F-EBE4-DA1C-2509-312DD70E30D1}"/>
                    </a:ext>
                  </a:extLst>
                </p14:cNvPr>
                <p14:cNvContentPartPr/>
                <p14:nvPr/>
              </p14:nvContentPartPr>
              <p14:xfrm>
                <a:off x="5820622" y="1349456"/>
                <a:ext cx="128160" cy="134280"/>
              </p14:xfrm>
            </p:contentPart>
          </mc:Choice>
          <mc:Fallback>
            <p:pic>
              <p:nvPicPr>
                <p:cNvPr id="16" name="Ink 15">
                  <a:extLst>
                    <a:ext uri="{FF2B5EF4-FFF2-40B4-BE49-F238E27FC236}">
                      <a16:creationId xmlns:a16="http://schemas.microsoft.com/office/drawing/2014/main" id="{6F8C1F3F-EBE4-DA1C-2509-312DD70E30D1}"/>
                    </a:ext>
                  </a:extLst>
                </p:cNvPr>
                <p:cNvPicPr/>
                <p:nvPr/>
              </p:nvPicPr>
              <p:blipFill>
                <a:blip r:embed="rId9"/>
                <a:stretch>
                  <a:fillRect/>
                </a:stretch>
              </p:blipFill>
              <p:spPr>
                <a:xfrm>
                  <a:off x="5811982" y="1340456"/>
                  <a:ext cx="14580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D9AF42BE-8EC0-ABA6-6E57-781A6AD50E9B}"/>
                    </a:ext>
                  </a:extLst>
                </p14:cNvPr>
                <p14:cNvContentPartPr/>
                <p14:nvPr/>
              </p14:nvContentPartPr>
              <p14:xfrm>
                <a:off x="6200422" y="1218416"/>
                <a:ext cx="239400" cy="78480"/>
              </p14:xfrm>
            </p:contentPart>
          </mc:Choice>
          <mc:Fallback>
            <p:pic>
              <p:nvPicPr>
                <p:cNvPr id="17" name="Ink 16">
                  <a:extLst>
                    <a:ext uri="{FF2B5EF4-FFF2-40B4-BE49-F238E27FC236}">
                      <a16:creationId xmlns:a16="http://schemas.microsoft.com/office/drawing/2014/main" id="{D9AF42BE-8EC0-ABA6-6E57-781A6AD50E9B}"/>
                    </a:ext>
                  </a:extLst>
                </p:cNvPr>
                <p:cNvPicPr/>
                <p:nvPr/>
              </p:nvPicPr>
              <p:blipFill>
                <a:blip r:embed="rId11"/>
                <a:stretch>
                  <a:fillRect/>
                </a:stretch>
              </p:blipFill>
              <p:spPr>
                <a:xfrm>
                  <a:off x="6191422" y="1209416"/>
                  <a:ext cx="25704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Ink 17">
                  <a:extLst>
                    <a:ext uri="{FF2B5EF4-FFF2-40B4-BE49-F238E27FC236}">
                      <a16:creationId xmlns:a16="http://schemas.microsoft.com/office/drawing/2014/main" id="{BAF3D050-6E09-47D1-1F8A-254A1EB8C83D}"/>
                    </a:ext>
                  </a:extLst>
                </p14:cNvPr>
                <p14:cNvContentPartPr/>
                <p14:nvPr/>
              </p14:nvContentPartPr>
              <p14:xfrm>
                <a:off x="6445942" y="1197176"/>
                <a:ext cx="97920" cy="52920"/>
              </p14:xfrm>
            </p:contentPart>
          </mc:Choice>
          <mc:Fallback>
            <p:pic>
              <p:nvPicPr>
                <p:cNvPr id="18" name="Ink 17">
                  <a:extLst>
                    <a:ext uri="{FF2B5EF4-FFF2-40B4-BE49-F238E27FC236}">
                      <a16:creationId xmlns:a16="http://schemas.microsoft.com/office/drawing/2014/main" id="{BAF3D050-6E09-47D1-1F8A-254A1EB8C83D}"/>
                    </a:ext>
                  </a:extLst>
                </p:cNvPr>
                <p:cNvPicPr/>
                <p:nvPr/>
              </p:nvPicPr>
              <p:blipFill>
                <a:blip r:embed="rId13"/>
                <a:stretch>
                  <a:fillRect/>
                </a:stretch>
              </p:blipFill>
              <p:spPr>
                <a:xfrm>
                  <a:off x="6436942" y="1188176"/>
                  <a:ext cx="11556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9" name="Ink 18">
                  <a:extLst>
                    <a:ext uri="{FF2B5EF4-FFF2-40B4-BE49-F238E27FC236}">
                      <a16:creationId xmlns:a16="http://schemas.microsoft.com/office/drawing/2014/main" id="{9F511CBC-4977-CB28-A3A9-362CFC241B04}"/>
                    </a:ext>
                  </a:extLst>
                </p14:cNvPr>
                <p14:cNvContentPartPr/>
                <p14:nvPr/>
              </p14:nvContentPartPr>
              <p14:xfrm>
                <a:off x="6585982" y="1162256"/>
                <a:ext cx="129240" cy="263160"/>
              </p14:xfrm>
            </p:contentPart>
          </mc:Choice>
          <mc:Fallback>
            <p:pic>
              <p:nvPicPr>
                <p:cNvPr id="19" name="Ink 18">
                  <a:extLst>
                    <a:ext uri="{FF2B5EF4-FFF2-40B4-BE49-F238E27FC236}">
                      <a16:creationId xmlns:a16="http://schemas.microsoft.com/office/drawing/2014/main" id="{9F511CBC-4977-CB28-A3A9-362CFC241B04}"/>
                    </a:ext>
                  </a:extLst>
                </p:cNvPr>
                <p:cNvPicPr/>
                <p:nvPr/>
              </p:nvPicPr>
              <p:blipFill>
                <a:blip r:embed="rId15"/>
                <a:stretch>
                  <a:fillRect/>
                </a:stretch>
              </p:blipFill>
              <p:spPr>
                <a:xfrm>
                  <a:off x="6577342" y="1153256"/>
                  <a:ext cx="14688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1" name="Ink 20">
                  <a:extLst>
                    <a:ext uri="{FF2B5EF4-FFF2-40B4-BE49-F238E27FC236}">
                      <a16:creationId xmlns:a16="http://schemas.microsoft.com/office/drawing/2014/main" id="{612EC6EA-5522-7E89-3F78-60E85A4EBE89}"/>
                    </a:ext>
                  </a:extLst>
                </p14:cNvPr>
                <p14:cNvContentPartPr/>
                <p14:nvPr/>
              </p14:nvContentPartPr>
              <p14:xfrm>
                <a:off x="6921142" y="1061816"/>
                <a:ext cx="99360" cy="123840"/>
              </p14:xfrm>
            </p:contentPart>
          </mc:Choice>
          <mc:Fallback>
            <p:pic>
              <p:nvPicPr>
                <p:cNvPr id="21" name="Ink 20">
                  <a:extLst>
                    <a:ext uri="{FF2B5EF4-FFF2-40B4-BE49-F238E27FC236}">
                      <a16:creationId xmlns:a16="http://schemas.microsoft.com/office/drawing/2014/main" id="{612EC6EA-5522-7E89-3F78-60E85A4EBE89}"/>
                    </a:ext>
                  </a:extLst>
                </p:cNvPr>
                <p:cNvPicPr/>
                <p:nvPr/>
              </p:nvPicPr>
              <p:blipFill>
                <a:blip r:embed="rId17"/>
                <a:stretch>
                  <a:fillRect/>
                </a:stretch>
              </p:blipFill>
              <p:spPr>
                <a:xfrm>
                  <a:off x="6912142" y="1052816"/>
                  <a:ext cx="11700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2" name="Ink 21">
                  <a:extLst>
                    <a:ext uri="{FF2B5EF4-FFF2-40B4-BE49-F238E27FC236}">
                      <a16:creationId xmlns:a16="http://schemas.microsoft.com/office/drawing/2014/main" id="{2A61311D-1332-8DAD-5266-0B5A19290CB0}"/>
                    </a:ext>
                  </a:extLst>
                </p14:cNvPr>
                <p14:cNvContentPartPr/>
                <p14:nvPr/>
              </p14:nvContentPartPr>
              <p14:xfrm>
                <a:off x="7041742" y="1085936"/>
                <a:ext cx="148680" cy="193680"/>
              </p14:xfrm>
            </p:contentPart>
          </mc:Choice>
          <mc:Fallback>
            <p:pic>
              <p:nvPicPr>
                <p:cNvPr id="22" name="Ink 21">
                  <a:extLst>
                    <a:ext uri="{FF2B5EF4-FFF2-40B4-BE49-F238E27FC236}">
                      <a16:creationId xmlns:a16="http://schemas.microsoft.com/office/drawing/2014/main" id="{2A61311D-1332-8DAD-5266-0B5A19290CB0}"/>
                    </a:ext>
                  </a:extLst>
                </p:cNvPr>
                <p:cNvPicPr/>
                <p:nvPr/>
              </p:nvPicPr>
              <p:blipFill>
                <a:blip r:embed="rId19"/>
                <a:stretch>
                  <a:fillRect/>
                </a:stretch>
              </p:blipFill>
              <p:spPr>
                <a:xfrm>
                  <a:off x="7033102" y="1077296"/>
                  <a:ext cx="16632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 name="Ink 22">
                  <a:extLst>
                    <a:ext uri="{FF2B5EF4-FFF2-40B4-BE49-F238E27FC236}">
                      <a16:creationId xmlns:a16="http://schemas.microsoft.com/office/drawing/2014/main" id="{0BA2B755-CF2F-04E0-CB8A-BC2764E95271}"/>
                    </a:ext>
                  </a:extLst>
                </p14:cNvPr>
                <p14:cNvContentPartPr/>
                <p14:nvPr/>
              </p14:nvContentPartPr>
              <p14:xfrm>
                <a:off x="7171342" y="1067576"/>
                <a:ext cx="135000" cy="69120"/>
              </p14:xfrm>
            </p:contentPart>
          </mc:Choice>
          <mc:Fallback>
            <p:pic>
              <p:nvPicPr>
                <p:cNvPr id="23" name="Ink 22">
                  <a:extLst>
                    <a:ext uri="{FF2B5EF4-FFF2-40B4-BE49-F238E27FC236}">
                      <a16:creationId xmlns:a16="http://schemas.microsoft.com/office/drawing/2014/main" id="{0BA2B755-CF2F-04E0-CB8A-BC2764E95271}"/>
                    </a:ext>
                  </a:extLst>
                </p:cNvPr>
                <p:cNvPicPr/>
                <p:nvPr/>
              </p:nvPicPr>
              <p:blipFill>
                <a:blip r:embed="rId21"/>
                <a:stretch>
                  <a:fillRect/>
                </a:stretch>
              </p:blipFill>
              <p:spPr>
                <a:xfrm>
                  <a:off x="7162702" y="1058936"/>
                  <a:ext cx="15264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4" name="Ink 23">
                  <a:extLst>
                    <a:ext uri="{FF2B5EF4-FFF2-40B4-BE49-F238E27FC236}">
                      <a16:creationId xmlns:a16="http://schemas.microsoft.com/office/drawing/2014/main" id="{856BBDF9-F598-EA54-02A3-868667C0EBCA}"/>
                    </a:ext>
                  </a:extLst>
                </p14:cNvPr>
                <p14:cNvContentPartPr/>
                <p14:nvPr/>
              </p14:nvContentPartPr>
              <p14:xfrm>
                <a:off x="7340182" y="1031576"/>
                <a:ext cx="133560" cy="79560"/>
              </p14:xfrm>
            </p:contentPart>
          </mc:Choice>
          <mc:Fallback>
            <p:pic>
              <p:nvPicPr>
                <p:cNvPr id="24" name="Ink 23">
                  <a:extLst>
                    <a:ext uri="{FF2B5EF4-FFF2-40B4-BE49-F238E27FC236}">
                      <a16:creationId xmlns:a16="http://schemas.microsoft.com/office/drawing/2014/main" id="{856BBDF9-F598-EA54-02A3-868667C0EBCA}"/>
                    </a:ext>
                  </a:extLst>
                </p:cNvPr>
                <p:cNvPicPr/>
                <p:nvPr/>
              </p:nvPicPr>
              <p:blipFill>
                <a:blip r:embed="rId23"/>
                <a:stretch>
                  <a:fillRect/>
                </a:stretch>
              </p:blipFill>
              <p:spPr>
                <a:xfrm>
                  <a:off x="7331542" y="1022936"/>
                  <a:ext cx="15120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5" name="Ink 24">
                  <a:extLst>
                    <a:ext uri="{FF2B5EF4-FFF2-40B4-BE49-F238E27FC236}">
                      <a16:creationId xmlns:a16="http://schemas.microsoft.com/office/drawing/2014/main" id="{71692985-9D4F-431D-C957-996F02B352B9}"/>
                    </a:ext>
                  </a:extLst>
                </p14:cNvPr>
                <p14:cNvContentPartPr/>
                <p14:nvPr/>
              </p14:nvContentPartPr>
              <p14:xfrm>
                <a:off x="7506502" y="963536"/>
                <a:ext cx="175320" cy="126360"/>
              </p14:xfrm>
            </p:contentPart>
          </mc:Choice>
          <mc:Fallback>
            <p:pic>
              <p:nvPicPr>
                <p:cNvPr id="25" name="Ink 24">
                  <a:extLst>
                    <a:ext uri="{FF2B5EF4-FFF2-40B4-BE49-F238E27FC236}">
                      <a16:creationId xmlns:a16="http://schemas.microsoft.com/office/drawing/2014/main" id="{71692985-9D4F-431D-C957-996F02B352B9}"/>
                    </a:ext>
                  </a:extLst>
                </p:cNvPr>
                <p:cNvPicPr/>
                <p:nvPr/>
              </p:nvPicPr>
              <p:blipFill>
                <a:blip r:embed="rId25"/>
                <a:stretch>
                  <a:fillRect/>
                </a:stretch>
              </p:blipFill>
              <p:spPr>
                <a:xfrm>
                  <a:off x="7497502" y="954896"/>
                  <a:ext cx="19296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6" name="Ink 25">
                  <a:extLst>
                    <a:ext uri="{FF2B5EF4-FFF2-40B4-BE49-F238E27FC236}">
                      <a16:creationId xmlns:a16="http://schemas.microsoft.com/office/drawing/2014/main" id="{169D5EEE-6E3F-BB8F-45DB-14AEFCD57B13}"/>
                    </a:ext>
                  </a:extLst>
                </p14:cNvPr>
                <p14:cNvContentPartPr/>
                <p14:nvPr/>
              </p14:nvContentPartPr>
              <p14:xfrm>
                <a:off x="7746262" y="810896"/>
                <a:ext cx="101880" cy="236880"/>
              </p14:xfrm>
            </p:contentPart>
          </mc:Choice>
          <mc:Fallback>
            <p:pic>
              <p:nvPicPr>
                <p:cNvPr id="26" name="Ink 25">
                  <a:extLst>
                    <a:ext uri="{FF2B5EF4-FFF2-40B4-BE49-F238E27FC236}">
                      <a16:creationId xmlns:a16="http://schemas.microsoft.com/office/drawing/2014/main" id="{169D5EEE-6E3F-BB8F-45DB-14AEFCD57B13}"/>
                    </a:ext>
                  </a:extLst>
                </p:cNvPr>
                <p:cNvPicPr/>
                <p:nvPr/>
              </p:nvPicPr>
              <p:blipFill>
                <a:blip r:embed="rId27"/>
                <a:stretch>
                  <a:fillRect/>
                </a:stretch>
              </p:blipFill>
              <p:spPr>
                <a:xfrm>
                  <a:off x="7737622" y="802256"/>
                  <a:ext cx="11952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7" name="Ink 26">
                  <a:extLst>
                    <a:ext uri="{FF2B5EF4-FFF2-40B4-BE49-F238E27FC236}">
                      <a16:creationId xmlns:a16="http://schemas.microsoft.com/office/drawing/2014/main" id="{A50E0CCF-082A-9140-66CD-71D671E29711}"/>
                    </a:ext>
                  </a:extLst>
                </p14:cNvPr>
                <p14:cNvContentPartPr/>
                <p14:nvPr/>
              </p14:nvContentPartPr>
              <p14:xfrm>
                <a:off x="7634662" y="951296"/>
                <a:ext cx="9000" cy="26280"/>
              </p14:xfrm>
            </p:contentPart>
          </mc:Choice>
          <mc:Fallback>
            <p:pic>
              <p:nvPicPr>
                <p:cNvPr id="27" name="Ink 26">
                  <a:extLst>
                    <a:ext uri="{FF2B5EF4-FFF2-40B4-BE49-F238E27FC236}">
                      <a16:creationId xmlns:a16="http://schemas.microsoft.com/office/drawing/2014/main" id="{A50E0CCF-082A-9140-66CD-71D671E29711}"/>
                    </a:ext>
                  </a:extLst>
                </p:cNvPr>
                <p:cNvPicPr/>
                <p:nvPr/>
              </p:nvPicPr>
              <p:blipFill>
                <a:blip r:embed="rId29"/>
                <a:stretch>
                  <a:fillRect/>
                </a:stretch>
              </p:blipFill>
              <p:spPr>
                <a:xfrm>
                  <a:off x="7626022" y="942656"/>
                  <a:ext cx="2664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8" name="Ink 27">
                  <a:extLst>
                    <a:ext uri="{FF2B5EF4-FFF2-40B4-BE49-F238E27FC236}">
                      <a16:creationId xmlns:a16="http://schemas.microsoft.com/office/drawing/2014/main" id="{87F4B6E1-2D59-A8C0-F104-6E2A70E036DB}"/>
                    </a:ext>
                  </a:extLst>
                </p14:cNvPr>
                <p14:cNvContentPartPr/>
                <p14:nvPr/>
              </p14:nvContentPartPr>
              <p14:xfrm>
                <a:off x="7607302" y="935816"/>
                <a:ext cx="62280" cy="56520"/>
              </p14:xfrm>
            </p:contentPart>
          </mc:Choice>
          <mc:Fallback>
            <p:pic>
              <p:nvPicPr>
                <p:cNvPr id="28" name="Ink 27">
                  <a:extLst>
                    <a:ext uri="{FF2B5EF4-FFF2-40B4-BE49-F238E27FC236}">
                      <a16:creationId xmlns:a16="http://schemas.microsoft.com/office/drawing/2014/main" id="{87F4B6E1-2D59-A8C0-F104-6E2A70E036DB}"/>
                    </a:ext>
                  </a:extLst>
                </p:cNvPr>
                <p:cNvPicPr/>
                <p:nvPr/>
              </p:nvPicPr>
              <p:blipFill>
                <a:blip r:embed="rId31"/>
                <a:stretch>
                  <a:fillRect/>
                </a:stretch>
              </p:blipFill>
              <p:spPr>
                <a:xfrm>
                  <a:off x="7598662" y="927176"/>
                  <a:ext cx="79920" cy="74160"/>
                </a:xfrm>
                <a:prstGeom prst="rect">
                  <a:avLst/>
                </a:prstGeom>
              </p:spPr>
            </p:pic>
          </mc:Fallback>
        </mc:AlternateContent>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DE0E7F56-0210-3341-9517-C0491EF5457E}"/>
              </a:ext>
            </a:extLst>
          </p:cNvPr>
          <p:cNvGrpSpPr/>
          <p:nvPr/>
        </p:nvGrpSpPr>
        <p:grpSpPr>
          <a:xfrm>
            <a:off x="4178302" y="393296"/>
            <a:ext cx="658800" cy="232920"/>
            <a:chOff x="4178302" y="393296"/>
            <a:chExt cx="658800" cy="232920"/>
          </a:xfrm>
        </p:grpSpPr>
        <mc:AlternateContent xmlns:mc="http://schemas.openxmlformats.org/markup-compatibility/2006">
          <mc:Choice xmlns:p14="http://schemas.microsoft.com/office/powerpoint/2010/main" Requires="p14">
            <p:contentPart p14:bwMode="auto" r:id="rId2">
              <p14:nvContentPartPr>
                <p14:cNvPr id="25" name="Ink 24">
                  <a:extLst>
                    <a:ext uri="{FF2B5EF4-FFF2-40B4-BE49-F238E27FC236}">
                      <a16:creationId xmlns:a16="http://schemas.microsoft.com/office/drawing/2014/main" id="{11A3A351-5269-589E-C4F4-351DD664E93D}"/>
                    </a:ext>
                  </a:extLst>
                </p14:cNvPr>
                <p14:cNvContentPartPr/>
                <p14:nvPr/>
              </p14:nvContentPartPr>
              <p14:xfrm>
                <a:off x="4289902" y="472856"/>
                <a:ext cx="43200" cy="135000"/>
              </p14:xfrm>
            </p:contentPart>
          </mc:Choice>
          <mc:Fallback>
            <p:pic>
              <p:nvPicPr>
                <p:cNvPr id="25" name="Ink 24">
                  <a:extLst>
                    <a:ext uri="{FF2B5EF4-FFF2-40B4-BE49-F238E27FC236}">
                      <a16:creationId xmlns:a16="http://schemas.microsoft.com/office/drawing/2014/main" id="{11A3A351-5269-589E-C4F4-351DD664E93D}"/>
                    </a:ext>
                  </a:extLst>
                </p:cNvPr>
                <p:cNvPicPr/>
                <p:nvPr/>
              </p:nvPicPr>
              <p:blipFill>
                <a:blip r:embed="rId3"/>
                <a:stretch>
                  <a:fillRect/>
                </a:stretch>
              </p:blipFill>
              <p:spPr>
                <a:xfrm>
                  <a:off x="4281262" y="464216"/>
                  <a:ext cx="6084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6" name="Ink 25">
                  <a:extLst>
                    <a:ext uri="{FF2B5EF4-FFF2-40B4-BE49-F238E27FC236}">
                      <a16:creationId xmlns:a16="http://schemas.microsoft.com/office/drawing/2014/main" id="{F518D256-4748-8731-EF35-375B6EFDB8DB}"/>
                    </a:ext>
                  </a:extLst>
                </p14:cNvPr>
                <p14:cNvContentPartPr/>
                <p14:nvPr/>
              </p14:nvContentPartPr>
              <p14:xfrm>
                <a:off x="4178302" y="403736"/>
                <a:ext cx="219600" cy="96480"/>
              </p14:xfrm>
            </p:contentPart>
          </mc:Choice>
          <mc:Fallback>
            <p:pic>
              <p:nvPicPr>
                <p:cNvPr id="26" name="Ink 25">
                  <a:extLst>
                    <a:ext uri="{FF2B5EF4-FFF2-40B4-BE49-F238E27FC236}">
                      <a16:creationId xmlns:a16="http://schemas.microsoft.com/office/drawing/2014/main" id="{F518D256-4748-8731-EF35-375B6EFDB8DB}"/>
                    </a:ext>
                  </a:extLst>
                </p:cNvPr>
                <p:cNvPicPr/>
                <p:nvPr/>
              </p:nvPicPr>
              <p:blipFill>
                <a:blip r:embed="rId5"/>
                <a:stretch>
                  <a:fillRect/>
                </a:stretch>
              </p:blipFill>
              <p:spPr>
                <a:xfrm>
                  <a:off x="4169662" y="395096"/>
                  <a:ext cx="23724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7" name="Ink 26">
                  <a:extLst>
                    <a:ext uri="{FF2B5EF4-FFF2-40B4-BE49-F238E27FC236}">
                      <a16:creationId xmlns:a16="http://schemas.microsoft.com/office/drawing/2014/main" id="{1C653081-997F-0B36-5A8C-56042530ADEC}"/>
                    </a:ext>
                  </a:extLst>
                </p14:cNvPr>
                <p14:cNvContentPartPr/>
                <p14:nvPr/>
              </p14:nvContentPartPr>
              <p14:xfrm>
                <a:off x="4465582" y="426776"/>
                <a:ext cx="154080" cy="190800"/>
              </p14:xfrm>
            </p:contentPart>
          </mc:Choice>
          <mc:Fallback>
            <p:pic>
              <p:nvPicPr>
                <p:cNvPr id="27" name="Ink 26">
                  <a:extLst>
                    <a:ext uri="{FF2B5EF4-FFF2-40B4-BE49-F238E27FC236}">
                      <a16:creationId xmlns:a16="http://schemas.microsoft.com/office/drawing/2014/main" id="{1C653081-997F-0B36-5A8C-56042530ADEC}"/>
                    </a:ext>
                  </a:extLst>
                </p:cNvPr>
                <p:cNvPicPr/>
                <p:nvPr/>
              </p:nvPicPr>
              <p:blipFill>
                <a:blip r:embed="rId7"/>
                <a:stretch>
                  <a:fillRect/>
                </a:stretch>
              </p:blipFill>
              <p:spPr>
                <a:xfrm>
                  <a:off x="4456582" y="418136"/>
                  <a:ext cx="17172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8" name="Ink 27">
                  <a:extLst>
                    <a:ext uri="{FF2B5EF4-FFF2-40B4-BE49-F238E27FC236}">
                      <a16:creationId xmlns:a16="http://schemas.microsoft.com/office/drawing/2014/main" id="{2951927B-62F1-CF7F-926F-7BBFE871F631}"/>
                    </a:ext>
                  </a:extLst>
                </p14:cNvPr>
                <p14:cNvContentPartPr/>
                <p14:nvPr/>
              </p14:nvContentPartPr>
              <p14:xfrm>
                <a:off x="4656382" y="393296"/>
                <a:ext cx="180720" cy="232920"/>
              </p14:xfrm>
            </p:contentPart>
          </mc:Choice>
          <mc:Fallback>
            <p:pic>
              <p:nvPicPr>
                <p:cNvPr id="28" name="Ink 27">
                  <a:extLst>
                    <a:ext uri="{FF2B5EF4-FFF2-40B4-BE49-F238E27FC236}">
                      <a16:creationId xmlns:a16="http://schemas.microsoft.com/office/drawing/2014/main" id="{2951927B-62F1-CF7F-926F-7BBFE871F631}"/>
                    </a:ext>
                  </a:extLst>
                </p:cNvPr>
                <p:cNvPicPr/>
                <p:nvPr/>
              </p:nvPicPr>
              <p:blipFill>
                <a:blip r:embed="rId9"/>
                <a:stretch>
                  <a:fillRect/>
                </a:stretch>
              </p:blipFill>
              <p:spPr>
                <a:xfrm>
                  <a:off x="4647382" y="384656"/>
                  <a:ext cx="198360" cy="250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32" name="Ink 31">
                <a:extLst>
                  <a:ext uri="{FF2B5EF4-FFF2-40B4-BE49-F238E27FC236}">
                    <a16:creationId xmlns:a16="http://schemas.microsoft.com/office/drawing/2014/main" id="{77E2B6BB-1472-225C-D4B6-C8584AB4A5E7}"/>
                  </a:ext>
                </a:extLst>
              </p14:cNvPr>
              <p14:cNvContentPartPr/>
              <p14:nvPr/>
            </p14:nvContentPartPr>
            <p14:xfrm>
              <a:off x="4254622" y="765176"/>
              <a:ext cx="444960" cy="5760"/>
            </p14:xfrm>
          </p:contentPart>
        </mc:Choice>
        <mc:Fallback>
          <p:pic>
            <p:nvPicPr>
              <p:cNvPr id="32" name="Ink 31">
                <a:extLst>
                  <a:ext uri="{FF2B5EF4-FFF2-40B4-BE49-F238E27FC236}">
                    <a16:creationId xmlns:a16="http://schemas.microsoft.com/office/drawing/2014/main" id="{77E2B6BB-1472-225C-D4B6-C8584AB4A5E7}"/>
                  </a:ext>
                </a:extLst>
              </p:cNvPr>
              <p:cNvPicPr/>
              <p:nvPr/>
            </p:nvPicPr>
            <p:blipFill>
              <a:blip r:embed="rId11"/>
              <a:stretch>
                <a:fillRect/>
              </a:stretch>
            </p:blipFill>
            <p:spPr>
              <a:xfrm>
                <a:off x="4245982" y="756536"/>
                <a:ext cx="462600" cy="23400"/>
              </a:xfrm>
              <a:prstGeom prst="rect">
                <a:avLst/>
              </a:prstGeom>
            </p:spPr>
          </p:pic>
        </mc:Fallback>
      </mc:AlternateContent>
      <p:grpSp>
        <p:nvGrpSpPr>
          <p:cNvPr id="35" name="Group 34">
            <a:extLst>
              <a:ext uri="{FF2B5EF4-FFF2-40B4-BE49-F238E27FC236}">
                <a16:creationId xmlns:a16="http://schemas.microsoft.com/office/drawing/2014/main" id="{4578983C-CBF9-70B3-55B1-9AAF687192DB}"/>
              </a:ext>
            </a:extLst>
          </p:cNvPr>
          <p:cNvGrpSpPr/>
          <p:nvPr/>
        </p:nvGrpSpPr>
        <p:grpSpPr>
          <a:xfrm>
            <a:off x="441142" y="334616"/>
            <a:ext cx="3408840" cy="496080"/>
            <a:chOff x="441142" y="334616"/>
            <a:chExt cx="3408840" cy="496080"/>
          </a:xfrm>
        </p:grpSpPr>
        <mc:AlternateContent xmlns:mc="http://schemas.openxmlformats.org/markup-compatibility/2006">
          <mc:Choice xmlns:p14="http://schemas.microsoft.com/office/powerpoint/2010/main" Requires="p14">
            <p:contentPart p14:bwMode="auto" r:id="rId12">
              <p14:nvContentPartPr>
                <p14:cNvPr id="2" name="Ink 1">
                  <a:extLst>
                    <a:ext uri="{FF2B5EF4-FFF2-40B4-BE49-F238E27FC236}">
                      <a16:creationId xmlns:a16="http://schemas.microsoft.com/office/drawing/2014/main" id="{EA09C610-3F17-06D8-EB1D-E443F696A512}"/>
                    </a:ext>
                  </a:extLst>
                </p14:cNvPr>
                <p14:cNvContentPartPr/>
                <p14:nvPr/>
              </p14:nvContentPartPr>
              <p14:xfrm>
                <a:off x="530422" y="462056"/>
                <a:ext cx="47520" cy="212040"/>
              </p14:xfrm>
            </p:contentPart>
          </mc:Choice>
          <mc:Fallback>
            <p:pic>
              <p:nvPicPr>
                <p:cNvPr id="2" name="Ink 1">
                  <a:extLst>
                    <a:ext uri="{FF2B5EF4-FFF2-40B4-BE49-F238E27FC236}">
                      <a16:creationId xmlns:a16="http://schemas.microsoft.com/office/drawing/2014/main" id="{EA09C610-3F17-06D8-EB1D-E443F696A512}"/>
                    </a:ext>
                  </a:extLst>
                </p:cNvPr>
                <p:cNvPicPr/>
                <p:nvPr/>
              </p:nvPicPr>
              <p:blipFill>
                <a:blip r:embed="rId13"/>
                <a:stretch>
                  <a:fillRect/>
                </a:stretch>
              </p:blipFill>
              <p:spPr>
                <a:xfrm>
                  <a:off x="521422" y="453416"/>
                  <a:ext cx="6516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 name="Ink 2">
                  <a:extLst>
                    <a:ext uri="{FF2B5EF4-FFF2-40B4-BE49-F238E27FC236}">
                      <a16:creationId xmlns:a16="http://schemas.microsoft.com/office/drawing/2014/main" id="{4842AE9C-7A63-F9AE-7627-69AE2B91C612}"/>
                    </a:ext>
                  </a:extLst>
                </p14:cNvPr>
                <p14:cNvContentPartPr/>
                <p14:nvPr/>
              </p14:nvContentPartPr>
              <p14:xfrm>
                <a:off x="441142" y="406976"/>
                <a:ext cx="194400" cy="114480"/>
              </p14:xfrm>
            </p:contentPart>
          </mc:Choice>
          <mc:Fallback>
            <p:pic>
              <p:nvPicPr>
                <p:cNvPr id="3" name="Ink 2">
                  <a:extLst>
                    <a:ext uri="{FF2B5EF4-FFF2-40B4-BE49-F238E27FC236}">
                      <a16:creationId xmlns:a16="http://schemas.microsoft.com/office/drawing/2014/main" id="{4842AE9C-7A63-F9AE-7627-69AE2B91C612}"/>
                    </a:ext>
                  </a:extLst>
                </p:cNvPr>
                <p:cNvPicPr/>
                <p:nvPr/>
              </p:nvPicPr>
              <p:blipFill>
                <a:blip r:embed="rId15"/>
                <a:stretch>
                  <a:fillRect/>
                </a:stretch>
              </p:blipFill>
              <p:spPr>
                <a:xfrm>
                  <a:off x="432142" y="398336"/>
                  <a:ext cx="21204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4" name="Ink 3">
                  <a:extLst>
                    <a:ext uri="{FF2B5EF4-FFF2-40B4-BE49-F238E27FC236}">
                      <a16:creationId xmlns:a16="http://schemas.microsoft.com/office/drawing/2014/main" id="{61F35063-0948-35EF-40B8-B93A39DB8C2A}"/>
                    </a:ext>
                  </a:extLst>
                </p14:cNvPr>
                <p14:cNvContentPartPr/>
                <p14:nvPr/>
              </p14:nvContentPartPr>
              <p14:xfrm>
                <a:off x="653902" y="563216"/>
                <a:ext cx="127440" cy="91440"/>
              </p14:xfrm>
            </p:contentPart>
          </mc:Choice>
          <mc:Fallback>
            <p:pic>
              <p:nvPicPr>
                <p:cNvPr id="4" name="Ink 3">
                  <a:extLst>
                    <a:ext uri="{FF2B5EF4-FFF2-40B4-BE49-F238E27FC236}">
                      <a16:creationId xmlns:a16="http://schemas.microsoft.com/office/drawing/2014/main" id="{61F35063-0948-35EF-40B8-B93A39DB8C2A}"/>
                    </a:ext>
                  </a:extLst>
                </p:cNvPr>
                <p:cNvPicPr/>
                <p:nvPr/>
              </p:nvPicPr>
              <p:blipFill>
                <a:blip r:embed="rId17"/>
                <a:stretch>
                  <a:fillRect/>
                </a:stretch>
              </p:blipFill>
              <p:spPr>
                <a:xfrm>
                  <a:off x="644902" y="554576"/>
                  <a:ext cx="1450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 name="Ink 4">
                  <a:extLst>
                    <a:ext uri="{FF2B5EF4-FFF2-40B4-BE49-F238E27FC236}">
                      <a16:creationId xmlns:a16="http://schemas.microsoft.com/office/drawing/2014/main" id="{CC1E6612-E783-65EB-CB71-A4573AC5EF22}"/>
                    </a:ext>
                  </a:extLst>
                </p14:cNvPr>
                <p14:cNvContentPartPr/>
                <p14:nvPr/>
              </p14:nvContentPartPr>
              <p14:xfrm>
                <a:off x="834622" y="563576"/>
                <a:ext cx="191880" cy="102240"/>
              </p14:xfrm>
            </p:contentPart>
          </mc:Choice>
          <mc:Fallback>
            <p:pic>
              <p:nvPicPr>
                <p:cNvPr id="5" name="Ink 4">
                  <a:extLst>
                    <a:ext uri="{FF2B5EF4-FFF2-40B4-BE49-F238E27FC236}">
                      <a16:creationId xmlns:a16="http://schemas.microsoft.com/office/drawing/2014/main" id="{CC1E6612-E783-65EB-CB71-A4573AC5EF22}"/>
                    </a:ext>
                  </a:extLst>
                </p:cNvPr>
                <p:cNvPicPr/>
                <p:nvPr/>
              </p:nvPicPr>
              <p:blipFill>
                <a:blip r:embed="rId19"/>
                <a:stretch>
                  <a:fillRect/>
                </a:stretch>
              </p:blipFill>
              <p:spPr>
                <a:xfrm>
                  <a:off x="825622" y="554576"/>
                  <a:ext cx="20952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 name="Ink 5">
                  <a:extLst>
                    <a:ext uri="{FF2B5EF4-FFF2-40B4-BE49-F238E27FC236}">
                      <a16:creationId xmlns:a16="http://schemas.microsoft.com/office/drawing/2014/main" id="{4349136F-8D01-F21C-1D82-9921294F30E5}"/>
                    </a:ext>
                  </a:extLst>
                </p14:cNvPr>
                <p14:cNvContentPartPr/>
                <p14:nvPr/>
              </p14:nvContentPartPr>
              <p14:xfrm>
                <a:off x="1093462" y="567896"/>
                <a:ext cx="192240" cy="94680"/>
              </p14:xfrm>
            </p:contentPart>
          </mc:Choice>
          <mc:Fallback>
            <p:pic>
              <p:nvPicPr>
                <p:cNvPr id="6" name="Ink 5">
                  <a:extLst>
                    <a:ext uri="{FF2B5EF4-FFF2-40B4-BE49-F238E27FC236}">
                      <a16:creationId xmlns:a16="http://schemas.microsoft.com/office/drawing/2014/main" id="{4349136F-8D01-F21C-1D82-9921294F30E5}"/>
                    </a:ext>
                  </a:extLst>
                </p:cNvPr>
                <p:cNvPicPr/>
                <p:nvPr/>
              </p:nvPicPr>
              <p:blipFill>
                <a:blip r:embed="rId21"/>
                <a:stretch>
                  <a:fillRect/>
                </a:stretch>
              </p:blipFill>
              <p:spPr>
                <a:xfrm>
                  <a:off x="1084822" y="559256"/>
                  <a:ext cx="20988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7" name="Ink 6">
                  <a:extLst>
                    <a:ext uri="{FF2B5EF4-FFF2-40B4-BE49-F238E27FC236}">
                      <a16:creationId xmlns:a16="http://schemas.microsoft.com/office/drawing/2014/main" id="{97394D70-720F-CE4E-BA82-B1B742316770}"/>
                    </a:ext>
                  </a:extLst>
                </p14:cNvPr>
                <p14:cNvContentPartPr/>
                <p14:nvPr/>
              </p14:nvContentPartPr>
              <p14:xfrm>
                <a:off x="1526182" y="397616"/>
                <a:ext cx="190800" cy="240480"/>
              </p14:xfrm>
            </p:contentPart>
          </mc:Choice>
          <mc:Fallback>
            <p:pic>
              <p:nvPicPr>
                <p:cNvPr id="7" name="Ink 6">
                  <a:extLst>
                    <a:ext uri="{FF2B5EF4-FFF2-40B4-BE49-F238E27FC236}">
                      <a16:creationId xmlns:a16="http://schemas.microsoft.com/office/drawing/2014/main" id="{97394D70-720F-CE4E-BA82-B1B742316770}"/>
                    </a:ext>
                  </a:extLst>
                </p:cNvPr>
                <p:cNvPicPr/>
                <p:nvPr/>
              </p:nvPicPr>
              <p:blipFill>
                <a:blip r:embed="rId23"/>
                <a:stretch>
                  <a:fillRect/>
                </a:stretch>
              </p:blipFill>
              <p:spPr>
                <a:xfrm>
                  <a:off x="1517182" y="388976"/>
                  <a:ext cx="20844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 name="Ink 7">
                  <a:extLst>
                    <a:ext uri="{FF2B5EF4-FFF2-40B4-BE49-F238E27FC236}">
                      <a16:creationId xmlns:a16="http://schemas.microsoft.com/office/drawing/2014/main" id="{E51CEDF9-B968-90B2-018A-FFB6C7D8EFAB}"/>
                    </a:ext>
                  </a:extLst>
                </p14:cNvPr>
                <p14:cNvContentPartPr/>
                <p14:nvPr/>
              </p14:nvContentPartPr>
              <p14:xfrm>
                <a:off x="1738222" y="551336"/>
                <a:ext cx="90000" cy="190080"/>
              </p14:xfrm>
            </p:contentPart>
          </mc:Choice>
          <mc:Fallback>
            <p:pic>
              <p:nvPicPr>
                <p:cNvPr id="8" name="Ink 7">
                  <a:extLst>
                    <a:ext uri="{FF2B5EF4-FFF2-40B4-BE49-F238E27FC236}">
                      <a16:creationId xmlns:a16="http://schemas.microsoft.com/office/drawing/2014/main" id="{E51CEDF9-B968-90B2-018A-FFB6C7D8EFAB}"/>
                    </a:ext>
                  </a:extLst>
                </p:cNvPr>
                <p:cNvPicPr/>
                <p:nvPr/>
              </p:nvPicPr>
              <p:blipFill>
                <a:blip r:embed="rId25"/>
                <a:stretch>
                  <a:fillRect/>
                </a:stretch>
              </p:blipFill>
              <p:spPr>
                <a:xfrm>
                  <a:off x="1729222" y="542336"/>
                  <a:ext cx="10764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9" name="Ink 8">
                  <a:extLst>
                    <a:ext uri="{FF2B5EF4-FFF2-40B4-BE49-F238E27FC236}">
                      <a16:creationId xmlns:a16="http://schemas.microsoft.com/office/drawing/2014/main" id="{9E45DA97-56FB-44CF-BA92-8ADA30D9AEEE}"/>
                    </a:ext>
                  </a:extLst>
                </p14:cNvPr>
                <p14:cNvContentPartPr/>
                <p14:nvPr/>
              </p14:nvContentPartPr>
              <p14:xfrm>
                <a:off x="1880422" y="514976"/>
                <a:ext cx="118440" cy="107640"/>
              </p14:xfrm>
            </p:contentPart>
          </mc:Choice>
          <mc:Fallback>
            <p:pic>
              <p:nvPicPr>
                <p:cNvPr id="9" name="Ink 8">
                  <a:extLst>
                    <a:ext uri="{FF2B5EF4-FFF2-40B4-BE49-F238E27FC236}">
                      <a16:creationId xmlns:a16="http://schemas.microsoft.com/office/drawing/2014/main" id="{9E45DA97-56FB-44CF-BA92-8ADA30D9AEEE}"/>
                    </a:ext>
                  </a:extLst>
                </p:cNvPr>
                <p:cNvPicPr/>
                <p:nvPr/>
              </p:nvPicPr>
              <p:blipFill>
                <a:blip r:embed="rId27"/>
                <a:stretch>
                  <a:fillRect/>
                </a:stretch>
              </p:blipFill>
              <p:spPr>
                <a:xfrm>
                  <a:off x="1871782" y="505976"/>
                  <a:ext cx="13608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0" name="Ink 9">
                  <a:extLst>
                    <a:ext uri="{FF2B5EF4-FFF2-40B4-BE49-F238E27FC236}">
                      <a16:creationId xmlns:a16="http://schemas.microsoft.com/office/drawing/2014/main" id="{817415BE-E1ED-847C-6C99-B8819FF32421}"/>
                    </a:ext>
                  </a:extLst>
                </p14:cNvPr>
                <p14:cNvContentPartPr/>
                <p14:nvPr/>
              </p14:nvContentPartPr>
              <p14:xfrm>
                <a:off x="2051062" y="541976"/>
                <a:ext cx="94680" cy="102240"/>
              </p14:xfrm>
            </p:contentPart>
          </mc:Choice>
          <mc:Fallback>
            <p:pic>
              <p:nvPicPr>
                <p:cNvPr id="10" name="Ink 9">
                  <a:extLst>
                    <a:ext uri="{FF2B5EF4-FFF2-40B4-BE49-F238E27FC236}">
                      <a16:creationId xmlns:a16="http://schemas.microsoft.com/office/drawing/2014/main" id="{817415BE-E1ED-847C-6C99-B8819FF32421}"/>
                    </a:ext>
                  </a:extLst>
                </p:cNvPr>
                <p:cNvPicPr/>
                <p:nvPr/>
              </p:nvPicPr>
              <p:blipFill>
                <a:blip r:embed="rId29"/>
                <a:stretch>
                  <a:fillRect/>
                </a:stretch>
              </p:blipFill>
              <p:spPr>
                <a:xfrm>
                  <a:off x="2042422" y="533336"/>
                  <a:ext cx="11232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1" name="Ink 10">
                  <a:extLst>
                    <a:ext uri="{FF2B5EF4-FFF2-40B4-BE49-F238E27FC236}">
                      <a16:creationId xmlns:a16="http://schemas.microsoft.com/office/drawing/2014/main" id="{BF538158-CE89-7323-C792-360B0ED44914}"/>
                    </a:ext>
                  </a:extLst>
                </p14:cNvPr>
                <p14:cNvContentPartPr/>
                <p14:nvPr/>
              </p14:nvContentPartPr>
              <p14:xfrm>
                <a:off x="2158342" y="398696"/>
                <a:ext cx="96480" cy="245880"/>
              </p14:xfrm>
            </p:contentPart>
          </mc:Choice>
          <mc:Fallback>
            <p:pic>
              <p:nvPicPr>
                <p:cNvPr id="11" name="Ink 10">
                  <a:extLst>
                    <a:ext uri="{FF2B5EF4-FFF2-40B4-BE49-F238E27FC236}">
                      <a16:creationId xmlns:a16="http://schemas.microsoft.com/office/drawing/2014/main" id="{BF538158-CE89-7323-C792-360B0ED44914}"/>
                    </a:ext>
                  </a:extLst>
                </p:cNvPr>
                <p:cNvPicPr/>
                <p:nvPr/>
              </p:nvPicPr>
              <p:blipFill>
                <a:blip r:embed="rId31"/>
                <a:stretch>
                  <a:fillRect/>
                </a:stretch>
              </p:blipFill>
              <p:spPr>
                <a:xfrm>
                  <a:off x="2149342" y="389696"/>
                  <a:ext cx="11412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2" name="Ink 11">
                  <a:extLst>
                    <a:ext uri="{FF2B5EF4-FFF2-40B4-BE49-F238E27FC236}">
                      <a16:creationId xmlns:a16="http://schemas.microsoft.com/office/drawing/2014/main" id="{F4CCEA71-10A2-2F09-AC65-49FB7F7336F7}"/>
                    </a:ext>
                  </a:extLst>
                </p14:cNvPr>
                <p14:cNvContentPartPr/>
                <p14:nvPr/>
              </p14:nvContentPartPr>
              <p14:xfrm>
                <a:off x="2152942" y="541256"/>
                <a:ext cx="117360" cy="11880"/>
              </p14:xfrm>
            </p:contentPart>
          </mc:Choice>
          <mc:Fallback>
            <p:pic>
              <p:nvPicPr>
                <p:cNvPr id="12" name="Ink 11">
                  <a:extLst>
                    <a:ext uri="{FF2B5EF4-FFF2-40B4-BE49-F238E27FC236}">
                      <a16:creationId xmlns:a16="http://schemas.microsoft.com/office/drawing/2014/main" id="{F4CCEA71-10A2-2F09-AC65-49FB7F7336F7}"/>
                    </a:ext>
                  </a:extLst>
                </p:cNvPr>
                <p:cNvPicPr/>
                <p:nvPr/>
              </p:nvPicPr>
              <p:blipFill>
                <a:blip r:embed="rId33"/>
                <a:stretch>
                  <a:fillRect/>
                </a:stretch>
              </p:blipFill>
              <p:spPr>
                <a:xfrm>
                  <a:off x="2143942" y="532256"/>
                  <a:ext cx="13500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3" name="Ink 12">
                  <a:extLst>
                    <a:ext uri="{FF2B5EF4-FFF2-40B4-BE49-F238E27FC236}">
                      <a16:creationId xmlns:a16="http://schemas.microsoft.com/office/drawing/2014/main" id="{E875B7E2-F1CA-8040-D0A0-4B24A2C55F87}"/>
                    </a:ext>
                  </a:extLst>
                </p14:cNvPr>
                <p14:cNvContentPartPr/>
                <p14:nvPr/>
              </p14:nvContentPartPr>
              <p14:xfrm>
                <a:off x="2290822" y="490136"/>
                <a:ext cx="44640" cy="102600"/>
              </p14:xfrm>
            </p:contentPart>
          </mc:Choice>
          <mc:Fallback>
            <p:pic>
              <p:nvPicPr>
                <p:cNvPr id="13" name="Ink 12">
                  <a:extLst>
                    <a:ext uri="{FF2B5EF4-FFF2-40B4-BE49-F238E27FC236}">
                      <a16:creationId xmlns:a16="http://schemas.microsoft.com/office/drawing/2014/main" id="{E875B7E2-F1CA-8040-D0A0-4B24A2C55F87}"/>
                    </a:ext>
                  </a:extLst>
                </p:cNvPr>
                <p:cNvPicPr/>
                <p:nvPr/>
              </p:nvPicPr>
              <p:blipFill>
                <a:blip r:embed="rId35"/>
                <a:stretch>
                  <a:fillRect/>
                </a:stretch>
              </p:blipFill>
              <p:spPr>
                <a:xfrm>
                  <a:off x="2282182" y="481136"/>
                  <a:ext cx="6228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4" name="Ink 13">
                  <a:extLst>
                    <a:ext uri="{FF2B5EF4-FFF2-40B4-BE49-F238E27FC236}">
                      <a16:creationId xmlns:a16="http://schemas.microsoft.com/office/drawing/2014/main" id="{DB448CCC-0DF7-EB3F-A41B-32770F983311}"/>
                    </a:ext>
                  </a:extLst>
                </p14:cNvPr>
                <p14:cNvContentPartPr/>
                <p14:nvPr/>
              </p14:nvContentPartPr>
              <p14:xfrm>
                <a:off x="2427622" y="385736"/>
                <a:ext cx="189000" cy="241920"/>
              </p14:xfrm>
            </p:contentPart>
          </mc:Choice>
          <mc:Fallback>
            <p:pic>
              <p:nvPicPr>
                <p:cNvPr id="14" name="Ink 13">
                  <a:extLst>
                    <a:ext uri="{FF2B5EF4-FFF2-40B4-BE49-F238E27FC236}">
                      <a16:creationId xmlns:a16="http://schemas.microsoft.com/office/drawing/2014/main" id="{DB448CCC-0DF7-EB3F-A41B-32770F983311}"/>
                    </a:ext>
                  </a:extLst>
                </p:cNvPr>
                <p:cNvPicPr/>
                <p:nvPr/>
              </p:nvPicPr>
              <p:blipFill>
                <a:blip r:embed="rId37"/>
                <a:stretch>
                  <a:fillRect/>
                </a:stretch>
              </p:blipFill>
              <p:spPr>
                <a:xfrm>
                  <a:off x="2418982" y="376736"/>
                  <a:ext cx="20664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5" name="Ink 14">
                  <a:extLst>
                    <a:ext uri="{FF2B5EF4-FFF2-40B4-BE49-F238E27FC236}">
                      <a16:creationId xmlns:a16="http://schemas.microsoft.com/office/drawing/2014/main" id="{DE7F17DC-EF83-CCDE-3FF9-EA8BE82A99ED}"/>
                    </a:ext>
                  </a:extLst>
                </p14:cNvPr>
                <p14:cNvContentPartPr/>
                <p14:nvPr/>
              </p14:nvContentPartPr>
              <p14:xfrm>
                <a:off x="2844142" y="416696"/>
                <a:ext cx="72720" cy="159840"/>
              </p14:xfrm>
            </p:contentPart>
          </mc:Choice>
          <mc:Fallback>
            <p:pic>
              <p:nvPicPr>
                <p:cNvPr id="15" name="Ink 14">
                  <a:extLst>
                    <a:ext uri="{FF2B5EF4-FFF2-40B4-BE49-F238E27FC236}">
                      <a16:creationId xmlns:a16="http://schemas.microsoft.com/office/drawing/2014/main" id="{DE7F17DC-EF83-CCDE-3FF9-EA8BE82A99ED}"/>
                    </a:ext>
                  </a:extLst>
                </p:cNvPr>
                <p:cNvPicPr/>
                <p:nvPr/>
              </p:nvPicPr>
              <p:blipFill>
                <a:blip r:embed="rId39"/>
                <a:stretch>
                  <a:fillRect/>
                </a:stretch>
              </p:blipFill>
              <p:spPr>
                <a:xfrm>
                  <a:off x="2835142" y="408056"/>
                  <a:ext cx="9036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6" name="Ink 15">
                  <a:extLst>
                    <a:ext uri="{FF2B5EF4-FFF2-40B4-BE49-F238E27FC236}">
                      <a16:creationId xmlns:a16="http://schemas.microsoft.com/office/drawing/2014/main" id="{8C2DFBC5-DD1C-142D-877E-C151213EE99C}"/>
                    </a:ext>
                  </a:extLst>
                </p14:cNvPr>
                <p14:cNvContentPartPr/>
                <p14:nvPr/>
              </p14:nvContentPartPr>
              <p14:xfrm>
                <a:off x="2758822" y="354776"/>
                <a:ext cx="228600" cy="230400"/>
              </p14:xfrm>
            </p:contentPart>
          </mc:Choice>
          <mc:Fallback>
            <p:pic>
              <p:nvPicPr>
                <p:cNvPr id="16" name="Ink 15">
                  <a:extLst>
                    <a:ext uri="{FF2B5EF4-FFF2-40B4-BE49-F238E27FC236}">
                      <a16:creationId xmlns:a16="http://schemas.microsoft.com/office/drawing/2014/main" id="{8C2DFBC5-DD1C-142D-877E-C151213EE99C}"/>
                    </a:ext>
                  </a:extLst>
                </p:cNvPr>
                <p:cNvPicPr/>
                <p:nvPr/>
              </p:nvPicPr>
              <p:blipFill>
                <a:blip r:embed="rId41"/>
                <a:stretch>
                  <a:fillRect/>
                </a:stretch>
              </p:blipFill>
              <p:spPr>
                <a:xfrm>
                  <a:off x="2750182" y="346136"/>
                  <a:ext cx="24624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7" name="Ink 16">
                  <a:extLst>
                    <a:ext uri="{FF2B5EF4-FFF2-40B4-BE49-F238E27FC236}">
                      <a16:creationId xmlns:a16="http://schemas.microsoft.com/office/drawing/2014/main" id="{A61656BF-8649-5DC4-A416-702749EB9CBA}"/>
                    </a:ext>
                  </a:extLst>
                </p14:cNvPr>
                <p14:cNvContentPartPr/>
                <p14:nvPr/>
              </p14:nvContentPartPr>
              <p14:xfrm>
                <a:off x="3055462" y="463856"/>
                <a:ext cx="115920" cy="121320"/>
              </p14:xfrm>
            </p:contentPart>
          </mc:Choice>
          <mc:Fallback>
            <p:pic>
              <p:nvPicPr>
                <p:cNvPr id="17" name="Ink 16">
                  <a:extLst>
                    <a:ext uri="{FF2B5EF4-FFF2-40B4-BE49-F238E27FC236}">
                      <a16:creationId xmlns:a16="http://schemas.microsoft.com/office/drawing/2014/main" id="{A61656BF-8649-5DC4-A416-702749EB9CBA}"/>
                    </a:ext>
                  </a:extLst>
                </p:cNvPr>
                <p:cNvPicPr/>
                <p:nvPr/>
              </p:nvPicPr>
              <p:blipFill>
                <a:blip r:embed="rId43"/>
                <a:stretch>
                  <a:fillRect/>
                </a:stretch>
              </p:blipFill>
              <p:spPr>
                <a:xfrm>
                  <a:off x="3046822" y="454856"/>
                  <a:ext cx="13356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8" name="Ink 17">
                  <a:extLst>
                    <a:ext uri="{FF2B5EF4-FFF2-40B4-BE49-F238E27FC236}">
                      <a16:creationId xmlns:a16="http://schemas.microsoft.com/office/drawing/2014/main" id="{DE93ACF9-0DC6-EDDE-ABA8-A1188A259EE2}"/>
                    </a:ext>
                  </a:extLst>
                </p14:cNvPr>
                <p14:cNvContentPartPr/>
                <p14:nvPr/>
              </p14:nvContentPartPr>
              <p14:xfrm>
                <a:off x="3168502" y="499496"/>
                <a:ext cx="153360" cy="68760"/>
              </p14:xfrm>
            </p:contentPart>
          </mc:Choice>
          <mc:Fallback>
            <p:pic>
              <p:nvPicPr>
                <p:cNvPr id="18" name="Ink 17">
                  <a:extLst>
                    <a:ext uri="{FF2B5EF4-FFF2-40B4-BE49-F238E27FC236}">
                      <a16:creationId xmlns:a16="http://schemas.microsoft.com/office/drawing/2014/main" id="{DE93ACF9-0DC6-EDDE-ABA8-A1188A259EE2}"/>
                    </a:ext>
                  </a:extLst>
                </p:cNvPr>
                <p:cNvPicPr/>
                <p:nvPr/>
              </p:nvPicPr>
              <p:blipFill>
                <a:blip r:embed="rId45"/>
                <a:stretch>
                  <a:fillRect/>
                </a:stretch>
              </p:blipFill>
              <p:spPr>
                <a:xfrm>
                  <a:off x="3159502" y="490856"/>
                  <a:ext cx="17100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9" name="Ink 18">
                  <a:extLst>
                    <a:ext uri="{FF2B5EF4-FFF2-40B4-BE49-F238E27FC236}">
                      <a16:creationId xmlns:a16="http://schemas.microsoft.com/office/drawing/2014/main" id="{A87A972A-B1A9-79C4-CE03-2127027FD05A}"/>
                    </a:ext>
                  </a:extLst>
                </p14:cNvPr>
                <p14:cNvContentPartPr/>
                <p14:nvPr/>
              </p14:nvContentPartPr>
              <p14:xfrm>
                <a:off x="3378382" y="430376"/>
                <a:ext cx="117720" cy="160920"/>
              </p14:xfrm>
            </p:contentPart>
          </mc:Choice>
          <mc:Fallback>
            <p:pic>
              <p:nvPicPr>
                <p:cNvPr id="19" name="Ink 18">
                  <a:extLst>
                    <a:ext uri="{FF2B5EF4-FFF2-40B4-BE49-F238E27FC236}">
                      <a16:creationId xmlns:a16="http://schemas.microsoft.com/office/drawing/2014/main" id="{A87A972A-B1A9-79C4-CE03-2127027FD05A}"/>
                    </a:ext>
                  </a:extLst>
                </p:cNvPr>
                <p:cNvPicPr/>
                <p:nvPr/>
              </p:nvPicPr>
              <p:blipFill>
                <a:blip r:embed="rId47"/>
                <a:stretch>
                  <a:fillRect/>
                </a:stretch>
              </p:blipFill>
              <p:spPr>
                <a:xfrm>
                  <a:off x="3369382" y="421736"/>
                  <a:ext cx="13536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0" name="Ink 19">
                  <a:extLst>
                    <a:ext uri="{FF2B5EF4-FFF2-40B4-BE49-F238E27FC236}">
                      <a16:creationId xmlns:a16="http://schemas.microsoft.com/office/drawing/2014/main" id="{5256AFA6-942D-60C6-86C2-54D9CE73399F}"/>
                    </a:ext>
                  </a:extLst>
                </p14:cNvPr>
                <p14:cNvContentPartPr/>
                <p14:nvPr/>
              </p14:nvContentPartPr>
              <p14:xfrm>
                <a:off x="3534982" y="520736"/>
                <a:ext cx="27000" cy="69840"/>
              </p14:xfrm>
            </p:contentPart>
          </mc:Choice>
          <mc:Fallback>
            <p:pic>
              <p:nvPicPr>
                <p:cNvPr id="20" name="Ink 19">
                  <a:extLst>
                    <a:ext uri="{FF2B5EF4-FFF2-40B4-BE49-F238E27FC236}">
                      <a16:creationId xmlns:a16="http://schemas.microsoft.com/office/drawing/2014/main" id="{5256AFA6-942D-60C6-86C2-54D9CE73399F}"/>
                    </a:ext>
                  </a:extLst>
                </p:cNvPr>
                <p:cNvPicPr/>
                <p:nvPr/>
              </p:nvPicPr>
              <p:blipFill>
                <a:blip r:embed="rId49"/>
                <a:stretch>
                  <a:fillRect/>
                </a:stretch>
              </p:blipFill>
              <p:spPr>
                <a:xfrm>
                  <a:off x="3526342" y="512096"/>
                  <a:ext cx="4464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1" name="Ink 20">
                  <a:extLst>
                    <a:ext uri="{FF2B5EF4-FFF2-40B4-BE49-F238E27FC236}">
                      <a16:creationId xmlns:a16="http://schemas.microsoft.com/office/drawing/2014/main" id="{7F0B1760-BB16-0AC0-1174-62C41C7E13B4}"/>
                    </a:ext>
                  </a:extLst>
                </p14:cNvPr>
                <p14:cNvContentPartPr/>
                <p14:nvPr/>
              </p14:nvContentPartPr>
              <p14:xfrm>
                <a:off x="3497902" y="377456"/>
                <a:ext cx="360" cy="360"/>
              </p14:xfrm>
            </p:contentPart>
          </mc:Choice>
          <mc:Fallback>
            <p:pic>
              <p:nvPicPr>
                <p:cNvPr id="21" name="Ink 20">
                  <a:extLst>
                    <a:ext uri="{FF2B5EF4-FFF2-40B4-BE49-F238E27FC236}">
                      <a16:creationId xmlns:a16="http://schemas.microsoft.com/office/drawing/2014/main" id="{7F0B1760-BB16-0AC0-1174-62C41C7E13B4}"/>
                    </a:ext>
                  </a:extLst>
                </p:cNvPr>
                <p:cNvPicPr/>
                <p:nvPr/>
              </p:nvPicPr>
              <p:blipFill>
                <a:blip r:embed="rId51"/>
                <a:stretch>
                  <a:fillRect/>
                </a:stretch>
              </p:blipFill>
              <p:spPr>
                <a:xfrm>
                  <a:off x="3489262" y="36845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2" name="Ink 21">
                  <a:extLst>
                    <a:ext uri="{FF2B5EF4-FFF2-40B4-BE49-F238E27FC236}">
                      <a16:creationId xmlns:a16="http://schemas.microsoft.com/office/drawing/2014/main" id="{5CADD80C-77CB-E3CB-A9D5-5D819EA287E2}"/>
                    </a:ext>
                  </a:extLst>
                </p14:cNvPr>
                <p14:cNvContentPartPr/>
                <p14:nvPr/>
              </p14:nvContentPartPr>
              <p14:xfrm>
                <a:off x="3551182" y="334616"/>
                <a:ext cx="83520" cy="214560"/>
              </p14:xfrm>
            </p:contentPart>
          </mc:Choice>
          <mc:Fallback>
            <p:pic>
              <p:nvPicPr>
                <p:cNvPr id="22" name="Ink 21">
                  <a:extLst>
                    <a:ext uri="{FF2B5EF4-FFF2-40B4-BE49-F238E27FC236}">
                      <a16:creationId xmlns:a16="http://schemas.microsoft.com/office/drawing/2014/main" id="{5CADD80C-77CB-E3CB-A9D5-5D819EA287E2}"/>
                    </a:ext>
                  </a:extLst>
                </p:cNvPr>
                <p:cNvPicPr/>
                <p:nvPr/>
              </p:nvPicPr>
              <p:blipFill>
                <a:blip r:embed="rId53"/>
                <a:stretch>
                  <a:fillRect/>
                </a:stretch>
              </p:blipFill>
              <p:spPr>
                <a:xfrm>
                  <a:off x="3542182" y="325976"/>
                  <a:ext cx="10116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3" name="Ink 22">
                  <a:extLst>
                    <a:ext uri="{FF2B5EF4-FFF2-40B4-BE49-F238E27FC236}">
                      <a16:creationId xmlns:a16="http://schemas.microsoft.com/office/drawing/2014/main" id="{357651A6-4660-398B-0BE9-E175D9436453}"/>
                    </a:ext>
                  </a:extLst>
                </p14:cNvPr>
                <p14:cNvContentPartPr/>
                <p14:nvPr/>
              </p14:nvContentPartPr>
              <p14:xfrm>
                <a:off x="3555862" y="454496"/>
                <a:ext cx="102240" cy="12240"/>
              </p14:xfrm>
            </p:contentPart>
          </mc:Choice>
          <mc:Fallback>
            <p:pic>
              <p:nvPicPr>
                <p:cNvPr id="23" name="Ink 22">
                  <a:extLst>
                    <a:ext uri="{FF2B5EF4-FFF2-40B4-BE49-F238E27FC236}">
                      <a16:creationId xmlns:a16="http://schemas.microsoft.com/office/drawing/2014/main" id="{357651A6-4660-398B-0BE9-E175D9436453}"/>
                    </a:ext>
                  </a:extLst>
                </p:cNvPr>
                <p:cNvPicPr/>
                <p:nvPr/>
              </p:nvPicPr>
              <p:blipFill>
                <a:blip r:embed="rId55"/>
                <a:stretch>
                  <a:fillRect/>
                </a:stretch>
              </p:blipFill>
              <p:spPr>
                <a:xfrm>
                  <a:off x="3546862" y="445856"/>
                  <a:ext cx="11988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24" name="Ink 23">
                  <a:extLst>
                    <a:ext uri="{FF2B5EF4-FFF2-40B4-BE49-F238E27FC236}">
                      <a16:creationId xmlns:a16="http://schemas.microsoft.com/office/drawing/2014/main" id="{B2804C24-0706-386E-E26C-8138BC66F2E8}"/>
                    </a:ext>
                  </a:extLst>
                </p14:cNvPr>
                <p14:cNvContentPartPr/>
                <p14:nvPr/>
              </p14:nvContentPartPr>
              <p14:xfrm>
                <a:off x="3699862" y="472856"/>
                <a:ext cx="150120" cy="357840"/>
              </p14:xfrm>
            </p:contentPart>
          </mc:Choice>
          <mc:Fallback>
            <p:pic>
              <p:nvPicPr>
                <p:cNvPr id="24" name="Ink 23">
                  <a:extLst>
                    <a:ext uri="{FF2B5EF4-FFF2-40B4-BE49-F238E27FC236}">
                      <a16:creationId xmlns:a16="http://schemas.microsoft.com/office/drawing/2014/main" id="{B2804C24-0706-386E-E26C-8138BC66F2E8}"/>
                    </a:ext>
                  </a:extLst>
                </p:cNvPr>
                <p:cNvPicPr/>
                <p:nvPr/>
              </p:nvPicPr>
              <p:blipFill>
                <a:blip r:embed="rId57"/>
                <a:stretch>
                  <a:fillRect/>
                </a:stretch>
              </p:blipFill>
              <p:spPr>
                <a:xfrm>
                  <a:off x="3691222" y="464216"/>
                  <a:ext cx="167760" cy="3754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3" name="Ink 32">
                  <a:extLst>
                    <a:ext uri="{FF2B5EF4-FFF2-40B4-BE49-F238E27FC236}">
                      <a16:creationId xmlns:a16="http://schemas.microsoft.com/office/drawing/2014/main" id="{A87E7AC0-1ECC-313F-7B7E-684211650DCC}"/>
                    </a:ext>
                  </a:extLst>
                </p14:cNvPr>
                <p14:cNvContentPartPr/>
                <p14:nvPr/>
              </p14:nvContentPartPr>
              <p14:xfrm>
                <a:off x="2072662" y="728096"/>
                <a:ext cx="1324800" cy="38160"/>
              </p14:xfrm>
            </p:contentPart>
          </mc:Choice>
          <mc:Fallback>
            <p:pic>
              <p:nvPicPr>
                <p:cNvPr id="33" name="Ink 32">
                  <a:extLst>
                    <a:ext uri="{FF2B5EF4-FFF2-40B4-BE49-F238E27FC236}">
                      <a16:creationId xmlns:a16="http://schemas.microsoft.com/office/drawing/2014/main" id="{A87E7AC0-1ECC-313F-7B7E-684211650DCC}"/>
                    </a:ext>
                  </a:extLst>
                </p:cNvPr>
                <p:cNvPicPr/>
                <p:nvPr/>
              </p:nvPicPr>
              <p:blipFill>
                <a:blip r:embed="rId59"/>
                <a:stretch>
                  <a:fillRect/>
                </a:stretch>
              </p:blipFill>
              <p:spPr>
                <a:xfrm>
                  <a:off x="2063662" y="719096"/>
                  <a:ext cx="134244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 name="Ink 33">
                  <a:extLst>
                    <a:ext uri="{FF2B5EF4-FFF2-40B4-BE49-F238E27FC236}">
                      <a16:creationId xmlns:a16="http://schemas.microsoft.com/office/drawing/2014/main" id="{214FF928-5975-6304-F705-7CB017170FBC}"/>
                    </a:ext>
                  </a:extLst>
                </p14:cNvPr>
                <p14:cNvContentPartPr/>
                <p14:nvPr/>
              </p14:nvContentPartPr>
              <p14:xfrm>
                <a:off x="499462" y="786416"/>
                <a:ext cx="1117080" cy="16560"/>
              </p14:xfrm>
            </p:contentPart>
          </mc:Choice>
          <mc:Fallback>
            <p:pic>
              <p:nvPicPr>
                <p:cNvPr id="34" name="Ink 33">
                  <a:extLst>
                    <a:ext uri="{FF2B5EF4-FFF2-40B4-BE49-F238E27FC236}">
                      <a16:creationId xmlns:a16="http://schemas.microsoft.com/office/drawing/2014/main" id="{214FF928-5975-6304-F705-7CB017170FBC}"/>
                    </a:ext>
                  </a:extLst>
                </p:cNvPr>
                <p:cNvPicPr/>
                <p:nvPr/>
              </p:nvPicPr>
              <p:blipFill>
                <a:blip r:embed="rId61"/>
                <a:stretch>
                  <a:fillRect/>
                </a:stretch>
              </p:blipFill>
              <p:spPr>
                <a:xfrm>
                  <a:off x="490462" y="777776"/>
                  <a:ext cx="1134720" cy="34200"/>
                </a:xfrm>
                <a:prstGeom prst="rect">
                  <a:avLst/>
                </a:prstGeom>
              </p:spPr>
            </p:pic>
          </mc:Fallback>
        </mc:AlternateContent>
      </p:grpSp>
      <p:grpSp>
        <p:nvGrpSpPr>
          <p:cNvPr id="55" name="Group 54">
            <a:extLst>
              <a:ext uri="{FF2B5EF4-FFF2-40B4-BE49-F238E27FC236}">
                <a16:creationId xmlns:a16="http://schemas.microsoft.com/office/drawing/2014/main" id="{B8B9FC73-928E-8998-DE0B-7EA8BA4A8921}"/>
              </a:ext>
            </a:extLst>
          </p:cNvPr>
          <p:cNvGrpSpPr/>
          <p:nvPr/>
        </p:nvGrpSpPr>
        <p:grpSpPr>
          <a:xfrm>
            <a:off x="568582" y="1059656"/>
            <a:ext cx="398520" cy="235080"/>
            <a:chOff x="568582" y="1059656"/>
            <a:chExt cx="398520" cy="235080"/>
          </a:xfrm>
        </p:grpSpPr>
        <mc:AlternateContent xmlns:mc="http://schemas.openxmlformats.org/markup-compatibility/2006">
          <mc:Choice xmlns:p14="http://schemas.microsoft.com/office/powerpoint/2010/main" Requires="p14">
            <p:contentPart p14:bwMode="auto" r:id="rId62">
              <p14:nvContentPartPr>
                <p14:cNvPr id="36" name="Ink 35">
                  <a:extLst>
                    <a:ext uri="{FF2B5EF4-FFF2-40B4-BE49-F238E27FC236}">
                      <a16:creationId xmlns:a16="http://schemas.microsoft.com/office/drawing/2014/main" id="{29297033-6A63-13D0-95A7-3A252BC9A8FA}"/>
                    </a:ext>
                  </a:extLst>
                </p14:cNvPr>
                <p14:cNvContentPartPr/>
                <p14:nvPr/>
              </p14:nvContentPartPr>
              <p14:xfrm>
                <a:off x="600622" y="1094936"/>
                <a:ext cx="38880" cy="199800"/>
              </p14:xfrm>
            </p:contentPart>
          </mc:Choice>
          <mc:Fallback>
            <p:pic>
              <p:nvPicPr>
                <p:cNvPr id="36" name="Ink 35">
                  <a:extLst>
                    <a:ext uri="{FF2B5EF4-FFF2-40B4-BE49-F238E27FC236}">
                      <a16:creationId xmlns:a16="http://schemas.microsoft.com/office/drawing/2014/main" id="{29297033-6A63-13D0-95A7-3A252BC9A8FA}"/>
                    </a:ext>
                  </a:extLst>
                </p:cNvPr>
                <p:cNvPicPr/>
                <p:nvPr/>
              </p:nvPicPr>
              <p:blipFill>
                <a:blip r:embed="rId63"/>
                <a:stretch>
                  <a:fillRect/>
                </a:stretch>
              </p:blipFill>
              <p:spPr>
                <a:xfrm>
                  <a:off x="591622" y="1086296"/>
                  <a:ext cx="5652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7" name="Ink 36">
                  <a:extLst>
                    <a:ext uri="{FF2B5EF4-FFF2-40B4-BE49-F238E27FC236}">
                      <a16:creationId xmlns:a16="http://schemas.microsoft.com/office/drawing/2014/main" id="{D4A71788-5B7B-E2F0-2DB3-4315605A150A}"/>
                    </a:ext>
                  </a:extLst>
                </p14:cNvPr>
                <p14:cNvContentPartPr/>
                <p14:nvPr/>
              </p14:nvContentPartPr>
              <p14:xfrm>
                <a:off x="568582" y="1059656"/>
                <a:ext cx="151560" cy="35640"/>
              </p14:xfrm>
            </p:contentPart>
          </mc:Choice>
          <mc:Fallback>
            <p:pic>
              <p:nvPicPr>
                <p:cNvPr id="37" name="Ink 36">
                  <a:extLst>
                    <a:ext uri="{FF2B5EF4-FFF2-40B4-BE49-F238E27FC236}">
                      <a16:creationId xmlns:a16="http://schemas.microsoft.com/office/drawing/2014/main" id="{D4A71788-5B7B-E2F0-2DB3-4315605A150A}"/>
                    </a:ext>
                  </a:extLst>
                </p:cNvPr>
                <p:cNvPicPr/>
                <p:nvPr/>
              </p:nvPicPr>
              <p:blipFill>
                <a:blip r:embed="rId65"/>
                <a:stretch>
                  <a:fillRect/>
                </a:stretch>
              </p:blipFill>
              <p:spPr>
                <a:xfrm>
                  <a:off x="559942" y="1050656"/>
                  <a:ext cx="16920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8" name="Ink 37">
                  <a:extLst>
                    <a:ext uri="{FF2B5EF4-FFF2-40B4-BE49-F238E27FC236}">
                      <a16:creationId xmlns:a16="http://schemas.microsoft.com/office/drawing/2014/main" id="{498BF4B7-9719-A764-5208-D64ACADABBD5}"/>
                    </a:ext>
                  </a:extLst>
                </p14:cNvPr>
                <p14:cNvContentPartPr/>
                <p14:nvPr/>
              </p14:nvContentPartPr>
              <p14:xfrm>
                <a:off x="623662" y="1179176"/>
                <a:ext cx="43560" cy="6480"/>
              </p14:xfrm>
            </p:contentPart>
          </mc:Choice>
          <mc:Fallback>
            <p:pic>
              <p:nvPicPr>
                <p:cNvPr id="38" name="Ink 37">
                  <a:extLst>
                    <a:ext uri="{FF2B5EF4-FFF2-40B4-BE49-F238E27FC236}">
                      <a16:creationId xmlns:a16="http://schemas.microsoft.com/office/drawing/2014/main" id="{498BF4B7-9719-A764-5208-D64ACADABBD5}"/>
                    </a:ext>
                  </a:extLst>
                </p:cNvPr>
                <p:cNvPicPr/>
                <p:nvPr/>
              </p:nvPicPr>
              <p:blipFill>
                <a:blip r:embed="rId67"/>
                <a:stretch>
                  <a:fillRect/>
                </a:stretch>
              </p:blipFill>
              <p:spPr>
                <a:xfrm>
                  <a:off x="614662" y="1170176"/>
                  <a:ext cx="612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9" name="Ink 38">
                  <a:extLst>
                    <a:ext uri="{FF2B5EF4-FFF2-40B4-BE49-F238E27FC236}">
                      <a16:creationId xmlns:a16="http://schemas.microsoft.com/office/drawing/2014/main" id="{EA4F10DE-177E-B8B2-7DE6-1D5960523906}"/>
                    </a:ext>
                  </a:extLst>
                </p14:cNvPr>
                <p14:cNvContentPartPr/>
                <p14:nvPr/>
              </p14:nvContentPartPr>
              <p14:xfrm>
                <a:off x="727342" y="1190696"/>
                <a:ext cx="117000" cy="86040"/>
              </p14:xfrm>
            </p:contentPart>
          </mc:Choice>
          <mc:Fallback>
            <p:pic>
              <p:nvPicPr>
                <p:cNvPr id="39" name="Ink 38">
                  <a:extLst>
                    <a:ext uri="{FF2B5EF4-FFF2-40B4-BE49-F238E27FC236}">
                      <a16:creationId xmlns:a16="http://schemas.microsoft.com/office/drawing/2014/main" id="{EA4F10DE-177E-B8B2-7DE6-1D5960523906}"/>
                    </a:ext>
                  </a:extLst>
                </p:cNvPr>
                <p:cNvPicPr/>
                <p:nvPr/>
              </p:nvPicPr>
              <p:blipFill>
                <a:blip r:embed="rId69"/>
                <a:stretch>
                  <a:fillRect/>
                </a:stretch>
              </p:blipFill>
              <p:spPr>
                <a:xfrm>
                  <a:off x="718702" y="1181696"/>
                  <a:ext cx="13464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0" name="Ink 39">
                  <a:extLst>
                    <a:ext uri="{FF2B5EF4-FFF2-40B4-BE49-F238E27FC236}">
                      <a16:creationId xmlns:a16="http://schemas.microsoft.com/office/drawing/2014/main" id="{B3A858CB-F969-FF12-9AA9-B5ACAB2010CC}"/>
                    </a:ext>
                  </a:extLst>
                </p14:cNvPr>
                <p14:cNvContentPartPr/>
                <p14:nvPr/>
              </p14:nvContentPartPr>
              <p14:xfrm>
                <a:off x="918862" y="1151816"/>
                <a:ext cx="48240" cy="102960"/>
              </p14:xfrm>
            </p:contentPart>
          </mc:Choice>
          <mc:Fallback>
            <p:pic>
              <p:nvPicPr>
                <p:cNvPr id="40" name="Ink 39">
                  <a:extLst>
                    <a:ext uri="{FF2B5EF4-FFF2-40B4-BE49-F238E27FC236}">
                      <a16:creationId xmlns:a16="http://schemas.microsoft.com/office/drawing/2014/main" id="{B3A858CB-F969-FF12-9AA9-B5ACAB2010CC}"/>
                    </a:ext>
                  </a:extLst>
                </p:cNvPr>
                <p:cNvPicPr/>
                <p:nvPr/>
              </p:nvPicPr>
              <p:blipFill>
                <a:blip r:embed="rId71"/>
                <a:stretch>
                  <a:fillRect/>
                </a:stretch>
              </p:blipFill>
              <p:spPr>
                <a:xfrm>
                  <a:off x="910222" y="1143176"/>
                  <a:ext cx="65880" cy="120600"/>
                </a:xfrm>
                <a:prstGeom prst="rect">
                  <a:avLst/>
                </a:prstGeom>
              </p:spPr>
            </p:pic>
          </mc:Fallback>
        </mc:AlternateContent>
      </p:grpSp>
      <p:grpSp>
        <p:nvGrpSpPr>
          <p:cNvPr id="54" name="Group 53">
            <a:extLst>
              <a:ext uri="{FF2B5EF4-FFF2-40B4-BE49-F238E27FC236}">
                <a16:creationId xmlns:a16="http://schemas.microsoft.com/office/drawing/2014/main" id="{231B80B0-80AE-D460-EBAD-C4F77C060DE6}"/>
              </a:ext>
            </a:extLst>
          </p:cNvPr>
          <p:cNvGrpSpPr/>
          <p:nvPr/>
        </p:nvGrpSpPr>
        <p:grpSpPr>
          <a:xfrm>
            <a:off x="1259782" y="1056056"/>
            <a:ext cx="1038600" cy="210600"/>
            <a:chOff x="1259782" y="1056056"/>
            <a:chExt cx="1038600" cy="210600"/>
          </a:xfrm>
        </p:grpSpPr>
        <mc:AlternateContent xmlns:mc="http://schemas.openxmlformats.org/markup-compatibility/2006">
          <mc:Choice xmlns:p14="http://schemas.microsoft.com/office/powerpoint/2010/main" Requires="p14">
            <p:contentPart p14:bwMode="auto" r:id="rId72">
              <p14:nvContentPartPr>
                <p14:cNvPr id="41" name="Ink 40">
                  <a:extLst>
                    <a:ext uri="{FF2B5EF4-FFF2-40B4-BE49-F238E27FC236}">
                      <a16:creationId xmlns:a16="http://schemas.microsoft.com/office/drawing/2014/main" id="{08E7D30E-E423-DF07-E710-5890E122B1A2}"/>
                    </a:ext>
                  </a:extLst>
                </p14:cNvPr>
                <p14:cNvContentPartPr/>
                <p14:nvPr/>
              </p14:nvContentPartPr>
              <p14:xfrm>
                <a:off x="1259782" y="1153256"/>
                <a:ext cx="52920" cy="105120"/>
              </p14:xfrm>
            </p:contentPart>
          </mc:Choice>
          <mc:Fallback>
            <p:pic>
              <p:nvPicPr>
                <p:cNvPr id="41" name="Ink 40">
                  <a:extLst>
                    <a:ext uri="{FF2B5EF4-FFF2-40B4-BE49-F238E27FC236}">
                      <a16:creationId xmlns:a16="http://schemas.microsoft.com/office/drawing/2014/main" id="{08E7D30E-E423-DF07-E710-5890E122B1A2}"/>
                    </a:ext>
                  </a:extLst>
                </p:cNvPr>
                <p:cNvPicPr/>
                <p:nvPr/>
              </p:nvPicPr>
              <p:blipFill>
                <a:blip r:embed="rId73"/>
                <a:stretch>
                  <a:fillRect/>
                </a:stretch>
              </p:blipFill>
              <p:spPr>
                <a:xfrm>
                  <a:off x="1251142" y="1144256"/>
                  <a:ext cx="7056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2" name="Ink 41">
                  <a:extLst>
                    <a:ext uri="{FF2B5EF4-FFF2-40B4-BE49-F238E27FC236}">
                      <a16:creationId xmlns:a16="http://schemas.microsoft.com/office/drawing/2014/main" id="{CB81ADDD-43E4-42E7-FF52-9930DEE1B7D5}"/>
                    </a:ext>
                  </a:extLst>
                </p14:cNvPr>
                <p14:cNvContentPartPr/>
                <p14:nvPr/>
              </p14:nvContentPartPr>
              <p14:xfrm>
                <a:off x="1384342" y="1181336"/>
                <a:ext cx="111960" cy="69480"/>
              </p14:xfrm>
            </p:contentPart>
          </mc:Choice>
          <mc:Fallback>
            <p:pic>
              <p:nvPicPr>
                <p:cNvPr id="42" name="Ink 41">
                  <a:extLst>
                    <a:ext uri="{FF2B5EF4-FFF2-40B4-BE49-F238E27FC236}">
                      <a16:creationId xmlns:a16="http://schemas.microsoft.com/office/drawing/2014/main" id="{CB81ADDD-43E4-42E7-FF52-9930DEE1B7D5}"/>
                    </a:ext>
                  </a:extLst>
                </p:cNvPr>
                <p:cNvPicPr/>
                <p:nvPr/>
              </p:nvPicPr>
              <p:blipFill>
                <a:blip r:embed="rId75"/>
                <a:stretch>
                  <a:fillRect/>
                </a:stretch>
              </p:blipFill>
              <p:spPr>
                <a:xfrm>
                  <a:off x="1375702" y="1172336"/>
                  <a:ext cx="12960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3" name="Ink 42">
                  <a:extLst>
                    <a:ext uri="{FF2B5EF4-FFF2-40B4-BE49-F238E27FC236}">
                      <a16:creationId xmlns:a16="http://schemas.microsoft.com/office/drawing/2014/main" id="{8BD2696E-D167-47E0-2362-B2821D32CAEE}"/>
                    </a:ext>
                  </a:extLst>
                </p14:cNvPr>
                <p14:cNvContentPartPr/>
                <p14:nvPr/>
              </p14:nvContentPartPr>
              <p14:xfrm>
                <a:off x="1525462" y="1185296"/>
                <a:ext cx="151920" cy="66240"/>
              </p14:xfrm>
            </p:contentPart>
          </mc:Choice>
          <mc:Fallback>
            <p:pic>
              <p:nvPicPr>
                <p:cNvPr id="43" name="Ink 42">
                  <a:extLst>
                    <a:ext uri="{FF2B5EF4-FFF2-40B4-BE49-F238E27FC236}">
                      <a16:creationId xmlns:a16="http://schemas.microsoft.com/office/drawing/2014/main" id="{8BD2696E-D167-47E0-2362-B2821D32CAEE}"/>
                    </a:ext>
                  </a:extLst>
                </p:cNvPr>
                <p:cNvPicPr/>
                <p:nvPr/>
              </p:nvPicPr>
              <p:blipFill>
                <a:blip r:embed="rId77"/>
                <a:stretch>
                  <a:fillRect/>
                </a:stretch>
              </p:blipFill>
              <p:spPr>
                <a:xfrm>
                  <a:off x="1516822" y="1176656"/>
                  <a:ext cx="16956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4" name="Ink 43">
                  <a:extLst>
                    <a:ext uri="{FF2B5EF4-FFF2-40B4-BE49-F238E27FC236}">
                      <a16:creationId xmlns:a16="http://schemas.microsoft.com/office/drawing/2014/main" id="{DB9BCB97-86B2-D8A0-9C1A-5573F3109FFB}"/>
                    </a:ext>
                  </a:extLst>
                </p14:cNvPr>
                <p14:cNvContentPartPr/>
                <p14:nvPr/>
              </p14:nvContentPartPr>
              <p14:xfrm>
                <a:off x="1737862" y="1056056"/>
                <a:ext cx="98280" cy="203400"/>
              </p14:xfrm>
            </p:contentPart>
          </mc:Choice>
          <mc:Fallback>
            <p:pic>
              <p:nvPicPr>
                <p:cNvPr id="44" name="Ink 43">
                  <a:extLst>
                    <a:ext uri="{FF2B5EF4-FFF2-40B4-BE49-F238E27FC236}">
                      <a16:creationId xmlns:a16="http://schemas.microsoft.com/office/drawing/2014/main" id="{DB9BCB97-86B2-D8A0-9C1A-5573F3109FFB}"/>
                    </a:ext>
                  </a:extLst>
                </p:cNvPr>
                <p:cNvPicPr/>
                <p:nvPr/>
              </p:nvPicPr>
              <p:blipFill>
                <a:blip r:embed="rId79"/>
                <a:stretch>
                  <a:fillRect/>
                </a:stretch>
              </p:blipFill>
              <p:spPr>
                <a:xfrm>
                  <a:off x="1728862" y="1047056"/>
                  <a:ext cx="11592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5" name="Ink 44">
                  <a:extLst>
                    <a:ext uri="{FF2B5EF4-FFF2-40B4-BE49-F238E27FC236}">
                      <a16:creationId xmlns:a16="http://schemas.microsoft.com/office/drawing/2014/main" id="{B88E3A00-2FFB-B68F-313B-25931498FA4D}"/>
                    </a:ext>
                  </a:extLst>
                </p14:cNvPr>
                <p14:cNvContentPartPr/>
                <p14:nvPr/>
              </p14:nvContentPartPr>
              <p14:xfrm>
                <a:off x="1907422" y="1184576"/>
                <a:ext cx="92880" cy="82080"/>
              </p14:xfrm>
            </p:contentPart>
          </mc:Choice>
          <mc:Fallback>
            <p:pic>
              <p:nvPicPr>
                <p:cNvPr id="45" name="Ink 44">
                  <a:extLst>
                    <a:ext uri="{FF2B5EF4-FFF2-40B4-BE49-F238E27FC236}">
                      <a16:creationId xmlns:a16="http://schemas.microsoft.com/office/drawing/2014/main" id="{B88E3A00-2FFB-B68F-313B-25931498FA4D}"/>
                    </a:ext>
                  </a:extLst>
                </p:cNvPr>
                <p:cNvPicPr/>
                <p:nvPr/>
              </p:nvPicPr>
              <p:blipFill>
                <a:blip r:embed="rId81"/>
                <a:stretch>
                  <a:fillRect/>
                </a:stretch>
              </p:blipFill>
              <p:spPr>
                <a:xfrm>
                  <a:off x="1898422" y="1175576"/>
                  <a:ext cx="11052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6" name="Ink 45">
                  <a:extLst>
                    <a:ext uri="{FF2B5EF4-FFF2-40B4-BE49-F238E27FC236}">
                      <a16:creationId xmlns:a16="http://schemas.microsoft.com/office/drawing/2014/main" id="{8AF8E32D-1343-704A-B7AF-11F45980A1B0}"/>
                    </a:ext>
                  </a:extLst>
                </p14:cNvPr>
                <p14:cNvContentPartPr/>
                <p14:nvPr/>
              </p14:nvContentPartPr>
              <p14:xfrm>
                <a:off x="2076262" y="1183136"/>
                <a:ext cx="222120" cy="58320"/>
              </p14:xfrm>
            </p:contentPart>
          </mc:Choice>
          <mc:Fallback>
            <p:pic>
              <p:nvPicPr>
                <p:cNvPr id="46" name="Ink 45">
                  <a:extLst>
                    <a:ext uri="{FF2B5EF4-FFF2-40B4-BE49-F238E27FC236}">
                      <a16:creationId xmlns:a16="http://schemas.microsoft.com/office/drawing/2014/main" id="{8AF8E32D-1343-704A-B7AF-11F45980A1B0}"/>
                    </a:ext>
                  </a:extLst>
                </p:cNvPr>
                <p:cNvPicPr/>
                <p:nvPr/>
              </p:nvPicPr>
              <p:blipFill>
                <a:blip r:embed="rId83"/>
                <a:stretch>
                  <a:fillRect/>
                </a:stretch>
              </p:blipFill>
              <p:spPr>
                <a:xfrm>
                  <a:off x="2067262" y="1174136"/>
                  <a:ext cx="239760" cy="75960"/>
                </a:xfrm>
                <a:prstGeom prst="rect">
                  <a:avLst/>
                </a:prstGeom>
              </p:spPr>
            </p:pic>
          </mc:Fallback>
        </mc:AlternateContent>
      </p:grpSp>
      <p:grpSp>
        <p:nvGrpSpPr>
          <p:cNvPr id="53" name="Group 52">
            <a:extLst>
              <a:ext uri="{FF2B5EF4-FFF2-40B4-BE49-F238E27FC236}">
                <a16:creationId xmlns:a16="http://schemas.microsoft.com/office/drawing/2014/main" id="{7DDCA154-C69B-B9CE-6949-988A3CBC5071}"/>
              </a:ext>
            </a:extLst>
          </p:cNvPr>
          <p:cNvGrpSpPr/>
          <p:nvPr/>
        </p:nvGrpSpPr>
        <p:grpSpPr>
          <a:xfrm>
            <a:off x="2526262" y="1079096"/>
            <a:ext cx="784800" cy="312840"/>
            <a:chOff x="2526262" y="1079096"/>
            <a:chExt cx="784800" cy="312840"/>
          </a:xfrm>
        </p:grpSpPr>
        <mc:AlternateContent xmlns:mc="http://schemas.openxmlformats.org/markup-compatibility/2006">
          <mc:Choice xmlns:p14="http://schemas.microsoft.com/office/powerpoint/2010/main" Requires="p14">
            <p:contentPart p14:bwMode="auto" r:id="rId84">
              <p14:nvContentPartPr>
                <p14:cNvPr id="47" name="Ink 46">
                  <a:extLst>
                    <a:ext uri="{FF2B5EF4-FFF2-40B4-BE49-F238E27FC236}">
                      <a16:creationId xmlns:a16="http://schemas.microsoft.com/office/drawing/2014/main" id="{1FB7E8BF-FB09-1271-89E1-4E1EDB09DAE6}"/>
                    </a:ext>
                  </a:extLst>
                </p14:cNvPr>
                <p14:cNvContentPartPr/>
                <p14:nvPr/>
              </p14:nvContentPartPr>
              <p14:xfrm>
                <a:off x="2526262" y="1121936"/>
                <a:ext cx="144360" cy="270000"/>
              </p14:xfrm>
            </p:contentPart>
          </mc:Choice>
          <mc:Fallback>
            <p:pic>
              <p:nvPicPr>
                <p:cNvPr id="47" name="Ink 46">
                  <a:extLst>
                    <a:ext uri="{FF2B5EF4-FFF2-40B4-BE49-F238E27FC236}">
                      <a16:creationId xmlns:a16="http://schemas.microsoft.com/office/drawing/2014/main" id="{1FB7E8BF-FB09-1271-89E1-4E1EDB09DAE6}"/>
                    </a:ext>
                  </a:extLst>
                </p:cNvPr>
                <p:cNvPicPr/>
                <p:nvPr/>
              </p:nvPicPr>
              <p:blipFill>
                <a:blip r:embed="rId85"/>
                <a:stretch>
                  <a:fillRect/>
                </a:stretch>
              </p:blipFill>
              <p:spPr>
                <a:xfrm>
                  <a:off x="2517622" y="1112936"/>
                  <a:ext cx="16200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8" name="Ink 47">
                  <a:extLst>
                    <a:ext uri="{FF2B5EF4-FFF2-40B4-BE49-F238E27FC236}">
                      <a16:creationId xmlns:a16="http://schemas.microsoft.com/office/drawing/2014/main" id="{2BC00258-89E9-1E4A-0DA9-8C5F38CE72D7}"/>
                    </a:ext>
                  </a:extLst>
                </p14:cNvPr>
                <p14:cNvContentPartPr/>
                <p14:nvPr/>
              </p14:nvContentPartPr>
              <p14:xfrm>
                <a:off x="2700142" y="1143896"/>
                <a:ext cx="32760" cy="107280"/>
              </p14:xfrm>
            </p:contentPart>
          </mc:Choice>
          <mc:Fallback>
            <p:pic>
              <p:nvPicPr>
                <p:cNvPr id="48" name="Ink 47">
                  <a:extLst>
                    <a:ext uri="{FF2B5EF4-FFF2-40B4-BE49-F238E27FC236}">
                      <a16:creationId xmlns:a16="http://schemas.microsoft.com/office/drawing/2014/main" id="{2BC00258-89E9-1E4A-0DA9-8C5F38CE72D7}"/>
                    </a:ext>
                  </a:extLst>
                </p:cNvPr>
                <p:cNvPicPr/>
                <p:nvPr/>
              </p:nvPicPr>
              <p:blipFill>
                <a:blip r:embed="rId87"/>
                <a:stretch>
                  <a:fillRect/>
                </a:stretch>
              </p:blipFill>
              <p:spPr>
                <a:xfrm>
                  <a:off x="2691142" y="1135256"/>
                  <a:ext cx="5040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9" name="Ink 48">
                  <a:extLst>
                    <a:ext uri="{FF2B5EF4-FFF2-40B4-BE49-F238E27FC236}">
                      <a16:creationId xmlns:a16="http://schemas.microsoft.com/office/drawing/2014/main" id="{92030606-8CFC-58AB-24EF-D7EBF3528296}"/>
                    </a:ext>
                  </a:extLst>
                </p14:cNvPr>
                <p14:cNvContentPartPr/>
                <p14:nvPr/>
              </p14:nvContentPartPr>
              <p14:xfrm>
                <a:off x="2807062" y="1131296"/>
                <a:ext cx="75600" cy="97560"/>
              </p14:xfrm>
            </p:contentPart>
          </mc:Choice>
          <mc:Fallback>
            <p:pic>
              <p:nvPicPr>
                <p:cNvPr id="49" name="Ink 48">
                  <a:extLst>
                    <a:ext uri="{FF2B5EF4-FFF2-40B4-BE49-F238E27FC236}">
                      <a16:creationId xmlns:a16="http://schemas.microsoft.com/office/drawing/2014/main" id="{92030606-8CFC-58AB-24EF-D7EBF3528296}"/>
                    </a:ext>
                  </a:extLst>
                </p:cNvPr>
                <p:cNvPicPr/>
                <p:nvPr/>
              </p:nvPicPr>
              <p:blipFill>
                <a:blip r:embed="rId89"/>
                <a:stretch>
                  <a:fillRect/>
                </a:stretch>
              </p:blipFill>
              <p:spPr>
                <a:xfrm>
                  <a:off x="2798062" y="1122296"/>
                  <a:ext cx="9324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0" name="Ink 49">
                  <a:extLst>
                    <a:ext uri="{FF2B5EF4-FFF2-40B4-BE49-F238E27FC236}">
                      <a16:creationId xmlns:a16="http://schemas.microsoft.com/office/drawing/2014/main" id="{75E8A993-734E-8EA0-69FB-9C0ED6EA07D7}"/>
                    </a:ext>
                  </a:extLst>
                </p14:cNvPr>
                <p14:cNvContentPartPr/>
                <p14:nvPr/>
              </p14:nvContentPartPr>
              <p14:xfrm>
                <a:off x="2953222" y="1132376"/>
                <a:ext cx="186120" cy="95760"/>
              </p14:xfrm>
            </p:contentPart>
          </mc:Choice>
          <mc:Fallback>
            <p:pic>
              <p:nvPicPr>
                <p:cNvPr id="50" name="Ink 49">
                  <a:extLst>
                    <a:ext uri="{FF2B5EF4-FFF2-40B4-BE49-F238E27FC236}">
                      <a16:creationId xmlns:a16="http://schemas.microsoft.com/office/drawing/2014/main" id="{75E8A993-734E-8EA0-69FB-9C0ED6EA07D7}"/>
                    </a:ext>
                  </a:extLst>
                </p:cNvPr>
                <p:cNvPicPr/>
                <p:nvPr/>
              </p:nvPicPr>
              <p:blipFill>
                <a:blip r:embed="rId91"/>
                <a:stretch>
                  <a:fillRect/>
                </a:stretch>
              </p:blipFill>
              <p:spPr>
                <a:xfrm>
                  <a:off x="2944222" y="1123736"/>
                  <a:ext cx="20376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1" name="Ink 50">
                  <a:extLst>
                    <a:ext uri="{FF2B5EF4-FFF2-40B4-BE49-F238E27FC236}">
                      <a16:creationId xmlns:a16="http://schemas.microsoft.com/office/drawing/2014/main" id="{28E4955C-1A1F-E20B-2FF4-C9FAB4A21444}"/>
                    </a:ext>
                  </a:extLst>
                </p14:cNvPr>
                <p14:cNvContentPartPr/>
                <p14:nvPr/>
              </p14:nvContentPartPr>
              <p14:xfrm>
                <a:off x="3184702" y="1079096"/>
                <a:ext cx="54360" cy="140760"/>
              </p14:xfrm>
            </p:contentPart>
          </mc:Choice>
          <mc:Fallback>
            <p:pic>
              <p:nvPicPr>
                <p:cNvPr id="51" name="Ink 50">
                  <a:extLst>
                    <a:ext uri="{FF2B5EF4-FFF2-40B4-BE49-F238E27FC236}">
                      <a16:creationId xmlns:a16="http://schemas.microsoft.com/office/drawing/2014/main" id="{28E4955C-1A1F-E20B-2FF4-C9FAB4A21444}"/>
                    </a:ext>
                  </a:extLst>
                </p:cNvPr>
                <p:cNvPicPr/>
                <p:nvPr/>
              </p:nvPicPr>
              <p:blipFill>
                <a:blip r:embed="rId93"/>
                <a:stretch>
                  <a:fillRect/>
                </a:stretch>
              </p:blipFill>
              <p:spPr>
                <a:xfrm>
                  <a:off x="3176062" y="1070096"/>
                  <a:ext cx="7200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2" name="Ink 51">
                  <a:extLst>
                    <a:ext uri="{FF2B5EF4-FFF2-40B4-BE49-F238E27FC236}">
                      <a16:creationId xmlns:a16="http://schemas.microsoft.com/office/drawing/2014/main" id="{B39F2C22-2F9D-8295-892C-425608A7EA9F}"/>
                    </a:ext>
                  </a:extLst>
                </p14:cNvPr>
                <p14:cNvContentPartPr/>
                <p14:nvPr/>
              </p14:nvContentPartPr>
              <p14:xfrm>
                <a:off x="3260662" y="1081616"/>
                <a:ext cx="50400" cy="161640"/>
              </p14:xfrm>
            </p:contentPart>
          </mc:Choice>
          <mc:Fallback>
            <p:pic>
              <p:nvPicPr>
                <p:cNvPr id="52" name="Ink 51">
                  <a:extLst>
                    <a:ext uri="{FF2B5EF4-FFF2-40B4-BE49-F238E27FC236}">
                      <a16:creationId xmlns:a16="http://schemas.microsoft.com/office/drawing/2014/main" id="{B39F2C22-2F9D-8295-892C-425608A7EA9F}"/>
                    </a:ext>
                  </a:extLst>
                </p:cNvPr>
                <p:cNvPicPr/>
                <p:nvPr/>
              </p:nvPicPr>
              <p:blipFill>
                <a:blip r:embed="rId95"/>
                <a:stretch>
                  <a:fillRect/>
                </a:stretch>
              </p:blipFill>
              <p:spPr>
                <a:xfrm>
                  <a:off x="3251662" y="1072616"/>
                  <a:ext cx="68040" cy="179280"/>
                </a:xfrm>
                <a:prstGeom prst="rect">
                  <a:avLst/>
                </a:prstGeom>
              </p:spPr>
            </p:pic>
          </mc:Fallback>
        </mc:AlternateContent>
      </p:grpSp>
      <p:grpSp>
        <p:nvGrpSpPr>
          <p:cNvPr id="62" name="Group 61">
            <a:extLst>
              <a:ext uri="{FF2B5EF4-FFF2-40B4-BE49-F238E27FC236}">
                <a16:creationId xmlns:a16="http://schemas.microsoft.com/office/drawing/2014/main" id="{C081C21E-827D-0E0D-0434-5A9AEBAD64CD}"/>
              </a:ext>
            </a:extLst>
          </p:cNvPr>
          <p:cNvGrpSpPr/>
          <p:nvPr/>
        </p:nvGrpSpPr>
        <p:grpSpPr>
          <a:xfrm>
            <a:off x="3840622" y="980096"/>
            <a:ext cx="587160" cy="257040"/>
            <a:chOff x="3840622" y="980096"/>
            <a:chExt cx="587160" cy="257040"/>
          </a:xfrm>
        </p:grpSpPr>
        <mc:AlternateContent xmlns:mc="http://schemas.openxmlformats.org/markup-compatibility/2006">
          <mc:Choice xmlns:p14="http://schemas.microsoft.com/office/powerpoint/2010/main" Requires="p14">
            <p:contentPart p14:bwMode="auto" r:id="rId96">
              <p14:nvContentPartPr>
                <p14:cNvPr id="56" name="Ink 55">
                  <a:extLst>
                    <a:ext uri="{FF2B5EF4-FFF2-40B4-BE49-F238E27FC236}">
                      <a16:creationId xmlns:a16="http://schemas.microsoft.com/office/drawing/2014/main" id="{23819D29-62D9-2823-171E-CBB568449FBE}"/>
                    </a:ext>
                  </a:extLst>
                </p14:cNvPr>
                <p14:cNvContentPartPr/>
                <p14:nvPr/>
              </p14:nvContentPartPr>
              <p14:xfrm>
                <a:off x="3840622" y="1090976"/>
                <a:ext cx="172800" cy="124200"/>
              </p14:xfrm>
            </p:contentPart>
          </mc:Choice>
          <mc:Fallback>
            <p:pic>
              <p:nvPicPr>
                <p:cNvPr id="56" name="Ink 55">
                  <a:extLst>
                    <a:ext uri="{FF2B5EF4-FFF2-40B4-BE49-F238E27FC236}">
                      <a16:creationId xmlns:a16="http://schemas.microsoft.com/office/drawing/2014/main" id="{23819D29-62D9-2823-171E-CBB568449FBE}"/>
                    </a:ext>
                  </a:extLst>
                </p:cNvPr>
                <p:cNvPicPr/>
                <p:nvPr/>
              </p:nvPicPr>
              <p:blipFill>
                <a:blip r:embed="rId97"/>
                <a:stretch>
                  <a:fillRect/>
                </a:stretch>
              </p:blipFill>
              <p:spPr>
                <a:xfrm>
                  <a:off x="3831982" y="1082336"/>
                  <a:ext cx="1904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7" name="Ink 56">
                  <a:extLst>
                    <a:ext uri="{FF2B5EF4-FFF2-40B4-BE49-F238E27FC236}">
                      <a16:creationId xmlns:a16="http://schemas.microsoft.com/office/drawing/2014/main" id="{51B6EF3D-0060-435C-578A-D0019BDD7589}"/>
                    </a:ext>
                  </a:extLst>
                </p14:cNvPr>
                <p14:cNvContentPartPr/>
                <p14:nvPr/>
              </p14:nvContentPartPr>
              <p14:xfrm>
                <a:off x="3874102" y="1105016"/>
                <a:ext cx="81720" cy="90360"/>
              </p14:xfrm>
            </p:contentPart>
          </mc:Choice>
          <mc:Fallback>
            <p:pic>
              <p:nvPicPr>
                <p:cNvPr id="57" name="Ink 56">
                  <a:extLst>
                    <a:ext uri="{FF2B5EF4-FFF2-40B4-BE49-F238E27FC236}">
                      <a16:creationId xmlns:a16="http://schemas.microsoft.com/office/drawing/2014/main" id="{51B6EF3D-0060-435C-578A-D0019BDD7589}"/>
                    </a:ext>
                  </a:extLst>
                </p:cNvPr>
                <p:cNvPicPr/>
                <p:nvPr/>
              </p:nvPicPr>
              <p:blipFill>
                <a:blip r:embed="rId99"/>
                <a:stretch>
                  <a:fillRect/>
                </a:stretch>
              </p:blipFill>
              <p:spPr>
                <a:xfrm>
                  <a:off x="3865102" y="1096016"/>
                  <a:ext cx="9936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8" name="Ink 57">
                  <a:extLst>
                    <a:ext uri="{FF2B5EF4-FFF2-40B4-BE49-F238E27FC236}">
                      <a16:creationId xmlns:a16="http://schemas.microsoft.com/office/drawing/2014/main" id="{6F847F8C-50F3-3226-8F50-FD6EFFDD03A1}"/>
                    </a:ext>
                  </a:extLst>
                </p14:cNvPr>
                <p14:cNvContentPartPr/>
                <p14:nvPr/>
              </p14:nvContentPartPr>
              <p14:xfrm>
                <a:off x="4038622" y="980096"/>
                <a:ext cx="128880" cy="257040"/>
              </p14:xfrm>
            </p:contentPart>
          </mc:Choice>
          <mc:Fallback>
            <p:pic>
              <p:nvPicPr>
                <p:cNvPr id="58" name="Ink 57">
                  <a:extLst>
                    <a:ext uri="{FF2B5EF4-FFF2-40B4-BE49-F238E27FC236}">
                      <a16:creationId xmlns:a16="http://schemas.microsoft.com/office/drawing/2014/main" id="{6F847F8C-50F3-3226-8F50-FD6EFFDD03A1}"/>
                    </a:ext>
                  </a:extLst>
                </p:cNvPr>
                <p:cNvPicPr/>
                <p:nvPr/>
              </p:nvPicPr>
              <p:blipFill>
                <a:blip r:embed="rId101"/>
                <a:stretch>
                  <a:fillRect/>
                </a:stretch>
              </p:blipFill>
              <p:spPr>
                <a:xfrm>
                  <a:off x="4029982" y="971096"/>
                  <a:ext cx="14652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0" name="Ink 59">
                  <a:extLst>
                    <a:ext uri="{FF2B5EF4-FFF2-40B4-BE49-F238E27FC236}">
                      <a16:creationId xmlns:a16="http://schemas.microsoft.com/office/drawing/2014/main" id="{3C1C9254-2DC7-71D2-B46F-06911C33FD4F}"/>
                    </a:ext>
                  </a:extLst>
                </p14:cNvPr>
                <p14:cNvContentPartPr/>
                <p14:nvPr/>
              </p14:nvContentPartPr>
              <p14:xfrm>
                <a:off x="4150942" y="1105736"/>
                <a:ext cx="164520" cy="74880"/>
              </p14:xfrm>
            </p:contentPart>
          </mc:Choice>
          <mc:Fallback>
            <p:pic>
              <p:nvPicPr>
                <p:cNvPr id="60" name="Ink 59">
                  <a:extLst>
                    <a:ext uri="{FF2B5EF4-FFF2-40B4-BE49-F238E27FC236}">
                      <a16:creationId xmlns:a16="http://schemas.microsoft.com/office/drawing/2014/main" id="{3C1C9254-2DC7-71D2-B46F-06911C33FD4F}"/>
                    </a:ext>
                  </a:extLst>
                </p:cNvPr>
                <p:cNvPicPr/>
                <p:nvPr/>
              </p:nvPicPr>
              <p:blipFill>
                <a:blip r:embed="rId103"/>
                <a:stretch>
                  <a:fillRect/>
                </a:stretch>
              </p:blipFill>
              <p:spPr>
                <a:xfrm>
                  <a:off x="4142302" y="1096736"/>
                  <a:ext cx="18216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1" name="Ink 60">
                  <a:extLst>
                    <a:ext uri="{FF2B5EF4-FFF2-40B4-BE49-F238E27FC236}">
                      <a16:creationId xmlns:a16="http://schemas.microsoft.com/office/drawing/2014/main" id="{AFBF85AD-08C1-2147-CF47-9D5161BDFE36}"/>
                    </a:ext>
                  </a:extLst>
                </p14:cNvPr>
                <p14:cNvContentPartPr/>
                <p14:nvPr/>
              </p14:nvContentPartPr>
              <p14:xfrm>
                <a:off x="4295302" y="988736"/>
                <a:ext cx="132480" cy="238680"/>
              </p14:xfrm>
            </p:contentPart>
          </mc:Choice>
          <mc:Fallback>
            <p:pic>
              <p:nvPicPr>
                <p:cNvPr id="61" name="Ink 60">
                  <a:extLst>
                    <a:ext uri="{FF2B5EF4-FFF2-40B4-BE49-F238E27FC236}">
                      <a16:creationId xmlns:a16="http://schemas.microsoft.com/office/drawing/2014/main" id="{AFBF85AD-08C1-2147-CF47-9D5161BDFE36}"/>
                    </a:ext>
                  </a:extLst>
                </p:cNvPr>
                <p:cNvPicPr/>
                <p:nvPr/>
              </p:nvPicPr>
              <p:blipFill>
                <a:blip r:embed="rId105"/>
                <a:stretch>
                  <a:fillRect/>
                </a:stretch>
              </p:blipFill>
              <p:spPr>
                <a:xfrm>
                  <a:off x="4286662" y="979736"/>
                  <a:ext cx="150120" cy="256320"/>
                </a:xfrm>
                <a:prstGeom prst="rect">
                  <a:avLst/>
                </a:prstGeom>
              </p:spPr>
            </p:pic>
          </mc:Fallback>
        </mc:AlternateContent>
      </p:grpSp>
      <p:grpSp>
        <p:nvGrpSpPr>
          <p:cNvPr id="75" name="Group 74">
            <a:extLst>
              <a:ext uri="{FF2B5EF4-FFF2-40B4-BE49-F238E27FC236}">
                <a16:creationId xmlns:a16="http://schemas.microsoft.com/office/drawing/2014/main" id="{90311124-DF18-2B5D-6882-E86F898DFD7A}"/>
              </a:ext>
            </a:extLst>
          </p:cNvPr>
          <p:cNvGrpSpPr/>
          <p:nvPr/>
        </p:nvGrpSpPr>
        <p:grpSpPr>
          <a:xfrm>
            <a:off x="4853662" y="934376"/>
            <a:ext cx="582840" cy="388440"/>
            <a:chOff x="4853662" y="934376"/>
            <a:chExt cx="582840" cy="388440"/>
          </a:xfrm>
        </p:grpSpPr>
        <mc:AlternateContent xmlns:mc="http://schemas.openxmlformats.org/markup-compatibility/2006">
          <mc:Choice xmlns:p14="http://schemas.microsoft.com/office/powerpoint/2010/main" Requires="p14">
            <p:contentPart p14:bwMode="auto" r:id="rId106">
              <p14:nvContentPartPr>
                <p14:cNvPr id="63" name="Ink 62">
                  <a:extLst>
                    <a:ext uri="{FF2B5EF4-FFF2-40B4-BE49-F238E27FC236}">
                      <a16:creationId xmlns:a16="http://schemas.microsoft.com/office/drawing/2014/main" id="{DA8A6525-0261-1F03-C2A5-B067F57CC109}"/>
                    </a:ext>
                  </a:extLst>
                </p14:cNvPr>
                <p14:cNvContentPartPr/>
                <p14:nvPr/>
              </p14:nvContentPartPr>
              <p14:xfrm>
                <a:off x="4900102" y="1091336"/>
                <a:ext cx="18720" cy="60120"/>
              </p14:xfrm>
            </p:contentPart>
          </mc:Choice>
          <mc:Fallback>
            <p:pic>
              <p:nvPicPr>
                <p:cNvPr id="63" name="Ink 62">
                  <a:extLst>
                    <a:ext uri="{FF2B5EF4-FFF2-40B4-BE49-F238E27FC236}">
                      <a16:creationId xmlns:a16="http://schemas.microsoft.com/office/drawing/2014/main" id="{DA8A6525-0261-1F03-C2A5-B067F57CC109}"/>
                    </a:ext>
                  </a:extLst>
                </p:cNvPr>
                <p:cNvPicPr/>
                <p:nvPr/>
              </p:nvPicPr>
              <p:blipFill>
                <a:blip r:embed="rId107"/>
                <a:stretch>
                  <a:fillRect/>
                </a:stretch>
              </p:blipFill>
              <p:spPr>
                <a:xfrm>
                  <a:off x="4891462" y="1082696"/>
                  <a:ext cx="3636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4" name="Ink 63">
                  <a:extLst>
                    <a:ext uri="{FF2B5EF4-FFF2-40B4-BE49-F238E27FC236}">
                      <a16:creationId xmlns:a16="http://schemas.microsoft.com/office/drawing/2014/main" id="{5653F17F-5552-2447-538C-32C5B994EAD7}"/>
                    </a:ext>
                  </a:extLst>
                </p14:cNvPr>
                <p14:cNvContentPartPr/>
                <p14:nvPr/>
              </p14:nvContentPartPr>
              <p14:xfrm>
                <a:off x="4853662" y="957056"/>
                <a:ext cx="360" cy="10800"/>
              </p14:xfrm>
            </p:contentPart>
          </mc:Choice>
          <mc:Fallback>
            <p:pic>
              <p:nvPicPr>
                <p:cNvPr id="64" name="Ink 63">
                  <a:extLst>
                    <a:ext uri="{FF2B5EF4-FFF2-40B4-BE49-F238E27FC236}">
                      <a16:creationId xmlns:a16="http://schemas.microsoft.com/office/drawing/2014/main" id="{5653F17F-5552-2447-538C-32C5B994EAD7}"/>
                    </a:ext>
                  </a:extLst>
                </p:cNvPr>
                <p:cNvPicPr/>
                <p:nvPr/>
              </p:nvPicPr>
              <p:blipFill>
                <a:blip r:embed="rId109"/>
                <a:stretch>
                  <a:fillRect/>
                </a:stretch>
              </p:blipFill>
              <p:spPr>
                <a:xfrm>
                  <a:off x="4844662" y="948056"/>
                  <a:ext cx="1800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5" name="Ink 64">
                  <a:extLst>
                    <a:ext uri="{FF2B5EF4-FFF2-40B4-BE49-F238E27FC236}">
                      <a16:creationId xmlns:a16="http://schemas.microsoft.com/office/drawing/2014/main" id="{E75FE773-6C20-5DCF-A301-7A77F8E287F0}"/>
                    </a:ext>
                  </a:extLst>
                </p14:cNvPr>
                <p14:cNvContentPartPr/>
                <p14:nvPr/>
              </p14:nvContentPartPr>
              <p14:xfrm>
                <a:off x="4949062" y="934376"/>
                <a:ext cx="147960" cy="388440"/>
              </p14:xfrm>
            </p:contentPart>
          </mc:Choice>
          <mc:Fallback>
            <p:pic>
              <p:nvPicPr>
                <p:cNvPr id="65" name="Ink 64">
                  <a:extLst>
                    <a:ext uri="{FF2B5EF4-FFF2-40B4-BE49-F238E27FC236}">
                      <a16:creationId xmlns:a16="http://schemas.microsoft.com/office/drawing/2014/main" id="{E75FE773-6C20-5DCF-A301-7A77F8E287F0}"/>
                    </a:ext>
                  </a:extLst>
                </p:cNvPr>
                <p:cNvPicPr/>
                <p:nvPr/>
              </p:nvPicPr>
              <p:blipFill>
                <a:blip r:embed="rId111"/>
                <a:stretch>
                  <a:fillRect/>
                </a:stretch>
              </p:blipFill>
              <p:spPr>
                <a:xfrm>
                  <a:off x="4940062" y="925736"/>
                  <a:ext cx="165600" cy="4060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6" name="Ink 65">
                  <a:extLst>
                    <a:ext uri="{FF2B5EF4-FFF2-40B4-BE49-F238E27FC236}">
                      <a16:creationId xmlns:a16="http://schemas.microsoft.com/office/drawing/2014/main" id="{783ABD6C-0AB8-10C2-FF48-2A8765B0B323}"/>
                    </a:ext>
                  </a:extLst>
                </p14:cNvPr>
                <p14:cNvContentPartPr/>
                <p14:nvPr/>
              </p14:nvContentPartPr>
              <p14:xfrm>
                <a:off x="4955542" y="1169456"/>
                <a:ext cx="127080" cy="10800"/>
              </p14:xfrm>
            </p:contentPart>
          </mc:Choice>
          <mc:Fallback>
            <p:pic>
              <p:nvPicPr>
                <p:cNvPr id="66" name="Ink 65">
                  <a:extLst>
                    <a:ext uri="{FF2B5EF4-FFF2-40B4-BE49-F238E27FC236}">
                      <a16:creationId xmlns:a16="http://schemas.microsoft.com/office/drawing/2014/main" id="{783ABD6C-0AB8-10C2-FF48-2A8765B0B323}"/>
                    </a:ext>
                  </a:extLst>
                </p:cNvPr>
                <p:cNvPicPr/>
                <p:nvPr/>
              </p:nvPicPr>
              <p:blipFill>
                <a:blip r:embed="rId113"/>
                <a:stretch>
                  <a:fillRect/>
                </a:stretch>
              </p:blipFill>
              <p:spPr>
                <a:xfrm>
                  <a:off x="4946542" y="1160816"/>
                  <a:ext cx="14472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7" name="Ink 66">
                  <a:extLst>
                    <a:ext uri="{FF2B5EF4-FFF2-40B4-BE49-F238E27FC236}">
                      <a16:creationId xmlns:a16="http://schemas.microsoft.com/office/drawing/2014/main" id="{C906BABB-A6FE-D2FF-0144-5DD921CD5071}"/>
                    </a:ext>
                  </a:extLst>
                </p14:cNvPr>
                <p14:cNvContentPartPr/>
                <p14:nvPr/>
              </p14:nvContentPartPr>
              <p14:xfrm>
                <a:off x="5288542" y="1125536"/>
                <a:ext cx="28800" cy="50040"/>
              </p14:xfrm>
            </p:contentPart>
          </mc:Choice>
          <mc:Fallback>
            <p:pic>
              <p:nvPicPr>
                <p:cNvPr id="67" name="Ink 66">
                  <a:extLst>
                    <a:ext uri="{FF2B5EF4-FFF2-40B4-BE49-F238E27FC236}">
                      <a16:creationId xmlns:a16="http://schemas.microsoft.com/office/drawing/2014/main" id="{C906BABB-A6FE-D2FF-0144-5DD921CD5071}"/>
                    </a:ext>
                  </a:extLst>
                </p:cNvPr>
                <p:cNvPicPr/>
                <p:nvPr/>
              </p:nvPicPr>
              <p:blipFill>
                <a:blip r:embed="rId115"/>
                <a:stretch>
                  <a:fillRect/>
                </a:stretch>
              </p:blipFill>
              <p:spPr>
                <a:xfrm>
                  <a:off x="5279902" y="1116896"/>
                  <a:ext cx="4644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8" name="Ink 67">
                  <a:extLst>
                    <a:ext uri="{FF2B5EF4-FFF2-40B4-BE49-F238E27FC236}">
                      <a16:creationId xmlns:a16="http://schemas.microsoft.com/office/drawing/2014/main" id="{F253E472-EF97-E470-514C-8B8491A2ECAF}"/>
                    </a:ext>
                  </a:extLst>
                </p14:cNvPr>
                <p14:cNvContentPartPr/>
                <p14:nvPr/>
              </p14:nvContentPartPr>
              <p14:xfrm>
                <a:off x="5247142" y="992696"/>
                <a:ext cx="360" cy="3600"/>
              </p14:xfrm>
            </p:contentPart>
          </mc:Choice>
          <mc:Fallback>
            <p:pic>
              <p:nvPicPr>
                <p:cNvPr id="68" name="Ink 67">
                  <a:extLst>
                    <a:ext uri="{FF2B5EF4-FFF2-40B4-BE49-F238E27FC236}">
                      <a16:creationId xmlns:a16="http://schemas.microsoft.com/office/drawing/2014/main" id="{F253E472-EF97-E470-514C-8B8491A2ECAF}"/>
                    </a:ext>
                  </a:extLst>
                </p:cNvPr>
                <p:cNvPicPr/>
                <p:nvPr/>
              </p:nvPicPr>
              <p:blipFill>
                <a:blip r:embed="rId51"/>
                <a:stretch>
                  <a:fillRect/>
                </a:stretch>
              </p:blipFill>
              <p:spPr>
                <a:xfrm>
                  <a:off x="5238142" y="984056"/>
                  <a:ext cx="1800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69" name="Ink 68">
                  <a:extLst>
                    <a:ext uri="{FF2B5EF4-FFF2-40B4-BE49-F238E27FC236}">
                      <a16:creationId xmlns:a16="http://schemas.microsoft.com/office/drawing/2014/main" id="{98C33C7C-BD18-5109-B5A9-BA56A7249A12}"/>
                    </a:ext>
                  </a:extLst>
                </p14:cNvPr>
                <p14:cNvContentPartPr/>
                <p14:nvPr/>
              </p14:nvContentPartPr>
              <p14:xfrm>
                <a:off x="5342542" y="946256"/>
                <a:ext cx="93960" cy="245880"/>
              </p14:xfrm>
            </p:contentPart>
          </mc:Choice>
          <mc:Fallback>
            <p:pic>
              <p:nvPicPr>
                <p:cNvPr id="69" name="Ink 68">
                  <a:extLst>
                    <a:ext uri="{FF2B5EF4-FFF2-40B4-BE49-F238E27FC236}">
                      <a16:creationId xmlns:a16="http://schemas.microsoft.com/office/drawing/2014/main" id="{98C33C7C-BD18-5109-B5A9-BA56A7249A12}"/>
                    </a:ext>
                  </a:extLst>
                </p:cNvPr>
                <p:cNvPicPr/>
                <p:nvPr/>
              </p:nvPicPr>
              <p:blipFill>
                <a:blip r:embed="rId118"/>
                <a:stretch>
                  <a:fillRect/>
                </a:stretch>
              </p:blipFill>
              <p:spPr>
                <a:xfrm>
                  <a:off x="5333902" y="937256"/>
                  <a:ext cx="11160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70" name="Ink 69">
                  <a:extLst>
                    <a:ext uri="{FF2B5EF4-FFF2-40B4-BE49-F238E27FC236}">
                      <a16:creationId xmlns:a16="http://schemas.microsoft.com/office/drawing/2014/main" id="{DF3A88F4-355B-0F84-7E9F-FDF883A51AA4}"/>
                    </a:ext>
                  </a:extLst>
                </p14:cNvPr>
                <p14:cNvContentPartPr/>
                <p14:nvPr/>
              </p14:nvContentPartPr>
              <p14:xfrm>
                <a:off x="5315902" y="1119776"/>
                <a:ext cx="111960" cy="23400"/>
              </p14:xfrm>
            </p:contentPart>
          </mc:Choice>
          <mc:Fallback>
            <p:pic>
              <p:nvPicPr>
                <p:cNvPr id="70" name="Ink 69">
                  <a:extLst>
                    <a:ext uri="{FF2B5EF4-FFF2-40B4-BE49-F238E27FC236}">
                      <a16:creationId xmlns:a16="http://schemas.microsoft.com/office/drawing/2014/main" id="{DF3A88F4-355B-0F84-7E9F-FDF883A51AA4}"/>
                    </a:ext>
                  </a:extLst>
                </p:cNvPr>
                <p:cNvPicPr/>
                <p:nvPr/>
              </p:nvPicPr>
              <p:blipFill>
                <a:blip r:embed="rId120"/>
                <a:stretch>
                  <a:fillRect/>
                </a:stretch>
              </p:blipFill>
              <p:spPr>
                <a:xfrm>
                  <a:off x="5307262" y="1111136"/>
                  <a:ext cx="129600" cy="41040"/>
                </a:xfrm>
                <a:prstGeom prst="rect">
                  <a:avLst/>
                </a:prstGeom>
              </p:spPr>
            </p:pic>
          </mc:Fallback>
        </mc:AlternateContent>
      </p:grpSp>
      <p:grpSp>
        <p:nvGrpSpPr>
          <p:cNvPr id="74" name="Group 73">
            <a:extLst>
              <a:ext uri="{FF2B5EF4-FFF2-40B4-BE49-F238E27FC236}">
                <a16:creationId xmlns:a16="http://schemas.microsoft.com/office/drawing/2014/main" id="{F0C93AA1-E9B1-E547-109E-70B1BC0EF861}"/>
              </a:ext>
            </a:extLst>
          </p:cNvPr>
          <p:cNvGrpSpPr/>
          <p:nvPr/>
        </p:nvGrpSpPr>
        <p:grpSpPr>
          <a:xfrm>
            <a:off x="5642422" y="931856"/>
            <a:ext cx="207720" cy="201240"/>
            <a:chOff x="5642422" y="931856"/>
            <a:chExt cx="207720" cy="201240"/>
          </a:xfrm>
        </p:grpSpPr>
        <mc:AlternateContent xmlns:mc="http://schemas.openxmlformats.org/markup-compatibility/2006">
          <mc:Choice xmlns:p14="http://schemas.microsoft.com/office/powerpoint/2010/main" Requires="p14">
            <p:contentPart p14:bwMode="auto" r:id="rId121">
              <p14:nvContentPartPr>
                <p14:cNvPr id="71" name="Ink 70">
                  <a:extLst>
                    <a:ext uri="{FF2B5EF4-FFF2-40B4-BE49-F238E27FC236}">
                      <a16:creationId xmlns:a16="http://schemas.microsoft.com/office/drawing/2014/main" id="{B3C789C5-7F5F-3724-60ED-60E5028081E4}"/>
                    </a:ext>
                  </a:extLst>
                </p14:cNvPr>
                <p14:cNvContentPartPr/>
                <p14:nvPr/>
              </p14:nvContentPartPr>
              <p14:xfrm>
                <a:off x="5677702" y="1062896"/>
                <a:ext cx="22320" cy="52560"/>
              </p14:xfrm>
            </p:contentPart>
          </mc:Choice>
          <mc:Fallback>
            <p:pic>
              <p:nvPicPr>
                <p:cNvPr id="71" name="Ink 70">
                  <a:extLst>
                    <a:ext uri="{FF2B5EF4-FFF2-40B4-BE49-F238E27FC236}">
                      <a16:creationId xmlns:a16="http://schemas.microsoft.com/office/drawing/2014/main" id="{B3C789C5-7F5F-3724-60ED-60E5028081E4}"/>
                    </a:ext>
                  </a:extLst>
                </p:cNvPr>
                <p:cNvPicPr/>
                <p:nvPr/>
              </p:nvPicPr>
              <p:blipFill>
                <a:blip r:embed="rId122"/>
                <a:stretch>
                  <a:fillRect/>
                </a:stretch>
              </p:blipFill>
              <p:spPr>
                <a:xfrm>
                  <a:off x="5668702" y="1054256"/>
                  <a:ext cx="3996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2" name="Ink 71">
                  <a:extLst>
                    <a:ext uri="{FF2B5EF4-FFF2-40B4-BE49-F238E27FC236}">
                      <a16:creationId xmlns:a16="http://schemas.microsoft.com/office/drawing/2014/main" id="{83B47C4E-65B4-9B52-A14A-1D5C923D63C1}"/>
                    </a:ext>
                  </a:extLst>
                </p14:cNvPr>
                <p14:cNvContentPartPr/>
                <p14:nvPr/>
              </p14:nvContentPartPr>
              <p14:xfrm>
                <a:off x="5642422" y="931856"/>
                <a:ext cx="5040" cy="21240"/>
              </p14:xfrm>
            </p:contentPart>
          </mc:Choice>
          <mc:Fallback>
            <p:pic>
              <p:nvPicPr>
                <p:cNvPr id="72" name="Ink 71">
                  <a:extLst>
                    <a:ext uri="{FF2B5EF4-FFF2-40B4-BE49-F238E27FC236}">
                      <a16:creationId xmlns:a16="http://schemas.microsoft.com/office/drawing/2014/main" id="{83B47C4E-65B4-9B52-A14A-1D5C923D63C1}"/>
                    </a:ext>
                  </a:extLst>
                </p:cNvPr>
                <p:cNvPicPr/>
                <p:nvPr/>
              </p:nvPicPr>
              <p:blipFill>
                <a:blip r:embed="rId124"/>
                <a:stretch>
                  <a:fillRect/>
                </a:stretch>
              </p:blipFill>
              <p:spPr>
                <a:xfrm>
                  <a:off x="5633782" y="923216"/>
                  <a:ext cx="2268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3" name="Ink 72">
                  <a:extLst>
                    <a:ext uri="{FF2B5EF4-FFF2-40B4-BE49-F238E27FC236}">
                      <a16:creationId xmlns:a16="http://schemas.microsoft.com/office/drawing/2014/main" id="{C13A6882-C7F6-C180-2F76-DF9616A1157E}"/>
                    </a:ext>
                  </a:extLst>
                </p14:cNvPr>
                <p14:cNvContentPartPr/>
                <p14:nvPr/>
              </p14:nvContentPartPr>
              <p14:xfrm>
                <a:off x="5720902" y="1002056"/>
                <a:ext cx="129240" cy="131040"/>
              </p14:xfrm>
            </p:contentPart>
          </mc:Choice>
          <mc:Fallback>
            <p:pic>
              <p:nvPicPr>
                <p:cNvPr id="73" name="Ink 72">
                  <a:extLst>
                    <a:ext uri="{FF2B5EF4-FFF2-40B4-BE49-F238E27FC236}">
                      <a16:creationId xmlns:a16="http://schemas.microsoft.com/office/drawing/2014/main" id="{C13A6882-C7F6-C180-2F76-DF9616A1157E}"/>
                    </a:ext>
                  </a:extLst>
                </p:cNvPr>
                <p:cNvPicPr/>
                <p:nvPr/>
              </p:nvPicPr>
              <p:blipFill>
                <a:blip r:embed="rId126"/>
                <a:stretch>
                  <a:fillRect/>
                </a:stretch>
              </p:blipFill>
              <p:spPr>
                <a:xfrm>
                  <a:off x="5711902" y="993056"/>
                  <a:ext cx="146880" cy="148680"/>
                </a:xfrm>
                <a:prstGeom prst="rect">
                  <a:avLst/>
                </a:prstGeom>
              </p:spPr>
            </p:pic>
          </mc:Fallback>
        </mc:AlternateContent>
      </p:grpSp>
      <p:grpSp>
        <p:nvGrpSpPr>
          <p:cNvPr id="94" name="Group 93">
            <a:extLst>
              <a:ext uri="{FF2B5EF4-FFF2-40B4-BE49-F238E27FC236}">
                <a16:creationId xmlns:a16="http://schemas.microsoft.com/office/drawing/2014/main" id="{B48B462F-DA8B-A69D-D766-EFAEDE66B0B5}"/>
              </a:ext>
            </a:extLst>
          </p:cNvPr>
          <p:cNvGrpSpPr/>
          <p:nvPr/>
        </p:nvGrpSpPr>
        <p:grpSpPr>
          <a:xfrm>
            <a:off x="6134902" y="892976"/>
            <a:ext cx="1398240" cy="225360"/>
            <a:chOff x="6134902" y="892976"/>
            <a:chExt cx="1398240" cy="225360"/>
          </a:xfrm>
        </p:grpSpPr>
        <mc:AlternateContent xmlns:mc="http://schemas.openxmlformats.org/markup-compatibility/2006">
          <mc:Choice xmlns:p14="http://schemas.microsoft.com/office/powerpoint/2010/main" Requires="p14">
            <p:contentPart p14:bwMode="auto" r:id="rId127">
              <p14:nvContentPartPr>
                <p14:cNvPr id="76" name="Ink 75">
                  <a:extLst>
                    <a:ext uri="{FF2B5EF4-FFF2-40B4-BE49-F238E27FC236}">
                      <a16:creationId xmlns:a16="http://schemas.microsoft.com/office/drawing/2014/main" id="{D4CCFB6A-5A41-8903-7A5E-85C0C6774AE9}"/>
                    </a:ext>
                  </a:extLst>
                </p14:cNvPr>
                <p14:cNvContentPartPr/>
                <p14:nvPr/>
              </p14:nvContentPartPr>
              <p14:xfrm>
                <a:off x="6134902" y="1020776"/>
                <a:ext cx="186480" cy="97560"/>
              </p14:xfrm>
            </p:contentPart>
          </mc:Choice>
          <mc:Fallback>
            <p:pic>
              <p:nvPicPr>
                <p:cNvPr id="76" name="Ink 75">
                  <a:extLst>
                    <a:ext uri="{FF2B5EF4-FFF2-40B4-BE49-F238E27FC236}">
                      <a16:creationId xmlns:a16="http://schemas.microsoft.com/office/drawing/2014/main" id="{D4CCFB6A-5A41-8903-7A5E-85C0C6774AE9}"/>
                    </a:ext>
                  </a:extLst>
                </p:cNvPr>
                <p:cNvPicPr/>
                <p:nvPr/>
              </p:nvPicPr>
              <p:blipFill>
                <a:blip r:embed="rId128"/>
                <a:stretch>
                  <a:fillRect/>
                </a:stretch>
              </p:blipFill>
              <p:spPr>
                <a:xfrm>
                  <a:off x="6125902" y="1011776"/>
                  <a:ext cx="20412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77" name="Ink 76">
                  <a:extLst>
                    <a:ext uri="{FF2B5EF4-FFF2-40B4-BE49-F238E27FC236}">
                      <a16:creationId xmlns:a16="http://schemas.microsoft.com/office/drawing/2014/main" id="{ED1E65AF-5B58-CE8B-0C59-14F5A5544456}"/>
                    </a:ext>
                  </a:extLst>
                </p14:cNvPr>
                <p14:cNvContentPartPr/>
                <p14:nvPr/>
              </p14:nvContentPartPr>
              <p14:xfrm>
                <a:off x="6379342" y="1062896"/>
                <a:ext cx="10080" cy="43560"/>
              </p14:xfrm>
            </p:contentPart>
          </mc:Choice>
          <mc:Fallback>
            <p:pic>
              <p:nvPicPr>
                <p:cNvPr id="77" name="Ink 76">
                  <a:extLst>
                    <a:ext uri="{FF2B5EF4-FFF2-40B4-BE49-F238E27FC236}">
                      <a16:creationId xmlns:a16="http://schemas.microsoft.com/office/drawing/2014/main" id="{ED1E65AF-5B58-CE8B-0C59-14F5A5544456}"/>
                    </a:ext>
                  </a:extLst>
                </p:cNvPr>
                <p:cNvPicPr/>
                <p:nvPr/>
              </p:nvPicPr>
              <p:blipFill>
                <a:blip r:embed="rId130"/>
                <a:stretch>
                  <a:fillRect/>
                </a:stretch>
              </p:blipFill>
              <p:spPr>
                <a:xfrm>
                  <a:off x="6370702" y="1054256"/>
                  <a:ext cx="2772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78" name="Ink 77">
                  <a:extLst>
                    <a:ext uri="{FF2B5EF4-FFF2-40B4-BE49-F238E27FC236}">
                      <a16:creationId xmlns:a16="http://schemas.microsoft.com/office/drawing/2014/main" id="{2AE7A5ED-2F1D-0EFC-38EB-D43B2E796D7B}"/>
                    </a:ext>
                  </a:extLst>
                </p14:cNvPr>
                <p14:cNvContentPartPr/>
                <p14:nvPr/>
              </p14:nvContentPartPr>
              <p14:xfrm>
                <a:off x="6336862" y="946256"/>
                <a:ext cx="18000" cy="27720"/>
              </p14:xfrm>
            </p:contentPart>
          </mc:Choice>
          <mc:Fallback>
            <p:pic>
              <p:nvPicPr>
                <p:cNvPr id="78" name="Ink 77">
                  <a:extLst>
                    <a:ext uri="{FF2B5EF4-FFF2-40B4-BE49-F238E27FC236}">
                      <a16:creationId xmlns:a16="http://schemas.microsoft.com/office/drawing/2014/main" id="{2AE7A5ED-2F1D-0EFC-38EB-D43B2E796D7B}"/>
                    </a:ext>
                  </a:extLst>
                </p:cNvPr>
                <p:cNvPicPr/>
                <p:nvPr/>
              </p:nvPicPr>
              <p:blipFill>
                <a:blip r:embed="rId132"/>
                <a:stretch>
                  <a:fillRect/>
                </a:stretch>
              </p:blipFill>
              <p:spPr>
                <a:xfrm>
                  <a:off x="6327862" y="937256"/>
                  <a:ext cx="3564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9" name="Ink 78">
                  <a:extLst>
                    <a:ext uri="{FF2B5EF4-FFF2-40B4-BE49-F238E27FC236}">
                      <a16:creationId xmlns:a16="http://schemas.microsoft.com/office/drawing/2014/main" id="{1EC40244-E13D-4B1F-C77E-C8AEC02585FE}"/>
                    </a:ext>
                  </a:extLst>
                </p14:cNvPr>
                <p14:cNvContentPartPr/>
                <p14:nvPr/>
              </p14:nvContentPartPr>
              <p14:xfrm>
                <a:off x="6458542" y="892976"/>
                <a:ext cx="224280" cy="219240"/>
              </p14:xfrm>
            </p:contentPart>
          </mc:Choice>
          <mc:Fallback>
            <p:pic>
              <p:nvPicPr>
                <p:cNvPr id="79" name="Ink 78">
                  <a:extLst>
                    <a:ext uri="{FF2B5EF4-FFF2-40B4-BE49-F238E27FC236}">
                      <a16:creationId xmlns:a16="http://schemas.microsoft.com/office/drawing/2014/main" id="{1EC40244-E13D-4B1F-C77E-C8AEC02585FE}"/>
                    </a:ext>
                  </a:extLst>
                </p:cNvPr>
                <p:cNvPicPr/>
                <p:nvPr/>
              </p:nvPicPr>
              <p:blipFill>
                <a:blip r:embed="rId134"/>
                <a:stretch>
                  <a:fillRect/>
                </a:stretch>
              </p:blipFill>
              <p:spPr>
                <a:xfrm>
                  <a:off x="6449902" y="883976"/>
                  <a:ext cx="24192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80" name="Ink 79">
                  <a:extLst>
                    <a:ext uri="{FF2B5EF4-FFF2-40B4-BE49-F238E27FC236}">
                      <a16:creationId xmlns:a16="http://schemas.microsoft.com/office/drawing/2014/main" id="{4A6825BC-4264-1ED4-189A-3BC521E9A86A}"/>
                    </a:ext>
                  </a:extLst>
                </p14:cNvPr>
                <p14:cNvContentPartPr/>
                <p14:nvPr/>
              </p14:nvContentPartPr>
              <p14:xfrm>
                <a:off x="6755542" y="1042016"/>
                <a:ext cx="102600" cy="21240"/>
              </p14:xfrm>
            </p:contentPart>
          </mc:Choice>
          <mc:Fallback>
            <p:pic>
              <p:nvPicPr>
                <p:cNvPr id="80" name="Ink 79">
                  <a:extLst>
                    <a:ext uri="{FF2B5EF4-FFF2-40B4-BE49-F238E27FC236}">
                      <a16:creationId xmlns:a16="http://schemas.microsoft.com/office/drawing/2014/main" id="{4A6825BC-4264-1ED4-189A-3BC521E9A86A}"/>
                    </a:ext>
                  </a:extLst>
                </p:cNvPr>
                <p:cNvPicPr/>
                <p:nvPr/>
              </p:nvPicPr>
              <p:blipFill>
                <a:blip r:embed="rId136"/>
                <a:stretch>
                  <a:fillRect/>
                </a:stretch>
              </p:blipFill>
              <p:spPr>
                <a:xfrm>
                  <a:off x="6746542" y="1033376"/>
                  <a:ext cx="12024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81" name="Ink 80">
                  <a:extLst>
                    <a:ext uri="{FF2B5EF4-FFF2-40B4-BE49-F238E27FC236}">
                      <a16:creationId xmlns:a16="http://schemas.microsoft.com/office/drawing/2014/main" id="{89F1EADC-248E-7F6E-DE8F-70B562DEA75C}"/>
                    </a:ext>
                  </a:extLst>
                </p14:cNvPr>
                <p14:cNvContentPartPr/>
                <p14:nvPr/>
              </p14:nvContentPartPr>
              <p14:xfrm>
                <a:off x="6882982" y="963896"/>
                <a:ext cx="373320" cy="148680"/>
              </p14:xfrm>
            </p:contentPart>
          </mc:Choice>
          <mc:Fallback>
            <p:pic>
              <p:nvPicPr>
                <p:cNvPr id="81" name="Ink 80">
                  <a:extLst>
                    <a:ext uri="{FF2B5EF4-FFF2-40B4-BE49-F238E27FC236}">
                      <a16:creationId xmlns:a16="http://schemas.microsoft.com/office/drawing/2014/main" id="{89F1EADC-248E-7F6E-DE8F-70B562DEA75C}"/>
                    </a:ext>
                  </a:extLst>
                </p:cNvPr>
                <p:cNvPicPr/>
                <p:nvPr/>
              </p:nvPicPr>
              <p:blipFill>
                <a:blip r:embed="rId138"/>
                <a:stretch>
                  <a:fillRect/>
                </a:stretch>
              </p:blipFill>
              <p:spPr>
                <a:xfrm>
                  <a:off x="6873982" y="954896"/>
                  <a:ext cx="3909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82" name="Ink 81">
                  <a:extLst>
                    <a:ext uri="{FF2B5EF4-FFF2-40B4-BE49-F238E27FC236}">
                      <a16:creationId xmlns:a16="http://schemas.microsoft.com/office/drawing/2014/main" id="{4A69091B-5525-C1CC-7442-9B7F07FF7D66}"/>
                    </a:ext>
                  </a:extLst>
                </p14:cNvPr>
                <p14:cNvContentPartPr/>
                <p14:nvPr/>
              </p14:nvContentPartPr>
              <p14:xfrm>
                <a:off x="7325422" y="976136"/>
                <a:ext cx="207720" cy="111240"/>
              </p14:xfrm>
            </p:contentPart>
          </mc:Choice>
          <mc:Fallback>
            <p:pic>
              <p:nvPicPr>
                <p:cNvPr id="82" name="Ink 81">
                  <a:extLst>
                    <a:ext uri="{FF2B5EF4-FFF2-40B4-BE49-F238E27FC236}">
                      <a16:creationId xmlns:a16="http://schemas.microsoft.com/office/drawing/2014/main" id="{4A69091B-5525-C1CC-7442-9B7F07FF7D66}"/>
                    </a:ext>
                  </a:extLst>
                </p:cNvPr>
                <p:cNvPicPr/>
                <p:nvPr/>
              </p:nvPicPr>
              <p:blipFill>
                <a:blip r:embed="rId140"/>
                <a:stretch>
                  <a:fillRect/>
                </a:stretch>
              </p:blipFill>
              <p:spPr>
                <a:xfrm>
                  <a:off x="7316422" y="967136"/>
                  <a:ext cx="225360" cy="128880"/>
                </a:xfrm>
                <a:prstGeom prst="rect">
                  <a:avLst/>
                </a:prstGeom>
              </p:spPr>
            </p:pic>
          </mc:Fallback>
        </mc:AlternateContent>
      </p:grpSp>
      <p:grpSp>
        <p:nvGrpSpPr>
          <p:cNvPr id="93" name="Group 92">
            <a:extLst>
              <a:ext uri="{FF2B5EF4-FFF2-40B4-BE49-F238E27FC236}">
                <a16:creationId xmlns:a16="http://schemas.microsoft.com/office/drawing/2014/main" id="{12B8BB6C-9228-582D-F7A5-F9EDB3D63F0E}"/>
              </a:ext>
            </a:extLst>
          </p:cNvPr>
          <p:cNvGrpSpPr/>
          <p:nvPr/>
        </p:nvGrpSpPr>
        <p:grpSpPr>
          <a:xfrm>
            <a:off x="7757422" y="871736"/>
            <a:ext cx="1264680" cy="341280"/>
            <a:chOff x="7757422" y="871736"/>
            <a:chExt cx="1264680" cy="341280"/>
          </a:xfrm>
        </p:grpSpPr>
        <mc:AlternateContent xmlns:mc="http://schemas.openxmlformats.org/markup-compatibility/2006">
          <mc:Choice xmlns:p14="http://schemas.microsoft.com/office/powerpoint/2010/main" Requires="p14">
            <p:contentPart p14:bwMode="auto" r:id="rId141">
              <p14:nvContentPartPr>
                <p14:cNvPr id="83" name="Ink 82">
                  <a:extLst>
                    <a:ext uri="{FF2B5EF4-FFF2-40B4-BE49-F238E27FC236}">
                      <a16:creationId xmlns:a16="http://schemas.microsoft.com/office/drawing/2014/main" id="{416ADC8C-FF19-11C2-4845-F02F0D61D06D}"/>
                    </a:ext>
                  </a:extLst>
                </p14:cNvPr>
                <p14:cNvContentPartPr/>
                <p14:nvPr/>
              </p14:nvContentPartPr>
              <p14:xfrm>
                <a:off x="7757422" y="961016"/>
                <a:ext cx="136080" cy="114120"/>
              </p14:xfrm>
            </p:contentPart>
          </mc:Choice>
          <mc:Fallback>
            <p:pic>
              <p:nvPicPr>
                <p:cNvPr id="83" name="Ink 82">
                  <a:extLst>
                    <a:ext uri="{FF2B5EF4-FFF2-40B4-BE49-F238E27FC236}">
                      <a16:creationId xmlns:a16="http://schemas.microsoft.com/office/drawing/2014/main" id="{416ADC8C-FF19-11C2-4845-F02F0D61D06D}"/>
                    </a:ext>
                  </a:extLst>
                </p:cNvPr>
                <p:cNvPicPr/>
                <p:nvPr/>
              </p:nvPicPr>
              <p:blipFill>
                <a:blip r:embed="rId142"/>
                <a:stretch>
                  <a:fillRect/>
                </a:stretch>
              </p:blipFill>
              <p:spPr>
                <a:xfrm>
                  <a:off x="7748782" y="952376"/>
                  <a:ext cx="15372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4" name="Ink 83">
                  <a:extLst>
                    <a:ext uri="{FF2B5EF4-FFF2-40B4-BE49-F238E27FC236}">
                      <a16:creationId xmlns:a16="http://schemas.microsoft.com/office/drawing/2014/main" id="{7026CAB3-DEAA-6625-24D0-D8E988B88DE6}"/>
                    </a:ext>
                  </a:extLst>
                </p14:cNvPr>
                <p14:cNvContentPartPr/>
                <p14:nvPr/>
              </p14:nvContentPartPr>
              <p14:xfrm>
                <a:off x="7894582" y="871736"/>
                <a:ext cx="66600" cy="180360"/>
              </p14:xfrm>
            </p:contentPart>
          </mc:Choice>
          <mc:Fallback>
            <p:pic>
              <p:nvPicPr>
                <p:cNvPr id="84" name="Ink 83">
                  <a:extLst>
                    <a:ext uri="{FF2B5EF4-FFF2-40B4-BE49-F238E27FC236}">
                      <a16:creationId xmlns:a16="http://schemas.microsoft.com/office/drawing/2014/main" id="{7026CAB3-DEAA-6625-24D0-D8E988B88DE6}"/>
                    </a:ext>
                  </a:extLst>
                </p:cNvPr>
                <p:cNvPicPr/>
                <p:nvPr/>
              </p:nvPicPr>
              <p:blipFill>
                <a:blip r:embed="rId144"/>
                <a:stretch>
                  <a:fillRect/>
                </a:stretch>
              </p:blipFill>
              <p:spPr>
                <a:xfrm>
                  <a:off x="7885582" y="862736"/>
                  <a:ext cx="8424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85" name="Ink 84">
                  <a:extLst>
                    <a:ext uri="{FF2B5EF4-FFF2-40B4-BE49-F238E27FC236}">
                      <a16:creationId xmlns:a16="http://schemas.microsoft.com/office/drawing/2014/main" id="{B7F25BFB-FF0F-B40F-F8BB-6C56E39D6CC3}"/>
                    </a:ext>
                  </a:extLst>
                </p14:cNvPr>
                <p14:cNvContentPartPr/>
                <p14:nvPr/>
              </p14:nvContentPartPr>
              <p14:xfrm>
                <a:off x="7899982" y="984416"/>
                <a:ext cx="211320" cy="91440"/>
              </p14:xfrm>
            </p:contentPart>
          </mc:Choice>
          <mc:Fallback>
            <p:pic>
              <p:nvPicPr>
                <p:cNvPr id="85" name="Ink 84">
                  <a:extLst>
                    <a:ext uri="{FF2B5EF4-FFF2-40B4-BE49-F238E27FC236}">
                      <a16:creationId xmlns:a16="http://schemas.microsoft.com/office/drawing/2014/main" id="{B7F25BFB-FF0F-B40F-F8BB-6C56E39D6CC3}"/>
                    </a:ext>
                  </a:extLst>
                </p:cNvPr>
                <p:cNvPicPr/>
                <p:nvPr/>
              </p:nvPicPr>
              <p:blipFill>
                <a:blip r:embed="rId146"/>
                <a:stretch>
                  <a:fillRect/>
                </a:stretch>
              </p:blipFill>
              <p:spPr>
                <a:xfrm>
                  <a:off x="7890982" y="975416"/>
                  <a:ext cx="22896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86" name="Ink 85">
                  <a:extLst>
                    <a:ext uri="{FF2B5EF4-FFF2-40B4-BE49-F238E27FC236}">
                      <a16:creationId xmlns:a16="http://schemas.microsoft.com/office/drawing/2014/main" id="{D245BDE4-44FD-2AE7-9A92-DB35F2A10FB5}"/>
                    </a:ext>
                  </a:extLst>
                </p14:cNvPr>
                <p14:cNvContentPartPr/>
                <p14:nvPr/>
              </p14:nvContentPartPr>
              <p14:xfrm>
                <a:off x="8112382" y="898376"/>
                <a:ext cx="148320" cy="185760"/>
              </p14:xfrm>
            </p:contentPart>
          </mc:Choice>
          <mc:Fallback>
            <p:pic>
              <p:nvPicPr>
                <p:cNvPr id="86" name="Ink 85">
                  <a:extLst>
                    <a:ext uri="{FF2B5EF4-FFF2-40B4-BE49-F238E27FC236}">
                      <a16:creationId xmlns:a16="http://schemas.microsoft.com/office/drawing/2014/main" id="{D245BDE4-44FD-2AE7-9A92-DB35F2A10FB5}"/>
                    </a:ext>
                  </a:extLst>
                </p:cNvPr>
                <p:cNvPicPr/>
                <p:nvPr/>
              </p:nvPicPr>
              <p:blipFill>
                <a:blip r:embed="rId148"/>
                <a:stretch>
                  <a:fillRect/>
                </a:stretch>
              </p:blipFill>
              <p:spPr>
                <a:xfrm>
                  <a:off x="8103742" y="889376"/>
                  <a:ext cx="16596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87" name="Ink 86">
                  <a:extLst>
                    <a:ext uri="{FF2B5EF4-FFF2-40B4-BE49-F238E27FC236}">
                      <a16:creationId xmlns:a16="http://schemas.microsoft.com/office/drawing/2014/main" id="{7E908EAA-6979-9A56-F5D8-3F6D270D12E1}"/>
                    </a:ext>
                  </a:extLst>
                </p14:cNvPr>
                <p14:cNvContentPartPr/>
                <p14:nvPr/>
              </p14:nvContentPartPr>
              <p14:xfrm>
                <a:off x="8208142" y="877496"/>
                <a:ext cx="11520" cy="35640"/>
              </p14:xfrm>
            </p:contentPart>
          </mc:Choice>
          <mc:Fallback>
            <p:pic>
              <p:nvPicPr>
                <p:cNvPr id="87" name="Ink 86">
                  <a:extLst>
                    <a:ext uri="{FF2B5EF4-FFF2-40B4-BE49-F238E27FC236}">
                      <a16:creationId xmlns:a16="http://schemas.microsoft.com/office/drawing/2014/main" id="{7E908EAA-6979-9A56-F5D8-3F6D270D12E1}"/>
                    </a:ext>
                  </a:extLst>
                </p:cNvPr>
                <p:cNvPicPr/>
                <p:nvPr/>
              </p:nvPicPr>
              <p:blipFill>
                <a:blip r:embed="rId150"/>
                <a:stretch>
                  <a:fillRect/>
                </a:stretch>
              </p:blipFill>
              <p:spPr>
                <a:xfrm>
                  <a:off x="8199502" y="868856"/>
                  <a:ext cx="2916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88" name="Ink 87">
                  <a:extLst>
                    <a:ext uri="{FF2B5EF4-FFF2-40B4-BE49-F238E27FC236}">
                      <a16:creationId xmlns:a16="http://schemas.microsoft.com/office/drawing/2014/main" id="{77881D0C-5FB1-0001-E2EF-636F7C954778}"/>
                    </a:ext>
                  </a:extLst>
                </p14:cNvPr>
                <p14:cNvContentPartPr/>
                <p14:nvPr/>
              </p14:nvContentPartPr>
              <p14:xfrm>
                <a:off x="8315062" y="968576"/>
                <a:ext cx="69120" cy="83880"/>
              </p14:xfrm>
            </p:contentPart>
          </mc:Choice>
          <mc:Fallback>
            <p:pic>
              <p:nvPicPr>
                <p:cNvPr id="88" name="Ink 87">
                  <a:extLst>
                    <a:ext uri="{FF2B5EF4-FFF2-40B4-BE49-F238E27FC236}">
                      <a16:creationId xmlns:a16="http://schemas.microsoft.com/office/drawing/2014/main" id="{77881D0C-5FB1-0001-E2EF-636F7C954778}"/>
                    </a:ext>
                  </a:extLst>
                </p:cNvPr>
                <p:cNvPicPr/>
                <p:nvPr/>
              </p:nvPicPr>
              <p:blipFill>
                <a:blip r:embed="rId152"/>
                <a:stretch>
                  <a:fillRect/>
                </a:stretch>
              </p:blipFill>
              <p:spPr>
                <a:xfrm>
                  <a:off x="8306422" y="959576"/>
                  <a:ext cx="8676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89" name="Ink 88">
                  <a:extLst>
                    <a:ext uri="{FF2B5EF4-FFF2-40B4-BE49-F238E27FC236}">
                      <a16:creationId xmlns:a16="http://schemas.microsoft.com/office/drawing/2014/main" id="{9A278F8E-1840-2150-BE1E-72803ECABDA0}"/>
                    </a:ext>
                  </a:extLst>
                </p14:cNvPr>
                <p14:cNvContentPartPr/>
                <p14:nvPr/>
              </p14:nvContentPartPr>
              <p14:xfrm>
                <a:off x="8457982" y="977936"/>
                <a:ext cx="141480" cy="74520"/>
              </p14:xfrm>
            </p:contentPart>
          </mc:Choice>
          <mc:Fallback>
            <p:pic>
              <p:nvPicPr>
                <p:cNvPr id="89" name="Ink 88">
                  <a:extLst>
                    <a:ext uri="{FF2B5EF4-FFF2-40B4-BE49-F238E27FC236}">
                      <a16:creationId xmlns:a16="http://schemas.microsoft.com/office/drawing/2014/main" id="{9A278F8E-1840-2150-BE1E-72803ECABDA0}"/>
                    </a:ext>
                  </a:extLst>
                </p:cNvPr>
                <p:cNvPicPr/>
                <p:nvPr/>
              </p:nvPicPr>
              <p:blipFill>
                <a:blip r:embed="rId154"/>
                <a:stretch>
                  <a:fillRect/>
                </a:stretch>
              </p:blipFill>
              <p:spPr>
                <a:xfrm>
                  <a:off x="8449342" y="969296"/>
                  <a:ext cx="15912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90" name="Ink 89">
                  <a:extLst>
                    <a:ext uri="{FF2B5EF4-FFF2-40B4-BE49-F238E27FC236}">
                      <a16:creationId xmlns:a16="http://schemas.microsoft.com/office/drawing/2014/main" id="{819D6E73-28E6-B4F7-FD08-2EBAADAD3AF1}"/>
                    </a:ext>
                  </a:extLst>
                </p14:cNvPr>
                <p14:cNvContentPartPr/>
                <p14:nvPr/>
              </p14:nvContentPartPr>
              <p14:xfrm>
                <a:off x="8637262" y="961016"/>
                <a:ext cx="192240" cy="130680"/>
              </p14:xfrm>
            </p:contentPart>
          </mc:Choice>
          <mc:Fallback>
            <p:pic>
              <p:nvPicPr>
                <p:cNvPr id="90" name="Ink 89">
                  <a:extLst>
                    <a:ext uri="{FF2B5EF4-FFF2-40B4-BE49-F238E27FC236}">
                      <a16:creationId xmlns:a16="http://schemas.microsoft.com/office/drawing/2014/main" id="{819D6E73-28E6-B4F7-FD08-2EBAADAD3AF1}"/>
                    </a:ext>
                  </a:extLst>
                </p:cNvPr>
                <p:cNvPicPr/>
                <p:nvPr/>
              </p:nvPicPr>
              <p:blipFill>
                <a:blip r:embed="rId156"/>
                <a:stretch>
                  <a:fillRect/>
                </a:stretch>
              </p:blipFill>
              <p:spPr>
                <a:xfrm>
                  <a:off x="8628622" y="952376"/>
                  <a:ext cx="20988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91" name="Ink 90">
                  <a:extLst>
                    <a:ext uri="{FF2B5EF4-FFF2-40B4-BE49-F238E27FC236}">
                      <a16:creationId xmlns:a16="http://schemas.microsoft.com/office/drawing/2014/main" id="{D5F0502D-4C49-26A7-8ACB-B827C8AC860D}"/>
                    </a:ext>
                  </a:extLst>
                </p14:cNvPr>
                <p14:cNvContentPartPr/>
                <p14:nvPr/>
              </p14:nvContentPartPr>
              <p14:xfrm>
                <a:off x="8893942" y="979016"/>
                <a:ext cx="128160" cy="234000"/>
              </p14:xfrm>
            </p:contentPart>
          </mc:Choice>
          <mc:Fallback>
            <p:pic>
              <p:nvPicPr>
                <p:cNvPr id="91" name="Ink 90">
                  <a:extLst>
                    <a:ext uri="{FF2B5EF4-FFF2-40B4-BE49-F238E27FC236}">
                      <a16:creationId xmlns:a16="http://schemas.microsoft.com/office/drawing/2014/main" id="{D5F0502D-4C49-26A7-8ACB-B827C8AC860D}"/>
                    </a:ext>
                  </a:extLst>
                </p:cNvPr>
                <p:cNvPicPr/>
                <p:nvPr/>
              </p:nvPicPr>
              <p:blipFill>
                <a:blip r:embed="rId158"/>
                <a:stretch>
                  <a:fillRect/>
                </a:stretch>
              </p:blipFill>
              <p:spPr>
                <a:xfrm>
                  <a:off x="8885302" y="970376"/>
                  <a:ext cx="14580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92" name="Ink 91">
                  <a:extLst>
                    <a:ext uri="{FF2B5EF4-FFF2-40B4-BE49-F238E27FC236}">
                      <a16:creationId xmlns:a16="http://schemas.microsoft.com/office/drawing/2014/main" id="{050AFF42-B38E-E399-7BA6-7585A3C7B44C}"/>
                    </a:ext>
                  </a:extLst>
                </p14:cNvPr>
                <p14:cNvContentPartPr/>
                <p14:nvPr/>
              </p14:nvContentPartPr>
              <p14:xfrm>
                <a:off x="8691982" y="1020416"/>
                <a:ext cx="19440" cy="40320"/>
              </p14:xfrm>
            </p:contentPart>
          </mc:Choice>
          <mc:Fallback>
            <p:pic>
              <p:nvPicPr>
                <p:cNvPr id="92" name="Ink 91">
                  <a:extLst>
                    <a:ext uri="{FF2B5EF4-FFF2-40B4-BE49-F238E27FC236}">
                      <a16:creationId xmlns:a16="http://schemas.microsoft.com/office/drawing/2014/main" id="{050AFF42-B38E-E399-7BA6-7585A3C7B44C}"/>
                    </a:ext>
                  </a:extLst>
                </p:cNvPr>
                <p:cNvPicPr/>
                <p:nvPr/>
              </p:nvPicPr>
              <p:blipFill>
                <a:blip r:embed="rId160"/>
                <a:stretch>
                  <a:fillRect/>
                </a:stretch>
              </p:blipFill>
              <p:spPr>
                <a:xfrm>
                  <a:off x="8682982" y="1011776"/>
                  <a:ext cx="37080" cy="57960"/>
                </a:xfrm>
                <a:prstGeom prst="rect">
                  <a:avLst/>
                </a:prstGeom>
              </p:spPr>
            </p:pic>
          </mc:Fallback>
        </mc:AlternateContent>
      </p:grpSp>
      <p:grpSp>
        <p:nvGrpSpPr>
          <p:cNvPr id="100" name="Group 99">
            <a:extLst>
              <a:ext uri="{FF2B5EF4-FFF2-40B4-BE49-F238E27FC236}">
                <a16:creationId xmlns:a16="http://schemas.microsoft.com/office/drawing/2014/main" id="{887FAA8B-997E-FE28-E664-3604EA2324DD}"/>
              </a:ext>
            </a:extLst>
          </p:cNvPr>
          <p:cNvGrpSpPr/>
          <p:nvPr/>
        </p:nvGrpSpPr>
        <p:grpSpPr>
          <a:xfrm>
            <a:off x="9255022" y="767696"/>
            <a:ext cx="774000" cy="389520"/>
            <a:chOff x="9255022" y="767696"/>
            <a:chExt cx="774000" cy="389520"/>
          </a:xfrm>
        </p:grpSpPr>
        <mc:AlternateContent xmlns:mc="http://schemas.openxmlformats.org/markup-compatibility/2006">
          <mc:Choice xmlns:p14="http://schemas.microsoft.com/office/powerpoint/2010/main" Requires="p14">
            <p:contentPart p14:bwMode="auto" r:id="rId161">
              <p14:nvContentPartPr>
                <p14:cNvPr id="95" name="Ink 94">
                  <a:extLst>
                    <a:ext uri="{FF2B5EF4-FFF2-40B4-BE49-F238E27FC236}">
                      <a16:creationId xmlns:a16="http://schemas.microsoft.com/office/drawing/2014/main" id="{69FD0BCB-D67A-76A6-6F52-B1BF2FC4B63D}"/>
                    </a:ext>
                  </a:extLst>
                </p14:cNvPr>
                <p14:cNvContentPartPr/>
                <p14:nvPr/>
              </p14:nvContentPartPr>
              <p14:xfrm>
                <a:off x="9372022" y="908456"/>
                <a:ext cx="246960" cy="193680"/>
              </p14:xfrm>
            </p:contentPart>
          </mc:Choice>
          <mc:Fallback>
            <p:pic>
              <p:nvPicPr>
                <p:cNvPr id="95" name="Ink 94">
                  <a:extLst>
                    <a:ext uri="{FF2B5EF4-FFF2-40B4-BE49-F238E27FC236}">
                      <a16:creationId xmlns:a16="http://schemas.microsoft.com/office/drawing/2014/main" id="{69FD0BCB-D67A-76A6-6F52-B1BF2FC4B63D}"/>
                    </a:ext>
                  </a:extLst>
                </p:cNvPr>
                <p:cNvPicPr/>
                <p:nvPr/>
              </p:nvPicPr>
              <p:blipFill>
                <a:blip r:embed="rId162"/>
                <a:stretch>
                  <a:fillRect/>
                </a:stretch>
              </p:blipFill>
              <p:spPr>
                <a:xfrm>
                  <a:off x="9363382" y="899816"/>
                  <a:ext cx="26460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96" name="Ink 95">
                  <a:extLst>
                    <a:ext uri="{FF2B5EF4-FFF2-40B4-BE49-F238E27FC236}">
                      <a16:creationId xmlns:a16="http://schemas.microsoft.com/office/drawing/2014/main" id="{88D8FFE9-9D17-3541-84BA-9E363C358E17}"/>
                    </a:ext>
                  </a:extLst>
                </p14:cNvPr>
                <p14:cNvContentPartPr/>
                <p14:nvPr/>
              </p14:nvContentPartPr>
              <p14:xfrm>
                <a:off x="9692062" y="886856"/>
                <a:ext cx="83880" cy="172440"/>
              </p14:xfrm>
            </p:contentPart>
          </mc:Choice>
          <mc:Fallback>
            <p:pic>
              <p:nvPicPr>
                <p:cNvPr id="96" name="Ink 95">
                  <a:extLst>
                    <a:ext uri="{FF2B5EF4-FFF2-40B4-BE49-F238E27FC236}">
                      <a16:creationId xmlns:a16="http://schemas.microsoft.com/office/drawing/2014/main" id="{88D8FFE9-9D17-3541-84BA-9E363C358E17}"/>
                    </a:ext>
                  </a:extLst>
                </p:cNvPr>
                <p:cNvPicPr/>
                <p:nvPr/>
              </p:nvPicPr>
              <p:blipFill>
                <a:blip r:embed="rId164"/>
                <a:stretch>
                  <a:fillRect/>
                </a:stretch>
              </p:blipFill>
              <p:spPr>
                <a:xfrm>
                  <a:off x="9683062" y="878216"/>
                  <a:ext cx="10152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97" name="Ink 96">
                  <a:extLst>
                    <a:ext uri="{FF2B5EF4-FFF2-40B4-BE49-F238E27FC236}">
                      <a16:creationId xmlns:a16="http://schemas.microsoft.com/office/drawing/2014/main" id="{68AA0D92-BB15-9EDD-6F3D-C0AE11BB42D2}"/>
                    </a:ext>
                  </a:extLst>
                </p14:cNvPr>
                <p14:cNvContentPartPr/>
                <p14:nvPr/>
              </p14:nvContentPartPr>
              <p14:xfrm>
                <a:off x="9788902" y="889376"/>
                <a:ext cx="134280" cy="200880"/>
              </p14:xfrm>
            </p:contentPart>
          </mc:Choice>
          <mc:Fallback>
            <p:pic>
              <p:nvPicPr>
                <p:cNvPr id="97" name="Ink 96">
                  <a:extLst>
                    <a:ext uri="{FF2B5EF4-FFF2-40B4-BE49-F238E27FC236}">
                      <a16:creationId xmlns:a16="http://schemas.microsoft.com/office/drawing/2014/main" id="{68AA0D92-BB15-9EDD-6F3D-C0AE11BB42D2}"/>
                    </a:ext>
                  </a:extLst>
                </p:cNvPr>
                <p:cNvPicPr/>
                <p:nvPr/>
              </p:nvPicPr>
              <p:blipFill>
                <a:blip r:embed="rId166"/>
                <a:stretch>
                  <a:fillRect/>
                </a:stretch>
              </p:blipFill>
              <p:spPr>
                <a:xfrm>
                  <a:off x="9780262" y="880736"/>
                  <a:ext cx="15192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98" name="Ink 97">
                  <a:extLst>
                    <a:ext uri="{FF2B5EF4-FFF2-40B4-BE49-F238E27FC236}">
                      <a16:creationId xmlns:a16="http://schemas.microsoft.com/office/drawing/2014/main" id="{1495A8F1-9F81-DD55-A747-FA5A5C4669DC}"/>
                    </a:ext>
                  </a:extLst>
                </p14:cNvPr>
                <p14:cNvContentPartPr/>
                <p14:nvPr/>
              </p14:nvContentPartPr>
              <p14:xfrm>
                <a:off x="9889702" y="767696"/>
                <a:ext cx="139320" cy="344880"/>
              </p14:xfrm>
            </p:contentPart>
          </mc:Choice>
          <mc:Fallback>
            <p:pic>
              <p:nvPicPr>
                <p:cNvPr id="98" name="Ink 97">
                  <a:extLst>
                    <a:ext uri="{FF2B5EF4-FFF2-40B4-BE49-F238E27FC236}">
                      <a16:creationId xmlns:a16="http://schemas.microsoft.com/office/drawing/2014/main" id="{1495A8F1-9F81-DD55-A747-FA5A5C4669DC}"/>
                    </a:ext>
                  </a:extLst>
                </p:cNvPr>
                <p:cNvPicPr/>
                <p:nvPr/>
              </p:nvPicPr>
              <p:blipFill>
                <a:blip r:embed="rId168"/>
                <a:stretch>
                  <a:fillRect/>
                </a:stretch>
              </p:blipFill>
              <p:spPr>
                <a:xfrm>
                  <a:off x="9880702" y="759056"/>
                  <a:ext cx="156960" cy="36252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99" name="Ink 98">
                  <a:extLst>
                    <a:ext uri="{FF2B5EF4-FFF2-40B4-BE49-F238E27FC236}">
                      <a16:creationId xmlns:a16="http://schemas.microsoft.com/office/drawing/2014/main" id="{AE8E25EC-2DAE-0E31-B7CD-81CBAB38A032}"/>
                    </a:ext>
                  </a:extLst>
                </p14:cNvPr>
                <p14:cNvContentPartPr/>
                <p14:nvPr/>
              </p14:nvContentPartPr>
              <p14:xfrm>
                <a:off x="9255022" y="817376"/>
                <a:ext cx="118080" cy="339840"/>
              </p14:xfrm>
            </p:contentPart>
          </mc:Choice>
          <mc:Fallback>
            <p:pic>
              <p:nvPicPr>
                <p:cNvPr id="99" name="Ink 98">
                  <a:extLst>
                    <a:ext uri="{FF2B5EF4-FFF2-40B4-BE49-F238E27FC236}">
                      <a16:creationId xmlns:a16="http://schemas.microsoft.com/office/drawing/2014/main" id="{AE8E25EC-2DAE-0E31-B7CD-81CBAB38A032}"/>
                    </a:ext>
                  </a:extLst>
                </p:cNvPr>
                <p:cNvPicPr/>
                <p:nvPr/>
              </p:nvPicPr>
              <p:blipFill>
                <a:blip r:embed="rId170"/>
                <a:stretch>
                  <a:fillRect/>
                </a:stretch>
              </p:blipFill>
              <p:spPr>
                <a:xfrm>
                  <a:off x="9246022" y="808736"/>
                  <a:ext cx="135720" cy="357480"/>
                </a:xfrm>
                <a:prstGeom prst="rect">
                  <a:avLst/>
                </a:prstGeom>
              </p:spPr>
            </p:pic>
          </mc:Fallback>
        </mc:AlternateContent>
      </p:grpSp>
      <p:grpSp>
        <p:nvGrpSpPr>
          <p:cNvPr id="125" name="Group 124">
            <a:extLst>
              <a:ext uri="{FF2B5EF4-FFF2-40B4-BE49-F238E27FC236}">
                <a16:creationId xmlns:a16="http://schemas.microsoft.com/office/drawing/2014/main" id="{A408ED72-1489-13BB-682A-5E5BFFA21CCB}"/>
              </a:ext>
            </a:extLst>
          </p:cNvPr>
          <p:cNvGrpSpPr/>
          <p:nvPr/>
        </p:nvGrpSpPr>
        <p:grpSpPr>
          <a:xfrm>
            <a:off x="558142" y="1452776"/>
            <a:ext cx="3566160" cy="402480"/>
            <a:chOff x="558142" y="1452776"/>
            <a:chExt cx="3566160" cy="402480"/>
          </a:xfrm>
        </p:grpSpPr>
        <mc:AlternateContent xmlns:mc="http://schemas.openxmlformats.org/markup-compatibility/2006">
          <mc:Choice xmlns:p14="http://schemas.microsoft.com/office/powerpoint/2010/main" Requires="p14">
            <p:contentPart p14:bwMode="auto" r:id="rId171">
              <p14:nvContentPartPr>
                <p14:cNvPr id="101" name="Ink 100">
                  <a:extLst>
                    <a:ext uri="{FF2B5EF4-FFF2-40B4-BE49-F238E27FC236}">
                      <a16:creationId xmlns:a16="http://schemas.microsoft.com/office/drawing/2014/main" id="{3DFBEA79-E390-CC15-84BE-4802B8B2F373}"/>
                    </a:ext>
                  </a:extLst>
                </p14:cNvPr>
                <p14:cNvContentPartPr/>
                <p14:nvPr/>
              </p14:nvContentPartPr>
              <p14:xfrm>
                <a:off x="594502" y="1649336"/>
                <a:ext cx="30960" cy="166680"/>
              </p14:xfrm>
            </p:contentPart>
          </mc:Choice>
          <mc:Fallback>
            <p:pic>
              <p:nvPicPr>
                <p:cNvPr id="101" name="Ink 100">
                  <a:extLst>
                    <a:ext uri="{FF2B5EF4-FFF2-40B4-BE49-F238E27FC236}">
                      <a16:creationId xmlns:a16="http://schemas.microsoft.com/office/drawing/2014/main" id="{3DFBEA79-E390-CC15-84BE-4802B8B2F373}"/>
                    </a:ext>
                  </a:extLst>
                </p:cNvPr>
                <p:cNvPicPr/>
                <p:nvPr/>
              </p:nvPicPr>
              <p:blipFill>
                <a:blip r:embed="rId172"/>
                <a:stretch>
                  <a:fillRect/>
                </a:stretch>
              </p:blipFill>
              <p:spPr>
                <a:xfrm>
                  <a:off x="585862" y="1640336"/>
                  <a:ext cx="4860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02" name="Ink 101">
                  <a:extLst>
                    <a:ext uri="{FF2B5EF4-FFF2-40B4-BE49-F238E27FC236}">
                      <a16:creationId xmlns:a16="http://schemas.microsoft.com/office/drawing/2014/main" id="{BBC2638F-8E5F-3AB3-5EA9-51E1206B3D38}"/>
                    </a:ext>
                  </a:extLst>
                </p14:cNvPr>
                <p14:cNvContentPartPr/>
                <p14:nvPr/>
              </p14:nvContentPartPr>
              <p14:xfrm>
                <a:off x="558142" y="1597136"/>
                <a:ext cx="222840" cy="185760"/>
              </p14:xfrm>
            </p:contentPart>
          </mc:Choice>
          <mc:Fallback>
            <p:pic>
              <p:nvPicPr>
                <p:cNvPr id="102" name="Ink 101">
                  <a:extLst>
                    <a:ext uri="{FF2B5EF4-FFF2-40B4-BE49-F238E27FC236}">
                      <a16:creationId xmlns:a16="http://schemas.microsoft.com/office/drawing/2014/main" id="{BBC2638F-8E5F-3AB3-5EA9-51E1206B3D38}"/>
                    </a:ext>
                  </a:extLst>
                </p:cNvPr>
                <p:cNvPicPr/>
                <p:nvPr/>
              </p:nvPicPr>
              <p:blipFill>
                <a:blip r:embed="rId174"/>
                <a:stretch>
                  <a:fillRect/>
                </a:stretch>
              </p:blipFill>
              <p:spPr>
                <a:xfrm>
                  <a:off x="549142" y="1588496"/>
                  <a:ext cx="24048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03" name="Ink 102">
                  <a:extLst>
                    <a:ext uri="{FF2B5EF4-FFF2-40B4-BE49-F238E27FC236}">
                      <a16:creationId xmlns:a16="http://schemas.microsoft.com/office/drawing/2014/main" id="{5DA93E8F-2E1F-E1FB-806D-85B9D67C04C4}"/>
                    </a:ext>
                  </a:extLst>
                </p14:cNvPr>
                <p14:cNvContentPartPr/>
                <p14:nvPr/>
              </p14:nvContentPartPr>
              <p14:xfrm>
                <a:off x="794662" y="1718456"/>
                <a:ext cx="189000" cy="81360"/>
              </p14:xfrm>
            </p:contentPart>
          </mc:Choice>
          <mc:Fallback>
            <p:pic>
              <p:nvPicPr>
                <p:cNvPr id="103" name="Ink 102">
                  <a:extLst>
                    <a:ext uri="{FF2B5EF4-FFF2-40B4-BE49-F238E27FC236}">
                      <a16:creationId xmlns:a16="http://schemas.microsoft.com/office/drawing/2014/main" id="{5DA93E8F-2E1F-E1FB-806D-85B9D67C04C4}"/>
                    </a:ext>
                  </a:extLst>
                </p:cNvPr>
                <p:cNvPicPr/>
                <p:nvPr/>
              </p:nvPicPr>
              <p:blipFill>
                <a:blip r:embed="rId176"/>
                <a:stretch>
                  <a:fillRect/>
                </a:stretch>
              </p:blipFill>
              <p:spPr>
                <a:xfrm>
                  <a:off x="785662" y="1709816"/>
                  <a:ext cx="20664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04" name="Ink 103">
                  <a:extLst>
                    <a:ext uri="{FF2B5EF4-FFF2-40B4-BE49-F238E27FC236}">
                      <a16:creationId xmlns:a16="http://schemas.microsoft.com/office/drawing/2014/main" id="{30A73528-5392-C339-3E01-D0CCCFD1D9D7}"/>
                    </a:ext>
                  </a:extLst>
                </p14:cNvPr>
                <p14:cNvContentPartPr/>
                <p14:nvPr/>
              </p14:nvContentPartPr>
              <p14:xfrm>
                <a:off x="997702" y="1600016"/>
                <a:ext cx="77760" cy="165240"/>
              </p14:xfrm>
            </p:contentPart>
          </mc:Choice>
          <mc:Fallback>
            <p:pic>
              <p:nvPicPr>
                <p:cNvPr id="104" name="Ink 103">
                  <a:extLst>
                    <a:ext uri="{FF2B5EF4-FFF2-40B4-BE49-F238E27FC236}">
                      <a16:creationId xmlns:a16="http://schemas.microsoft.com/office/drawing/2014/main" id="{30A73528-5392-C339-3E01-D0CCCFD1D9D7}"/>
                    </a:ext>
                  </a:extLst>
                </p:cNvPr>
                <p:cNvPicPr/>
                <p:nvPr/>
              </p:nvPicPr>
              <p:blipFill>
                <a:blip r:embed="rId178"/>
                <a:stretch>
                  <a:fillRect/>
                </a:stretch>
              </p:blipFill>
              <p:spPr>
                <a:xfrm>
                  <a:off x="988702" y="1591376"/>
                  <a:ext cx="9540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05" name="Ink 104">
                  <a:extLst>
                    <a:ext uri="{FF2B5EF4-FFF2-40B4-BE49-F238E27FC236}">
                      <a16:creationId xmlns:a16="http://schemas.microsoft.com/office/drawing/2014/main" id="{89566F99-72BE-9AE5-9787-562C7895D7A5}"/>
                    </a:ext>
                  </a:extLst>
                </p14:cNvPr>
                <p14:cNvContentPartPr/>
                <p14:nvPr/>
              </p14:nvContentPartPr>
              <p14:xfrm>
                <a:off x="991222" y="1695776"/>
                <a:ext cx="99000" cy="9000"/>
              </p14:xfrm>
            </p:contentPart>
          </mc:Choice>
          <mc:Fallback>
            <p:pic>
              <p:nvPicPr>
                <p:cNvPr id="105" name="Ink 104">
                  <a:extLst>
                    <a:ext uri="{FF2B5EF4-FFF2-40B4-BE49-F238E27FC236}">
                      <a16:creationId xmlns:a16="http://schemas.microsoft.com/office/drawing/2014/main" id="{89566F99-72BE-9AE5-9787-562C7895D7A5}"/>
                    </a:ext>
                  </a:extLst>
                </p:cNvPr>
                <p:cNvPicPr/>
                <p:nvPr/>
              </p:nvPicPr>
              <p:blipFill>
                <a:blip r:embed="rId180"/>
                <a:stretch>
                  <a:fillRect/>
                </a:stretch>
              </p:blipFill>
              <p:spPr>
                <a:xfrm>
                  <a:off x="982222" y="1687136"/>
                  <a:ext cx="11664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06" name="Ink 105">
                  <a:extLst>
                    <a:ext uri="{FF2B5EF4-FFF2-40B4-BE49-F238E27FC236}">
                      <a16:creationId xmlns:a16="http://schemas.microsoft.com/office/drawing/2014/main" id="{A4F39160-FDCF-20E1-D965-D3F38E9A10B1}"/>
                    </a:ext>
                  </a:extLst>
                </p14:cNvPr>
                <p14:cNvContentPartPr/>
                <p14:nvPr/>
              </p14:nvContentPartPr>
              <p14:xfrm>
                <a:off x="1120822" y="1670216"/>
                <a:ext cx="103320" cy="101160"/>
              </p14:xfrm>
            </p:contentPart>
          </mc:Choice>
          <mc:Fallback>
            <p:pic>
              <p:nvPicPr>
                <p:cNvPr id="106" name="Ink 105">
                  <a:extLst>
                    <a:ext uri="{FF2B5EF4-FFF2-40B4-BE49-F238E27FC236}">
                      <a16:creationId xmlns:a16="http://schemas.microsoft.com/office/drawing/2014/main" id="{A4F39160-FDCF-20E1-D965-D3F38E9A10B1}"/>
                    </a:ext>
                  </a:extLst>
                </p:cNvPr>
                <p:cNvPicPr/>
                <p:nvPr/>
              </p:nvPicPr>
              <p:blipFill>
                <a:blip r:embed="rId182"/>
                <a:stretch>
                  <a:fillRect/>
                </a:stretch>
              </p:blipFill>
              <p:spPr>
                <a:xfrm>
                  <a:off x="1112182" y="1661216"/>
                  <a:ext cx="12096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07" name="Ink 106">
                  <a:extLst>
                    <a:ext uri="{FF2B5EF4-FFF2-40B4-BE49-F238E27FC236}">
                      <a16:creationId xmlns:a16="http://schemas.microsoft.com/office/drawing/2014/main" id="{F2453FDD-4086-3389-3308-4AD9F54BD8E3}"/>
                    </a:ext>
                  </a:extLst>
                </p14:cNvPr>
                <p14:cNvContentPartPr/>
                <p14:nvPr/>
              </p14:nvContentPartPr>
              <p14:xfrm>
                <a:off x="1343662" y="1679936"/>
                <a:ext cx="145440" cy="86400"/>
              </p14:xfrm>
            </p:contentPart>
          </mc:Choice>
          <mc:Fallback>
            <p:pic>
              <p:nvPicPr>
                <p:cNvPr id="107" name="Ink 106">
                  <a:extLst>
                    <a:ext uri="{FF2B5EF4-FFF2-40B4-BE49-F238E27FC236}">
                      <a16:creationId xmlns:a16="http://schemas.microsoft.com/office/drawing/2014/main" id="{F2453FDD-4086-3389-3308-4AD9F54BD8E3}"/>
                    </a:ext>
                  </a:extLst>
                </p:cNvPr>
                <p:cNvPicPr/>
                <p:nvPr/>
              </p:nvPicPr>
              <p:blipFill>
                <a:blip r:embed="rId184"/>
                <a:stretch>
                  <a:fillRect/>
                </a:stretch>
              </p:blipFill>
              <p:spPr>
                <a:xfrm>
                  <a:off x="1334662" y="1670936"/>
                  <a:ext cx="16308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08" name="Ink 107">
                  <a:extLst>
                    <a:ext uri="{FF2B5EF4-FFF2-40B4-BE49-F238E27FC236}">
                      <a16:creationId xmlns:a16="http://schemas.microsoft.com/office/drawing/2014/main" id="{1CC98092-3F59-D970-7CE7-9A72C9DB32BF}"/>
                    </a:ext>
                  </a:extLst>
                </p14:cNvPr>
                <p14:cNvContentPartPr/>
                <p14:nvPr/>
              </p14:nvContentPartPr>
              <p14:xfrm>
                <a:off x="1501702" y="1668416"/>
                <a:ext cx="91800" cy="97560"/>
              </p14:xfrm>
            </p:contentPart>
          </mc:Choice>
          <mc:Fallback>
            <p:pic>
              <p:nvPicPr>
                <p:cNvPr id="108" name="Ink 107">
                  <a:extLst>
                    <a:ext uri="{FF2B5EF4-FFF2-40B4-BE49-F238E27FC236}">
                      <a16:creationId xmlns:a16="http://schemas.microsoft.com/office/drawing/2014/main" id="{1CC98092-3F59-D970-7CE7-9A72C9DB32BF}"/>
                    </a:ext>
                  </a:extLst>
                </p:cNvPr>
                <p:cNvPicPr/>
                <p:nvPr/>
              </p:nvPicPr>
              <p:blipFill>
                <a:blip r:embed="rId186"/>
                <a:stretch>
                  <a:fillRect/>
                </a:stretch>
              </p:blipFill>
              <p:spPr>
                <a:xfrm>
                  <a:off x="1493062" y="1659416"/>
                  <a:ext cx="10944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09" name="Ink 108">
                  <a:extLst>
                    <a:ext uri="{FF2B5EF4-FFF2-40B4-BE49-F238E27FC236}">
                      <a16:creationId xmlns:a16="http://schemas.microsoft.com/office/drawing/2014/main" id="{05E860B9-ECE8-CAE8-5BAA-FA483429C92B}"/>
                    </a:ext>
                  </a:extLst>
                </p14:cNvPr>
                <p14:cNvContentPartPr/>
                <p14:nvPr/>
              </p14:nvContentPartPr>
              <p14:xfrm>
                <a:off x="1632382" y="1660856"/>
                <a:ext cx="38880" cy="108000"/>
              </p14:xfrm>
            </p:contentPart>
          </mc:Choice>
          <mc:Fallback>
            <p:pic>
              <p:nvPicPr>
                <p:cNvPr id="109" name="Ink 108">
                  <a:extLst>
                    <a:ext uri="{FF2B5EF4-FFF2-40B4-BE49-F238E27FC236}">
                      <a16:creationId xmlns:a16="http://schemas.microsoft.com/office/drawing/2014/main" id="{05E860B9-ECE8-CAE8-5BAA-FA483429C92B}"/>
                    </a:ext>
                  </a:extLst>
                </p:cNvPr>
                <p:cNvPicPr/>
                <p:nvPr/>
              </p:nvPicPr>
              <p:blipFill>
                <a:blip r:embed="rId188"/>
                <a:stretch>
                  <a:fillRect/>
                </a:stretch>
              </p:blipFill>
              <p:spPr>
                <a:xfrm>
                  <a:off x="1623382" y="1652216"/>
                  <a:ext cx="5652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10" name="Ink 109">
                  <a:extLst>
                    <a:ext uri="{FF2B5EF4-FFF2-40B4-BE49-F238E27FC236}">
                      <a16:creationId xmlns:a16="http://schemas.microsoft.com/office/drawing/2014/main" id="{F04B4692-A249-7E0B-2012-6573409F9C21}"/>
                    </a:ext>
                  </a:extLst>
                </p14:cNvPr>
                <p14:cNvContentPartPr/>
                <p14:nvPr/>
              </p14:nvContentPartPr>
              <p14:xfrm>
                <a:off x="1749742" y="1637096"/>
                <a:ext cx="55440" cy="111600"/>
              </p14:xfrm>
            </p:contentPart>
          </mc:Choice>
          <mc:Fallback>
            <p:pic>
              <p:nvPicPr>
                <p:cNvPr id="110" name="Ink 109">
                  <a:extLst>
                    <a:ext uri="{FF2B5EF4-FFF2-40B4-BE49-F238E27FC236}">
                      <a16:creationId xmlns:a16="http://schemas.microsoft.com/office/drawing/2014/main" id="{F04B4692-A249-7E0B-2012-6573409F9C21}"/>
                    </a:ext>
                  </a:extLst>
                </p:cNvPr>
                <p:cNvPicPr/>
                <p:nvPr/>
              </p:nvPicPr>
              <p:blipFill>
                <a:blip r:embed="rId190"/>
                <a:stretch>
                  <a:fillRect/>
                </a:stretch>
              </p:blipFill>
              <p:spPr>
                <a:xfrm>
                  <a:off x="1740742" y="1628096"/>
                  <a:ext cx="730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11" name="Ink 110">
                  <a:extLst>
                    <a:ext uri="{FF2B5EF4-FFF2-40B4-BE49-F238E27FC236}">
                      <a16:creationId xmlns:a16="http://schemas.microsoft.com/office/drawing/2014/main" id="{F0A6BB4A-45C8-78A5-A5E9-87805FD9C32A}"/>
                    </a:ext>
                  </a:extLst>
                </p14:cNvPr>
                <p14:cNvContentPartPr/>
                <p14:nvPr/>
              </p14:nvContentPartPr>
              <p14:xfrm>
                <a:off x="1865662" y="1648976"/>
                <a:ext cx="125280" cy="113040"/>
              </p14:xfrm>
            </p:contentPart>
          </mc:Choice>
          <mc:Fallback>
            <p:pic>
              <p:nvPicPr>
                <p:cNvPr id="111" name="Ink 110">
                  <a:extLst>
                    <a:ext uri="{FF2B5EF4-FFF2-40B4-BE49-F238E27FC236}">
                      <a16:creationId xmlns:a16="http://schemas.microsoft.com/office/drawing/2014/main" id="{F0A6BB4A-45C8-78A5-A5E9-87805FD9C32A}"/>
                    </a:ext>
                  </a:extLst>
                </p:cNvPr>
                <p:cNvPicPr/>
                <p:nvPr/>
              </p:nvPicPr>
              <p:blipFill>
                <a:blip r:embed="rId192"/>
                <a:stretch>
                  <a:fillRect/>
                </a:stretch>
              </p:blipFill>
              <p:spPr>
                <a:xfrm>
                  <a:off x="1857022" y="1640336"/>
                  <a:ext cx="14292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12" name="Ink 111">
                  <a:extLst>
                    <a:ext uri="{FF2B5EF4-FFF2-40B4-BE49-F238E27FC236}">
                      <a16:creationId xmlns:a16="http://schemas.microsoft.com/office/drawing/2014/main" id="{3696B857-E8BC-AECD-9629-6C884E05FE44}"/>
                    </a:ext>
                  </a:extLst>
                </p14:cNvPr>
                <p14:cNvContentPartPr/>
                <p14:nvPr/>
              </p14:nvContentPartPr>
              <p14:xfrm>
                <a:off x="1976542" y="1500296"/>
                <a:ext cx="113400" cy="286200"/>
              </p14:xfrm>
            </p:contentPart>
          </mc:Choice>
          <mc:Fallback>
            <p:pic>
              <p:nvPicPr>
                <p:cNvPr id="112" name="Ink 111">
                  <a:extLst>
                    <a:ext uri="{FF2B5EF4-FFF2-40B4-BE49-F238E27FC236}">
                      <a16:creationId xmlns:a16="http://schemas.microsoft.com/office/drawing/2014/main" id="{3696B857-E8BC-AECD-9629-6C884E05FE44}"/>
                    </a:ext>
                  </a:extLst>
                </p:cNvPr>
                <p:cNvPicPr/>
                <p:nvPr/>
              </p:nvPicPr>
              <p:blipFill>
                <a:blip r:embed="rId194"/>
                <a:stretch>
                  <a:fillRect/>
                </a:stretch>
              </p:blipFill>
              <p:spPr>
                <a:xfrm>
                  <a:off x="1967902" y="1491296"/>
                  <a:ext cx="13104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13" name="Ink 112">
                  <a:extLst>
                    <a:ext uri="{FF2B5EF4-FFF2-40B4-BE49-F238E27FC236}">
                      <a16:creationId xmlns:a16="http://schemas.microsoft.com/office/drawing/2014/main" id="{DF8D3C8F-E4FB-4A72-FAD6-6A5D09D666DF}"/>
                    </a:ext>
                  </a:extLst>
                </p14:cNvPr>
                <p14:cNvContentPartPr/>
                <p14:nvPr/>
              </p14:nvContentPartPr>
              <p14:xfrm>
                <a:off x="2160502" y="1647896"/>
                <a:ext cx="107640" cy="101880"/>
              </p14:xfrm>
            </p:contentPart>
          </mc:Choice>
          <mc:Fallback>
            <p:pic>
              <p:nvPicPr>
                <p:cNvPr id="113" name="Ink 112">
                  <a:extLst>
                    <a:ext uri="{FF2B5EF4-FFF2-40B4-BE49-F238E27FC236}">
                      <a16:creationId xmlns:a16="http://schemas.microsoft.com/office/drawing/2014/main" id="{DF8D3C8F-E4FB-4A72-FAD6-6A5D09D666DF}"/>
                    </a:ext>
                  </a:extLst>
                </p:cNvPr>
                <p:cNvPicPr/>
                <p:nvPr/>
              </p:nvPicPr>
              <p:blipFill>
                <a:blip r:embed="rId196"/>
                <a:stretch>
                  <a:fillRect/>
                </a:stretch>
              </p:blipFill>
              <p:spPr>
                <a:xfrm>
                  <a:off x="2151502" y="1638896"/>
                  <a:ext cx="12528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14" name="Ink 113">
                  <a:extLst>
                    <a:ext uri="{FF2B5EF4-FFF2-40B4-BE49-F238E27FC236}">
                      <a16:creationId xmlns:a16="http://schemas.microsoft.com/office/drawing/2014/main" id="{C3ADFDFF-51DB-B53B-F453-B0A1CDDF984E}"/>
                    </a:ext>
                  </a:extLst>
                </p14:cNvPr>
                <p14:cNvContentPartPr/>
                <p14:nvPr/>
              </p14:nvContentPartPr>
              <p14:xfrm>
                <a:off x="2259142" y="1509656"/>
                <a:ext cx="191880" cy="263520"/>
              </p14:xfrm>
            </p:contentPart>
          </mc:Choice>
          <mc:Fallback>
            <p:pic>
              <p:nvPicPr>
                <p:cNvPr id="114" name="Ink 113">
                  <a:extLst>
                    <a:ext uri="{FF2B5EF4-FFF2-40B4-BE49-F238E27FC236}">
                      <a16:creationId xmlns:a16="http://schemas.microsoft.com/office/drawing/2014/main" id="{C3ADFDFF-51DB-B53B-F453-B0A1CDDF984E}"/>
                    </a:ext>
                  </a:extLst>
                </p:cNvPr>
                <p:cNvPicPr/>
                <p:nvPr/>
              </p:nvPicPr>
              <p:blipFill>
                <a:blip r:embed="rId198"/>
                <a:stretch>
                  <a:fillRect/>
                </a:stretch>
              </p:blipFill>
              <p:spPr>
                <a:xfrm>
                  <a:off x="2250502" y="1500656"/>
                  <a:ext cx="20952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15" name="Ink 114">
                  <a:extLst>
                    <a:ext uri="{FF2B5EF4-FFF2-40B4-BE49-F238E27FC236}">
                      <a16:creationId xmlns:a16="http://schemas.microsoft.com/office/drawing/2014/main" id="{90A140E1-A7B1-07D7-BD7E-6CB42A74B8E9}"/>
                    </a:ext>
                  </a:extLst>
                </p14:cNvPr>
                <p14:cNvContentPartPr/>
                <p14:nvPr/>
              </p14:nvContentPartPr>
              <p14:xfrm>
                <a:off x="2376142" y="1504256"/>
                <a:ext cx="5040" cy="51480"/>
              </p14:xfrm>
            </p:contentPart>
          </mc:Choice>
          <mc:Fallback>
            <p:pic>
              <p:nvPicPr>
                <p:cNvPr id="115" name="Ink 114">
                  <a:extLst>
                    <a:ext uri="{FF2B5EF4-FFF2-40B4-BE49-F238E27FC236}">
                      <a16:creationId xmlns:a16="http://schemas.microsoft.com/office/drawing/2014/main" id="{90A140E1-A7B1-07D7-BD7E-6CB42A74B8E9}"/>
                    </a:ext>
                  </a:extLst>
                </p:cNvPr>
                <p:cNvPicPr/>
                <p:nvPr/>
              </p:nvPicPr>
              <p:blipFill>
                <a:blip r:embed="rId200"/>
                <a:stretch>
                  <a:fillRect/>
                </a:stretch>
              </p:blipFill>
              <p:spPr>
                <a:xfrm>
                  <a:off x="2367502" y="1495616"/>
                  <a:ext cx="2268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16" name="Ink 115">
                  <a:extLst>
                    <a:ext uri="{FF2B5EF4-FFF2-40B4-BE49-F238E27FC236}">
                      <a16:creationId xmlns:a16="http://schemas.microsoft.com/office/drawing/2014/main" id="{411A3A45-95BD-4625-081C-9ED90820004A}"/>
                    </a:ext>
                  </a:extLst>
                </p14:cNvPr>
                <p14:cNvContentPartPr/>
                <p14:nvPr/>
              </p14:nvContentPartPr>
              <p14:xfrm>
                <a:off x="2476582" y="1641776"/>
                <a:ext cx="314280" cy="91080"/>
              </p14:xfrm>
            </p:contentPart>
          </mc:Choice>
          <mc:Fallback>
            <p:pic>
              <p:nvPicPr>
                <p:cNvPr id="116" name="Ink 115">
                  <a:extLst>
                    <a:ext uri="{FF2B5EF4-FFF2-40B4-BE49-F238E27FC236}">
                      <a16:creationId xmlns:a16="http://schemas.microsoft.com/office/drawing/2014/main" id="{411A3A45-95BD-4625-081C-9ED90820004A}"/>
                    </a:ext>
                  </a:extLst>
                </p:cNvPr>
                <p:cNvPicPr/>
                <p:nvPr/>
              </p:nvPicPr>
              <p:blipFill>
                <a:blip r:embed="rId202"/>
                <a:stretch>
                  <a:fillRect/>
                </a:stretch>
              </p:blipFill>
              <p:spPr>
                <a:xfrm>
                  <a:off x="2467582" y="1632776"/>
                  <a:ext cx="33192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17" name="Ink 116">
                  <a:extLst>
                    <a:ext uri="{FF2B5EF4-FFF2-40B4-BE49-F238E27FC236}">
                      <a16:creationId xmlns:a16="http://schemas.microsoft.com/office/drawing/2014/main" id="{84E934E3-DF52-9EF0-D3B8-54629353788D}"/>
                    </a:ext>
                  </a:extLst>
                </p14:cNvPr>
                <p14:cNvContentPartPr/>
                <p14:nvPr/>
              </p14:nvContentPartPr>
              <p14:xfrm>
                <a:off x="2971582" y="1452776"/>
                <a:ext cx="171720" cy="402480"/>
              </p14:xfrm>
            </p:contentPart>
          </mc:Choice>
          <mc:Fallback>
            <p:pic>
              <p:nvPicPr>
                <p:cNvPr id="117" name="Ink 116">
                  <a:extLst>
                    <a:ext uri="{FF2B5EF4-FFF2-40B4-BE49-F238E27FC236}">
                      <a16:creationId xmlns:a16="http://schemas.microsoft.com/office/drawing/2014/main" id="{84E934E3-DF52-9EF0-D3B8-54629353788D}"/>
                    </a:ext>
                  </a:extLst>
                </p:cNvPr>
                <p:cNvPicPr/>
                <p:nvPr/>
              </p:nvPicPr>
              <p:blipFill>
                <a:blip r:embed="rId204"/>
                <a:stretch>
                  <a:fillRect/>
                </a:stretch>
              </p:blipFill>
              <p:spPr>
                <a:xfrm>
                  <a:off x="2962942" y="1443776"/>
                  <a:ext cx="189360" cy="42012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18" name="Ink 117">
                  <a:extLst>
                    <a:ext uri="{FF2B5EF4-FFF2-40B4-BE49-F238E27FC236}">
                      <a16:creationId xmlns:a16="http://schemas.microsoft.com/office/drawing/2014/main" id="{A88295F7-2381-DE2D-D8F3-6EEC5616D2D0}"/>
                    </a:ext>
                  </a:extLst>
                </p14:cNvPr>
                <p14:cNvContentPartPr/>
                <p14:nvPr/>
              </p14:nvContentPartPr>
              <p14:xfrm>
                <a:off x="2977342" y="1705496"/>
                <a:ext cx="154080" cy="33120"/>
              </p14:xfrm>
            </p:contentPart>
          </mc:Choice>
          <mc:Fallback>
            <p:pic>
              <p:nvPicPr>
                <p:cNvPr id="118" name="Ink 117">
                  <a:extLst>
                    <a:ext uri="{FF2B5EF4-FFF2-40B4-BE49-F238E27FC236}">
                      <a16:creationId xmlns:a16="http://schemas.microsoft.com/office/drawing/2014/main" id="{A88295F7-2381-DE2D-D8F3-6EEC5616D2D0}"/>
                    </a:ext>
                  </a:extLst>
                </p:cNvPr>
                <p:cNvPicPr/>
                <p:nvPr/>
              </p:nvPicPr>
              <p:blipFill>
                <a:blip r:embed="rId206"/>
                <a:stretch>
                  <a:fillRect/>
                </a:stretch>
              </p:blipFill>
              <p:spPr>
                <a:xfrm>
                  <a:off x="2968702" y="1696496"/>
                  <a:ext cx="17172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19" name="Ink 118">
                  <a:extLst>
                    <a:ext uri="{FF2B5EF4-FFF2-40B4-BE49-F238E27FC236}">
                      <a16:creationId xmlns:a16="http://schemas.microsoft.com/office/drawing/2014/main" id="{D792CC1B-F6F6-DB3A-E44A-494B68CF7939}"/>
                    </a:ext>
                  </a:extLst>
                </p14:cNvPr>
                <p14:cNvContentPartPr/>
                <p14:nvPr/>
              </p14:nvContentPartPr>
              <p14:xfrm>
                <a:off x="3155902" y="1676336"/>
                <a:ext cx="155520" cy="61560"/>
              </p14:xfrm>
            </p:contentPart>
          </mc:Choice>
          <mc:Fallback>
            <p:pic>
              <p:nvPicPr>
                <p:cNvPr id="119" name="Ink 118">
                  <a:extLst>
                    <a:ext uri="{FF2B5EF4-FFF2-40B4-BE49-F238E27FC236}">
                      <a16:creationId xmlns:a16="http://schemas.microsoft.com/office/drawing/2014/main" id="{D792CC1B-F6F6-DB3A-E44A-494B68CF7939}"/>
                    </a:ext>
                  </a:extLst>
                </p:cNvPr>
                <p:cNvPicPr/>
                <p:nvPr/>
              </p:nvPicPr>
              <p:blipFill>
                <a:blip r:embed="rId208"/>
                <a:stretch>
                  <a:fillRect/>
                </a:stretch>
              </p:blipFill>
              <p:spPr>
                <a:xfrm>
                  <a:off x="3147262" y="1667336"/>
                  <a:ext cx="17316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20" name="Ink 119">
                  <a:extLst>
                    <a:ext uri="{FF2B5EF4-FFF2-40B4-BE49-F238E27FC236}">
                      <a16:creationId xmlns:a16="http://schemas.microsoft.com/office/drawing/2014/main" id="{B310BA5D-44E1-2BB5-B169-5624082D7B2D}"/>
                    </a:ext>
                  </a:extLst>
                </p14:cNvPr>
                <p14:cNvContentPartPr/>
                <p14:nvPr/>
              </p14:nvContentPartPr>
              <p14:xfrm>
                <a:off x="3338422" y="1675976"/>
                <a:ext cx="150480" cy="61560"/>
              </p14:xfrm>
            </p:contentPart>
          </mc:Choice>
          <mc:Fallback>
            <p:pic>
              <p:nvPicPr>
                <p:cNvPr id="120" name="Ink 119">
                  <a:extLst>
                    <a:ext uri="{FF2B5EF4-FFF2-40B4-BE49-F238E27FC236}">
                      <a16:creationId xmlns:a16="http://schemas.microsoft.com/office/drawing/2014/main" id="{B310BA5D-44E1-2BB5-B169-5624082D7B2D}"/>
                    </a:ext>
                  </a:extLst>
                </p:cNvPr>
                <p:cNvPicPr/>
                <p:nvPr/>
              </p:nvPicPr>
              <p:blipFill>
                <a:blip r:embed="rId210"/>
                <a:stretch>
                  <a:fillRect/>
                </a:stretch>
              </p:blipFill>
              <p:spPr>
                <a:xfrm>
                  <a:off x="3329782" y="1667336"/>
                  <a:ext cx="16812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21" name="Ink 120">
                  <a:extLst>
                    <a:ext uri="{FF2B5EF4-FFF2-40B4-BE49-F238E27FC236}">
                      <a16:creationId xmlns:a16="http://schemas.microsoft.com/office/drawing/2014/main" id="{9A95D48F-A89E-C974-7EFB-5B8A7CA2A1D2}"/>
                    </a:ext>
                  </a:extLst>
                </p14:cNvPr>
                <p14:cNvContentPartPr/>
                <p14:nvPr/>
              </p14:nvContentPartPr>
              <p14:xfrm>
                <a:off x="3589702" y="1674536"/>
                <a:ext cx="106560" cy="97200"/>
              </p14:xfrm>
            </p:contentPart>
          </mc:Choice>
          <mc:Fallback>
            <p:pic>
              <p:nvPicPr>
                <p:cNvPr id="121" name="Ink 120">
                  <a:extLst>
                    <a:ext uri="{FF2B5EF4-FFF2-40B4-BE49-F238E27FC236}">
                      <a16:creationId xmlns:a16="http://schemas.microsoft.com/office/drawing/2014/main" id="{9A95D48F-A89E-C974-7EFB-5B8A7CA2A1D2}"/>
                    </a:ext>
                  </a:extLst>
                </p:cNvPr>
                <p:cNvPicPr/>
                <p:nvPr/>
              </p:nvPicPr>
              <p:blipFill>
                <a:blip r:embed="rId212"/>
                <a:stretch>
                  <a:fillRect/>
                </a:stretch>
              </p:blipFill>
              <p:spPr>
                <a:xfrm>
                  <a:off x="3581062" y="1665536"/>
                  <a:ext cx="12420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22" name="Ink 121">
                  <a:extLst>
                    <a:ext uri="{FF2B5EF4-FFF2-40B4-BE49-F238E27FC236}">
                      <a16:creationId xmlns:a16="http://schemas.microsoft.com/office/drawing/2014/main" id="{051B63A2-A339-41C7-0EEC-A398FD080BAC}"/>
                    </a:ext>
                  </a:extLst>
                </p14:cNvPr>
                <p14:cNvContentPartPr/>
                <p14:nvPr/>
              </p14:nvContentPartPr>
              <p14:xfrm>
                <a:off x="3630742" y="1530896"/>
                <a:ext cx="201600" cy="236160"/>
              </p14:xfrm>
            </p:contentPart>
          </mc:Choice>
          <mc:Fallback>
            <p:pic>
              <p:nvPicPr>
                <p:cNvPr id="122" name="Ink 121">
                  <a:extLst>
                    <a:ext uri="{FF2B5EF4-FFF2-40B4-BE49-F238E27FC236}">
                      <a16:creationId xmlns:a16="http://schemas.microsoft.com/office/drawing/2014/main" id="{051B63A2-A339-41C7-0EEC-A398FD080BAC}"/>
                    </a:ext>
                  </a:extLst>
                </p:cNvPr>
                <p:cNvPicPr/>
                <p:nvPr/>
              </p:nvPicPr>
              <p:blipFill>
                <a:blip r:embed="rId214"/>
                <a:stretch>
                  <a:fillRect/>
                </a:stretch>
              </p:blipFill>
              <p:spPr>
                <a:xfrm>
                  <a:off x="3622102" y="1522256"/>
                  <a:ext cx="21924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23" name="Ink 122">
                  <a:extLst>
                    <a:ext uri="{FF2B5EF4-FFF2-40B4-BE49-F238E27FC236}">
                      <a16:creationId xmlns:a16="http://schemas.microsoft.com/office/drawing/2014/main" id="{53012746-0803-2A73-99C9-8C5A97A2C23E}"/>
                    </a:ext>
                  </a:extLst>
                </p14:cNvPr>
                <p14:cNvContentPartPr/>
                <p14:nvPr/>
              </p14:nvContentPartPr>
              <p14:xfrm>
                <a:off x="3738382" y="1519016"/>
                <a:ext cx="9360" cy="33480"/>
              </p14:xfrm>
            </p:contentPart>
          </mc:Choice>
          <mc:Fallback>
            <p:pic>
              <p:nvPicPr>
                <p:cNvPr id="123" name="Ink 122">
                  <a:extLst>
                    <a:ext uri="{FF2B5EF4-FFF2-40B4-BE49-F238E27FC236}">
                      <a16:creationId xmlns:a16="http://schemas.microsoft.com/office/drawing/2014/main" id="{53012746-0803-2A73-99C9-8C5A97A2C23E}"/>
                    </a:ext>
                  </a:extLst>
                </p:cNvPr>
                <p:cNvPicPr/>
                <p:nvPr/>
              </p:nvPicPr>
              <p:blipFill>
                <a:blip r:embed="rId216"/>
                <a:stretch>
                  <a:fillRect/>
                </a:stretch>
              </p:blipFill>
              <p:spPr>
                <a:xfrm>
                  <a:off x="3729382" y="1510376"/>
                  <a:ext cx="2700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24" name="Ink 123">
                  <a:extLst>
                    <a:ext uri="{FF2B5EF4-FFF2-40B4-BE49-F238E27FC236}">
                      <a16:creationId xmlns:a16="http://schemas.microsoft.com/office/drawing/2014/main" id="{B332C27A-80A9-23F5-0417-9872911901C7}"/>
                    </a:ext>
                  </a:extLst>
                </p14:cNvPr>
                <p14:cNvContentPartPr/>
                <p14:nvPr/>
              </p14:nvContentPartPr>
              <p14:xfrm>
                <a:off x="3879502" y="1618736"/>
                <a:ext cx="244800" cy="83520"/>
              </p14:xfrm>
            </p:contentPart>
          </mc:Choice>
          <mc:Fallback>
            <p:pic>
              <p:nvPicPr>
                <p:cNvPr id="124" name="Ink 123">
                  <a:extLst>
                    <a:ext uri="{FF2B5EF4-FFF2-40B4-BE49-F238E27FC236}">
                      <a16:creationId xmlns:a16="http://schemas.microsoft.com/office/drawing/2014/main" id="{B332C27A-80A9-23F5-0417-9872911901C7}"/>
                    </a:ext>
                  </a:extLst>
                </p:cNvPr>
                <p:cNvPicPr/>
                <p:nvPr/>
              </p:nvPicPr>
              <p:blipFill>
                <a:blip r:embed="rId218"/>
                <a:stretch>
                  <a:fillRect/>
                </a:stretch>
              </p:blipFill>
              <p:spPr>
                <a:xfrm>
                  <a:off x="3870502" y="1609736"/>
                  <a:ext cx="262440" cy="101160"/>
                </a:xfrm>
                <a:prstGeom prst="rect">
                  <a:avLst/>
                </a:prstGeom>
              </p:spPr>
            </p:pic>
          </mc:Fallback>
        </mc:AlternateContent>
      </p:grpSp>
      <p:grpSp>
        <p:nvGrpSpPr>
          <p:cNvPr id="129" name="Group 128">
            <a:extLst>
              <a:ext uri="{FF2B5EF4-FFF2-40B4-BE49-F238E27FC236}">
                <a16:creationId xmlns:a16="http://schemas.microsoft.com/office/drawing/2014/main" id="{85703FC1-4A09-8EA4-D5C8-A05AD5CD059A}"/>
              </a:ext>
            </a:extLst>
          </p:cNvPr>
          <p:cNvGrpSpPr/>
          <p:nvPr/>
        </p:nvGrpSpPr>
        <p:grpSpPr>
          <a:xfrm>
            <a:off x="4387102" y="1461776"/>
            <a:ext cx="296280" cy="399240"/>
            <a:chOff x="4387102" y="1461776"/>
            <a:chExt cx="296280" cy="399240"/>
          </a:xfrm>
        </p:grpSpPr>
        <mc:AlternateContent xmlns:mc="http://schemas.openxmlformats.org/markup-compatibility/2006">
          <mc:Choice xmlns:p14="http://schemas.microsoft.com/office/powerpoint/2010/main" Requires="p14">
            <p:contentPart p14:bwMode="auto" r:id="rId219">
              <p14:nvContentPartPr>
                <p14:cNvPr id="126" name="Ink 125">
                  <a:extLst>
                    <a:ext uri="{FF2B5EF4-FFF2-40B4-BE49-F238E27FC236}">
                      <a16:creationId xmlns:a16="http://schemas.microsoft.com/office/drawing/2014/main" id="{F4750353-F75E-233D-BED7-3E58ADB7F014}"/>
                    </a:ext>
                  </a:extLst>
                </p14:cNvPr>
                <p14:cNvContentPartPr/>
                <p14:nvPr/>
              </p14:nvContentPartPr>
              <p14:xfrm>
                <a:off x="4387102" y="1643576"/>
                <a:ext cx="120960" cy="80280"/>
              </p14:xfrm>
            </p:contentPart>
          </mc:Choice>
          <mc:Fallback>
            <p:pic>
              <p:nvPicPr>
                <p:cNvPr id="126" name="Ink 125">
                  <a:extLst>
                    <a:ext uri="{FF2B5EF4-FFF2-40B4-BE49-F238E27FC236}">
                      <a16:creationId xmlns:a16="http://schemas.microsoft.com/office/drawing/2014/main" id="{F4750353-F75E-233D-BED7-3E58ADB7F014}"/>
                    </a:ext>
                  </a:extLst>
                </p:cNvPr>
                <p:cNvPicPr/>
                <p:nvPr/>
              </p:nvPicPr>
              <p:blipFill>
                <a:blip r:embed="rId220"/>
                <a:stretch>
                  <a:fillRect/>
                </a:stretch>
              </p:blipFill>
              <p:spPr>
                <a:xfrm>
                  <a:off x="4378102" y="1634936"/>
                  <a:ext cx="13860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27" name="Ink 126">
                  <a:extLst>
                    <a:ext uri="{FF2B5EF4-FFF2-40B4-BE49-F238E27FC236}">
                      <a16:creationId xmlns:a16="http://schemas.microsoft.com/office/drawing/2014/main" id="{1AD18981-2124-B422-38D6-0E7895B416DE}"/>
                    </a:ext>
                  </a:extLst>
                </p14:cNvPr>
                <p14:cNvContentPartPr/>
                <p14:nvPr/>
              </p14:nvContentPartPr>
              <p14:xfrm>
                <a:off x="4561342" y="1461776"/>
                <a:ext cx="122040" cy="399240"/>
              </p14:xfrm>
            </p:contentPart>
          </mc:Choice>
          <mc:Fallback>
            <p:pic>
              <p:nvPicPr>
                <p:cNvPr id="127" name="Ink 126">
                  <a:extLst>
                    <a:ext uri="{FF2B5EF4-FFF2-40B4-BE49-F238E27FC236}">
                      <a16:creationId xmlns:a16="http://schemas.microsoft.com/office/drawing/2014/main" id="{1AD18981-2124-B422-38D6-0E7895B416DE}"/>
                    </a:ext>
                  </a:extLst>
                </p:cNvPr>
                <p:cNvPicPr/>
                <p:nvPr/>
              </p:nvPicPr>
              <p:blipFill>
                <a:blip r:embed="rId222"/>
                <a:stretch>
                  <a:fillRect/>
                </a:stretch>
              </p:blipFill>
              <p:spPr>
                <a:xfrm>
                  <a:off x="4552702" y="1453136"/>
                  <a:ext cx="139680" cy="41688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28" name="Ink 127">
                  <a:extLst>
                    <a:ext uri="{FF2B5EF4-FFF2-40B4-BE49-F238E27FC236}">
                      <a16:creationId xmlns:a16="http://schemas.microsoft.com/office/drawing/2014/main" id="{45B8C3A3-0541-EFE9-651D-9CD41B7D5DC2}"/>
                    </a:ext>
                  </a:extLst>
                </p14:cNvPr>
                <p14:cNvContentPartPr/>
                <p14:nvPr/>
              </p14:nvContentPartPr>
              <p14:xfrm>
                <a:off x="4586182" y="1714136"/>
                <a:ext cx="70920" cy="19080"/>
              </p14:xfrm>
            </p:contentPart>
          </mc:Choice>
          <mc:Fallback>
            <p:pic>
              <p:nvPicPr>
                <p:cNvPr id="128" name="Ink 127">
                  <a:extLst>
                    <a:ext uri="{FF2B5EF4-FFF2-40B4-BE49-F238E27FC236}">
                      <a16:creationId xmlns:a16="http://schemas.microsoft.com/office/drawing/2014/main" id="{45B8C3A3-0541-EFE9-651D-9CD41B7D5DC2}"/>
                    </a:ext>
                  </a:extLst>
                </p:cNvPr>
                <p:cNvPicPr/>
                <p:nvPr/>
              </p:nvPicPr>
              <p:blipFill>
                <a:blip r:embed="rId224"/>
                <a:stretch>
                  <a:fillRect/>
                </a:stretch>
              </p:blipFill>
              <p:spPr>
                <a:xfrm>
                  <a:off x="4577542" y="1705136"/>
                  <a:ext cx="88560" cy="36720"/>
                </a:xfrm>
                <a:prstGeom prst="rect">
                  <a:avLst/>
                </a:prstGeom>
              </p:spPr>
            </p:pic>
          </mc:Fallback>
        </mc:AlternateContent>
      </p:grpSp>
      <p:grpSp>
        <p:nvGrpSpPr>
          <p:cNvPr id="148" name="Group 147">
            <a:extLst>
              <a:ext uri="{FF2B5EF4-FFF2-40B4-BE49-F238E27FC236}">
                <a16:creationId xmlns:a16="http://schemas.microsoft.com/office/drawing/2014/main" id="{38715217-5067-8578-CC01-36CBAF8C8D3A}"/>
              </a:ext>
            </a:extLst>
          </p:cNvPr>
          <p:cNvGrpSpPr/>
          <p:nvPr/>
        </p:nvGrpSpPr>
        <p:grpSpPr>
          <a:xfrm>
            <a:off x="4906582" y="1468616"/>
            <a:ext cx="1139760" cy="249840"/>
            <a:chOff x="4906582" y="1468616"/>
            <a:chExt cx="1139760" cy="249840"/>
          </a:xfrm>
        </p:grpSpPr>
        <mc:AlternateContent xmlns:mc="http://schemas.openxmlformats.org/markup-compatibility/2006">
          <mc:Choice xmlns:p14="http://schemas.microsoft.com/office/powerpoint/2010/main" Requires="p14">
            <p:contentPart p14:bwMode="auto" r:id="rId225">
              <p14:nvContentPartPr>
                <p14:cNvPr id="130" name="Ink 129">
                  <a:extLst>
                    <a:ext uri="{FF2B5EF4-FFF2-40B4-BE49-F238E27FC236}">
                      <a16:creationId xmlns:a16="http://schemas.microsoft.com/office/drawing/2014/main" id="{D69F6F0F-E739-F44D-7379-4AFC83ECFEDC}"/>
                    </a:ext>
                  </a:extLst>
                </p14:cNvPr>
                <p14:cNvContentPartPr/>
                <p14:nvPr/>
              </p14:nvContentPartPr>
              <p14:xfrm>
                <a:off x="4906582" y="1605776"/>
                <a:ext cx="79560" cy="108360"/>
              </p14:xfrm>
            </p:contentPart>
          </mc:Choice>
          <mc:Fallback>
            <p:pic>
              <p:nvPicPr>
                <p:cNvPr id="130" name="Ink 129">
                  <a:extLst>
                    <a:ext uri="{FF2B5EF4-FFF2-40B4-BE49-F238E27FC236}">
                      <a16:creationId xmlns:a16="http://schemas.microsoft.com/office/drawing/2014/main" id="{D69F6F0F-E739-F44D-7379-4AFC83ECFEDC}"/>
                    </a:ext>
                  </a:extLst>
                </p:cNvPr>
                <p:cNvPicPr/>
                <p:nvPr/>
              </p:nvPicPr>
              <p:blipFill>
                <a:blip r:embed="rId226"/>
                <a:stretch>
                  <a:fillRect/>
                </a:stretch>
              </p:blipFill>
              <p:spPr>
                <a:xfrm>
                  <a:off x="4897942" y="1597136"/>
                  <a:ext cx="972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31" name="Ink 130">
                  <a:extLst>
                    <a:ext uri="{FF2B5EF4-FFF2-40B4-BE49-F238E27FC236}">
                      <a16:creationId xmlns:a16="http://schemas.microsoft.com/office/drawing/2014/main" id="{DFC07DE5-CBC3-3B4C-7752-3105ECB1FBC7}"/>
                    </a:ext>
                  </a:extLst>
                </p14:cNvPr>
                <p14:cNvContentPartPr/>
                <p14:nvPr/>
              </p14:nvContentPartPr>
              <p14:xfrm>
                <a:off x="5049502" y="1632416"/>
                <a:ext cx="324000" cy="74520"/>
              </p14:xfrm>
            </p:contentPart>
          </mc:Choice>
          <mc:Fallback>
            <p:pic>
              <p:nvPicPr>
                <p:cNvPr id="131" name="Ink 130">
                  <a:extLst>
                    <a:ext uri="{FF2B5EF4-FFF2-40B4-BE49-F238E27FC236}">
                      <a16:creationId xmlns:a16="http://schemas.microsoft.com/office/drawing/2014/main" id="{DFC07DE5-CBC3-3B4C-7752-3105ECB1FBC7}"/>
                    </a:ext>
                  </a:extLst>
                </p:cNvPr>
                <p:cNvPicPr/>
                <p:nvPr/>
              </p:nvPicPr>
              <p:blipFill>
                <a:blip r:embed="rId228"/>
                <a:stretch>
                  <a:fillRect/>
                </a:stretch>
              </p:blipFill>
              <p:spPr>
                <a:xfrm>
                  <a:off x="5040862" y="1623776"/>
                  <a:ext cx="34164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32" name="Ink 131">
                  <a:extLst>
                    <a:ext uri="{FF2B5EF4-FFF2-40B4-BE49-F238E27FC236}">
                      <a16:creationId xmlns:a16="http://schemas.microsoft.com/office/drawing/2014/main" id="{B9E10E16-04D8-14EA-9734-AB8594BE0263}"/>
                    </a:ext>
                  </a:extLst>
                </p14:cNvPr>
                <p14:cNvContentPartPr/>
                <p14:nvPr/>
              </p14:nvContentPartPr>
              <p14:xfrm>
                <a:off x="5458102" y="1468616"/>
                <a:ext cx="128880" cy="244080"/>
              </p14:xfrm>
            </p:contentPart>
          </mc:Choice>
          <mc:Fallback>
            <p:pic>
              <p:nvPicPr>
                <p:cNvPr id="132" name="Ink 131">
                  <a:extLst>
                    <a:ext uri="{FF2B5EF4-FFF2-40B4-BE49-F238E27FC236}">
                      <a16:creationId xmlns:a16="http://schemas.microsoft.com/office/drawing/2014/main" id="{B9E10E16-04D8-14EA-9734-AB8594BE0263}"/>
                    </a:ext>
                  </a:extLst>
                </p:cNvPr>
                <p:cNvPicPr/>
                <p:nvPr/>
              </p:nvPicPr>
              <p:blipFill>
                <a:blip r:embed="rId230"/>
                <a:stretch>
                  <a:fillRect/>
                </a:stretch>
              </p:blipFill>
              <p:spPr>
                <a:xfrm>
                  <a:off x="5449462" y="1459616"/>
                  <a:ext cx="14652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33" name="Ink 132">
                  <a:extLst>
                    <a:ext uri="{FF2B5EF4-FFF2-40B4-BE49-F238E27FC236}">
                      <a16:creationId xmlns:a16="http://schemas.microsoft.com/office/drawing/2014/main" id="{71C76A10-9DA4-7956-6BA6-FB8F31817BB8}"/>
                    </a:ext>
                  </a:extLst>
                </p14:cNvPr>
                <p14:cNvContentPartPr/>
                <p14:nvPr/>
              </p14:nvContentPartPr>
              <p14:xfrm>
                <a:off x="5657902" y="1621616"/>
                <a:ext cx="90000" cy="96840"/>
              </p14:xfrm>
            </p:contentPart>
          </mc:Choice>
          <mc:Fallback>
            <p:pic>
              <p:nvPicPr>
                <p:cNvPr id="133" name="Ink 132">
                  <a:extLst>
                    <a:ext uri="{FF2B5EF4-FFF2-40B4-BE49-F238E27FC236}">
                      <a16:creationId xmlns:a16="http://schemas.microsoft.com/office/drawing/2014/main" id="{71C76A10-9DA4-7956-6BA6-FB8F31817BB8}"/>
                    </a:ext>
                  </a:extLst>
                </p:cNvPr>
                <p:cNvPicPr/>
                <p:nvPr/>
              </p:nvPicPr>
              <p:blipFill>
                <a:blip r:embed="rId232"/>
                <a:stretch>
                  <a:fillRect/>
                </a:stretch>
              </p:blipFill>
              <p:spPr>
                <a:xfrm>
                  <a:off x="5648902" y="1612616"/>
                  <a:ext cx="10764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34" name="Ink 133">
                  <a:extLst>
                    <a:ext uri="{FF2B5EF4-FFF2-40B4-BE49-F238E27FC236}">
                      <a16:creationId xmlns:a16="http://schemas.microsoft.com/office/drawing/2014/main" id="{AE31217E-C736-7620-58A2-B63BABE9B04E}"/>
                    </a:ext>
                  </a:extLst>
                </p14:cNvPr>
                <p14:cNvContentPartPr/>
                <p14:nvPr/>
              </p14:nvContentPartPr>
              <p14:xfrm>
                <a:off x="5831782" y="1626656"/>
                <a:ext cx="214560" cy="54360"/>
              </p14:xfrm>
            </p:contentPart>
          </mc:Choice>
          <mc:Fallback>
            <p:pic>
              <p:nvPicPr>
                <p:cNvPr id="134" name="Ink 133">
                  <a:extLst>
                    <a:ext uri="{FF2B5EF4-FFF2-40B4-BE49-F238E27FC236}">
                      <a16:creationId xmlns:a16="http://schemas.microsoft.com/office/drawing/2014/main" id="{AE31217E-C736-7620-58A2-B63BABE9B04E}"/>
                    </a:ext>
                  </a:extLst>
                </p:cNvPr>
                <p:cNvPicPr/>
                <p:nvPr/>
              </p:nvPicPr>
              <p:blipFill>
                <a:blip r:embed="rId234"/>
                <a:stretch>
                  <a:fillRect/>
                </a:stretch>
              </p:blipFill>
              <p:spPr>
                <a:xfrm>
                  <a:off x="5822782" y="1618016"/>
                  <a:ext cx="232200" cy="72000"/>
                </a:xfrm>
                <a:prstGeom prst="rect">
                  <a:avLst/>
                </a:prstGeom>
              </p:spPr>
            </p:pic>
          </mc:Fallback>
        </mc:AlternateContent>
      </p:grpSp>
      <p:grpSp>
        <p:nvGrpSpPr>
          <p:cNvPr id="147" name="Group 146">
            <a:extLst>
              <a:ext uri="{FF2B5EF4-FFF2-40B4-BE49-F238E27FC236}">
                <a16:creationId xmlns:a16="http://schemas.microsoft.com/office/drawing/2014/main" id="{E37454B5-E99D-9237-6678-228F3DE9E392}"/>
              </a:ext>
            </a:extLst>
          </p:cNvPr>
          <p:cNvGrpSpPr/>
          <p:nvPr/>
        </p:nvGrpSpPr>
        <p:grpSpPr>
          <a:xfrm>
            <a:off x="6272422" y="1536656"/>
            <a:ext cx="807840" cy="255600"/>
            <a:chOff x="6272422" y="1536656"/>
            <a:chExt cx="807840" cy="255600"/>
          </a:xfrm>
        </p:grpSpPr>
        <mc:AlternateContent xmlns:mc="http://schemas.openxmlformats.org/markup-compatibility/2006">
          <mc:Choice xmlns:p14="http://schemas.microsoft.com/office/powerpoint/2010/main" Requires="p14">
            <p:contentPart p14:bwMode="auto" r:id="rId235">
              <p14:nvContentPartPr>
                <p14:cNvPr id="135" name="Ink 134">
                  <a:extLst>
                    <a:ext uri="{FF2B5EF4-FFF2-40B4-BE49-F238E27FC236}">
                      <a16:creationId xmlns:a16="http://schemas.microsoft.com/office/drawing/2014/main" id="{87D08E6C-B7DF-FBE0-FC71-3DBE182AE936}"/>
                    </a:ext>
                  </a:extLst>
                </p14:cNvPr>
                <p14:cNvContentPartPr/>
                <p14:nvPr/>
              </p14:nvContentPartPr>
              <p14:xfrm>
                <a:off x="6272422" y="1536656"/>
                <a:ext cx="114120" cy="255600"/>
              </p14:xfrm>
            </p:contentPart>
          </mc:Choice>
          <mc:Fallback>
            <p:pic>
              <p:nvPicPr>
                <p:cNvPr id="135" name="Ink 134">
                  <a:extLst>
                    <a:ext uri="{FF2B5EF4-FFF2-40B4-BE49-F238E27FC236}">
                      <a16:creationId xmlns:a16="http://schemas.microsoft.com/office/drawing/2014/main" id="{87D08E6C-B7DF-FBE0-FC71-3DBE182AE936}"/>
                    </a:ext>
                  </a:extLst>
                </p:cNvPr>
                <p:cNvPicPr/>
                <p:nvPr/>
              </p:nvPicPr>
              <p:blipFill>
                <a:blip r:embed="rId236"/>
                <a:stretch>
                  <a:fillRect/>
                </a:stretch>
              </p:blipFill>
              <p:spPr>
                <a:xfrm>
                  <a:off x="6263422" y="1528016"/>
                  <a:ext cx="13176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36" name="Ink 135">
                  <a:extLst>
                    <a:ext uri="{FF2B5EF4-FFF2-40B4-BE49-F238E27FC236}">
                      <a16:creationId xmlns:a16="http://schemas.microsoft.com/office/drawing/2014/main" id="{E4E89AB4-15D4-FF01-8FAB-350F7D12A232}"/>
                    </a:ext>
                  </a:extLst>
                </p14:cNvPr>
                <p14:cNvContentPartPr/>
                <p14:nvPr/>
              </p14:nvContentPartPr>
              <p14:xfrm>
                <a:off x="6437662" y="1559696"/>
                <a:ext cx="33480" cy="92160"/>
              </p14:xfrm>
            </p:contentPart>
          </mc:Choice>
          <mc:Fallback>
            <p:pic>
              <p:nvPicPr>
                <p:cNvPr id="136" name="Ink 135">
                  <a:extLst>
                    <a:ext uri="{FF2B5EF4-FFF2-40B4-BE49-F238E27FC236}">
                      <a16:creationId xmlns:a16="http://schemas.microsoft.com/office/drawing/2014/main" id="{E4E89AB4-15D4-FF01-8FAB-350F7D12A232}"/>
                    </a:ext>
                  </a:extLst>
                </p:cNvPr>
                <p:cNvPicPr/>
                <p:nvPr/>
              </p:nvPicPr>
              <p:blipFill>
                <a:blip r:embed="rId238"/>
                <a:stretch>
                  <a:fillRect/>
                </a:stretch>
              </p:blipFill>
              <p:spPr>
                <a:xfrm>
                  <a:off x="6429022" y="1550696"/>
                  <a:ext cx="5112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37" name="Ink 136">
                  <a:extLst>
                    <a:ext uri="{FF2B5EF4-FFF2-40B4-BE49-F238E27FC236}">
                      <a16:creationId xmlns:a16="http://schemas.microsoft.com/office/drawing/2014/main" id="{EA421739-5286-0955-E068-AA63EA6C3963}"/>
                    </a:ext>
                  </a:extLst>
                </p14:cNvPr>
                <p14:cNvContentPartPr/>
                <p14:nvPr/>
              </p14:nvContentPartPr>
              <p14:xfrm>
                <a:off x="6581662" y="1588856"/>
                <a:ext cx="81000" cy="86400"/>
              </p14:xfrm>
            </p:contentPart>
          </mc:Choice>
          <mc:Fallback>
            <p:pic>
              <p:nvPicPr>
                <p:cNvPr id="137" name="Ink 136">
                  <a:extLst>
                    <a:ext uri="{FF2B5EF4-FFF2-40B4-BE49-F238E27FC236}">
                      <a16:creationId xmlns:a16="http://schemas.microsoft.com/office/drawing/2014/main" id="{EA421739-5286-0955-E068-AA63EA6C3963}"/>
                    </a:ext>
                  </a:extLst>
                </p:cNvPr>
                <p:cNvPicPr/>
                <p:nvPr/>
              </p:nvPicPr>
              <p:blipFill>
                <a:blip r:embed="rId240"/>
                <a:stretch>
                  <a:fillRect/>
                </a:stretch>
              </p:blipFill>
              <p:spPr>
                <a:xfrm>
                  <a:off x="6573022" y="1579856"/>
                  <a:ext cx="9864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38" name="Ink 137">
                  <a:extLst>
                    <a:ext uri="{FF2B5EF4-FFF2-40B4-BE49-F238E27FC236}">
                      <a16:creationId xmlns:a16="http://schemas.microsoft.com/office/drawing/2014/main" id="{5E53371F-9904-A7F2-3A5F-38A006A21A1C}"/>
                    </a:ext>
                  </a:extLst>
                </p14:cNvPr>
                <p14:cNvContentPartPr/>
                <p14:nvPr/>
              </p14:nvContentPartPr>
              <p14:xfrm>
                <a:off x="6758062" y="1564016"/>
                <a:ext cx="179280" cy="115560"/>
              </p14:xfrm>
            </p:contentPart>
          </mc:Choice>
          <mc:Fallback>
            <p:pic>
              <p:nvPicPr>
                <p:cNvPr id="138" name="Ink 137">
                  <a:extLst>
                    <a:ext uri="{FF2B5EF4-FFF2-40B4-BE49-F238E27FC236}">
                      <a16:creationId xmlns:a16="http://schemas.microsoft.com/office/drawing/2014/main" id="{5E53371F-9904-A7F2-3A5F-38A006A21A1C}"/>
                    </a:ext>
                  </a:extLst>
                </p:cNvPr>
                <p:cNvPicPr/>
                <p:nvPr/>
              </p:nvPicPr>
              <p:blipFill>
                <a:blip r:embed="rId242"/>
                <a:stretch>
                  <a:fillRect/>
                </a:stretch>
              </p:blipFill>
              <p:spPr>
                <a:xfrm>
                  <a:off x="6749062" y="1555016"/>
                  <a:ext cx="1969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39" name="Ink 138">
                  <a:extLst>
                    <a:ext uri="{FF2B5EF4-FFF2-40B4-BE49-F238E27FC236}">
                      <a16:creationId xmlns:a16="http://schemas.microsoft.com/office/drawing/2014/main" id="{39F6F883-05AE-3B52-8774-AA844CAC3DCD}"/>
                    </a:ext>
                  </a:extLst>
                </p14:cNvPr>
                <p14:cNvContentPartPr/>
                <p14:nvPr/>
              </p14:nvContentPartPr>
              <p14:xfrm>
                <a:off x="6945622" y="1556816"/>
                <a:ext cx="84240" cy="129960"/>
              </p14:xfrm>
            </p:contentPart>
          </mc:Choice>
          <mc:Fallback>
            <p:pic>
              <p:nvPicPr>
                <p:cNvPr id="139" name="Ink 138">
                  <a:extLst>
                    <a:ext uri="{FF2B5EF4-FFF2-40B4-BE49-F238E27FC236}">
                      <a16:creationId xmlns:a16="http://schemas.microsoft.com/office/drawing/2014/main" id="{39F6F883-05AE-3B52-8774-AA844CAC3DCD}"/>
                    </a:ext>
                  </a:extLst>
                </p:cNvPr>
                <p:cNvPicPr/>
                <p:nvPr/>
              </p:nvPicPr>
              <p:blipFill>
                <a:blip r:embed="rId244"/>
                <a:stretch>
                  <a:fillRect/>
                </a:stretch>
              </p:blipFill>
              <p:spPr>
                <a:xfrm>
                  <a:off x="6936622" y="1548176"/>
                  <a:ext cx="10188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40" name="Ink 139">
                  <a:extLst>
                    <a:ext uri="{FF2B5EF4-FFF2-40B4-BE49-F238E27FC236}">
                      <a16:creationId xmlns:a16="http://schemas.microsoft.com/office/drawing/2014/main" id="{04732758-C096-AD7E-C8F2-C99037823D31}"/>
                    </a:ext>
                  </a:extLst>
                </p14:cNvPr>
                <p14:cNvContentPartPr/>
                <p14:nvPr/>
              </p14:nvContentPartPr>
              <p14:xfrm>
                <a:off x="6980542" y="1542416"/>
                <a:ext cx="99720" cy="137520"/>
              </p14:xfrm>
            </p:contentPart>
          </mc:Choice>
          <mc:Fallback>
            <p:pic>
              <p:nvPicPr>
                <p:cNvPr id="140" name="Ink 139">
                  <a:extLst>
                    <a:ext uri="{FF2B5EF4-FFF2-40B4-BE49-F238E27FC236}">
                      <a16:creationId xmlns:a16="http://schemas.microsoft.com/office/drawing/2014/main" id="{04732758-C096-AD7E-C8F2-C99037823D31}"/>
                    </a:ext>
                  </a:extLst>
                </p:cNvPr>
                <p:cNvPicPr/>
                <p:nvPr/>
              </p:nvPicPr>
              <p:blipFill>
                <a:blip r:embed="rId246"/>
                <a:stretch>
                  <a:fillRect/>
                </a:stretch>
              </p:blipFill>
              <p:spPr>
                <a:xfrm>
                  <a:off x="6971902" y="1533416"/>
                  <a:ext cx="117360" cy="155160"/>
                </a:xfrm>
                <a:prstGeom prst="rect">
                  <a:avLst/>
                </a:prstGeom>
              </p:spPr>
            </p:pic>
          </mc:Fallback>
        </mc:AlternateContent>
      </p:grpSp>
      <p:grpSp>
        <p:nvGrpSpPr>
          <p:cNvPr id="146" name="Group 145">
            <a:extLst>
              <a:ext uri="{FF2B5EF4-FFF2-40B4-BE49-F238E27FC236}">
                <a16:creationId xmlns:a16="http://schemas.microsoft.com/office/drawing/2014/main" id="{C9CC61D7-A0E7-0E7B-6559-CD31F827C27C}"/>
              </a:ext>
            </a:extLst>
          </p:cNvPr>
          <p:cNvGrpSpPr/>
          <p:nvPr/>
        </p:nvGrpSpPr>
        <p:grpSpPr>
          <a:xfrm>
            <a:off x="7304542" y="1448456"/>
            <a:ext cx="613440" cy="334080"/>
            <a:chOff x="7304542" y="1448456"/>
            <a:chExt cx="613440" cy="334080"/>
          </a:xfrm>
        </p:grpSpPr>
        <mc:AlternateContent xmlns:mc="http://schemas.openxmlformats.org/markup-compatibility/2006">
          <mc:Choice xmlns:p14="http://schemas.microsoft.com/office/powerpoint/2010/main" Requires="p14">
            <p:contentPart p14:bwMode="auto" r:id="rId247">
              <p14:nvContentPartPr>
                <p14:cNvPr id="141" name="Ink 140">
                  <a:extLst>
                    <a:ext uri="{FF2B5EF4-FFF2-40B4-BE49-F238E27FC236}">
                      <a16:creationId xmlns:a16="http://schemas.microsoft.com/office/drawing/2014/main" id="{2753712D-D16B-BDDC-4E81-CB2FC2D397F9}"/>
                    </a:ext>
                  </a:extLst>
                </p14:cNvPr>
                <p14:cNvContentPartPr/>
                <p14:nvPr/>
              </p14:nvContentPartPr>
              <p14:xfrm>
                <a:off x="7304542" y="1573376"/>
                <a:ext cx="185400" cy="121320"/>
              </p14:xfrm>
            </p:contentPart>
          </mc:Choice>
          <mc:Fallback>
            <p:pic>
              <p:nvPicPr>
                <p:cNvPr id="141" name="Ink 140">
                  <a:extLst>
                    <a:ext uri="{FF2B5EF4-FFF2-40B4-BE49-F238E27FC236}">
                      <a16:creationId xmlns:a16="http://schemas.microsoft.com/office/drawing/2014/main" id="{2753712D-D16B-BDDC-4E81-CB2FC2D397F9}"/>
                    </a:ext>
                  </a:extLst>
                </p:cNvPr>
                <p:cNvPicPr/>
                <p:nvPr/>
              </p:nvPicPr>
              <p:blipFill>
                <a:blip r:embed="rId248"/>
                <a:stretch>
                  <a:fillRect/>
                </a:stretch>
              </p:blipFill>
              <p:spPr>
                <a:xfrm>
                  <a:off x="7295542" y="1564736"/>
                  <a:ext cx="20304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42" name="Ink 141">
                  <a:extLst>
                    <a:ext uri="{FF2B5EF4-FFF2-40B4-BE49-F238E27FC236}">
                      <a16:creationId xmlns:a16="http://schemas.microsoft.com/office/drawing/2014/main" id="{68D54273-1D89-22B4-89B6-29B12841F5A7}"/>
                    </a:ext>
                  </a:extLst>
                </p14:cNvPr>
                <p14:cNvContentPartPr/>
                <p14:nvPr/>
              </p14:nvContentPartPr>
              <p14:xfrm>
                <a:off x="7382302" y="1593536"/>
                <a:ext cx="65880" cy="110520"/>
              </p14:xfrm>
            </p:contentPart>
          </mc:Choice>
          <mc:Fallback>
            <p:pic>
              <p:nvPicPr>
                <p:cNvPr id="142" name="Ink 141">
                  <a:extLst>
                    <a:ext uri="{FF2B5EF4-FFF2-40B4-BE49-F238E27FC236}">
                      <a16:creationId xmlns:a16="http://schemas.microsoft.com/office/drawing/2014/main" id="{68D54273-1D89-22B4-89B6-29B12841F5A7}"/>
                    </a:ext>
                  </a:extLst>
                </p:cNvPr>
                <p:cNvPicPr/>
                <p:nvPr/>
              </p:nvPicPr>
              <p:blipFill>
                <a:blip r:embed="rId250"/>
                <a:stretch>
                  <a:fillRect/>
                </a:stretch>
              </p:blipFill>
              <p:spPr>
                <a:xfrm>
                  <a:off x="7373662" y="1584536"/>
                  <a:ext cx="8352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43" name="Ink 142">
                  <a:extLst>
                    <a:ext uri="{FF2B5EF4-FFF2-40B4-BE49-F238E27FC236}">
                      <a16:creationId xmlns:a16="http://schemas.microsoft.com/office/drawing/2014/main" id="{BE8CE3B2-9BB4-5ABE-B502-29201DA25DAD}"/>
                    </a:ext>
                  </a:extLst>
                </p14:cNvPr>
                <p14:cNvContentPartPr/>
                <p14:nvPr/>
              </p14:nvContentPartPr>
              <p14:xfrm>
                <a:off x="7508302" y="1448456"/>
                <a:ext cx="122040" cy="259560"/>
              </p14:xfrm>
            </p:contentPart>
          </mc:Choice>
          <mc:Fallback>
            <p:pic>
              <p:nvPicPr>
                <p:cNvPr id="143" name="Ink 142">
                  <a:extLst>
                    <a:ext uri="{FF2B5EF4-FFF2-40B4-BE49-F238E27FC236}">
                      <a16:creationId xmlns:a16="http://schemas.microsoft.com/office/drawing/2014/main" id="{BE8CE3B2-9BB4-5ABE-B502-29201DA25DAD}"/>
                    </a:ext>
                  </a:extLst>
                </p:cNvPr>
                <p:cNvPicPr/>
                <p:nvPr/>
              </p:nvPicPr>
              <p:blipFill>
                <a:blip r:embed="rId252"/>
                <a:stretch>
                  <a:fillRect/>
                </a:stretch>
              </p:blipFill>
              <p:spPr>
                <a:xfrm>
                  <a:off x="7499662" y="1439456"/>
                  <a:ext cx="13968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144" name="Ink 143">
                  <a:extLst>
                    <a:ext uri="{FF2B5EF4-FFF2-40B4-BE49-F238E27FC236}">
                      <a16:creationId xmlns:a16="http://schemas.microsoft.com/office/drawing/2014/main" id="{5DD6E098-61D4-23B5-9684-29FEDEEF3E2E}"/>
                    </a:ext>
                  </a:extLst>
                </p14:cNvPr>
                <p14:cNvContentPartPr/>
                <p14:nvPr/>
              </p14:nvContentPartPr>
              <p14:xfrm>
                <a:off x="7623142" y="1583456"/>
                <a:ext cx="187920" cy="76320"/>
              </p14:xfrm>
            </p:contentPart>
          </mc:Choice>
          <mc:Fallback>
            <p:pic>
              <p:nvPicPr>
                <p:cNvPr id="144" name="Ink 143">
                  <a:extLst>
                    <a:ext uri="{FF2B5EF4-FFF2-40B4-BE49-F238E27FC236}">
                      <a16:creationId xmlns:a16="http://schemas.microsoft.com/office/drawing/2014/main" id="{5DD6E098-61D4-23B5-9684-29FEDEEF3E2E}"/>
                    </a:ext>
                  </a:extLst>
                </p:cNvPr>
                <p:cNvPicPr/>
                <p:nvPr/>
              </p:nvPicPr>
              <p:blipFill>
                <a:blip r:embed="rId254"/>
                <a:stretch>
                  <a:fillRect/>
                </a:stretch>
              </p:blipFill>
              <p:spPr>
                <a:xfrm>
                  <a:off x="7614142" y="1574816"/>
                  <a:ext cx="20556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45" name="Ink 144">
                  <a:extLst>
                    <a:ext uri="{FF2B5EF4-FFF2-40B4-BE49-F238E27FC236}">
                      <a16:creationId xmlns:a16="http://schemas.microsoft.com/office/drawing/2014/main" id="{6EE41478-7DB1-C599-A1D4-7B97E483A6FD}"/>
                    </a:ext>
                  </a:extLst>
                </p14:cNvPr>
                <p14:cNvContentPartPr/>
                <p14:nvPr/>
              </p14:nvContentPartPr>
              <p14:xfrm>
                <a:off x="7772182" y="1484096"/>
                <a:ext cx="145800" cy="298440"/>
              </p14:xfrm>
            </p:contentPart>
          </mc:Choice>
          <mc:Fallback>
            <p:pic>
              <p:nvPicPr>
                <p:cNvPr id="145" name="Ink 144">
                  <a:extLst>
                    <a:ext uri="{FF2B5EF4-FFF2-40B4-BE49-F238E27FC236}">
                      <a16:creationId xmlns:a16="http://schemas.microsoft.com/office/drawing/2014/main" id="{6EE41478-7DB1-C599-A1D4-7B97E483A6FD}"/>
                    </a:ext>
                  </a:extLst>
                </p:cNvPr>
                <p:cNvPicPr/>
                <p:nvPr/>
              </p:nvPicPr>
              <p:blipFill>
                <a:blip r:embed="rId256"/>
                <a:stretch>
                  <a:fillRect/>
                </a:stretch>
              </p:blipFill>
              <p:spPr>
                <a:xfrm>
                  <a:off x="7763542" y="1475456"/>
                  <a:ext cx="163440" cy="316080"/>
                </a:xfrm>
                <a:prstGeom prst="rect">
                  <a:avLst/>
                </a:prstGeom>
              </p:spPr>
            </p:pic>
          </mc:Fallback>
        </mc:AlternateContent>
      </p:grpSp>
      <p:grpSp>
        <p:nvGrpSpPr>
          <p:cNvPr id="192" name="Group 191">
            <a:extLst>
              <a:ext uri="{FF2B5EF4-FFF2-40B4-BE49-F238E27FC236}">
                <a16:creationId xmlns:a16="http://schemas.microsoft.com/office/drawing/2014/main" id="{463C92B5-09D7-E210-9509-0D86EF17590E}"/>
              </a:ext>
            </a:extLst>
          </p:cNvPr>
          <p:cNvGrpSpPr/>
          <p:nvPr/>
        </p:nvGrpSpPr>
        <p:grpSpPr>
          <a:xfrm>
            <a:off x="754702" y="2008256"/>
            <a:ext cx="4424760" cy="468000"/>
            <a:chOff x="754702" y="2008256"/>
            <a:chExt cx="4424760" cy="468000"/>
          </a:xfrm>
        </p:grpSpPr>
        <mc:AlternateContent xmlns:mc="http://schemas.openxmlformats.org/markup-compatibility/2006">
          <mc:Choice xmlns:p14="http://schemas.microsoft.com/office/powerpoint/2010/main" Requires="p14">
            <p:contentPart p14:bwMode="auto" r:id="rId257">
              <p14:nvContentPartPr>
                <p14:cNvPr id="149" name="Ink 148">
                  <a:extLst>
                    <a:ext uri="{FF2B5EF4-FFF2-40B4-BE49-F238E27FC236}">
                      <a16:creationId xmlns:a16="http://schemas.microsoft.com/office/drawing/2014/main" id="{9CEDFB1F-E902-53BC-63BC-6F2B1D75F28E}"/>
                    </a:ext>
                  </a:extLst>
                </p14:cNvPr>
                <p14:cNvContentPartPr/>
                <p14:nvPr/>
              </p14:nvContentPartPr>
              <p14:xfrm>
                <a:off x="786382" y="2175296"/>
                <a:ext cx="47520" cy="205200"/>
              </p14:xfrm>
            </p:contentPart>
          </mc:Choice>
          <mc:Fallback>
            <p:pic>
              <p:nvPicPr>
                <p:cNvPr id="149" name="Ink 148">
                  <a:extLst>
                    <a:ext uri="{FF2B5EF4-FFF2-40B4-BE49-F238E27FC236}">
                      <a16:creationId xmlns:a16="http://schemas.microsoft.com/office/drawing/2014/main" id="{9CEDFB1F-E902-53BC-63BC-6F2B1D75F28E}"/>
                    </a:ext>
                  </a:extLst>
                </p:cNvPr>
                <p:cNvPicPr/>
                <p:nvPr/>
              </p:nvPicPr>
              <p:blipFill>
                <a:blip r:embed="rId258"/>
                <a:stretch>
                  <a:fillRect/>
                </a:stretch>
              </p:blipFill>
              <p:spPr>
                <a:xfrm>
                  <a:off x="777742" y="2166296"/>
                  <a:ext cx="6516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50" name="Ink 149">
                  <a:extLst>
                    <a:ext uri="{FF2B5EF4-FFF2-40B4-BE49-F238E27FC236}">
                      <a16:creationId xmlns:a16="http://schemas.microsoft.com/office/drawing/2014/main" id="{BB9543E8-1B5D-E286-F6B4-A5BC51AC72C6}"/>
                    </a:ext>
                  </a:extLst>
                </p14:cNvPr>
                <p14:cNvContentPartPr/>
                <p14:nvPr/>
              </p14:nvContentPartPr>
              <p14:xfrm>
                <a:off x="754702" y="2157656"/>
                <a:ext cx="270720" cy="249480"/>
              </p14:xfrm>
            </p:contentPart>
          </mc:Choice>
          <mc:Fallback>
            <p:pic>
              <p:nvPicPr>
                <p:cNvPr id="150" name="Ink 149">
                  <a:extLst>
                    <a:ext uri="{FF2B5EF4-FFF2-40B4-BE49-F238E27FC236}">
                      <a16:creationId xmlns:a16="http://schemas.microsoft.com/office/drawing/2014/main" id="{BB9543E8-1B5D-E286-F6B4-A5BC51AC72C6}"/>
                    </a:ext>
                  </a:extLst>
                </p:cNvPr>
                <p:cNvPicPr/>
                <p:nvPr/>
              </p:nvPicPr>
              <p:blipFill>
                <a:blip r:embed="rId260"/>
                <a:stretch>
                  <a:fillRect/>
                </a:stretch>
              </p:blipFill>
              <p:spPr>
                <a:xfrm>
                  <a:off x="746062" y="2148656"/>
                  <a:ext cx="28836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51" name="Ink 150">
                  <a:extLst>
                    <a:ext uri="{FF2B5EF4-FFF2-40B4-BE49-F238E27FC236}">
                      <a16:creationId xmlns:a16="http://schemas.microsoft.com/office/drawing/2014/main" id="{4985644E-B5B5-F654-6A23-4ABAB220A300}"/>
                    </a:ext>
                  </a:extLst>
                </p14:cNvPr>
                <p14:cNvContentPartPr/>
                <p14:nvPr/>
              </p14:nvContentPartPr>
              <p14:xfrm>
                <a:off x="1066822" y="2359256"/>
                <a:ext cx="141480" cy="96840"/>
              </p14:xfrm>
            </p:contentPart>
          </mc:Choice>
          <mc:Fallback>
            <p:pic>
              <p:nvPicPr>
                <p:cNvPr id="151" name="Ink 150">
                  <a:extLst>
                    <a:ext uri="{FF2B5EF4-FFF2-40B4-BE49-F238E27FC236}">
                      <a16:creationId xmlns:a16="http://schemas.microsoft.com/office/drawing/2014/main" id="{4985644E-B5B5-F654-6A23-4ABAB220A300}"/>
                    </a:ext>
                  </a:extLst>
                </p:cNvPr>
                <p:cNvPicPr/>
                <p:nvPr/>
              </p:nvPicPr>
              <p:blipFill>
                <a:blip r:embed="rId262"/>
                <a:stretch>
                  <a:fillRect/>
                </a:stretch>
              </p:blipFill>
              <p:spPr>
                <a:xfrm>
                  <a:off x="1057822" y="2350256"/>
                  <a:ext cx="15912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52" name="Ink 151">
                  <a:extLst>
                    <a:ext uri="{FF2B5EF4-FFF2-40B4-BE49-F238E27FC236}">
                      <a16:creationId xmlns:a16="http://schemas.microsoft.com/office/drawing/2014/main" id="{4F9904A1-3196-BE5F-E580-BA7FD27BCE87}"/>
                    </a:ext>
                  </a:extLst>
                </p14:cNvPr>
                <p14:cNvContentPartPr/>
                <p14:nvPr/>
              </p14:nvContentPartPr>
              <p14:xfrm>
                <a:off x="1079782" y="2384816"/>
                <a:ext cx="74160" cy="77400"/>
              </p14:xfrm>
            </p:contentPart>
          </mc:Choice>
          <mc:Fallback>
            <p:pic>
              <p:nvPicPr>
                <p:cNvPr id="152" name="Ink 151">
                  <a:extLst>
                    <a:ext uri="{FF2B5EF4-FFF2-40B4-BE49-F238E27FC236}">
                      <a16:creationId xmlns:a16="http://schemas.microsoft.com/office/drawing/2014/main" id="{4F9904A1-3196-BE5F-E580-BA7FD27BCE87}"/>
                    </a:ext>
                  </a:extLst>
                </p:cNvPr>
                <p:cNvPicPr/>
                <p:nvPr/>
              </p:nvPicPr>
              <p:blipFill>
                <a:blip r:embed="rId264"/>
                <a:stretch>
                  <a:fillRect/>
                </a:stretch>
              </p:blipFill>
              <p:spPr>
                <a:xfrm>
                  <a:off x="1071142" y="2375816"/>
                  <a:ext cx="9180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54" name="Ink 153">
                  <a:extLst>
                    <a:ext uri="{FF2B5EF4-FFF2-40B4-BE49-F238E27FC236}">
                      <a16:creationId xmlns:a16="http://schemas.microsoft.com/office/drawing/2014/main" id="{8CD2D6C1-66DC-85E2-14DC-F9D5DFB3C342}"/>
                    </a:ext>
                  </a:extLst>
                </p14:cNvPr>
                <p14:cNvContentPartPr/>
                <p14:nvPr/>
              </p14:nvContentPartPr>
              <p14:xfrm>
                <a:off x="828862" y="2349536"/>
                <a:ext cx="16560" cy="52920"/>
              </p14:xfrm>
            </p:contentPart>
          </mc:Choice>
          <mc:Fallback>
            <p:pic>
              <p:nvPicPr>
                <p:cNvPr id="154" name="Ink 153">
                  <a:extLst>
                    <a:ext uri="{FF2B5EF4-FFF2-40B4-BE49-F238E27FC236}">
                      <a16:creationId xmlns:a16="http://schemas.microsoft.com/office/drawing/2014/main" id="{8CD2D6C1-66DC-85E2-14DC-F9D5DFB3C342}"/>
                    </a:ext>
                  </a:extLst>
                </p:cNvPr>
                <p:cNvPicPr/>
                <p:nvPr/>
              </p:nvPicPr>
              <p:blipFill>
                <a:blip r:embed="rId266"/>
                <a:stretch>
                  <a:fillRect/>
                </a:stretch>
              </p:blipFill>
              <p:spPr>
                <a:xfrm>
                  <a:off x="820222" y="2340896"/>
                  <a:ext cx="3420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56" name="Ink 155">
                  <a:extLst>
                    <a:ext uri="{FF2B5EF4-FFF2-40B4-BE49-F238E27FC236}">
                      <a16:creationId xmlns:a16="http://schemas.microsoft.com/office/drawing/2014/main" id="{E947337F-5053-DEA6-9703-78A4E0DF2D53}"/>
                    </a:ext>
                  </a:extLst>
                </p14:cNvPr>
                <p14:cNvContentPartPr/>
                <p14:nvPr/>
              </p14:nvContentPartPr>
              <p14:xfrm>
                <a:off x="802582" y="2332616"/>
                <a:ext cx="21600" cy="88560"/>
              </p14:xfrm>
            </p:contentPart>
          </mc:Choice>
          <mc:Fallback>
            <p:pic>
              <p:nvPicPr>
                <p:cNvPr id="156" name="Ink 155">
                  <a:extLst>
                    <a:ext uri="{FF2B5EF4-FFF2-40B4-BE49-F238E27FC236}">
                      <a16:creationId xmlns:a16="http://schemas.microsoft.com/office/drawing/2014/main" id="{E947337F-5053-DEA6-9703-78A4E0DF2D53}"/>
                    </a:ext>
                  </a:extLst>
                </p:cNvPr>
                <p:cNvPicPr/>
                <p:nvPr/>
              </p:nvPicPr>
              <p:blipFill>
                <a:blip r:embed="rId268"/>
                <a:stretch>
                  <a:fillRect/>
                </a:stretch>
              </p:blipFill>
              <p:spPr>
                <a:xfrm>
                  <a:off x="793582" y="2323616"/>
                  <a:ext cx="3924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158" name="Ink 157">
                  <a:extLst>
                    <a:ext uri="{FF2B5EF4-FFF2-40B4-BE49-F238E27FC236}">
                      <a16:creationId xmlns:a16="http://schemas.microsoft.com/office/drawing/2014/main" id="{E2C714C1-48A9-B4EA-1A2E-D901ACA695A2}"/>
                    </a:ext>
                  </a:extLst>
                </p14:cNvPr>
                <p14:cNvContentPartPr/>
                <p14:nvPr/>
              </p14:nvContentPartPr>
              <p14:xfrm>
                <a:off x="1257982" y="2102576"/>
                <a:ext cx="150840" cy="373680"/>
              </p14:xfrm>
            </p:contentPart>
          </mc:Choice>
          <mc:Fallback>
            <p:pic>
              <p:nvPicPr>
                <p:cNvPr id="158" name="Ink 157">
                  <a:extLst>
                    <a:ext uri="{FF2B5EF4-FFF2-40B4-BE49-F238E27FC236}">
                      <a16:creationId xmlns:a16="http://schemas.microsoft.com/office/drawing/2014/main" id="{E2C714C1-48A9-B4EA-1A2E-D901ACA695A2}"/>
                    </a:ext>
                  </a:extLst>
                </p:cNvPr>
                <p:cNvPicPr/>
                <p:nvPr/>
              </p:nvPicPr>
              <p:blipFill>
                <a:blip r:embed="rId270"/>
                <a:stretch>
                  <a:fillRect/>
                </a:stretch>
              </p:blipFill>
              <p:spPr>
                <a:xfrm>
                  <a:off x="1248982" y="2093576"/>
                  <a:ext cx="168480" cy="39132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159" name="Ink 158">
                  <a:extLst>
                    <a:ext uri="{FF2B5EF4-FFF2-40B4-BE49-F238E27FC236}">
                      <a16:creationId xmlns:a16="http://schemas.microsoft.com/office/drawing/2014/main" id="{9278529D-DE23-72AF-0582-507515E5EFEC}"/>
                    </a:ext>
                  </a:extLst>
                </p14:cNvPr>
                <p14:cNvContentPartPr/>
                <p14:nvPr/>
              </p14:nvContentPartPr>
              <p14:xfrm>
                <a:off x="1402342" y="2279696"/>
                <a:ext cx="223560" cy="84240"/>
              </p14:xfrm>
            </p:contentPart>
          </mc:Choice>
          <mc:Fallback>
            <p:pic>
              <p:nvPicPr>
                <p:cNvPr id="159" name="Ink 158">
                  <a:extLst>
                    <a:ext uri="{FF2B5EF4-FFF2-40B4-BE49-F238E27FC236}">
                      <a16:creationId xmlns:a16="http://schemas.microsoft.com/office/drawing/2014/main" id="{9278529D-DE23-72AF-0582-507515E5EFEC}"/>
                    </a:ext>
                  </a:extLst>
                </p:cNvPr>
                <p:cNvPicPr/>
                <p:nvPr/>
              </p:nvPicPr>
              <p:blipFill>
                <a:blip r:embed="rId272"/>
                <a:stretch>
                  <a:fillRect/>
                </a:stretch>
              </p:blipFill>
              <p:spPr>
                <a:xfrm>
                  <a:off x="1393342" y="2271056"/>
                  <a:ext cx="24120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160" name="Ink 159">
                  <a:extLst>
                    <a:ext uri="{FF2B5EF4-FFF2-40B4-BE49-F238E27FC236}">
                      <a16:creationId xmlns:a16="http://schemas.microsoft.com/office/drawing/2014/main" id="{7FA852EA-F08C-05C0-7F0F-47EC584215E0}"/>
                    </a:ext>
                  </a:extLst>
                </p14:cNvPr>
                <p14:cNvContentPartPr/>
                <p14:nvPr/>
              </p14:nvContentPartPr>
              <p14:xfrm>
                <a:off x="1594582" y="2137496"/>
                <a:ext cx="138960" cy="292680"/>
              </p14:xfrm>
            </p:contentPart>
          </mc:Choice>
          <mc:Fallback>
            <p:pic>
              <p:nvPicPr>
                <p:cNvPr id="160" name="Ink 159">
                  <a:extLst>
                    <a:ext uri="{FF2B5EF4-FFF2-40B4-BE49-F238E27FC236}">
                      <a16:creationId xmlns:a16="http://schemas.microsoft.com/office/drawing/2014/main" id="{7FA852EA-F08C-05C0-7F0F-47EC584215E0}"/>
                    </a:ext>
                  </a:extLst>
                </p:cNvPr>
                <p:cNvPicPr/>
                <p:nvPr/>
              </p:nvPicPr>
              <p:blipFill>
                <a:blip r:embed="rId274"/>
                <a:stretch>
                  <a:fillRect/>
                </a:stretch>
              </p:blipFill>
              <p:spPr>
                <a:xfrm>
                  <a:off x="1585942" y="2128496"/>
                  <a:ext cx="156600" cy="31032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161" name="Ink 160">
                  <a:extLst>
                    <a:ext uri="{FF2B5EF4-FFF2-40B4-BE49-F238E27FC236}">
                      <a16:creationId xmlns:a16="http://schemas.microsoft.com/office/drawing/2014/main" id="{2093B6F3-5092-0783-45F8-7090E182B411}"/>
                    </a:ext>
                  </a:extLst>
                </p14:cNvPr>
                <p14:cNvContentPartPr/>
                <p14:nvPr/>
              </p14:nvContentPartPr>
              <p14:xfrm>
                <a:off x="1963222" y="2354576"/>
                <a:ext cx="110160" cy="11520"/>
              </p14:xfrm>
            </p:contentPart>
          </mc:Choice>
          <mc:Fallback>
            <p:pic>
              <p:nvPicPr>
                <p:cNvPr id="161" name="Ink 160">
                  <a:extLst>
                    <a:ext uri="{FF2B5EF4-FFF2-40B4-BE49-F238E27FC236}">
                      <a16:creationId xmlns:a16="http://schemas.microsoft.com/office/drawing/2014/main" id="{2093B6F3-5092-0783-45F8-7090E182B411}"/>
                    </a:ext>
                  </a:extLst>
                </p:cNvPr>
                <p:cNvPicPr/>
                <p:nvPr/>
              </p:nvPicPr>
              <p:blipFill>
                <a:blip r:embed="rId276"/>
                <a:stretch>
                  <a:fillRect/>
                </a:stretch>
              </p:blipFill>
              <p:spPr>
                <a:xfrm>
                  <a:off x="1954222" y="2345576"/>
                  <a:ext cx="12780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162" name="Ink 161">
                  <a:extLst>
                    <a:ext uri="{FF2B5EF4-FFF2-40B4-BE49-F238E27FC236}">
                      <a16:creationId xmlns:a16="http://schemas.microsoft.com/office/drawing/2014/main" id="{B92F6590-4FB8-6A4C-4C5F-E876AB6A9ADB}"/>
                    </a:ext>
                  </a:extLst>
                </p14:cNvPr>
                <p14:cNvContentPartPr/>
                <p14:nvPr/>
              </p14:nvContentPartPr>
              <p14:xfrm>
                <a:off x="1903822" y="2290136"/>
                <a:ext cx="142920" cy="28080"/>
              </p14:xfrm>
            </p:contentPart>
          </mc:Choice>
          <mc:Fallback>
            <p:pic>
              <p:nvPicPr>
                <p:cNvPr id="162" name="Ink 161">
                  <a:extLst>
                    <a:ext uri="{FF2B5EF4-FFF2-40B4-BE49-F238E27FC236}">
                      <a16:creationId xmlns:a16="http://schemas.microsoft.com/office/drawing/2014/main" id="{B92F6590-4FB8-6A4C-4C5F-E876AB6A9ADB}"/>
                    </a:ext>
                  </a:extLst>
                </p:cNvPr>
                <p:cNvPicPr/>
                <p:nvPr/>
              </p:nvPicPr>
              <p:blipFill>
                <a:blip r:embed="rId278"/>
                <a:stretch>
                  <a:fillRect/>
                </a:stretch>
              </p:blipFill>
              <p:spPr>
                <a:xfrm>
                  <a:off x="1895182" y="2281136"/>
                  <a:ext cx="16056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164" name="Ink 163">
                  <a:extLst>
                    <a:ext uri="{FF2B5EF4-FFF2-40B4-BE49-F238E27FC236}">
                      <a16:creationId xmlns:a16="http://schemas.microsoft.com/office/drawing/2014/main" id="{3BB434F1-888D-70AC-C30E-1631A29AC024}"/>
                    </a:ext>
                  </a:extLst>
                </p14:cNvPr>
                <p14:cNvContentPartPr/>
                <p14:nvPr/>
              </p14:nvContentPartPr>
              <p14:xfrm>
                <a:off x="2259142" y="2205896"/>
                <a:ext cx="53280" cy="218160"/>
              </p14:xfrm>
            </p:contentPart>
          </mc:Choice>
          <mc:Fallback>
            <p:pic>
              <p:nvPicPr>
                <p:cNvPr id="164" name="Ink 163">
                  <a:extLst>
                    <a:ext uri="{FF2B5EF4-FFF2-40B4-BE49-F238E27FC236}">
                      <a16:creationId xmlns:a16="http://schemas.microsoft.com/office/drawing/2014/main" id="{3BB434F1-888D-70AC-C30E-1631A29AC024}"/>
                    </a:ext>
                  </a:extLst>
                </p:cNvPr>
                <p:cNvPicPr/>
                <p:nvPr/>
              </p:nvPicPr>
              <p:blipFill>
                <a:blip r:embed="rId280"/>
                <a:stretch>
                  <a:fillRect/>
                </a:stretch>
              </p:blipFill>
              <p:spPr>
                <a:xfrm>
                  <a:off x="2250502" y="2197256"/>
                  <a:ext cx="7092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165" name="Ink 164">
                  <a:extLst>
                    <a:ext uri="{FF2B5EF4-FFF2-40B4-BE49-F238E27FC236}">
                      <a16:creationId xmlns:a16="http://schemas.microsoft.com/office/drawing/2014/main" id="{A0F151D5-67C8-32E5-6A68-44DF664B1E24}"/>
                    </a:ext>
                  </a:extLst>
                </p14:cNvPr>
                <p14:cNvContentPartPr/>
                <p14:nvPr/>
              </p14:nvContentPartPr>
              <p14:xfrm>
                <a:off x="2206222" y="2158376"/>
                <a:ext cx="145080" cy="42840"/>
              </p14:xfrm>
            </p:contentPart>
          </mc:Choice>
          <mc:Fallback>
            <p:pic>
              <p:nvPicPr>
                <p:cNvPr id="165" name="Ink 164">
                  <a:extLst>
                    <a:ext uri="{FF2B5EF4-FFF2-40B4-BE49-F238E27FC236}">
                      <a16:creationId xmlns:a16="http://schemas.microsoft.com/office/drawing/2014/main" id="{A0F151D5-67C8-32E5-6A68-44DF664B1E24}"/>
                    </a:ext>
                  </a:extLst>
                </p:cNvPr>
                <p:cNvPicPr/>
                <p:nvPr/>
              </p:nvPicPr>
              <p:blipFill>
                <a:blip r:embed="rId282"/>
                <a:stretch>
                  <a:fillRect/>
                </a:stretch>
              </p:blipFill>
              <p:spPr>
                <a:xfrm>
                  <a:off x="2197222" y="2149376"/>
                  <a:ext cx="16272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166" name="Ink 165">
                  <a:extLst>
                    <a:ext uri="{FF2B5EF4-FFF2-40B4-BE49-F238E27FC236}">
                      <a16:creationId xmlns:a16="http://schemas.microsoft.com/office/drawing/2014/main" id="{36C05CFE-3681-3212-9DA8-3FC7BCCFB9D7}"/>
                    </a:ext>
                  </a:extLst>
                </p14:cNvPr>
                <p14:cNvContentPartPr/>
                <p14:nvPr/>
              </p14:nvContentPartPr>
              <p14:xfrm>
                <a:off x="2254102" y="2259176"/>
                <a:ext cx="94320" cy="17280"/>
              </p14:xfrm>
            </p:contentPart>
          </mc:Choice>
          <mc:Fallback>
            <p:pic>
              <p:nvPicPr>
                <p:cNvPr id="166" name="Ink 165">
                  <a:extLst>
                    <a:ext uri="{FF2B5EF4-FFF2-40B4-BE49-F238E27FC236}">
                      <a16:creationId xmlns:a16="http://schemas.microsoft.com/office/drawing/2014/main" id="{36C05CFE-3681-3212-9DA8-3FC7BCCFB9D7}"/>
                    </a:ext>
                  </a:extLst>
                </p:cNvPr>
                <p:cNvPicPr/>
                <p:nvPr/>
              </p:nvPicPr>
              <p:blipFill>
                <a:blip r:embed="rId284"/>
                <a:stretch>
                  <a:fillRect/>
                </a:stretch>
              </p:blipFill>
              <p:spPr>
                <a:xfrm>
                  <a:off x="2245102" y="2250536"/>
                  <a:ext cx="11196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167" name="Ink 166">
                  <a:extLst>
                    <a:ext uri="{FF2B5EF4-FFF2-40B4-BE49-F238E27FC236}">
                      <a16:creationId xmlns:a16="http://schemas.microsoft.com/office/drawing/2014/main" id="{DA3A6EFC-2167-CA8B-7F6F-D23E84C3D05D}"/>
                    </a:ext>
                  </a:extLst>
                </p14:cNvPr>
                <p14:cNvContentPartPr/>
                <p14:nvPr/>
              </p14:nvContentPartPr>
              <p14:xfrm>
                <a:off x="2264542" y="2354936"/>
                <a:ext cx="181080" cy="32400"/>
              </p14:xfrm>
            </p:contentPart>
          </mc:Choice>
          <mc:Fallback>
            <p:pic>
              <p:nvPicPr>
                <p:cNvPr id="167" name="Ink 166">
                  <a:extLst>
                    <a:ext uri="{FF2B5EF4-FFF2-40B4-BE49-F238E27FC236}">
                      <a16:creationId xmlns:a16="http://schemas.microsoft.com/office/drawing/2014/main" id="{DA3A6EFC-2167-CA8B-7F6F-D23E84C3D05D}"/>
                    </a:ext>
                  </a:extLst>
                </p:cNvPr>
                <p:cNvPicPr/>
                <p:nvPr/>
              </p:nvPicPr>
              <p:blipFill>
                <a:blip r:embed="rId286"/>
                <a:stretch>
                  <a:fillRect/>
                </a:stretch>
              </p:blipFill>
              <p:spPr>
                <a:xfrm>
                  <a:off x="2255902" y="2345936"/>
                  <a:ext cx="19872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168" name="Ink 167">
                  <a:extLst>
                    <a:ext uri="{FF2B5EF4-FFF2-40B4-BE49-F238E27FC236}">
                      <a16:creationId xmlns:a16="http://schemas.microsoft.com/office/drawing/2014/main" id="{7A7EC043-52CB-32BF-1B2F-4303CB7BDDCE}"/>
                    </a:ext>
                  </a:extLst>
                </p14:cNvPr>
                <p14:cNvContentPartPr/>
                <p14:nvPr/>
              </p14:nvContentPartPr>
              <p14:xfrm>
                <a:off x="2513302" y="2052176"/>
                <a:ext cx="139680" cy="413640"/>
              </p14:xfrm>
            </p:contentPart>
          </mc:Choice>
          <mc:Fallback>
            <p:pic>
              <p:nvPicPr>
                <p:cNvPr id="168" name="Ink 167">
                  <a:extLst>
                    <a:ext uri="{FF2B5EF4-FFF2-40B4-BE49-F238E27FC236}">
                      <a16:creationId xmlns:a16="http://schemas.microsoft.com/office/drawing/2014/main" id="{7A7EC043-52CB-32BF-1B2F-4303CB7BDDCE}"/>
                    </a:ext>
                  </a:extLst>
                </p:cNvPr>
                <p:cNvPicPr/>
                <p:nvPr/>
              </p:nvPicPr>
              <p:blipFill>
                <a:blip r:embed="rId288"/>
                <a:stretch>
                  <a:fillRect/>
                </a:stretch>
              </p:blipFill>
              <p:spPr>
                <a:xfrm>
                  <a:off x="2504302" y="2043176"/>
                  <a:ext cx="157320" cy="43128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170" name="Ink 169">
                  <a:extLst>
                    <a:ext uri="{FF2B5EF4-FFF2-40B4-BE49-F238E27FC236}">
                      <a16:creationId xmlns:a16="http://schemas.microsoft.com/office/drawing/2014/main" id="{9A0CA7B7-8EF6-0BBC-A1C6-CDCF8E49C289}"/>
                    </a:ext>
                  </a:extLst>
                </p14:cNvPr>
                <p14:cNvContentPartPr/>
                <p14:nvPr/>
              </p14:nvContentPartPr>
              <p14:xfrm>
                <a:off x="2742982" y="2237936"/>
                <a:ext cx="174600" cy="120600"/>
              </p14:xfrm>
            </p:contentPart>
          </mc:Choice>
          <mc:Fallback>
            <p:pic>
              <p:nvPicPr>
                <p:cNvPr id="170" name="Ink 169">
                  <a:extLst>
                    <a:ext uri="{FF2B5EF4-FFF2-40B4-BE49-F238E27FC236}">
                      <a16:creationId xmlns:a16="http://schemas.microsoft.com/office/drawing/2014/main" id="{9A0CA7B7-8EF6-0BBC-A1C6-CDCF8E49C289}"/>
                    </a:ext>
                  </a:extLst>
                </p:cNvPr>
                <p:cNvPicPr/>
                <p:nvPr/>
              </p:nvPicPr>
              <p:blipFill>
                <a:blip r:embed="rId290"/>
                <a:stretch>
                  <a:fillRect/>
                </a:stretch>
              </p:blipFill>
              <p:spPr>
                <a:xfrm>
                  <a:off x="2734342" y="2229296"/>
                  <a:ext cx="19224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171" name="Ink 170">
                  <a:extLst>
                    <a:ext uri="{FF2B5EF4-FFF2-40B4-BE49-F238E27FC236}">
                      <a16:creationId xmlns:a16="http://schemas.microsoft.com/office/drawing/2014/main" id="{E32E91A6-2997-5098-3DBF-BB90CA30857D}"/>
                    </a:ext>
                  </a:extLst>
                </p14:cNvPr>
                <p14:cNvContentPartPr/>
                <p14:nvPr/>
              </p14:nvContentPartPr>
              <p14:xfrm>
                <a:off x="2790862" y="2273936"/>
                <a:ext cx="80280" cy="96840"/>
              </p14:xfrm>
            </p:contentPart>
          </mc:Choice>
          <mc:Fallback>
            <p:pic>
              <p:nvPicPr>
                <p:cNvPr id="171" name="Ink 170">
                  <a:extLst>
                    <a:ext uri="{FF2B5EF4-FFF2-40B4-BE49-F238E27FC236}">
                      <a16:creationId xmlns:a16="http://schemas.microsoft.com/office/drawing/2014/main" id="{E32E91A6-2997-5098-3DBF-BB90CA30857D}"/>
                    </a:ext>
                  </a:extLst>
                </p:cNvPr>
                <p:cNvPicPr/>
                <p:nvPr/>
              </p:nvPicPr>
              <p:blipFill>
                <a:blip r:embed="rId292"/>
                <a:stretch>
                  <a:fillRect/>
                </a:stretch>
              </p:blipFill>
              <p:spPr>
                <a:xfrm>
                  <a:off x="2781862" y="2265296"/>
                  <a:ext cx="9792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172" name="Ink 171">
                  <a:extLst>
                    <a:ext uri="{FF2B5EF4-FFF2-40B4-BE49-F238E27FC236}">
                      <a16:creationId xmlns:a16="http://schemas.microsoft.com/office/drawing/2014/main" id="{203469E3-14FA-3B23-DA3E-58587D06CAEA}"/>
                    </a:ext>
                  </a:extLst>
                </p14:cNvPr>
                <p14:cNvContentPartPr/>
                <p14:nvPr/>
              </p14:nvContentPartPr>
              <p14:xfrm>
                <a:off x="2966542" y="2127056"/>
                <a:ext cx="125280" cy="224280"/>
              </p14:xfrm>
            </p:contentPart>
          </mc:Choice>
          <mc:Fallback>
            <p:pic>
              <p:nvPicPr>
                <p:cNvPr id="172" name="Ink 171">
                  <a:extLst>
                    <a:ext uri="{FF2B5EF4-FFF2-40B4-BE49-F238E27FC236}">
                      <a16:creationId xmlns:a16="http://schemas.microsoft.com/office/drawing/2014/main" id="{203469E3-14FA-3B23-DA3E-58587D06CAEA}"/>
                    </a:ext>
                  </a:extLst>
                </p:cNvPr>
                <p:cNvPicPr/>
                <p:nvPr/>
              </p:nvPicPr>
              <p:blipFill>
                <a:blip r:embed="rId294"/>
                <a:stretch>
                  <a:fillRect/>
                </a:stretch>
              </p:blipFill>
              <p:spPr>
                <a:xfrm>
                  <a:off x="2957542" y="2118416"/>
                  <a:ext cx="14292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173" name="Ink 172">
                  <a:extLst>
                    <a:ext uri="{FF2B5EF4-FFF2-40B4-BE49-F238E27FC236}">
                      <a16:creationId xmlns:a16="http://schemas.microsoft.com/office/drawing/2014/main" id="{9C0BF71A-59C3-5D5D-022D-BAA0CFDA9EF1}"/>
                    </a:ext>
                  </a:extLst>
                </p14:cNvPr>
                <p14:cNvContentPartPr/>
                <p14:nvPr/>
              </p14:nvContentPartPr>
              <p14:xfrm>
                <a:off x="3083182" y="2264216"/>
                <a:ext cx="146160" cy="56520"/>
              </p14:xfrm>
            </p:contentPart>
          </mc:Choice>
          <mc:Fallback>
            <p:pic>
              <p:nvPicPr>
                <p:cNvPr id="173" name="Ink 172">
                  <a:extLst>
                    <a:ext uri="{FF2B5EF4-FFF2-40B4-BE49-F238E27FC236}">
                      <a16:creationId xmlns:a16="http://schemas.microsoft.com/office/drawing/2014/main" id="{9C0BF71A-59C3-5D5D-022D-BAA0CFDA9EF1}"/>
                    </a:ext>
                  </a:extLst>
                </p:cNvPr>
                <p:cNvPicPr/>
                <p:nvPr/>
              </p:nvPicPr>
              <p:blipFill>
                <a:blip r:embed="rId296"/>
                <a:stretch>
                  <a:fillRect/>
                </a:stretch>
              </p:blipFill>
              <p:spPr>
                <a:xfrm>
                  <a:off x="3074542" y="2255216"/>
                  <a:ext cx="16380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174" name="Ink 173">
                  <a:extLst>
                    <a:ext uri="{FF2B5EF4-FFF2-40B4-BE49-F238E27FC236}">
                      <a16:creationId xmlns:a16="http://schemas.microsoft.com/office/drawing/2014/main" id="{1BE7A448-B70A-C113-1C34-AD17D22FB015}"/>
                    </a:ext>
                  </a:extLst>
                </p14:cNvPr>
                <p14:cNvContentPartPr/>
                <p14:nvPr/>
              </p14:nvContentPartPr>
              <p14:xfrm>
                <a:off x="3200182" y="2131016"/>
                <a:ext cx="179640" cy="241920"/>
              </p14:xfrm>
            </p:contentPart>
          </mc:Choice>
          <mc:Fallback>
            <p:pic>
              <p:nvPicPr>
                <p:cNvPr id="174" name="Ink 173">
                  <a:extLst>
                    <a:ext uri="{FF2B5EF4-FFF2-40B4-BE49-F238E27FC236}">
                      <a16:creationId xmlns:a16="http://schemas.microsoft.com/office/drawing/2014/main" id="{1BE7A448-B70A-C113-1C34-AD17D22FB015}"/>
                    </a:ext>
                  </a:extLst>
                </p:cNvPr>
                <p:cNvPicPr/>
                <p:nvPr/>
              </p:nvPicPr>
              <p:blipFill>
                <a:blip r:embed="rId298"/>
                <a:stretch>
                  <a:fillRect/>
                </a:stretch>
              </p:blipFill>
              <p:spPr>
                <a:xfrm>
                  <a:off x="3191542" y="2122016"/>
                  <a:ext cx="19728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176" name="Ink 175">
                  <a:extLst>
                    <a:ext uri="{FF2B5EF4-FFF2-40B4-BE49-F238E27FC236}">
                      <a16:creationId xmlns:a16="http://schemas.microsoft.com/office/drawing/2014/main" id="{EA3A48EA-663D-52C1-4811-3B1815E46F82}"/>
                    </a:ext>
                  </a:extLst>
                </p14:cNvPr>
                <p14:cNvContentPartPr/>
                <p14:nvPr/>
              </p14:nvContentPartPr>
              <p14:xfrm>
                <a:off x="3526702" y="2259176"/>
                <a:ext cx="3240" cy="3240"/>
              </p14:xfrm>
            </p:contentPart>
          </mc:Choice>
          <mc:Fallback>
            <p:pic>
              <p:nvPicPr>
                <p:cNvPr id="176" name="Ink 175">
                  <a:extLst>
                    <a:ext uri="{FF2B5EF4-FFF2-40B4-BE49-F238E27FC236}">
                      <a16:creationId xmlns:a16="http://schemas.microsoft.com/office/drawing/2014/main" id="{EA3A48EA-663D-52C1-4811-3B1815E46F82}"/>
                    </a:ext>
                  </a:extLst>
                </p:cNvPr>
                <p:cNvPicPr/>
                <p:nvPr/>
              </p:nvPicPr>
              <p:blipFill>
                <a:blip r:embed="rId51"/>
                <a:stretch>
                  <a:fillRect/>
                </a:stretch>
              </p:blipFill>
              <p:spPr>
                <a:xfrm>
                  <a:off x="3518062" y="2250536"/>
                  <a:ext cx="2088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78" name="Ink 177">
                  <a:extLst>
                    <a:ext uri="{FF2B5EF4-FFF2-40B4-BE49-F238E27FC236}">
                      <a16:creationId xmlns:a16="http://schemas.microsoft.com/office/drawing/2014/main" id="{A844ED72-6BB3-C62A-A140-93035691C8C6}"/>
                    </a:ext>
                  </a:extLst>
                </p14:cNvPr>
                <p14:cNvContentPartPr/>
                <p14:nvPr/>
              </p14:nvContentPartPr>
              <p14:xfrm>
                <a:off x="3698422" y="2210936"/>
                <a:ext cx="151920" cy="147960"/>
              </p14:xfrm>
            </p:contentPart>
          </mc:Choice>
          <mc:Fallback>
            <p:pic>
              <p:nvPicPr>
                <p:cNvPr id="178" name="Ink 177">
                  <a:extLst>
                    <a:ext uri="{FF2B5EF4-FFF2-40B4-BE49-F238E27FC236}">
                      <a16:creationId xmlns:a16="http://schemas.microsoft.com/office/drawing/2014/main" id="{A844ED72-6BB3-C62A-A140-93035691C8C6}"/>
                    </a:ext>
                  </a:extLst>
                </p:cNvPr>
                <p:cNvPicPr/>
                <p:nvPr/>
              </p:nvPicPr>
              <p:blipFill>
                <a:blip r:embed="rId301"/>
                <a:stretch>
                  <a:fillRect/>
                </a:stretch>
              </p:blipFill>
              <p:spPr>
                <a:xfrm>
                  <a:off x="3689782" y="2202296"/>
                  <a:ext cx="16956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79" name="Ink 178">
                  <a:extLst>
                    <a:ext uri="{FF2B5EF4-FFF2-40B4-BE49-F238E27FC236}">
                      <a16:creationId xmlns:a16="http://schemas.microsoft.com/office/drawing/2014/main" id="{C0E15B43-DE44-89AD-15FD-A6BEC4E57CEB}"/>
                    </a:ext>
                  </a:extLst>
                </p14:cNvPr>
                <p14:cNvContentPartPr/>
                <p14:nvPr/>
              </p14:nvContentPartPr>
              <p14:xfrm>
                <a:off x="3739822" y="2242976"/>
                <a:ext cx="69120" cy="133920"/>
              </p14:xfrm>
            </p:contentPart>
          </mc:Choice>
          <mc:Fallback>
            <p:pic>
              <p:nvPicPr>
                <p:cNvPr id="179" name="Ink 178">
                  <a:extLst>
                    <a:ext uri="{FF2B5EF4-FFF2-40B4-BE49-F238E27FC236}">
                      <a16:creationId xmlns:a16="http://schemas.microsoft.com/office/drawing/2014/main" id="{C0E15B43-DE44-89AD-15FD-A6BEC4E57CEB}"/>
                    </a:ext>
                  </a:extLst>
                </p:cNvPr>
                <p:cNvPicPr/>
                <p:nvPr/>
              </p:nvPicPr>
              <p:blipFill>
                <a:blip r:embed="rId303"/>
                <a:stretch>
                  <a:fillRect/>
                </a:stretch>
              </p:blipFill>
              <p:spPr>
                <a:xfrm>
                  <a:off x="3731182" y="2233976"/>
                  <a:ext cx="8676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0" name="Ink 179">
                  <a:extLst>
                    <a:ext uri="{FF2B5EF4-FFF2-40B4-BE49-F238E27FC236}">
                      <a16:creationId xmlns:a16="http://schemas.microsoft.com/office/drawing/2014/main" id="{974F58CD-E8C7-C886-E891-B04DCA4E61D0}"/>
                    </a:ext>
                  </a:extLst>
                </p14:cNvPr>
                <p14:cNvContentPartPr/>
                <p14:nvPr/>
              </p14:nvContentPartPr>
              <p14:xfrm>
                <a:off x="3853942" y="2032736"/>
                <a:ext cx="104400" cy="91080"/>
              </p14:xfrm>
            </p:contentPart>
          </mc:Choice>
          <mc:Fallback>
            <p:pic>
              <p:nvPicPr>
                <p:cNvPr id="180" name="Ink 179">
                  <a:extLst>
                    <a:ext uri="{FF2B5EF4-FFF2-40B4-BE49-F238E27FC236}">
                      <a16:creationId xmlns:a16="http://schemas.microsoft.com/office/drawing/2014/main" id="{974F58CD-E8C7-C886-E891-B04DCA4E61D0}"/>
                    </a:ext>
                  </a:extLst>
                </p:cNvPr>
                <p:cNvPicPr/>
                <p:nvPr/>
              </p:nvPicPr>
              <p:blipFill>
                <a:blip r:embed="rId305"/>
                <a:stretch>
                  <a:fillRect/>
                </a:stretch>
              </p:blipFill>
              <p:spPr>
                <a:xfrm>
                  <a:off x="3844942" y="2024096"/>
                  <a:ext cx="12204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81" name="Ink 180">
                  <a:extLst>
                    <a:ext uri="{FF2B5EF4-FFF2-40B4-BE49-F238E27FC236}">
                      <a16:creationId xmlns:a16="http://schemas.microsoft.com/office/drawing/2014/main" id="{0A4D15D9-3226-1224-FCCF-88875BD8C31B}"/>
                    </a:ext>
                  </a:extLst>
                </p14:cNvPr>
                <p14:cNvContentPartPr/>
                <p14:nvPr/>
              </p14:nvContentPartPr>
              <p14:xfrm>
                <a:off x="3901822" y="2035976"/>
                <a:ext cx="16560" cy="85680"/>
              </p14:xfrm>
            </p:contentPart>
          </mc:Choice>
          <mc:Fallback>
            <p:pic>
              <p:nvPicPr>
                <p:cNvPr id="181" name="Ink 180">
                  <a:extLst>
                    <a:ext uri="{FF2B5EF4-FFF2-40B4-BE49-F238E27FC236}">
                      <a16:creationId xmlns:a16="http://schemas.microsoft.com/office/drawing/2014/main" id="{0A4D15D9-3226-1224-FCCF-88875BD8C31B}"/>
                    </a:ext>
                  </a:extLst>
                </p:cNvPr>
                <p:cNvPicPr/>
                <p:nvPr/>
              </p:nvPicPr>
              <p:blipFill>
                <a:blip r:embed="rId307"/>
                <a:stretch>
                  <a:fillRect/>
                </a:stretch>
              </p:blipFill>
              <p:spPr>
                <a:xfrm>
                  <a:off x="3893182" y="2026976"/>
                  <a:ext cx="3420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82" name="Ink 181">
                  <a:extLst>
                    <a:ext uri="{FF2B5EF4-FFF2-40B4-BE49-F238E27FC236}">
                      <a16:creationId xmlns:a16="http://schemas.microsoft.com/office/drawing/2014/main" id="{063013F0-D662-6CDE-A14B-ED6E59D0EA4A}"/>
                    </a:ext>
                  </a:extLst>
                </p14:cNvPr>
                <p14:cNvContentPartPr/>
                <p14:nvPr/>
              </p14:nvContentPartPr>
              <p14:xfrm>
                <a:off x="3841342" y="2064416"/>
                <a:ext cx="124560" cy="16200"/>
              </p14:xfrm>
            </p:contentPart>
          </mc:Choice>
          <mc:Fallback>
            <p:pic>
              <p:nvPicPr>
                <p:cNvPr id="182" name="Ink 181">
                  <a:extLst>
                    <a:ext uri="{FF2B5EF4-FFF2-40B4-BE49-F238E27FC236}">
                      <a16:creationId xmlns:a16="http://schemas.microsoft.com/office/drawing/2014/main" id="{063013F0-D662-6CDE-A14B-ED6E59D0EA4A}"/>
                    </a:ext>
                  </a:extLst>
                </p:cNvPr>
                <p:cNvPicPr/>
                <p:nvPr/>
              </p:nvPicPr>
              <p:blipFill>
                <a:blip r:embed="rId309"/>
                <a:stretch>
                  <a:fillRect/>
                </a:stretch>
              </p:blipFill>
              <p:spPr>
                <a:xfrm>
                  <a:off x="3832702" y="2055776"/>
                  <a:ext cx="14220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85" name="Ink 184">
                  <a:extLst>
                    <a:ext uri="{FF2B5EF4-FFF2-40B4-BE49-F238E27FC236}">
                      <a16:creationId xmlns:a16="http://schemas.microsoft.com/office/drawing/2014/main" id="{1468BE6C-1558-2A34-EA1E-04EDAB22D096}"/>
                    </a:ext>
                  </a:extLst>
                </p14:cNvPr>
                <p14:cNvContentPartPr/>
                <p14:nvPr/>
              </p14:nvContentPartPr>
              <p14:xfrm>
                <a:off x="4083262" y="2077376"/>
                <a:ext cx="119520" cy="343080"/>
              </p14:xfrm>
            </p:contentPart>
          </mc:Choice>
          <mc:Fallback>
            <p:pic>
              <p:nvPicPr>
                <p:cNvPr id="185" name="Ink 184">
                  <a:extLst>
                    <a:ext uri="{FF2B5EF4-FFF2-40B4-BE49-F238E27FC236}">
                      <a16:creationId xmlns:a16="http://schemas.microsoft.com/office/drawing/2014/main" id="{1468BE6C-1558-2A34-EA1E-04EDAB22D096}"/>
                    </a:ext>
                  </a:extLst>
                </p:cNvPr>
                <p:cNvPicPr/>
                <p:nvPr/>
              </p:nvPicPr>
              <p:blipFill>
                <a:blip r:embed="rId311"/>
                <a:stretch>
                  <a:fillRect/>
                </a:stretch>
              </p:blipFill>
              <p:spPr>
                <a:xfrm>
                  <a:off x="4074262" y="2068736"/>
                  <a:ext cx="137160" cy="36072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86" name="Ink 185">
                  <a:extLst>
                    <a:ext uri="{FF2B5EF4-FFF2-40B4-BE49-F238E27FC236}">
                      <a16:creationId xmlns:a16="http://schemas.microsoft.com/office/drawing/2014/main" id="{D7F23AF6-9F04-8BC1-3E81-E0FE0762FE91}"/>
                    </a:ext>
                  </a:extLst>
                </p14:cNvPr>
                <p14:cNvContentPartPr/>
                <p14:nvPr/>
              </p14:nvContentPartPr>
              <p14:xfrm>
                <a:off x="4229422" y="2272136"/>
                <a:ext cx="150840" cy="68400"/>
              </p14:xfrm>
            </p:contentPart>
          </mc:Choice>
          <mc:Fallback>
            <p:pic>
              <p:nvPicPr>
                <p:cNvPr id="186" name="Ink 185">
                  <a:extLst>
                    <a:ext uri="{FF2B5EF4-FFF2-40B4-BE49-F238E27FC236}">
                      <a16:creationId xmlns:a16="http://schemas.microsoft.com/office/drawing/2014/main" id="{D7F23AF6-9F04-8BC1-3E81-E0FE0762FE91}"/>
                    </a:ext>
                  </a:extLst>
                </p:cNvPr>
                <p:cNvPicPr/>
                <p:nvPr/>
              </p:nvPicPr>
              <p:blipFill>
                <a:blip r:embed="rId313"/>
                <a:stretch>
                  <a:fillRect/>
                </a:stretch>
              </p:blipFill>
              <p:spPr>
                <a:xfrm>
                  <a:off x="4220422" y="2263136"/>
                  <a:ext cx="16848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87" name="Ink 186">
                  <a:extLst>
                    <a:ext uri="{FF2B5EF4-FFF2-40B4-BE49-F238E27FC236}">
                      <a16:creationId xmlns:a16="http://schemas.microsoft.com/office/drawing/2014/main" id="{A3225E22-FF0B-7F69-8567-90C7E4321C36}"/>
                    </a:ext>
                  </a:extLst>
                </p14:cNvPr>
                <p14:cNvContentPartPr/>
                <p14:nvPr/>
              </p14:nvContentPartPr>
              <p14:xfrm>
                <a:off x="4452262" y="2286176"/>
                <a:ext cx="125280" cy="5760"/>
              </p14:xfrm>
            </p:contentPart>
          </mc:Choice>
          <mc:Fallback>
            <p:pic>
              <p:nvPicPr>
                <p:cNvPr id="187" name="Ink 186">
                  <a:extLst>
                    <a:ext uri="{FF2B5EF4-FFF2-40B4-BE49-F238E27FC236}">
                      <a16:creationId xmlns:a16="http://schemas.microsoft.com/office/drawing/2014/main" id="{A3225E22-FF0B-7F69-8567-90C7E4321C36}"/>
                    </a:ext>
                  </a:extLst>
                </p:cNvPr>
                <p:cNvPicPr/>
                <p:nvPr/>
              </p:nvPicPr>
              <p:blipFill>
                <a:blip r:embed="rId315"/>
                <a:stretch>
                  <a:fillRect/>
                </a:stretch>
              </p:blipFill>
              <p:spPr>
                <a:xfrm>
                  <a:off x="4443622" y="2277536"/>
                  <a:ext cx="14292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88" name="Ink 187">
                  <a:extLst>
                    <a:ext uri="{FF2B5EF4-FFF2-40B4-BE49-F238E27FC236}">
                      <a16:creationId xmlns:a16="http://schemas.microsoft.com/office/drawing/2014/main" id="{9C70C5F3-7413-7E24-6DE3-089938E2C821}"/>
                    </a:ext>
                  </a:extLst>
                </p14:cNvPr>
                <p14:cNvContentPartPr/>
                <p14:nvPr/>
              </p14:nvContentPartPr>
              <p14:xfrm>
                <a:off x="4673662" y="2232536"/>
                <a:ext cx="238680" cy="106200"/>
              </p14:xfrm>
            </p:contentPart>
          </mc:Choice>
          <mc:Fallback>
            <p:pic>
              <p:nvPicPr>
                <p:cNvPr id="188" name="Ink 187">
                  <a:extLst>
                    <a:ext uri="{FF2B5EF4-FFF2-40B4-BE49-F238E27FC236}">
                      <a16:creationId xmlns:a16="http://schemas.microsoft.com/office/drawing/2014/main" id="{9C70C5F3-7413-7E24-6DE3-089938E2C821}"/>
                    </a:ext>
                  </a:extLst>
                </p:cNvPr>
                <p:cNvPicPr/>
                <p:nvPr/>
              </p:nvPicPr>
              <p:blipFill>
                <a:blip r:embed="rId317"/>
                <a:stretch>
                  <a:fillRect/>
                </a:stretch>
              </p:blipFill>
              <p:spPr>
                <a:xfrm>
                  <a:off x="4665022" y="2223896"/>
                  <a:ext cx="25632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89" name="Ink 188">
                  <a:extLst>
                    <a:ext uri="{FF2B5EF4-FFF2-40B4-BE49-F238E27FC236}">
                      <a16:creationId xmlns:a16="http://schemas.microsoft.com/office/drawing/2014/main" id="{64D2D226-12CE-BCC8-2E36-0AC031B6E2F0}"/>
                    </a:ext>
                  </a:extLst>
                </p14:cNvPr>
                <p14:cNvContentPartPr/>
                <p14:nvPr/>
              </p14:nvContentPartPr>
              <p14:xfrm>
                <a:off x="4859062" y="2105096"/>
                <a:ext cx="188640" cy="285480"/>
              </p14:xfrm>
            </p:contentPart>
          </mc:Choice>
          <mc:Fallback>
            <p:pic>
              <p:nvPicPr>
                <p:cNvPr id="189" name="Ink 188">
                  <a:extLst>
                    <a:ext uri="{FF2B5EF4-FFF2-40B4-BE49-F238E27FC236}">
                      <a16:creationId xmlns:a16="http://schemas.microsoft.com/office/drawing/2014/main" id="{64D2D226-12CE-BCC8-2E36-0AC031B6E2F0}"/>
                    </a:ext>
                  </a:extLst>
                </p:cNvPr>
                <p:cNvPicPr/>
                <p:nvPr/>
              </p:nvPicPr>
              <p:blipFill>
                <a:blip r:embed="rId319"/>
                <a:stretch>
                  <a:fillRect/>
                </a:stretch>
              </p:blipFill>
              <p:spPr>
                <a:xfrm>
                  <a:off x="4850062" y="2096096"/>
                  <a:ext cx="206280" cy="30312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91" name="Ink 190">
                  <a:extLst>
                    <a:ext uri="{FF2B5EF4-FFF2-40B4-BE49-F238E27FC236}">
                      <a16:creationId xmlns:a16="http://schemas.microsoft.com/office/drawing/2014/main" id="{0A21955D-AA72-1C9F-E239-629EDD58ED39}"/>
                    </a:ext>
                  </a:extLst>
                </p14:cNvPr>
                <p14:cNvContentPartPr/>
                <p14:nvPr/>
              </p14:nvContentPartPr>
              <p14:xfrm>
                <a:off x="5027182" y="2008256"/>
                <a:ext cx="152280" cy="422640"/>
              </p14:xfrm>
            </p:contentPart>
          </mc:Choice>
          <mc:Fallback>
            <p:pic>
              <p:nvPicPr>
                <p:cNvPr id="191" name="Ink 190">
                  <a:extLst>
                    <a:ext uri="{FF2B5EF4-FFF2-40B4-BE49-F238E27FC236}">
                      <a16:creationId xmlns:a16="http://schemas.microsoft.com/office/drawing/2014/main" id="{0A21955D-AA72-1C9F-E239-629EDD58ED39}"/>
                    </a:ext>
                  </a:extLst>
                </p:cNvPr>
                <p:cNvPicPr/>
                <p:nvPr/>
              </p:nvPicPr>
              <p:blipFill>
                <a:blip r:embed="rId321"/>
                <a:stretch>
                  <a:fillRect/>
                </a:stretch>
              </p:blipFill>
              <p:spPr>
                <a:xfrm>
                  <a:off x="5018182" y="1999616"/>
                  <a:ext cx="169920" cy="440280"/>
                </a:xfrm>
                <a:prstGeom prst="rect">
                  <a:avLst/>
                </a:prstGeom>
              </p:spPr>
            </p:pic>
          </mc:Fallback>
        </mc:AlternateContent>
      </p:grpSp>
      <p:grpSp>
        <p:nvGrpSpPr>
          <p:cNvPr id="195" name="Group 194">
            <a:extLst>
              <a:ext uri="{FF2B5EF4-FFF2-40B4-BE49-F238E27FC236}">
                <a16:creationId xmlns:a16="http://schemas.microsoft.com/office/drawing/2014/main" id="{D9751BDB-AD42-24CD-FFC9-73E51BA72E8D}"/>
              </a:ext>
            </a:extLst>
          </p:cNvPr>
          <p:cNvGrpSpPr/>
          <p:nvPr/>
        </p:nvGrpSpPr>
        <p:grpSpPr>
          <a:xfrm>
            <a:off x="5387902" y="2179976"/>
            <a:ext cx="128160" cy="85320"/>
            <a:chOff x="5387902" y="2179976"/>
            <a:chExt cx="128160" cy="85320"/>
          </a:xfrm>
        </p:grpSpPr>
        <mc:AlternateContent xmlns:mc="http://schemas.openxmlformats.org/markup-compatibility/2006">
          <mc:Choice xmlns:p14="http://schemas.microsoft.com/office/powerpoint/2010/main" Requires="p14">
            <p:contentPart p14:bwMode="auto" r:id="rId322">
              <p14:nvContentPartPr>
                <p14:cNvPr id="193" name="Ink 192">
                  <a:extLst>
                    <a:ext uri="{FF2B5EF4-FFF2-40B4-BE49-F238E27FC236}">
                      <a16:creationId xmlns:a16="http://schemas.microsoft.com/office/drawing/2014/main" id="{79A1E470-DAE9-FA38-399C-F3986DF4FD3A}"/>
                    </a:ext>
                  </a:extLst>
                </p14:cNvPr>
                <p14:cNvContentPartPr/>
                <p14:nvPr/>
              </p14:nvContentPartPr>
              <p14:xfrm>
                <a:off x="5387902" y="2257016"/>
                <a:ext cx="128160" cy="8280"/>
              </p14:xfrm>
            </p:contentPart>
          </mc:Choice>
          <mc:Fallback>
            <p:pic>
              <p:nvPicPr>
                <p:cNvPr id="193" name="Ink 192">
                  <a:extLst>
                    <a:ext uri="{FF2B5EF4-FFF2-40B4-BE49-F238E27FC236}">
                      <a16:creationId xmlns:a16="http://schemas.microsoft.com/office/drawing/2014/main" id="{79A1E470-DAE9-FA38-399C-F3986DF4FD3A}"/>
                    </a:ext>
                  </a:extLst>
                </p:cNvPr>
                <p:cNvPicPr/>
                <p:nvPr/>
              </p:nvPicPr>
              <p:blipFill>
                <a:blip r:embed="rId323"/>
                <a:stretch>
                  <a:fillRect/>
                </a:stretch>
              </p:blipFill>
              <p:spPr>
                <a:xfrm>
                  <a:off x="5378902" y="2248376"/>
                  <a:ext cx="14580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194" name="Ink 193">
                  <a:extLst>
                    <a:ext uri="{FF2B5EF4-FFF2-40B4-BE49-F238E27FC236}">
                      <a16:creationId xmlns:a16="http://schemas.microsoft.com/office/drawing/2014/main" id="{4F61DA47-BA65-395F-F435-3F750BB17FFE}"/>
                    </a:ext>
                  </a:extLst>
                </p14:cNvPr>
                <p14:cNvContentPartPr/>
                <p14:nvPr/>
              </p14:nvContentPartPr>
              <p14:xfrm>
                <a:off x="5388262" y="2179976"/>
                <a:ext cx="87840" cy="10440"/>
              </p14:xfrm>
            </p:contentPart>
          </mc:Choice>
          <mc:Fallback>
            <p:pic>
              <p:nvPicPr>
                <p:cNvPr id="194" name="Ink 193">
                  <a:extLst>
                    <a:ext uri="{FF2B5EF4-FFF2-40B4-BE49-F238E27FC236}">
                      <a16:creationId xmlns:a16="http://schemas.microsoft.com/office/drawing/2014/main" id="{4F61DA47-BA65-395F-F435-3F750BB17FFE}"/>
                    </a:ext>
                  </a:extLst>
                </p:cNvPr>
                <p:cNvPicPr/>
                <p:nvPr/>
              </p:nvPicPr>
              <p:blipFill>
                <a:blip r:embed="rId325"/>
                <a:stretch>
                  <a:fillRect/>
                </a:stretch>
              </p:blipFill>
              <p:spPr>
                <a:xfrm>
                  <a:off x="5379262" y="2171336"/>
                  <a:ext cx="105480" cy="28080"/>
                </a:xfrm>
                <a:prstGeom prst="rect">
                  <a:avLst/>
                </a:prstGeom>
              </p:spPr>
            </p:pic>
          </mc:Fallback>
        </mc:AlternateContent>
      </p:grpSp>
      <p:grpSp>
        <p:nvGrpSpPr>
          <p:cNvPr id="221" name="Group 220">
            <a:extLst>
              <a:ext uri="{FF2B5EF4-FFF2-40B4-BE49-F238E27FC236}">
                <a16:creationId xmlns:a16="http://schemas.microsoft.com/office/drawing/2014/main" id="{DC1923AB-C30C-8522-E61C-C0D5466E9BFA}"/>
              </a:ext>
            </a:extLst>
          </p:cNvPr>
          <p:cNvGrpSpPr/>
          <p:nvPr/>
        </p:nvGrpSpPr>
        <p:grpSpPr>
          <a:xfrm>
            <a:off x="5704342" y="1954256"/>
            <a:ext cx="2536920" cy="406800"/>
            <a:chOff x="5704342" y="1954256"/>
            <a:chExt cx="2536920" cy="406800"/>
          </a:xfrm>
        </p:grpSpPr>
        <mc:AlternateContent xmlns:mc="http://schemas.openxmlformats.org/markup-compatibility/2006">
          <mc:Choice xmlns:p14="http://schemas.microsoft.com/office/powerpoint/2010/main" Requires="p14">
            <p:contentPart p14:bwMode="auto" r:id="rId326">
              <p14:nvContentPartPr>
                <p14:cNvPr id="196" name="Ink 195">
                  <a:extLst>
                    <a:ext uri="{FF2B5EF4-FFF2-40B4-BE49-F238E27FC236}">
                      <a16:creationId xmlns:a16="http://schemas.microsoft.com/office/drawing/2014/main" id="{78D8A311-5CD0-8CFA-4F8A-72E39536D3CB}"/>
                    </a:ext>
                  </a:extLst>
                </p14:cNvPr>
                <p14:cNvContentPartPr/>
                <p14:nvPr/>
              </p14:nvContentPartPr>
              <p14:xfrm>
                <a:off x="5722342" y="2161256"/>
                <a:ext cx="38520" cy="130680"/>
              </p14:xfrm>
            </p:contentPart>
          </mc:Choice>
          <mc:Fallback>
            <p:pic>
              <p:nvPicPr>
                <p:cNvPr id="196" name="Ink 195">
                  <a:extLst>
                    <a:ext uri="{FF2B5EF4-FFF2-40B4-BE49-F238E27FC236}">
                      <a16:creationId xmlns:a16="http://schemas.microsoft.com/office/drawing/2014/main" id="{78D8A311-5CD0-8CFA-4F8A-72E39536D3CB}"/>
                    </a:ext>
                  </a:extLst>
                </p:cNvPr>
                <p:cNvPicPr/>
                <p:nvPr/>
              </p:nvPicPr>
              <p:blipFill>
                <a:blip r:embed="rId327"/>
                <a:stretch>
                  <a:fillRect/>
                </a:stretch>
              </p:blipFill>
              <p:spPr>
                <a:xfrm>
                  <a:off x="5713702" y="2152616"/>
                  <a:ext cx="5616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197" name="Ink 196">
                  <a:extLst>
                    <a:ext uri="{FF2B5EF4-FFF2-40B4-BE49-F238E27FC236}">
                      <a16:creationId xmlns:a16="http://schemas.microsoft.com/office/drawing/2014/main" id="{9A2DE8E9-339D-6A38-66E0-D5D8BB57F552}"/>
                    </a:ext>
                  </a:extLst>
                </p14:cNvPr>
                <p14:cNvContentPartPr/>
                <p14:nvPr/>
              </p14:nvContentPartPr>
              <p14:xfrm>
                <a:off x="5704342" y="2073056"/>
                <a:ext cx="180360" cy="224280"/>
              </p14:xfrm>
            </p:contentPart>
          </mc:Choice>
          <mc:Fallback>
            <p:pic>
              <p:nvPicPr>
                <p:cNvPr id="197" name="Ink 196">
                  <a:extLst>
                    <a:ext uri="{FF2B5EF4-FFF2-40B4-BE49-F238E27FC236}">
                      <a16:creationId xmlns:a16="http://schemas.microsoft.com/office/drawing/2014/main" id="{9A2DE8E9-339D-6A38-66E0-D5D8BB57F552}"/>
                    </a:ext>
                  </a:extLst>
                </p:cNvPr>
                <p:cNvPicPr/>
                <p:nvPr/>
              </p:nvPicPr>
              <p:blipFill>
                <a:blip r:embed="rId329"/>
                <a:stretch>
                  <a:fillRect/>
                </a:stretch>
              </p:blipFill>
              <p:spPr>
                <a:xfrm>
                  <a:off x="5695342" y="2064416"/>
                  <a:ext cx="19800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198" name="Ink 197">
                  <a:extLst>
                    <a:ext uri="{FF2B5EF4-FFF2-40B4-BE49-F238E27FC236}">
                      <a16:creationId xmlns:a16="http://schemas.microsoft.com/office/drawing/2014/main" id="{C2262FA9-457B-FCB3-9FE8-553590343596}"/>
                    </a:ext>
                  </a:extLst>
                </p14:cNvPr>
                <p14:cNvContentPartPr/>
                <p14:nvPr/>
              </p14:nvContentPartPr>
              <p14:xfrm>
                <a:off x="5920702" y="1969376"/>
                <a:ext cx="176760" cy="391680"/>
              </p14:xfrm>
            </p:contentPart>
          </mc:Choice>
          <mc:Fallback>
            <p:pic>
              <p:nvPicPr>
                <p:cNvPr id="198" name="Ink 197">
                  <a:extLst>
                    <a:ext uri="{FF2B5EF4-FFF2-40B4-BE49-F238E27FC236}">
                      <a16:creationId xmlns:a16="http://schemas.microsoft.com/office/drawing/2014/main" id="{C2262FA9-457B-FCB3-9FE8-553590343596}"/>
                    </a:ext>
                  </a:extLst>
                </p:cNvPr>
                <p:cNvPicPr/>
                <p:nvPr/>
              </p:nvPicPr>
              <p:blipFill>
                <a:blip r:embed="rId331"/>
                <a:stretch>
                  <a:fillRect/>
                </a:stretch>
              </p:blipFill>
              <p:spPr>
                <a:xfrm>
                  <a:off x="5912062" y="1960736"/>
                  <a:ext cx="194400" cy="40932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00" name="Ink 199">
                  <a:extLst>
                    <a:ext uri="{FF2B5EF4-FFF2-40B4-BE49-F238E27FC236}">
                      <a16:creationId xmlns:a16="http://schemas.microsoft.com/office/drawing/2014/main" id="{1CC2F1A0-C574-40D1-FAF3-9C589CFF3158}"/>
                    </a:ext>
                  </a:extLst>
                </p14:cNvPr>
                <p14:cNvContentPartPr/>
                <p14:nvPr/>
              </p14:nvContentPartPr>
              <p14:xfrm>
                <a:off x="6150742" y="2152976"/>
                <a:ext cx="135000" cy="100440"/>
              </p14:xfrm>
            </p:contentPart>
          </mc:Choice>
          <mc:Fallback>
            <p:pic>
              <p:nvPicPr>
                <p:cNvPr id="200" name="Ink 199">
                  <a:extLst>
                    <a:ext uri="{FF2B5EF4-FFF2-40B4-BE49-F238E27FC236}">
                      <a16:creationId xmlns:a16="http://schemas.microsoft.com/office/drawing/2014/main" id="{1CC2F1A0-C574-40D1-FAF3-9C589CFF3158}"/>
                    </a:ext>
                  </a:extLst>
                </p:cNvPr>
                <p:cNvPicPr/>
                <p:nvPr/>
              </p:nvPicPr>
              <p:blipFill>
                <a:blip r:embed="rId333"/>
                <a:stretch>
                  <a:fillRect/>
                </a:stretch>
              </p:blipFill>
              <p:spPr>
                <a:xfrm>
                  <a:off x="6142102" y="2143976"/>
                  <a:ext cx="15264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01" name="Ink 200">
                  <a:extLst>
                    <a:ext uri="{FF2B5EF4-FFF2-40B4-BE49-F238E27FC236}">
                      <a16:creationId xmlns:a16="http://schemas.microsoft.com/office/drawing/2014/main" id="{5024C541-6DB0-F86E-818A-678C4F55D432}"/>
                    </a:ext>
                  </a:extLst>
                </p14:cNvPr>
                <p14:cNvContentPartPr/>
                <p14:nvPr/>
              </p14:nvContentPartPr>
              <p14:xfrm>
                <a:off x="6194302" y="2158376"/>
                <a:ext cx="68400" cy="93240"/>
              </p14:xfrm>
            </p:contentPart>
          </mc:Choice>
          <mc:Fallback>
            <p:pic>
              <p:nvPicPr>
                <p:cNvPr id="201" name="Ink 200">
                  <a:extLst>
                    <a:ext uri="{FF2B5EF4-FFF2-40B4-BE49-F238E27FC236}">
                      <a16:creationId xmlns:a16="http://schemas.microsoft.com/office/drawing/2014/main" id="{5024C541-6DB0-F86E-818A-678C4F55D432}"/>
                    </a:ext>
                  </a:extLst>
                </p:cNvPr>
                <p:cNvPicPr/>
                <p:nvPr/>
              </p:nvPicPr>
              <p:blipFill>
                <a:blip r:embed="rId335"/>
                <a:stretch>
                  <a:fillRect/>
                </a:stretch>
              </p:blipFill>
              <p:spPr>
                <a:xfrm>
                  <a:off x="6185302" y="2149376"/>
                  <a:ext cx="8604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02" name="Ink 201">
                  <a:extLst>
                    <a:ext uri="{FF2B5EF4-FFF2-40B4-BE49-F238E27FC236}">
                      <a16:creationId xmlns:a16="http://schemas.microsoft.com/office/drawing/2014/main" id="{00F68533-C78E-9BCD-F702-6E96042087AF}"/>
                    </a:ext>
                  </a:extLst>
                </p14:cNvPr>
                <p14:cNvContentPartPr/>
                <p14:nvPr/>
              </p14:nvContentPartPr>
              <p14:xfrm>
                <a:off x="6340822" y="2020856"/>
                <a:ext cx="116280" cy="291240"/>
              </p14:xfrm>
            </p:contentPart>
          </mc:Choice>
          <mc:Fallback>
            <p:pic>
              <p:nvPicPr>
                <p:cNvPr id="202" name="Ink 201">
                  <a:extLst>
                    <a:ext uri="{FF2B5EF4-FFF2-40B4-BE49-F238E27FC236}">
                      <a16:creationId xmlns:a16="http://schemas.microsoft.com/office/drawing/2014/main" id="{00F68533-C78E-9BCD-F702-6E96042087AF}"/>
                    </a:ext>
                  </a:extLst>
                </p:cNvPr>
                <p:cNvPicPr/>
                <p:nvPr/>
              </p:nvPicPr>
              <p:blipFill>
                <a:blip r:embed="rId337"/>
                <a:stretch>
                  <a:fillRect/>
                </a:stretch>
              </p:blipFill>
              <p:spPr>
                <a:xfrm>
                  <a:off x="6331822" y="2012216"/>
                  <a:ext cx="13392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03" name="Ink 202">
                  <a:extLst>
                    <a:ext uri="{FF2B5EF4-FFF2-40B4-BE49-F238E27FC236}">
                      <a16:creationId xmlns:a16="http://schemas.microsoft.com/office/drawing/2014/main" id="{9D296E9C-DB38-C629-0637-183B5883B390}"/>
                    </a:ext>
                  </a:extLst>
                </p14:cNvPr>
                <p14:cNvContentPartPr/>
                <p14:nvPr/>
              </p14:nvContentPartPr>
              <p14:xfrm>
                <a:off x="6489142" y="2079536"/>
                <a:ext cx="38880" cy="186120"/>
              </p14:xfrm>
            </p:contentPart>
          </mc:Choice>
          <mc:Fallback>
            <p:pic>
              <p:nvPicPr>
                <p:cNvPr id="203" name="Ink 202">
                  <a:extLst>
                    <a:ext uri="{FF2B5EF4-FFF2-40B4-BE49-F238E27FC236}">
                      <a16:creationId xmlns:a16="http://schemas.microsoft.com/office/drawing/2014/main" id="{9D296E9C-DB38-C629-0637-183B5883B390}"/>
                    </a:ext>
                  </a:extLst>
                </p:cNvPr>
                <p:cNvPicPr/>
                <p:nvPr/>
              </p:nvPicPr>
              <p:blipFill>
                <a:blip r:embed="rId339"/>
                <a:stretch>
                  <a:fillRect/>
                </a:stretch>
              </p:blipFill>
              <p:spPr>
                <a:xfrm>
                  <a:off x="6480502" y="2070536"/>
                  <a:ext cx="5652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04" name="Ink 203">
                  <a:extLst>
                    <a:ext uri="{FF2B5EF4-FFF2-40B4-BE49-F238E27FC236}">
                      <a16:creationId xmlns:a16="http://schemas.microsoft.com/office/drawing/2014/main" id="{0F5AAA5A-58B1-FBF9-EB5F-4BB0F0F76DDE}"/>
                    </a:ext>
                  </a:extLst>
                </p14:cNvPr>
                <p14:cNvContentPartPr/>
                <p14:nvPr/>
              </p14:nvContentPartPr>
              <p14:xfrm>
                <a:off x="6529822" y="2158376"/>
                <a:ext cx="122760" cy="83520"/>
              </p14:xfrm>
            </p:contentPart>
          </mc:Choice>
          <mc:Fallback>
            <p:pic>
              <p:nvPicPr>
                <p:cNvPr id="204" name="Ink 203">
                  <a:extLst>
                    <a:ext uri="{FF2B5EF4-FFF2-40B4-BE49-F238E27FC236}">
                      <a16:creationId xmlns:a16="http://schemas.microsoft.com/office/drawing/2014/main" id="{0F5AAA5A-58B1-FBF9-EB5F-4BB0F0F76DDE}"/>
                    </a:ext>
                  </a:extLst>
                </p:cNvPr>
                <p:cNvPicPr/>
                <p:nvPr/>
              </p:nvPicPr>
              <p:blipFill>
                <a:blip r:embed="rId341"/>
                <a:stretch>
                  <a:fillRect/>
                </a:stretch>
              </p:blipFill>
              <p:spPr>
                <a:xfrm>
                  <a:off x="6521182" y="2149376"/>
                  <a:ext cx="14040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05" name="Ink 204">
                  <a:extLst>
                    <a:ext uri="{FF2B5EF4-FFF2-40B4-BE49-F238E27FC236}">
                      <a16:creationId xmlns:a16="http://schemas.microsoft.com/office/drawing/2014/main" id="{8C6B0F39-58E5-352A-75BA-2E1657EFC13D}"/>
                    </a:ext>
                  </a:extLst>
                </p14:cNvPr>
                <p14:cNvContentPartPr/>
                <p14:nvPr/>
              </p14:nvContentPartPr>
              <p14:xfrm>
                <a:off x="6732502" y="2157296"/>
                <a:ext cx="38160" cy="98640"/>
              </p14:xfrm>
            </p:contentPart>
          </mc:Choice>
          <mc:Fallback>
            <p:pic>
              <p:nvPicPr>
                <p:cNvPr id="205" name="Ink 204">
                  <a:extLst>
                    <a:ext uri="{FF2B5EF4-FFF2-40B4-BE49-F238E27FC236}">
                      <a16:creationId xmlns:a16="http://schemas.microsoft.com/office/drawing/2014/main" id="{8C6B0F39-58E5-352A-75BA-2E1657EFC13D}"/>
                    </a:ext>
                  </a:extLst>
                </p:cNvPr>
                <p:cNvPicPr/>
                <p:nvPr/>
              </p:nvPicPr>
              <p:blipFill>
                <a:blip r:embed="rId343"/>
                <a:stretch>
                  <a:fillRect/>
                </a:stretch>
              </p:blipFill>
              <p:spPr>
                <a:xfrm>
                  <a:off x="6723862" y="2148296"/>
                  <a:ext cx="5580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06" name="Ink 205">
                  <a:extLst>
                    <a:ext uri="{FF2B5EF4-FFF2-40B4-BE49-F238E27FC236}">
                      <a16:creationId xmlns:a16="http://schemas.microsoft.com/office/drawing/2014/main" id="{A1E236E6-2059-91F2-333B-71C65BCEBEDE}"/>
                    </a:ext>
                  </a:extLst>
                </p14:cNvPr>
                <p14:cNvContentPartPr/>
                <p14:nvPr/>
              </p14:nvContentPartPr>
              <p14:xfrm>
                <a:off x="6710542" y="2211296"/>
                <a:ext cx="83880" cy="10080"/>
              </p14:xfrm>
            </p:contentPart>
          </mc:Choice>
          <mc:Fallback>
            <p:pic>
              <p:nvPicPr>
                <p:cNvPr id="206" name="Ink 205">
                  <a:extLst>
                    <a:ext uri="{FF2B5EF4-FFF2-40B4-BE49-F238E27FC236}">
                      <a16:creationId xmlns:a16="http://schemas.microsoft.com/office/drawing/2014/main" id="{A1E236E6-2059-91F2-333B-71C65BCEBEDE}"/>
                    </a:ext>
                  </a:extLst>
                </p:cNvPr>
                <p:cNvPicPr/>
                <p:nvPr/>
              </p:nvPicPr>
              <p:blipFill>
                <a:blip r:embed="rId345"/>
                <a:stretch>
                  <a:fillRect/>
                </a:stretch>
              </p:blipFill>
              <p:spPr>
                <a:xfrm>
                  <a:off x="6701542" y="2202656"/>
                  <a:ext cx="10152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07" name="Ink 206">
                  <a:extLst>
                    <a:ext uri="{FF2B5EF4-FFF2-40B4-BE49-F238E27FC236}">
                      <a16:creationId xmlns:a16="http://schemas.microsoft.com/office/drawing/2014/main" id="{E87F8D72-ACFD-A133-F914-F8FDBFDDB372}"/>
                    </a:ext>
                  </a:extLst>
                </p14:cNvPr>
                <p14:cNvContentPartPr/>
                <p14:nvPr/>
              </p14:nvContentPartPr>
              <p14:xfrm>
                <a:off x="6841942" y="2184656"/>
                <a:ext cx="207360" cy="78840"/>
              </p14:xfrm>
            </p:contentPart>
          </mc:Choice>
          <mc:Fallback>
            <p:pic>
              <p:nvPicPr>
                <p:cNvPr id="207" name="Ink 206">
                  <a:extLst>
                    <a:ext uri="{FF2B5EF4-FFF2-40B4-BE49-F238E27FC236}">
                      <a16:creationId xmlns:a16="http://schemas.microsoft.com/office/drawing/2014/main" id="{E87F8D72-ACFD-A133-F914-F8FDBFDDB372}"/>
                    </a:ext>
                  </a:extLst>
                </p:cNvPr>
                <p:cNvPicPr/>
                <p:nvPr/>
              </p:nvPicPr>
              <p:blipFill>
                <a:blip r:embed="rId347"/>
                <a:stretch>
                  <a:fillRect/>
                </a:stretch>
              </p:blipFill>
              <p:spPr>
                <a:xfrm>
                  <a:off x="6832942" y="2176016"/>
                  <a:ext cx="22500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08" name="Ink 207">
                  <a:extLst>
                    <a:ext uri="{FF2B5EF4-FFF2-40B4-BE49-F238E27FC236}">
                      <a16:creationId xmlns:a16="http://schemas.microsoft.com/office/drawing/2014/main" id="{55780087-DD1F-AE08-570D-6E6136B5B30D}"/>
                    </a:ext>
                  </a:extLst>
                </p14:cNvPr>
                <p14:cNvContentPartPr/>
                <p14:nvPr/>
              </p14:nvContentPartPr>
              <p14:xfrm>
                <a:off x="7017262" y="2050736"/>
                <a:ext cx="123480" cy="257760"/>
              </p14:xfrm>
            </p:contentPart>
          </mc:Choice>
          <mc:Fallback>
            <p:pic>
              <p:nvPicPr>
                <p:cNvPr id="208" name="Ink 207">
                  <a:extLst>
                    <a:ext uri="{FF2B5EF4-FFF2-40B4-BE49-F238E27FC236}">
                      <a16:creationId xmlns:a16="http://schemas.microsoft.com/office/drawing/2014/main" id="{55780087-DD1F-AE08-570D-6E6136B5B30D}"/>
                    </a:ext>
                  </a:extLst>
                </p:cNvPr>
                <p:cNvPicPr/>
                <p:nvPr/>
              </p:nvPicPr>
              <p:blipFill>
                <a:blip r:embed="rId349"/>
                <a:stretch>
                  <a:fillRect/>
                </a:stretch>
              </p:blipFill>
              <p:spPr>
                <a:xfrm>
                  <a:off x="7008622" y="2042096"/>
                  <a:ext cx="14112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10" name="Ink 209">
                  <a:extLst>
                    <a:ext uri="{FF2B5EF4-FFF2-40B4-BE49-F238E27FC236}">
                      <a16:creationId xmlns:a16="http://schemas.microsoft.com/office/drawing/2014/main" id="{EADA9AB2-0682-5026-94A0-99A968ED20E6}"/>
                    </a:ext>
                  </a:extLst>
                </p14:cNvPr>
                <p14:cNvContentPartPr/>
                <p14:nvPr/>
              </p14:nvContentPartPr>
              <p14:xfrm>
                <a:off x="7275022" y="2155496"/>
                <a:ext cx="141120" cy="113040"/>
              </p14:xfrm>
            </p:contentPart>
          </mc:Choice>
          <mc:Fallback>
            <p:pic>
              <p:nvPicPr>
                <p:cNvPr id="210" name="Ink 209">
                  <a:extLst>
                    <a:ext uri="{FF2B5EF4-FFF2-40B4-BE49-F238E27FC236}">
                      <a16:creationId xmlns:a16="http://schemas.microsoft.com/office/drawing/2014/main" id="{EADA9AB2-0682-5026-94A0-99A968ED20E6}"/>
                    </a:ext>
                  </a:extLst>
                </p:cNvPr>
                <p:cNvPicPr/>
                <p:nvPr/>
              </p:nvPicPr>
              <p:blipFill>
                <a:blip r:embed="rId351"/>
                <a:stretch>
                  <a:fillRect/>
                </a:stretch>
              </p:blipFill>
              <p:spPr>
                <a:xfrm>
                  <a:off x="7266382" y="2146856"/>
                  <a:ext cx="1587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11" name="Ink 210">
                  <a:extLst>
                    <a:ext uri="{FF2B5EF4-FFF2-40B4-BE49-F238E27FC236}">
                      <a16:creationId xmlns:a16="http://schemas.microsoft.com/office/drawing/2014/main" id="{0F9A53E2-8FA9-7DAD-EC94-0B5F4F9A1DFE}"/>
                    </a:ext>
                  </a:extLst>
                </p14:cNvPr>
                <p14:cNvContentPartPr/>
                <p14:nvPr/>
              </p14:nvContentPartPr>
              <p14:xfrm>
                <a:off x="7311742" y="2161256"/>
                <a:ext cx="72720" cy="142200"/>
              </p14:xfrm>
            </p:contentPart>
          </mc:Choice>
          <mc:Fallback>
            <p:pic>
              <p:nvPicPr>
                <p:cNvPr id="211" name="Ink 210">
                  <a:extLst>
                    <a:ext uri="{FF2B5EF4-FFF2-40B4-BE49-F238E27FC236}">
                      <a16:creationId xmlns:a16="http://schemas.microsoft.com/office/drawing/2014/main" id="{0F9A53E2-8FA9-7DAD-EC94-0B5F4F9A1DFE}"/>
                    </a:ext>
                  </a:extLst>
                </p:cNvPr>
                <p:cNvPicPr/>
                <p:nvPr/>
              </p:nvPicPr>
              <p:blipFill>
                <a:blip r:embed="rId353"/>
                <a:stretch>
                  <a:fillRect/>
                </a:stretch>
              </p:blipFill>
              <p:spPr>
                <a:xfrm>
                  <a:off x="7303102" y="2152616"/>
                  <a:ext cx="9036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12" name="Ink 211">
                  <a:extLst>
                    <a:ext uri="{FF2B5EF4-FFF2-40B4-BE49-F238E27FC236}">
                      <a16:creationId xmlns:a16="http://schemas.microsoft.com/office/drawing/2014/main" id="{6B6A84F3-3183-4AFD-2485-DA5C7B11223D}"/>
                    </a:ext>
                  </a:extLst>
                </p14:cNvPr>
                <p14:cNvContentPartPr/>
                <p14:nvPr/>
              </p14:nvContentPartPr>
              <p14:xfrm>
                <a:off x="7436662" y="1990976"/>
                <a:ext cx="83160" cy="73800"/>
              </p14:xfrm>
            </p:contentPart>
          </mc:Choice>
          <mc:Fallback>
            <p:pic>
              <p:nvPicPr>
                <p:cNvPr id="212" name="Ink 211">
                  <a:extLst>
                    <a:ext uri="{FF2B5EF4-FFF2-40B4-BE49-F238E27FC236}">
                      <a16:creationId xmlns:a16="http://schemas.microsoft.com/office/drawing/2014/main" id="{6B6A84F3-3183-4AFD-2485-DA5C7B11223D}"/>
                    </a:ext>
                  </a:extLst>
                </p:cNvPr>
                <p:cNvPicPr/>
                <p:nvPr/>
              </p:nvPicPr>
              <p:blipFill>
                <a:blip r:embed="rId355"/>
                <a:stretch>
                  <a:fillRect/>
                </a:stretch>
              </p:blipFill>
              <p:spPr>
                <a:xfrm>
                  <a:off x="7428022" y="1982336"/>
                  <a:ext cx="10080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13" name="Ink 212">
                  <a:extLst>
                    <a:ext uri="{FF2B5EF4-FFF2-40B4-BE49-F238E27FC236}">
                      <a16:creationId xmlns:a16="http://schemas.microsoft.com/office/drawing/2014/main" id="{7E8F8674-2468-5D6A-AC07-F47C8DD448A6}"/>
                    </a:ext>
                  </a:extLst>
                </p14:cNvPr>
                <p14:cNvContentPartPr/>
                <p14:nvPr/>
              </p14:nvContentPartPr>
              <p14:xfrm>
                <a:off x="7460422" y="1977656"/>
                <a:ext cx="41040" cy="91440"/>
              </p14:xfrm>
            </p:contentPart>
          </mc:Choice>
          <mc:Fallback>
            <p:pic>
              <p:nvPicPr>
                <p:cNvPr id="213" name="Ink 212">
                  <a:extLst>
                    <a:ext uri="{FF2B5EF4-FFF2-40B4-BE49-F238E27FC236}">
                      <a16:creationId xmlns:a16="http://schemas.microsoft.com/office/drawing/2014/main" id="{7E8F8674-2468-5D6A-AC07-F47C8DD448A6}"/>
                    </a:ext>
                  </a:extLst>
                </p:cNvPr>
                <p:cNvPicPr/>
                <p:nvPr/>
              </p:nvPicPr>
              <p:blipFill>
                <a:blip r:embed="rId357"/>
                <a:stretch>
                  <a:fillRect/>
                </a:stretch>
              </p:blipFill>
              <p:spPr>
                <a:xfrm>
                  <a:off x="7451422" y="1968656"/>
                  <a:ext cx="586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14" name="Ink 213">
                  <a:extLst>
                    <a:ext uri="{FF2B5EF4-FFF2-40B4-BE49-F238E27FC236}">
                      <a16:creationId xmlns:a16="http://schemas.microsoft.com/office/drawing/2014/main" id="{2433953D-ACAD-A878-23ED-2D5BCF46F604}"/>
                    </a:ext>
                  </a:extLst>
                </p14:cNvPr>
                <p14:cNvContentPartPr/>
                <p14:nvPr/>
              </p14:nvContentPartPr>
              <p14:xfrm>
                <a:off x="7414342" y="2024816"/>
                <a:ext cx="129600" cy="16920"/>
              </p14:xfrm>
            </p:contentPart>
          </mc:Choice>
          <mc:Fallback>
            <p:pic>
              <p:nvPicPr>
                <p:cNvPr id="214" name="Ink 213">
                  <a:extLst>
                    <a:ext uri="{FF2B5EF4-FFF2-40B4-BE49-F238E27FC236}">
                      <a16:creationId xmlns:a16="http://schemas.microsoft.com/office/drawing/2014/main" id="{2433953D-ACAD-A878-23ED-2D5BCF46F604}"/>
                    </a:ext>
                  </a:extLst>
                </p:cNvPr>
                <p:cNvPicPr/>
                <p:nvPr/>
              </p:nvPicPr>
              <p:blipFill>
                <a:blip r:embed="rId359"/>
                <a:stretch>
                  <a:fillRect/>
                </a:stretch>
              </p:blipFill>
              <p:spPr>
                <a:xfrm>
                  <a:off x="7405702" y="2015816"/>
                  <a:ext cx="14724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16" name="Ink 215">
                  <a:extLst>
                    <a:ext uri="{FF2B5EF4-FFF2-40B4-BE49-F238E27FC236}">
                      <a16:creationId xmlns:a16="http://schemas.microsoft.com/office/drawing/2014/main" id="{176973C5-9295-5ED0-5A2C-7C2EA90F3494}"/>
                    </a:ext>
                  </a:extLst>
                </p14:cNvPr>
                <p14:cNvContentPartPr/>
                <p14:nvPr/>
              </p14:nvContentPartPr>
              <p14:xfrm>
                <a:off x="7628182" y="2019416"/>
                <a:ext cx="137520" cy="300240"/>
              </p14:xfrm>
            </p:contentPart>
          </mc:Choice>
          <mc:Fallback>
            <p:pic>
              <p:nvPicPr>
                <p:cNvPr id="216" name="Ink 215">
                  <a:extLst>
                    <a:ext uri="{FF2B5EF4-FFF2-40B4-BE49-F238E27FC236}">
                      <a16:creationId xmlns:a16="http://schemas.microsoft.com/office/drawing/2014/main" id="{176973C5-9295-5ED0-5A2C-7C2EA90F3494}"/>
                    </a:ext>
                  </a:extLst>
                </p:cNvPr>
                <p:cNvPicPr/>
                <p:nvPr/>
              </p:nvPicPr>
              <p:blipFill>
                <a:blip r:embed="rId361"/>
                <a:stretch>
                  <a:fillRect/>
                </a:stretch>
              </p:blipFill>
              <p:spPr>
                <a:xfrm>
                  <a:off x="7619182" y="2010776"/>
                  <a:ext cx="155160" cy="31788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17" name="Ink 216">
                  <a:extLst>
                    <a:ext uri="{FF2B5EF4-FFF2-40B4-BE49-F238E27FC236}">
                      <a16:creationId xmlns:a16="http://schemas.microsoft.com/office/drawing/2014/main" id="{B2E8798C-FA3F-FC9C-8EEB-A8252A853ED9}"/>
                    </a:ext>
                  </a:extLst>
                </p14:cNvPr>
                <p14:cNvContentPartPr/>
                <p14:nvPr/>
              </p14:nvContentPartPr>
              <p14:xfrm>
                <a:off x="7809262" y="2035976"/>
                <a:ext cx="43920" cy="221760"/>
              </p14:xfrm>
            </p:contentPart>
          </mc:Choice>
          <mc:Fallback>
            <p:pic>
              <p:nvPicPr>
                <p:cNvPr id="217" name="Ink 216">
                  <a:extLst>
                    <a:ext uri="{FF2B5EF4-FFF2-40B4-BE49-F238E27FC236}">
                      <a16:creationId xmlns:a16="http://schemas.microsoft.com/office/drawing/2014/main" id="{B2E8798C-FA3F-FC9C-8EEB-A8252A853ED9}"/>
                    </a:ext>
                  </a:extLst>
                </p:cNvPr>
                <p:cNvPicPr/>
                <p:nvPr/>
              </p:nvPicPr>
              <p:blipFill>
                <a:blip r:embed="rId363"/>
                <a:stretch>
                  <a:fillRect/>
                </a:stretch>
              </p:blipFill>
              <p:spPr>
                <a:xfrm>
                  <a:off x="7800622" y="2026976"/>
                  <a:ext cx="6156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18" name="Ink 217">
                  <a:extLst>
                    <a:ext uri="{FF2B5EF4-FFF2-40B4-BE49-F238E27FC236}">
                      <a16:creationId xmlns:a16="http://schemas.microsoft.com/office/drawing/2014/main" id="{DFC2A851-1F5C-5A2B-3278-49E3F639E262}"/>
                    </a:ext>
                  </a:extLst>
                </p14:cNvPr>
                <p14:cNvContentPartPr/>
                <p14:nvPr/>
              </p14:nvContentPartPr>
              <p14:xfrm>
                <a:off x="7865062" y="2164856"/>
                <a:ext cx="117720" cy="85320"/>
              </p14:xfrm>
            </p:contentPart>
          </mc:Choice>
          <mc:Fallback>
            <p:pic>
              <p:nvPicPr>
                <p:cNvPr id="218" name="Ink 217">
                  <a:extLst>
                    <a:ext uri="{FF2B5EF4-FFF2-40B4-BE49-F238E27FC236}">
                      <a16:creationId xmlns:a16="http://schemas.microsoft.com/office/drawing/2014/main" id="{DFC2A851-1F5C-5A2B-3278-49E3F639E262}"/>
                    </a:ext>
                  </a:extLst>
                </p:cNvPr>
                <p:cNvPicPr/>
                <p:nvPr/>
              </p:nvPicPr>
              <p:blipFill>
                <a:blip r:embed="rId365"/>
                <a:stretch>
                  <a:fillRect/>
                </a:stretch>
              </p:blipFill>
              <p:spPr>
                <a:xfrm>
                  <a:off x="7856062" y="2155856"/>
                  <a:ext cx="13536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219" name="Ink 218">
                  <a:extLst>
                    <a:ext uri="{FF2B5EF4-FFF2-40B4-BE49-F238E27FC236}">
                      <a16:creationId xmlns:a16="http://schemas.microsoft.com/office/drawing/2014/main" id="{07EE2B1E-F558-85A3-561F-A599A0F47AFE}"/>
                    </a:ext>
                  </a:extLst>
                </p14:cNvPr>
                <p14:cNvContentPartPr/>
                <p14:nvPr/>
              </p14:nvContentPartPr>
              <p14:xfrm>
                <a:off x="7942462" y="2024816"/>
                <a:ext cx="123120" cy="257040"/>
              </p14:xfrm>
            </p:contentPart>
          </mc:Choice>
          <mc:Fallback>
            <p:pic>
              <p:nvPicPr>
                <p:cNvPr id="219" name="Ink 218">
                  <a:extLst>
                    <a:ext uri="{FF2B5EF4-FFF2-40B4-BE49-F238E27FC236}">
                      <a16:creationId xmlns:a16="http://schemas.microsoft.com/office/drawing/2014/main" id="{07EE2B1E-F558-85A3-561F-A599A0F47AFE}"/>
                    </a:ext>
                  </a:extLst>
                </p:cNvPr>
                <p:cNvPicPr/>
                <p:nvPr/>
              </p:nvPicPr>
              <p:blipFill>
                <a:blip r:embed="rId367"/>
                <a:stretch>
                  <a:fillRect/>
                </a:stretch>
              </p:blipFill>
              <p:spPr>
                <a:xfrm>
                  <a:off x="7933462" y="2016176"/>
                  <a:ext cx="14076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20" name="Ink 219">
                  <a:extLst>
                    <a:ext uri="{FF2B5EF4-FFF2-40B4-BE49-F238E27FC236}">
                      <a16:creationId xmlns:a16="http://schemas.microsoft.com/office/drawing/2014/main" id="{CDF2F84B-AE63-543E-D44B-6FD73E15F880}"/>
                    </a:ext>
                  </a:extLst>
                </p14:cNvPr>
                <p14:cNvContentPartPr/>
                <p14:nvPr/>
              </p14:nvContentPartPr>
              <p14:xfrm>
                <a:off x="8069902" y="1954256"/>
                <a:ext cx="171360" cy="386280"/>
              </p14:xfrm>
            </p:contentPart>
          </mc:Choice>
          <mc:Fallback>
            <p:pic>
              <p:nvPicPr>
                <p:cNvPr id="220" name="Ink 219">
                  <a:extLst>
                    <a:ext uri="{FF2B5EF4-FFF2-40B4-BE49-F238E27FC236}">
                      <a16:creationId xmlns:a16="http://schemas.microsoft.com/office/drawing/2014/main" id="{CDF2F84B-AE63-543E-D44B-6FD73E15F880}"/>
                    </a:ext>
                  </a:extLst>
                </p:cNvPr>
                <p:cNvPicPr/>
                <p:nvPr/>
              </p:nvPicPr>
              <p:blipFill>
                <a:blip r:embed="rId369"/>
                <a:stretch>
                  <a:fillRect/>
                </a:stretch>
              </p:blipFill>
              <p:spPr>
                <a:xfrm>
                  <a:off x="8061262" y="1945616"/>
                  <a:ext cx="189000" cy="403920"/>
                </a:xfrm>
                <a:prstGeom prst="rect">
                  <a:avLst/>
                </a:prstGeom>
              </p:spPr>
            </p:pic>
          </mc:Fallback>
        </mc:AlternateContent>
      </p:grpSp>
      <p:grpSp>
        <p:nvGrpSpPr>
          <p:cNvPr id="226" name="Group 225">
            <a:extLst>
              <a:ext uri="{FF2B5EF4-FFF2-40B4-BE49-F238E27FC236}">
                <a16:creationId xmlns:a16="http://schemas.microsoft.com/office/drawing/2014/main" id="{86C81EAC-E6B1-1AF4-2E47-AD2578F418F8}"/>
              </a:ext>
            </a:extLst>
          </p:cNvPr>
          <p:cNvGrpSpPr/>
          <p:nvPr/>
        </p:nvGrpSpPr>
        <p:grpSpPr>
          <a:xfrm>
            <a:off x="953062" y="2710256"/>
            <a:ext cx="244440" cy="466200"/>
            <a:chOff x="953062" y="2710256"/>
            <a:chExt cx="244440" cy="466200"/>
          </a:xfrm>
        </p:grpSpPr>
        <mc:AlternateContent xmlns:mc="http://schemas.openxmlformats.org/markup-compatibility/2006">
          <mc:Choice xmlns:p14="http://schemas.microsoft.com/office/powerpoint/2010/main" Requires="p14">
            <p:contentPart p14:bwMode="auto" r:id="rId370">
              <p14:nvContentPartPr>
                <p14:cNvPr id="222" name="Ink 221">
                  <a:extLst>
                    <a:ext uri="{FF2B5EF4-FFF2-40B4-BE49-F238E27FC236}">
                      <a16:creationId xmlns:a16="http://schemas.microsoft.com/office/drawing/2014/main" id="{D5021407-4CE4-632B-9081-F439D91644CB}"/>
                    </a:ext>
                  </a:extLst>
                </p14:cNvPr>
                <p14:cNvContentPartPr/>
                <p14:nvPr/>
              </p14:nvContentPartPr>
              <p14:xfrm>
                <a:off x="1041982" y="2811416"/>
                <a:ext cx="6120" cy="190800"/>
              </p14:xfrm>
            </p:contentPart>
          </mc:Choice>
          <mc:Fallback>
            <p:pic>
              <p:nvPicPr>
                <p:cNvPr id="222" name="Ink 221">
                  <a:extLst>
                    <a:ext uri="{FF2B5EF4-FFF2-40B4-BE49-F238E27FC236}">
                      <a16:creationId xmlns:a16="http://schemas.microsoft.com/office/drawing/2014/main" id="{D5021407-4CE4-632B-9081-F439D91644CB}"/>
                    </a:ext>
                  </a:extLst>
                </p:cNvPr>
                <p:cNvPicPr/>
                <p:nvPr/>
              </p:nvPicPr>
              <p:blipFill>
                <a:blip r:embed="rId371"/>
                <a:stretch>
                  <a:fillRect/>
                </a:stretch>
              </p:blipFill>
              <p:spPr>
                <a:xfrm>
                  <a:off x="1032982" y="2802416"/>
                  <a:ext cx="2376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23" name="Ink 222">
                  <a:extLst>
                    <a:ext uri="{FF2B5EF4-FFF2-40B4-BE49-F238E27FC236}">
                      <a16:creationId xmlns:a16="http://schemas.microsoft.com/office/drawing/2014/main" id="{29776050-6731-AA16-4730-F819E6D05786}"/>
                    </a:ext>
                  </a:extLst>
                </p14:cNvPr>
                <p14:cNvContentPartPr/>
                <p14:nvPr/>
              </p14:nvContentPartPr>
              <p14:xfrm>
                <a:off x="1105342" y="2860016"/>
                <a:ext cx="17640" cy="199800"/>
              </p14:xfrm>
            </p:contentPart>
          </mc:Choice>
          <mc:Fallback>
            <p:pic>
              <p:nvPicPr>
                <p:cNvPr id="223" name="Ink 222">
                  <a:extLst>
                    <a:ext uri="{FF2B5EF4-FFF2-40B4-BE49-F238E27FC236}">
                      <a16:creationId xmlns:a16="http://schemas.microsoft.com/office/drawing/2014/main" id="{29776050-6731-AA16-4730-F819E6D05786}"/>
                    </a:ext>
                  </a:extLst>
                </p:cNvPr>
                <p:cNvPicPr/>
                <p:nvPr/>
              </p:nvPicPr>
              <p:blipFill>
                <a:blip r:embed="rId373"/>
                <a:stretch>
                  <a:fillRect/>
                </a:stretch>
              </p:blipFill>
              <p:spPr>
                <a:xfrm>
                  <a:off x="1096342" y="2851016"/>
                  <a:ext cx="3528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24" name="Ink 223">
                  <a:extLst>
                    <a:ext uri="{FF2B5EF4-FFF2-40B4-BE49-F238E27FC236}">
                      <a16:creationId xmlns:a16="http://schemas.microsoft.com/office/drawing/2014/main" id="{87EDFF4E-23CC-519B-0C63-09B0BBDCE955}"/>
                    </a:ext>
                  </a:extLst>
                </p14:cNvPr>
                <p14:cNvContentPartPr/>
                <p14:nvPr/>
              </p14:nvContentPartPr>
              <p14:xfrm>
                <a:off x="953062" y="2710256"/>
                <a:ext cx="227160" cy="155520"/>
              </p14:xfrm>
            </p:contentPart>
          </mc:Choice>
          <mc:Fallback>
            <p:pic>
              <p:nvPicPr>
                <p:cNvPr id="224" name="Ink 223">
                  <a:extLst>
                    <a:ext uri="{FF2B5EF4-FFF2-40B4-BE49-F238E27FC236}">
                      <a16:creationId xmlns:a16="http://schemas.microsoft.com/office/drawing/2014/main" id="{87EDFF4E-23CC-519B-0C63-09B0BBDCE955}"/>
                    </a:ext>
                  </a:extLst>
                </p:cNvPr>
                <p:cNvPicPr/>
                <p:nvPr/>
              </p:nvPicPr>
              <p:blipFill>
                <a:blip r:embed="rId375"/>
                <a:stretch>
                  <a:fillRect/>
                </a:stretch>
              </p:blipFill>
              <p:spPr>
                <a:xfrm>
                  <a:off x="944422" y="2701256"/>
                  <a:ext cx="24480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225" name="Ink 224">
                  <a:extLst>
                    <a:ext uri="{FF2B5EF4-FFF2-40B4-BE49-F238E27FC236}">
                      <a16:creationId xmlns:a16="http://schemas.microsoft.com/office/drawing/2014/main" id="{208FC5DA-A6F7-F918-BFDC-8CF158A8848E}"/>
                    </a:ext>
                  </a:extLst>
                </p14:cNvPr>
                <p14:cNvContentPartPr/>
                <p14:nvPr/>
              </p14:nvContentPartPr>
              <p14:xfrm>
                <a:off x="966382" y="2989256"/>
                <a:ext cx="231120" cy="187200"/>
              </p14:xfrm>
            </p:contentPart>
          </mc:Choice>
          <mc:Fallback>
            <p:pic>
              <p:nvPicPr>
                <p:cNvPr id="225" name="Ink 224">
                  <a:extLst>
                    <a:ext uri="{FF2B5EF4-FFF2-40B4-BE49-F238E27FC236}">
                      <a16:creationId xmlns:a16="http://schemas.microsoft.com/office/drawing/2014/main" id="{208FC5DA-A6F7-F918-BFDC-8CF158A8848E}"/>
                    </a:ext>
                  </a:extLst>
                </p:cNvPr>
                <p:cNvPicPr/>
                <p:nvPr/>
              </p:nvPicPr>
              <p:blipFill>
                <a:blip r:embed="rId377"/>
                <a:stretch>
                  <a:fillRect/>
                </a:stretch>
              </p:blipFill>
              <p:spPr>
                <a:xfrm>
                  <a:off x="957382" y="2980616"/>
                  <a:ext cx="248760" cy="204840"/>
                </a:xfrm>
                <a:prstGeom prst="rect">
                  <a:avLst/>
                </a:prstGeom>
              </p:spPr>
            </p:pic>
          </mc:Fallback>
        </mc:AlternateContent>
      </p:grpSp>
      <p:grpSp>
        <p:nvGrpSpPr>
          <p:cNvPr id="237" name="Group 236">
            <a:extLst>
              <a:ext uri="{FF2B5EF4-FFF2-40B4-BE49-F238E27FC236}">
                <a16:creationId xmlns:a16="http://schemas.microsoft.com/office/drawing/2014/main" id="{11B9AEA0-31F6-F812-F49A-CDC07ABB710D}"/>
              </a:ext>
            </a:extLst>
          </p:cNvPr>
          <p:cNvGrpSpPr/>
          <p:nvPr/>
        </p:nvGrpSpPr>
        <p:grpSpPr>
          <a:xfrm>
            <a:off x="1434742" y="2773256"/>
            <a:ext cx="947160" cy="220320"/>
            <a:chOff x="1434742" y="2773256"/>
            <a:chExt cx="947160" cy="220320"/>
          </a:xfrm>
        </p:grpSpPr>
        <mc:AlternateContent xmlns:mc="http://schemas.openxmlformats.org/markup-compatibility/2006">
          <mc:Choice xmlns:p14="http://schemas.microsoft.com/office/powerpoint/2010/main" Requires="p14">
            <p:contentPart p14:bwMode="auto" r:id="rId378">
              <p14:nvContentPartPr>
                <p14:cNvPr id="227" name="Ink 226">
                  <a:extLst>
                    <a:ext uri="{FF2B5EF4-FFF2-40B4-BE49-F238E27FC236}">
                      <a16:creationId xmlns:a16="http://schemas.microsoft.com/office/drawing/2014/main" id="{189715C5-25CA-B36F-1DB4-5EE96E058E0F}"/>
                    </a:ext>
                  </a:extLst>
                </p14:cNvPr>
                <p14:cNvContentPartPr/>
                <p14:nvPr/>
              </p14:nvContentPartPr>
              <p14:xfrm>
                <a:off x="1525102" y="2843456"/>
                <a:ext cx="21960" cy="142200"/>
              </p14:xfrm>
            </p:contentPart>
          </mc:Choice>
          <mc:Fallback>
            <p:pic>
              <p:nvPicPr>
                <p:cNvPr id="227" name="Ink 226">
                  <a:extLst>
                    <a:ext uri="{FF2B5EF4-FFF2-40B4-BE49-F238E27FC236}">
                      <a16:creationId xmlns:a16="http://schemas.microsoft.com/office/drawing/2014/main" id="{189715C5-25CA-B36F-1DB4-5EE96E058E0F}"/>
                    </a:ext>
                  </a:extLst>
                </p:cNvPr>
                <p:cNvPicPr/>
                <p:nvPr/>
              </p:nvPicPr>
              <p:blipFill>
                <a:blip r:embed="rId379"/>
                <a:stretch>
                  <a:fillRect/>
                </a:stretch>
              </p:blipFill>
              <p:spPr>
                <a:xfrm>
                  <a:off x="1516462" y="2834816"/>
                  <a:ext cx="3960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28" name="Ink 227">
                  <a:extLst>
                    <a:ext uri="{FF2B5EF4-FFF2-40B4-BE49-F238E27FC236}">
                      <a16:creationId xmlns:a16="http://schemas.microsoft.com/office/drawing/2014/main" id="{8DD448EA-353A-45F8-6DC9-F8D7979329A3}"/>
                    </a:ext>
                  </a:extLst>
                </p14:cNvPr>
                <p14:cNvContentPartPr/>
                <p14:nvPr/>
              </p14:nvContentPartPr>
              <p14:xfrm>
                <a:off x="1434742" y="2820416"/>
                <a:ext cx="252000" cy="173160"/>
              </p14:xfrm>
            </p:contentPart>
          </mc:Choice>
          <mc:Fallback>
            <p:pic>
              <p:nvPicPr>
                <p:cNvPr id="228" name="Ink 227">
                  <a:extLst>
                    <a:ext uri="{FF2B5EF4-FFF2-40B4-BE49-F238E27FC236}">
                      <a16:creationId xmlns:a16="http://schemas.microsoft.com/office/drawing/2014/main" id="{8DD448EA-353A-45F8-6DC9-F8D7979329A3}"/>
                    </a:ext>
                  </a:extLst>
                </p:cNvPr>
                <p:cNvPicPr/>
                <p:nvPr/>
              </p:nvPicPr>
              <p:blipFill>
                <a:blip r:embed="rId381"/>
                <a:stretch>
                  <a:fillRect/>
                </a:stretch>
              </p:blipFill>
              <p:spPr>
                <a:xfrm>
                  <a:off x="1426102" y="2811776"/>
                  <a:ext cx="26964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29" name="Ink 228">
                  <a:extLst>
                    <a:ext uri="{FF2B5EF4-FFF2-40B4-BE49-F238E27FC236}">
                      <a16:creationId xmlns:a16="http://schemas.microsoft.com/office/drawing/2014/main" id="{D2583898-A20C-CB31-F44B-AFE1C47B3739}"/>
                    </a:ext>
                  </a:extLst>
                </p14:cNvPr>
                <p14:cNvContentPartPr/>
                <p14:nvPr/>
              </p14:nvContentPartPr>
              <p14:xfrm>
                <a:off x="1804822" y="2870456"/>
                <a:ext cx="48240" cy="115920"/>
              </p14:xfrm>
            </p:contentPart>
          </mc:Choice>
          <mc:Fallback>
            <p:pic>
              <p:nvPicPr>
                <p:cNvPr id="229" name="Ink 228">
                  <a:extLst>
                    <a:ext uri="{FF2B5EF4-FFF2-40B4-BE49-F238E27FC236}">
                      <a16:creationId xmlns:a16="http://schemas.microsoft.com/office/drawing/2014/main" id="{D2583898-A20C-CB31-F44B-AFE1C47B3739}"/>
                    </a:ext>
                  </a:extLst>
                </p:cNvPr>
                <p:cNvPicPr/>
                <p:nvPr/>
              </p:nvPicPr>
              <p:blipFill>
                <a:blip r:embed="rId383"/>
                <a:stretch>
                  <a:fillRect/>
                </a:stretch>
              </p:blipFill>
              <p:spPr>
                <a:xfrm>
                  <a:off x="1795822" y="2861816"/>
                  <a:ext cx="6588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30" name="Ink 229">
                  <a:extLst>
                    <a:ext uri="{FF2B5EF4-FFF2-40B4-BE49-F238E27FC236}">
                      <a16:creationId xmlns:a16="http://schemas.microsoft.com/office/drawing/2014/main" id="{CC3A52E2-2DA9-9F42-D54A-818BA6BF81A8}"/>
                    </a:ext>
                  </a:extLst>
                </p14:cNvPr>
                <p14:cNvContentPartPr/>
                <p14:nvPr/>
              </p14:nvContentPartPr>
              <p14:xfrm>
                <a:off x="1660102" y="2810696"/>
                <a:ext cx="259200" cy="44640"/>
              </p14:xfrm>
            </p:contentPart>
          </mc:Choice>
          <mc:Fallback>
            <p:pic>
              <p:nvPicPr>
                <p:cNvPr id="230" name="Ink 229">
                  <a:extLst>
                    <a:ext uri="{FF2B5EF4-FFF2-40B4-BE49-F238E27FC236}">
                      <a16:creationId xmlns:a16="http://schemas.microsoft.com/office/drawing/2014/main" id="{CC3A52E2-2DA9-9F42-D54A-818BA6BF81A8}"/>
                    </a:ext>
                  </a:extLst>
                </p:cNvPr>
                <p:cNvPicPr/>
                <p:nvPr/>
              </p:nvPicPr>
              <p:blipFill>
                <a:blip r:embed="rId385"/>
                <a:stretch>
                  <a:fillRect/>
                </a:stretch>
              </p:blipFill>
              <p:spPr>
                <a:xfrm>
                  <a:off x="1651102" y="2801696"/>
                  <a:ext cx="27684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31" name="Ink 230">
                  <a:extLst>
                    <a:ext uri="{FF2B5EF4-FFF2-40B4-BE49-F238E27FC236}">
                      <a16:creationId xmlns:a16="http://schemas.microsoft.com/office/drawing/2014/main" id="{7FB65DEA-0786-0B52-D193-BBBD2EF693C3}"/>
                    </a:ext>
                  </a:extLst>
                </p14:cNvPr>
                <p14:cNvContentPartPr/>
                <p14:nvPr/>
              </p14:nvContentPartPr>
              <p14:xfrm>
                <a:off x="2013262" y="2854616"/>
                <a:ext cx="45000" cy="109080"/>
              </p14:xfrm>
            </p:contentPart>
          </mc:Choice>
          <mc:Fallback>
            <p:pic>
              <p:nvPicPr>
                <p:cNvPr id="231" name="Ink 230">
                  <a:extLst>
                    <a:ext uri="{FF2B5EF4-FFF2-40B4-BE49-F238E27FC236}">
                      <a16:creationId xmlns:a16="http://schemas.microsoft.com/office/drawing/2014/main" id="{7FB65DEA-0786-0B52-D193-BBBD2EF693C3}"/>
                    </a:ext>
                  </a:extLst>
                </p:cNvPr>
                <p:cNvPicPr/>
                <p:nvPr/>
              </p:nvPicPr>
              <p:blipFill>
                <a:blip r:embed="rId387"/>
                <a:stretch>
                  <a:fillRect/>
                </a:stretch>
              </p:blipFill>
              <p:spPr>
                <a:xfrm>
                  <a:off x="2004262" y="2845976"/>
                  <a:ext cx="6264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32" name="Ink 231">
                  <a:extLst>
                    <a:ext uri="{FF2B5EF4-FFF2-40B4-BE49-F238E27FC236}">
                      <a16:creationId xmlns:a16="http://schemas.microsoft.com/office/drawing/2014/main" id="{2F1ACFEE-09E8-CCF0-5DEB-2E94F7CECF66}"/>
                    </a:ext>
                  </a:extLst>
                </p14:cNvPr>
                <p14:cNvContentPartPr/>
                <p14:nvPr/>
              </p14:nvContentPartPr>
              <p14:xfrm>
                <a:off x="1998862" y="2773256"/>
                <a:ext cx="103680" cy="28440"/>
              </p14:xfrm>
            </p:contentPart>
          </mc:Choice>
          <mc:Fallback>
            <p:pic>
              <p:nvPicPr>
                <p:cNvPr id="232" name="Ink 231">
                  <a:extLst>
                    <a:ext uri="{FF2B5EF4-FFF2-40B4-BE49-F238E27FC236}">
                      <a16:creationId xmlns:a16="http://schemas.microsoft.com/office/drawing/2014/main" id="{2F1ACFEE-09E8-CCF0-5DEB-2E94F7CECF66}"/>
                    </a:ext>
                  </a:extLst>
                </p:cNvPr>
                <p:cNvPicPr/>
                <p:nvPr/>
              </p:nvPicPr>
              <p:blipFill>
                <a:blip r:embed="rId389"/>
                <a:stretch>
                  <a:fillRect/>
                </a:stretch>
              </p:blipFill>
              <p:spPr>
                <a:xfrm>
                  <a:off x="1989862" y="2764616"/>
                  <a:ext cx="12132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233" name="Ink 232">
                  <a:extLst>
                    <a:ext uri="{FF2B5EF4-FFF2-40B4-BE49-F238E27FC236}">
                      <a16:creationId xmlns:a16="http://schemas.microsoft.com/office/drawing/2014/main" id="{C4082A86-4E47-F437-C096-10CF2D907530}"/>
                    </a:ext>
                  </a:extLst>
                </p14:cNvPr>
                <p14:cNvContentPartPr/>
                <p14:nvPr/>
              </p14:nvContentPartPr>
              <p14:xfrm>
                <a:off x="1982662" y="2870456"/>
                <a:ext cx="159480" cy="11160"/>
              </p14:xfrm>
            </p:contentPart>
          </mc:Choice>
          <mc:Fallback>
            <p:pic>
              <p:nvPicPr>
                <p:cNvPr id="233" name="Ink 232">
                  <a:extLst>
                    <a:ext uri="{FF2B5EF4-FFF2-40B4-BE49-F238E27FC236}">
                      <a16:creationId xmlns:a16="http://schemas.microsoft.com/office/drawing/2014/main" id="{C4082A86-4E47-F437-C096-10CF2D907530}"/>
                    </a:ext>
                  </a:extLst>
                </p:cNvPr>
                <p:cNvPicPr/>
                <p:nvPr/>
              </p:nvPicPr>
              <p:blipFill>
                <a:blip r:embed="rId391"/>
                <a:stretch>
                  <a:fillRect/>
                </a:stretch>
              </p:blipFill>
              <p:spPr>
                <a:xfrm>
                  <a:off x="1974022" y="2861816"/>
                  <a:ext cx="17712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234" name="Ink 233">
                  <a:extLst>
                    <a:ext uri="{FF2B5EF4-FFF2-40B4-BE49-F238E27FC236}">
                      <a16:creationId xmlns:a16="http://schemas.microsoft.com/office/drawing/2014/main" id="{352A7FE8-5934-2E2B-CA40-3F0A74AF8F05}"/>
                    </a:ext>
                  </a:extLst>
                </p14:cNvPr>
                <p14:cNvContentPartPr/>
                <p14:nvPr/>
              </p14:nvContentPartPr>
              <p14:xfrm>
                <a:off x="2296582" y="2849216"/>
                <a:ext cx="44280" cy="119160"/>
              </p14:xfrm>
            </p:contentPart>
          </mc:Choice>
          <mc:Fallback>
            <p:pic>
              <p:nvPicPr>
                <p:cNvPr id="234" name="Ink 233">
                  <a:extLst>
                    <a:ext uri="{FF2B5EF4-FFF2-40B4-BE49-F238E27FC236}">
                      <a16:creationId xmlns:a16="http://schemas.microsoft.com/office/drawing/2014/main" id="{352A7FE8-5934-2E2B-CA40-3F0A74AF8F05}"/>
                    </a:ext>
                  </a:extLst>
                </p:cNvPr>
                <p:cNvPicPr/>
                <p:nvPr/>
              </p:nvPicPr>
              <p:blipFill>
                <a:blip r:embed="rId393"/>
                <a:stretch>
                  <a:fillRect/>
                </a:stretch>
              </p:blipFill>
              <p:spPr>
                <a:xfrm>
                  <a:off x="2287582" y="2840576"/>
                  <a:ext cx="6192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235" name="Ink 234">
                  <a:extLst>
                    <a:ext uri="{FF2B5EF4-FFF2-40B4-BE49-F238E27FC236}">
                      <a16:creationId xmlns:a16="http://schemas.microsoft.com/office/drawing/2014/main" id="{22CCA5EE-08FD-8AE7-EEBA-D28006FFCBFA}"/>
                    </a:ext>
                  </a:extLst>
                </p14:cNvPr>
                <p14:cNvContentPartPr/>
                <p14:nvPr/>
              </p14:nvContentPartPr>
              <p14:xfrm>
                <a:off x="2204062" y="2809256"/>
                <a:ext cx="177840" cy="29880"/>
              </p14:xfrm>
            </p:contentPart>
          </mc:Choice>
          <mc:Fallback>
            <p:pic>
              <p:nvPicPr>
                <p:cNvPr id="235" name="Ink 234">
                  <a:extLst>
                    <a:ext uri="{FF2B5EF4-FFF2-40B4-BE49-F238E27FC236}">
                      <a16:creationId xmlns:a16="http://schemas.microsoft.com/office/drawing/2014/main" id="{22CCA5EE-08FD-8AE7-EEBA-D28006FFCBFA}"/>
                    </a:ext>
                  </a:extLst>
                </p:cNvPr>
                <p:cNvPicPr/>
                <p:nvPr/>
              </p:nvPicPr>
              <p:blipFill>
                <a:blip r:embed="rId395"/>
                <a:stretch>
                  <a:fillRect/>
                </a:stretch>
              </p:blipFill>
              <p:spPr>
                <a:xfrm>
                  <a:off x="2195062" y="2800616"/>
                  <a:ext cx="19548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236" name="Ink 235">
                  <a:extLst>
                    <a:ext uri="{FF2B5EF4-FFF2-40B4-BE49-F238E27FC236}">
                      <a16:creationId xmlns:a16="http://schemas.microsoft.com/office/drawing/2014/main" id="{5F614CCF-2FBF-8F3E-046E-4F998037045D}"/>
                    </a:ext>
                  </a:extLst>
                </p14:cNvPr>
                <p14:cNvContentPartPr/>
                <p14:nvPr/>
              </p14:nvContentPartPr>
              <p14:xfrm>
                <a:off x="2001022" y="2845256"/>
                <a:ext cx="28080" cy="96120"/>
              </p14:xfrm>
            </p:contentPart>
          </mc:Choice>
          <mc:Fallback>
            <p:pic>
              <p:nvPicPr>
                <p:cNvPr id="236" name="Ink 235">
                  <a:extLst>
                    <a:ext uri="{FF2B5EF4-FFF2-40B4-BE49-F238E27FC236}">
                      <a16:creationId xmlns:a16="http://schemas.microsoft.com/office/drawing/2014/main" id="{5F614CCF-2FBF-8F3E-046E-4F998037045D}"/>
                    </a:ext>
                  </a:extLst>
                </p:cNvPr>
                <p:cNvPicPr/>
                <p:nvPr/>
              </p:nvPicPr>
              <p:blipFill>
                <a:blip r:embed="rId397"/>
                <a:stretch>
                  <a:fillRect/>
                </a:stretch>
              </p:blipFill>
              <p:spPr>
                <a:xfrm>
                  <a:off x="1992382" y="2836616"/>
                  <a:ext cx="45720" cy="113760"/>
                </a:xfrm>
                <a:prstGeom prst="rect">
                  <a:avLst/>
                </a:prstGeom>
              </p:spPr>
            </p:pic>
          </mc:Fallback>
        </mc:AlternateContent>
      </p:grpSp>
      <p:grpSp>
        <p:nvGrpSpPr>
          <p:cNvPr id="246" name="Group 245">
            <a:extLst>
              <a:ext uri="{FF2B5EF4-FFF2-40B4-BE49-F238E27FC236}">
                <a16:creationId xmlns:a16="http://schemas.microsoft.com/office/drawing/2014/main" id="{DABF6ACF-DB75-134E-23A8-BA3B5B9393F0}"/>
              </a:ext>
            </a:extLst>
          </p:cNvPr>
          <p:cNvGrpSpPr/>
          <p:nvPr/>
        </p:nvGrpSpPr>
        <p:grpSpPr>
          <a:xfrm>
            <a:off x="792862" y="3450056"/>
            <a:ext cx="983880" cy="400320"/>
            <a:chOff x="792862" y="3450056"/>
            <a:chExt cx="983880" cy="400320"/>
          </a:xfrm>
        </p:grpSpPr>
        <mc:AlternateContent xmlns:mc="http://schemas.openxmlformats.org/markup-compatibility/2006">
          <mc:Choice xmlns:p14="http://schemas.microsoft.com/office/powerpoint/2010/main" Requires="p14">
            <p:contentPart p14:bwMode="auto" r:id="rId398">
              <p14:nvContentPartPr>
                <p14:cNvPr id="238" name="Ink 237">
                  <a:extLst>
                    <a:ext uri="{FF2B5EF4-FFF2-40B4-BE49-F238E27FC236}">
                      <a16:creationId xmlns:a16="http://schemas.microsoft.com/office/drawing/2014/main" id="{BDFCCBD0-07F8-C7A2-C169-C8512B48AE17}"/>
                    </a:ext>
                  </a:extLst>
                </p14:cNvPr>
                <p14:cNvContentPartPr/>
                <p14:nvPr/>
              </p14:nvContentPartPr>
              <p14:xfrm>
                <a:off x="792862" y="3497936"/>
                <a:ext cx="249120" cy="266760"/>
              </p14:xfrm>
            </p:contentPart>
          </mc:Choice>
          <mc:Fallback>
            <p:pic>
              <p:nvPicPr>
                <p:cNvPr id="238" name="Ink 237">
                  <a:extLst>
                    <a:ext uri="{FF2B5EF4-FFF2-40B4-BE49-F238E27FC236}">
                      <a16:creationId xmlns:a16="http://schemas.microsoft.com/office/drawing/2014/main" id="{BDFCCBD0-07F8-C7A2-C169-C8512B48AE17}"/>
                    </a:ext>
                  </a:extLst>
                </p:cNvPr>
                <p:cNvPicPr/>
                <p:nvPr/>
              </p:nvPicPr>
              <p:blipFill>
                <a:blip r:embed="rId399"/>
                <a:stretch>
                  <a:fillRect/>
                </a:stretch>
              </p:blipFill>
              <p:spPr>
                <a:xfrm>
                  <a:off x="784222" y="3488936"/>
                  <a:ext cx="26676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239" name="Ink 238">
                  <a:extLst>
                    <a:ext uri="{FF2B5EF4-FFF2-40B4-BE49-F238E27FC236}">
                      <a16:creationId xmlns:a16="http://schemas.microsoft.com/office/drawing/2014/main" id="{639EB651-436C-A797-8CCC-04B51F404557}"/>
                    </a:ext>
                  </a:extLst>
                </p14:cNvPr>
                <p14:cNvContentPartPr/>
                <p14:nvPr/>
              </p14:nvContentPartPr>
              <p14:xfrm>
                <a:off x="813742" y="3726536"/>
                <a:ext cx="45360" cy="79560"/>
              </p14:xfrm>
            </p:contentPart>
          </mc:Choice>
          <mc:Fallback>
            <p:pic>
              <p:nvPicPr>
                <p:cNvPr id="239" name="Ink 238">
                  <a:extLst>
                    <a:ext uri="{FF2B5EF4-FFF2-40B4-BE49-F238E27FC236}">
                      <a16:creationId xmlns:a16="http://schemas.microsoft.com/office/drawing/2014/main" id="{639EB651-436C-A797-8CCC-04B51F404557}"/>
                    </a:ext>
                  </a:extLst>
                </p:cNvPr>
                <p:cNvPicPr/>
                <p:nvPr/>
              </p:nvPicPr>
              <p:blipFill>
                <a:blip r:embed="rId401"/>
                <a:stretch>
                  <a:fillRect/>
                </a:stretch>
              </p:blipFill>
              <p:spPr>
                <a:xfrm>
                  <a:off x="805102" y="3717536"/>
                  <a:ext cx="6300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240" name="Ink 239">
                  <a:extLst>
                    <a:ext uri="{FF2B5EF4-FFF2-40B4-BE49-F238E27FC236}">
                      <a16:creationId xmlns:a16="http://schemas.microsoft.com/office/drawing/2014/main" id="{FB694450-5DAB-ABEE-C8DD-0653CE5A728D}"/>
                    </a:ext>
                  </a:extLst>
                </p14:cNvPr>
                <p14:cNvContentPartPr/>
                <p14:nvPr/>
              </p14:nvContentPartPr>
              <p14:xfrm>
                <a:off x="1009942" y="3455456"/>
                <a:ext cx="27360" cy="73080"/>
              </p14:xfrm>
            </p:contentPart>
          </mc:Choice>
          <mc:Fallback>
            <p:pic>
              <p:nvPicPr>
                <p:cNvPr id="240" name="Ink 239">
                  <a:extLst>
                    <a:ext uri="{FF2B5EF4-FFF2-40B4-BE49-F238E27FC236}">
                      <a16:creationId xmlns:a16="http://schemas.microsoft.com/office/drawing/2014/main" id="{FB694450-5DAB-ABEE-C8DD-0653CE5A728D}"/>
                    </a:ext>
                  </a:extLst>
                </p:cNvPr>
                <p:cNvPicPr/>
                <p:nvPr/>
              </p:nvPicPr>
              <p:blipFill>
                <a:blip r:embed="rId403"/>
                <a:stretch>
                  <a:fillRect/>
                </a:stretch>
              </p:blipFill>
              <p:spPr>
                <a:xfrm>
                  <a:off x="1000942" y="3446816"/>
                  <a:ext cx="4500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241" name="Ink 240">
                  <a:extLst>
                    <a:ext uri="{FF2B5EF4-FFF2-40B4-BE49-F238E27FC236}">
                      <a16:creationId xmlns:a16="http://schemas.microsoft.com/office/drawing/2014/main" id="{2B20BAAC-11C6-9EF0-BF04-960C79BF08C1}"/>
                    </a:ext>
                  </a:extLst>
                </p14:cNvPr>
                <p14:cNvContentPartPr/>
                <p14:nvPr/>
              </p14:nvContentPartPr>
              <p14:xfrm>
                <a:off x="1089502" y="3747776"/>
                <a:ext cx="124920" cy="102600"/>
              </p14:xfrm>
            </p:contentPart>
          </mc:Choice>
          <mc:Fallback>
            <p:pic>
              <p:nvPicPr>
                <p:cNvPr id="241" name="Ink 240">
                  <a:extLst>
                    <a:ext uri="{FF2B5EF4-FFF2-40B4-BE49-F238E27FC236}">
                      <a16:creationId xmlns:a16="http://schemas.microsoft.com/office/drawing/2014/main" id="{2B20BAAC-11C6-9EF0-BF04-960C79BF08C1}"/>
                    </a:ext>
                  </a:extLst>
                </p:cNvPr>
                <p:cNvPicPr/>
                <p:nvPr/>
              </p:nvPicPr>
              <p:blipFill>
                <a:blip r:embed="rId405"/>
                <a:stretch>
                  <a:fillRect/>
                </a:stretch>
              </p:blipFill>
              <p:spPr>
                <a:xfrm>
                  <a:off x="1080862" y="3739136"/>
                  <a:ext cx="1425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242" name="Ink 241">
                  <a:extLst>
                    <a:ext uri="{FF2B5EF4-FFF2-40B4-BE49-F238E27FC236}">
                      <a16:creationId xmlns:a16="http://schemas.microsoft.com/office/drawing/2014/main" id="{EBD301A3-883B-61E2-231B-9B96F6413F65}"/>
                    </a:ext>
                  </a:extLst>
                </p14:cNvPr>
                <p14:cNvContentPartPr/>
                <p14:nvPr/>
              </p14:nvContentPartPr>
              <p14:xfrm>
                <a:off x="1106062" y="3742376"/>
                <a:ext cx="95400" cy="105840"/>
              </p14:xfrm>
            </p:contentPart>
          </mc:Choice>
          <mc:Fallback>
            <p:pic>
              <p:nvPicPr>
                <p:cNvPr id="242" name="Ink 241">
                  <a:extLst>
                    <a:ext uri="{FF2B5EF4-FFF2-40B4-BE49-F238E27FC236}">
                      <a16:creationId xmlns:a16="http://schemas.microsoft.com/office/drawing/2014/main" id="{EBD301A3-883B-61E2-231B-9B96F6413F65}"/>
                    </a:ext>
                  </a:extLst>
                </p:cNvPr>
                <p:cNvPicPr/>
                <p:nvPr/>
              </p:nvPicPr>
              <p:blipFill>
                <a:blip r:embed="rId407"/>
                <a:stretch>
                  <a:fillRect/>
                </a:stretch>
              </p:blipFill>
              <p:spPr>
                <a:xfrm>
                  <a:off x="1097422" y="3733736"/>
                  <a:ext cx="11304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43" name="Ink 242">
                  <a:extLst>
                    <a:ext uri="{FF2B5EF4-FFF2-40B4-BE49-F238E27FC236}">
                      <a16:creationId xmlns:a16="http://schemas.microsoft.com/office/drawing/2014/main" id="{B23BC1ED-569D-2CDB-D76A-D1E5D4B86E5A}"/>
                    </a:ext>
                  </a:extLst>
                </p14:cNvPr>
                <p14:cNvContentPartPr/>
                <p14:nvPr/>
              </p14:nvContentPartPr>
              <p14:xfrm>
                <a:off x="1290382" y="3474896"/>
                <a:ext cx="48960" cy="278280"/>
              </p14:xfrm>
            </p:contentPart>
          </mc:Choice>
          <mc:Fallback>
            <p:pic>
              <p:nvPicPr>
                <p:cNvPr id="243" name="Ink 242">
                  <a:extLst>
                    <a:ext uri="{FF2B5EF4-FFF2-40B4-BE49-F238E27FC236}">
                      <a16:creationId xmlns:a16="http://schemas.microsoft.com/office/drawing/2014/main" id="{B23BC1ED-569D-2CDB-D76A-D1E5D4B86E5A}"/>
                    </a:ext>
                  </a:extLst>
                </p:cNvPr>
                <p:cNvPicPr/>
                <p:nvPr/>
              </p:nvPicPr>
              <p:blipFill>
                <a:blip r:embed="rId409"/>
                <a:stretch>
                  <a:fillRect/>
                </a:stretch>
              </p:blipFill>
              <p:spPr>
                <a:xfrm>
                  <a:off x="1281382" y="3466256"/>
                  <a:ext cx="6660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244" name="Ink 243">
                  <a:extLst>
                    <a:ext uri="{FF2B5EF4-FFF2-40B4-BE49-F238E27FC236}">
                      <a16:creationId xmlns:a16="http://schemas.microsoft.com/office/drawing/2014/main" id="{73781E5F-BB69-2451-F404-148CEFA9BDC9}"/>
                    </a:ext>
                  </a:extLst>
                </p14:cNvPr>
                <p14:cNvContentPartPr/>
                <p14:nvPr/>
              </p14:nvContentPartPr>
              <p14:xfrm>
                <a:off x="1404142" y="3577496"/>
                <a:ext cx="213120" cy="149400"/>
              </p14:xfrm>
            </p:contentPart>
          </mc:Choice>
          <mc:Fallback>
            <p:pic>
              <p:nvPicPr>
                <p:cNvPr id="244" name="Ink 243">
                  <a:extLst>
                    <a:ext uri="{FF2B5EF4-FFF2-40B4-BE49-F238E27FC236}">
                      <a16:creationId xmlns:a16="http://schemas.microsoft.com/office/drawing/2014/main" id="{73781E5F-BB69-2451-F404-148CEFA9BDC9}"/>
                    </a:ext>
                  </a:extLst>
                </p:cNvPr>
                <p:cNvPicPr/>
                <p:nvPr/>
              </p:nvPicPr>
              <p:blipFill>
                <a:blip r:embed="rId411"/>
                <a:stretch>
                  <a:fillRect/>
                </a:stretch>
              </p:blipFill>
              <p:spPr>
                <a:xfrm>
                  <a:off x="1395502" y="3568856"/>
                  <a:ext cx="23076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245" name="Ink 244">
                  <a:extLst>
                    <a:ext uri="{FF2B5EF4-FFF2-40B4-BE49-F238E27FC236}">
                      <a16:creationId xmlns:a16="http://schemas.microsoft.com/office/drawing/2014/main" id="{5666730A-37FB-6A20-69E2-9B41EE17CBF6}"/>
                    </a:ext>
                  </a:extLst>
                </p14:cNvPr>
                <p14:cNvContentPartPr/>
                <p14:nvPr/>
              </p14:nvContentPartPr>
              <p14:xfrm>
                <a:off x="1578742" y="3450056"/>
                <a:ext cx="198000" cy="346680"/>
              </p14:xfrm>
            </p:contentPart>
          </mc:Choice>
          <mc:Fallback>
            <p:pic>
              <p:nvPicPr>
                <p:cNvPr id="245" name="Ink 244">
                  <a:extLst>
                    <a:ext uri="{FF2B5EF4-FFF2-40B4-BE49-F238E27FC236}">
                      <a16:creationId xmlns:a16="http://schemas.microsoft.com/office/drawing/2014/main" id="{5666730A-37FB-6A20-69E2-9B41EE17CBF6}"/>
                    </a:ext>
                  </a:extLst>
                </p:cNvPr>
                <p:cNvPicPr/>
                <p:nvPr/>
              </p:nvPicPr>
              <p:blipFill>
                <a:blip r:embed="rId413"/>
                <a:stretch>
                  <a:fillRect/>
                </a:stretch>
              </p:blipFill>
              <p:spPr>
                <a:xfrm>
                  <a:off x="1570102" y="3441416"/>
                  <a:ext cx="215640" cy="364320"/>
                </a:xfrm>
                <a:prstGeom prst="rect">
                  <a:avLst/>
                </a:prstGeom>
              </p:spPr>
            </p:pic>
          </mc:Fallback>
        </mc:AlternateContent>
      </p:grpSp>
      <p:grpSp>
        <p:nvGrpSpPr>
          <p:cNvPr id="251" name="Group 250">
            <a:extLst>
              <a:ext uri="{FF2B5EF4-FFF2-40B4-BE49-F238E27FC236}">
                <a16:creationId xmlns:a16="http://schemas.microsoft.com/office/drawing/2014/main" id="{91753055-59F8-6900-2F08-F4B82DD70569}"/>
              </a:ext>
            </a:extLst>
          </p:cNvPr>
          <p:cNvGrpSpPr/>
          <p:nvPr/>
        </p:nvGrpSpPr>
        <p:grpSpPr>
          <a:xfrm>
            <a:off x="1983382" y="3443936"/>
            <a:ext cx="759600" cy="279000"/>
            <a:chOff x="1983382" y="3443936"/>
            <a:chExt cx="759600" cy="279000"/>
          </a:xfrm>
        </p:grpSpPr>
        <mc:AlternateContent xmlns:mc="http://schemas.openxmlformats.org/markup-compatibility/2006">
          <mc:Choice xmlns:p14="http://schemas.microsoft.com/office/powerpoint/2010/main" Requires="p14">
            <p:contentPart p14:bwMode="auto" r:id="rId414">
              <p14:nvContentPartPr>
                <p14:cNvPr id="247" name="Ink 246">
                  <a:extLst>
                    <a:ext uri="{FF2B5EF4-FFF2-40B4-BE49-F238E27FC236}">
                      <a16:creationId xmlns:a16="http://schemas.microsoft.com/office/drawing/2014/main" id="{63FBE916-9932-030B-43A9-FBCCA58CFA2F}"/>
                    </a:ext>
                  </a:extLst>
                </p14:cNvPr>
                <p14:cNvContentPartPr/>
                <p14:nvPr/>
              </p14:nvContentPartPr>
              <p14:xfrm>
                <a:off x="1993822" y="3667856"/>
                <a:ext cx="111600" cy="10080"/>
              </p14:xfrm>
            </p:contentPart>
          </mc:Choice>
          <mc:Fallback>
            <p:pic>
              <p:nvPicPr>
                <p:cNvPr id="247" name="Ink 246">
                  <a:extLst>
                    <a:ext uri="{FF2B5EF4-FFF2-40B4-BE49-F238E27FC236}">
                      <a16:creationId xmlns:a16="http://schemas.microsoft.com/office/drawing/2014/main" id="{63FBE916-9932-030B-43A9-FBCCA58CFA2F}"/>
                    </a:ext>
                  </a:extLst>
                </p:cNvPr>
                <p:cNvPicPr/>
                <p:nvPr/>
              </p:nvPicPr>
              <p:blipFill>
                <a:blip r:embed="rId415"/>
                <a:stretch>
                  <a:fillRect/>
                </a:stretch>
              </p:blipFill>
              <p:spPr>
                <a:xfrm>
                  <a:off x="1985182" y="3659216"/>
                  <a:ext cx="12924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248" name="Ink 247">
                  <a:extLst>
                    <a:ext uri="{FF2B5EF4-FFF2-40B4-BE49-F238E27FC236}">
                      <a16:creationId xmlns:a16="http://schemas.microsoft.com/office/drawing/2014/main" id="{D52B5F20-9382-48F2-0017-6764C315CB56}"/>
                    </a:ext>
                  </a:extLst>
                </p14:cNvPr>
                <p14:cNvContentPartPr/>
                <p14:nvPr/>
              </p14:nvContentPartPr>
              <p14:xfrm>
                <a:off x="1983382" y="3612776"/>
                <a:ext cx="95400" cy="8280"/>
              </p14:xfrm>
            </p:contentPart>
          </mc:Choice>
          <mc:Fallback>
            <p:pic>
              <p:nvPicPr>
                <p:cNvPr id="248" name="Ink 247">
                  <a:extLst>
                    <a:ext uri="{FF2B5EF4-FFF2-40B4-BE49-F238E27FC236}">
                      <a16:creationId xmlns:a16="http://schemas.microsoft.com/office/drawing/2014/main" id="{D52B5F20-9382-48F2-0017-6764C315CB56}"/>
                    </a:ext>
                  </a:extLst>
                </p:cNvPr>
                <p:cNvPicPr/>
                <p:nvPr/>
              </p:nvPicPr>
              <p:blipFill>
                <a:blip r:embed="rId417"/>
                <a:stretch>
                  <a:fillRect/>
                </a:stretch>
              </p:blipFill>
              <p:spPr>
                <a:xfrm>
                  <a:off x="1974382" y="3603776"/>
                  <a:ext cx="11304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250" name="Ink 249">
                  <a:extLst>
                    <a:ext uri="{FF2B5EF4-FFF2-40B4-BE49-F238E27FC236}">
                      <a16:creationId xmlns:a16="http://schemas.microsoft.com/office/drawing/2014/main" id="{2BFBF3DB-E770-DEAF-2294-3D4A6ACC7B71}"/>
                    </a:ext>
                  </a:extLst>
                </p14:cNvPr>
                <p14:cNvContentPartPr/>
                <p14:nvPr/>
              </p14:nvContentPartPr>
              <p14:xfrm>
                <a:off x="2280022" y="3443936"/>
                <a:ext cx="462960" cy="279000"/>
              </p14:xfrm>
            </p:contentPart>
          </mc:Choice>
          <mc:Fallback>
            <p:pic>
              <p:nvPicPr>
                <p:cNvPr id="250" name="Ink 249">
                  <a:extLst>
                    <a:ext uri="{FF2B5EF4-FFF2-40B4-BE49-F238E27FC236}">
                      <a16:creationId xmlns:a16="http://schemas.microsoft.com/office/drawing/2014/main" id="{2BFBF3DB-E770-DEAF-2294-3D4A6ACC7B71}"/>
                    </a:ext>
                  </a:extLst>
                </p:cNvPr>
                <p:cNvPicPr/>
                <p:nvPr/>
              </p:nvPicPr>
              <p:blipFill>
                <a:blip r:embed="rId419"/>
                <a:stretch>
                  <a:fillRect/>
                </a:stretch>
              </p:blipFill>
              <p:spPr>
                <a:xfrm>
                  <a:off x="2271382" y="3434936"/>
                  <a:ext cx="480600" cy="296640"/>
                </a:xfrm>
                <a:prstGeom prst="rect">
                  <a:avLst/>
                </a:prstGeom>
              </p:spPr>
            </p:pic>
          </mc:Fallback>
        </mc:AlternateContent>
      </p:grpSp>
      <p:grpSp>
        <p:nvGrpSpPr>
          <p:cNvPr id="257" name="Group 256">
            <a:extLst>
              <a:ext uri="{FF2B5EF4-FFF2-40B4-BE49-F238E27FC236}">
                <a16:creationId xmlns:a16="http://schemas.microsoft.com/office/drawing/2014/main" id="{3E31ECE1-C170-FBF6-FAD1-96337CE36C19}"/>
              </a:ext>
            </a:extLst>
          </p:cNvPr>
          <p:cNvGrpSpPr/>
          <p:nvPr/>
        </p:nvGrpSpPr>
        <p:grpSpPr>
          <a:xfrm>
            <a:off x="2259142" y="3879176"/>
            <a:ext cx="818640" cy="102960"/>
            <a:chOff x="2259142" y="3879176"/>
            <a:chExt cx="818640" cy="102960"/>
          </a:xfrm>
        </p:grpSpPr>
        <mc:AlternateContent xmlns:mc="http://schemas.openxmlformats.org/markup-compatibility/2006">
          <mc:Choice xmlns:p14="http://schemas.microsoft.com/office/powerpoint/2010/main" Requires="p14">
            <p:contentPart p14:bwMode="auto" r:id="rId420">
              <p14:nvContentPartPr>
                <p14:cNvPr id="252" name="Ink 251">
                  <a:extLst>
                    <a:ext uri="{FF2B5EF4-FFF2-40B4-BE49-F238E27FC236}">
                      <a16:creationId xmlns:a16="http://schemas.microsoft.com/office/drawing/2014/main" id="{E59DA4B2-9BFC-B0FA-32E2-533B7D37763C}"/>
                    </a:ext>
                  </a:extLst>
                </p14:cNvPr>
                <p14:cNvContentPartPr/>
                <p14:nvPr/>
              </p14:nvContentPartPr>
              <p14:xfrm>
                <a:off x="2259142" y="3879176"/>
                <a:ext cx="194760" cy="86400"/>
              </p14:xfrm>
            </p:contentPart>
          </mc:Choice>
          <mc:Fallback>
            <p:pic>
              <p:nvPicPr>
                <p:cNvPr id="252" name="Ink 251">
                  <a:extLst>
                    <a:ext uri="{FF2B5EF4-FFF2-40B4-BE49-F238E27FC236}">
                      <a16:creationId xmlns:a16="http://schemas.microsoft.com/office/drawing/2014/main" id="{E59DA4B2-9BFC-B0FA-32E2-533B7D37763C}"/>
                    </a:ext>
                  </a:extLst>
                </p:cNvPr>
                <p:cNvPicPr/>
                <p:nvPr/>
              </p:nvPicPr>
              <p:blipFill>
                <a:blip r:embed="rId421"/>
                <a:stretch>
                  <a:fillRect/>
                </a:stretch>
              </p:blipFill>
              <p:spPr>
                <a:xfrm>
                  <a:off x="2250502" y="3870176"/>
                  <a:ext cx="21240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53" name="Ink 252">
                  <a:extLst>
                    <a:ext uri="{FF2B5EF4-FFF2-40B4-BE49-F238E27FC236}">
                      <a16:creationId xmlns:a16="http://schemas.microsoft.com/office/drawing/2014/main" id="{37C624A3-427E-CF3C-2840-DE5E79D9B4E5}"/>
                    </a:ext>
                  </a:extLst>
                </p14:cNvPr>
                <p14:cNvContentPartPr/>
                <p14:nvPr/>
              </p14:nvContentPartPr>
              <p14:xfrm>
                <a:off x="2524822" y="3927776"/>
                <a:ext cx="85680" cy="16920"/>
              </p14:xfrm>
            </p:contentPart>
          </mc:Choice>
          <mc:Fallback>
            <p:pic>
              <p:nvPicPr>
                <p:cNvPr id="253" name="Ink 252">
                  <a:extLst>
                    <a:ext uri="{FF2B5EF4-FFF2-40B4-BE49-F238E27FC236}">
                      <a16:creationId xmlns:a16="http://schemas.microsoft.com/office/drawing/2014/main" id="{37C624A3-427E-CF3C-2840-DE5E79D9B4E5}"/>
                    </a:ext>
                  </a:extLst>
                </p:cNvPr>
                <p:cNvPicPr/>
                <p:nvPr/>
              </p:nvPicPr>
              <p:blipFill>
                <a:blip r:embed="rId423"/>
                <a:stretch>
                  <a:fillRect/>
                </a:stretch>
              </p:blipFill>
              <p:spPr>
                <a:xfrm>
                  <a:off x="2515822" y="3919136"/>
                  <a:ext cx="10332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54" name="Ink 253">
                  <a:extLst>
                    <a:ext uri="{FF2B5EF4-FFF2-40B4-BE49-F238E27FC236}">
                      <a16:creationId xmlns:a16="http://schemas.microsoft.com/office/drawing/2014/main" id="{065DD572-1288-1710-EBDA-7D8F2814D4EA}"/>
                    </a:ext>
                  </a:extLst>
                </p14:cNvPr>
                <p14:cNvContentPartPr/>
                <p14:nvPr/>
              </p14:nvContentPartPr>
              <p14:xfrm>
                <a:off x="2502502" y="3890696"/>
                <a:ext cx="97560" cy="11520"/>
              </p14:xfrm>
            </p:contentPart>
          </mc:Choice>
          <mc:Fallback>
            <p:pic>
              <p:nvPicPr>
                <p:cNvPr id="254" name="Ink 253">
                  <a:extLst>
                    <a:ext uri="{FF2B5EF4-FFF2-40B4-BE49-F238E27FC236}">
                      <a16:creationId xmlns:a16="http://schemas.microsoft.com/office/drawing/2014/main" id="{065DD572-1288-1710-EBDA-7D8F2814D4EA}"/>
                    </a:ext>
                  </a:extLst>
                </p:cNvPr>
                <p:cNvPicPr/>
                <p:nvPr/>
              </p:nvPicPr>
              <p:blipFill>
                <a:blip r:embed="rId425"/>
                <a:stretch>
                  <a:fillRect/>
                </a:stretch>
              </p:blipFill>
              <p:spPr>
                <a:xfrm>
                  <a:off x="2493502" y="3882056"/>
                  <a:ext cx="11520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426">
              <p14:nvContentPartPr>
                <p14:cNvPr id="255" name="Ink 254">
                  <a:extLst>
                    <a:ext uri="{FF2B5EF4-FFF2-40B4-BE49-F238E27FC236}">
                      <a16:creationId xmlns:a16="http://schemas.microsoft.com/office/drawing/2014/main" id="{50442308-8BD4-732B-CB00-AA064C02BA34}"/>
                    </a:ext>
                  </a:extLst>
                </p14:cNvPr>
                <p14:cNvContentPartPr/>
                <p14:nvPr/>
              </p14:nvContentPartPr>
              <p14:xfrm>
                <a:off x="2752342" y="3919856"/>
                <a:ext cx="91800" cy="6120"/>
              </p14:xfrm>
            </p:contentPart>
          </mc:Choice>
          <mc:Fallback>
            <p:pic>
              <p:nvPicPr>
                <p:cNvPr id="255" name="Ink 254">
                  <a:extLst>
                    <a:ext uri="{FF2B5EF4-FFF2-40B4-BE49-F238E27FC236}">
                      <a16:creationId xmlns:a16="http://schemas.microsoft.com/office/drawing/2014/main" id="{50442308-8BD4-732B-CB00-AA064C02BA34}"/>
                    </a:ext>
                  </a:extLst>
                </p:cNvPr>
                <p:cNvPicPr/>
                <p:nvPr/>
              </p:nvPicPr>
              <p:blipFill>
                <a:blip r:embed="rId427"/>
                <a:stretch>
                  <a:fillRect/>
                </a:stretch>
              </p:blipFill>
              <p:spPr>
                <a:xfrm>
                  <a:off x="2743702" y="3911216"/>
                  <a:ext cx="10944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56" name="Ink 255">
                  <a:extLst>
                    <a:ext uri="{FF2B5EF4-FFF2-40B4-BE49-F238E27FC236}">
                      <a16:creationId xmlns:a16="http://schemas.microsoft.com/office/drawing/2014/main" id="{134D02F4-41AB-3EB6-39A7-B8F750749AFD}"/>
                    </a:ext>
                  </a:extLst>
                </p14:cNvPr>
                <p14:cNvContentPartPr/>
                <p14:nvPr/>
              </p14:nvContentPartPr>
              <p14:xfrm>
                <a:off x="2880862" y="3885656"/>
                <a:ext cx="196920" cy="96480"/>
              </p14:xfrm>
            </p:contentPart>
          </mc:Choice>
          <mc:Fallback>
            <p:pic>
              <p:nvPicPr>
                <p:cNvPr id="256" name="Ink 255">
                  <a:extLst>
                    <a:ext uri="{FF2B5EF4-FFF2-40B4-BE49-F238E27FC236}">
                      <a16:creationId xmlns:a16="http://schemas.microsoft.com/office/drawing/2014/main" id="{134D02F4-41AB-3EB6-39A7-B8F750749AFD}"/>
                    </a:ext>
                  </a:extLst>
                </p:cNvPr>
                <p:cNvPicPr/>
                <p:nvPr/>
              </p:nvPicPr>
              <p:blipFill>
                <a:blip r:embed="rId429"/>
                <a:stretch>
                  <a:fillRect/>
                </a:stretch>
              </p:blipFill>
              <p:spPr>
                <a:xfrm>
                  <a:off x="2872222" y="3877016"/>
                  <a:ext cx="214560" cy="114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30">
            <p14:nvContentPartPr>
              <p14:cNvPr id="258" name="Ink 257">
                <a:extLst>
                  <a:ext uri="{FF2B5EF4-FFF2-40B4-BE49-F238E27FC236}">
                    <a16:creationId xmlns:a16="http://schemas.microsoft.com/office/drawing/2014/main" id="{17E1983A-017C-0C83-F1EC-ABE918B20161}"/>
                  </a:ext>
                </a:extLst>
              </p14:cNvPr>
              <p14:cNvContentPartPr/>
              <p14:nvPr/>
            </p14:nvContentPartPr>
            <p14:xfrm>
              <a:off x="2354182" y="3296336"/>
              <a:ext cx="250920" cy="91440"/>
            </p14:xfrm>
          </p:contentPart>
        </mc:Choice>
        <mc:Fallback>
          <p:pic>
            <p:nvPicPr>
              <p:cNvPr id="258" name="Ink 257">
                <a:extLst>
                  <a:ext uri="{FF2B5EF4-FFF2-40B4-BE49-F238E27FC236}">
                    <a16:creationId xmlns:a16="http://schemas.microsoft.com/office/drawing/2014/main" id="{17E1983A-017C-0C83-F1EC-ABE918B20161}"/>
                  </a:ext>
                </a:extLst>
              </p:cNvPr>
              <p:cNvPicPr/>
              <p:nvPr/>
            </p:nvPicPr>
            <p:blipFill>
              <a:blip r:embed="rId431"/>
              <a:stretch>
                <a:fillRect/>
              </a:stretch>
            </p:blipFill>
            <p:spPr>
              <a:xfrm>
                <a:off x="2345182" y="3287696"/>
                <a:ext cx="268560" cy="109080"/>
              </a:xfrm>
              <a:prstGeom prst="rect">
                <a:avLst/>
              </a:prstGeom>
            </p:spPr>
          </p:pic>
        </mc:Fallback>
      </mc:AlternateContent>
      <p:grpSp>
        <p:nvGrpSpPr>
          <p:cNvPr id="274" name="Group 273">
            <a:extLst>
              <a:ext uri="{FF2B5EF4-FFF2-40B4-BE49-F238E27FC236}">
                <a16:creationId xmlns:a16="http://schemas.microsoft.com/office/drawing/2014/main" id="{D5F4D869-9CB3-6231-C51B-8742245ABADF}"/>
              </a:ext>
            </a:extLst>
          </p:cNvPr>
          <p:cNvGrpSpPr/>
          <p:nvPr/>
        </p:nvGrpSpPr>
        <p:grpSpPr>
          <a:xfrm>
            <a:off x="3014062" y="3263936"/>
            <a:ext cx="2107440" cy="468000"/>
            <a:chOff x="3014062" y="3263936"/>
            <a:chExt cx="2107440" cy="468000"/>
          </a:xfrm>
        </p:grpSpPr>
        <mc:AlternateContent xmlns:mc="http://schemas.openxmlformats.org/markup-compatibility/2006">
          <mc:Choice xmlns:p14="http://schemas.microsoft.com/office/powerpoint/2010/main" Requires="p14">
            <p:contentPart p14:bwMode="auto" r:id="rId432">
              <p14:nvContentPartPr>
                <p14:cNvPr id="259" name="Ink 258">
                  <a:extLst>
                    <a:ext uri="{FF2B5EF4-FFF2-40B4-BE49-F238E27FC236}">
                      <a16:creationId xmlns:a16="http://schemas.microsoft.com/office/drawing/2014/main" id="{742BD6E5-3C19-B6E9-407E-020D38DD2268}"/>
                    </a:ext>
                  </a:extLst>
                </p14:cNvPr>
                <p14:cNvContentPartPr/>
                <p14:nvPr/>
              </p14:nvContentPartPr>
              <p14:xfrm>
                <a:off x="3041062" y="3492536"/>
                <a:ext cx="26640" cy="196560"/>
              </p14:xfrm>
            </p:contentPart>
          </mc:Choice>
          <mc:Fallback>
            <p:pic>
              <p:nvPicPr>
                <p:cNvPr id="259" name="Ink 258">
                  <a:extLst>
                    <a:ext uri="{FF2B5EF4-FFF2-40B4-BE49-F238E27FC236}">
                      <a16:creationId xmlns:a16="http://schemas.microsoft.com/office/drawing/2014/main" id="{742BD6E5-3C19-B6E9-407E-020D38DD2268}"/>
                    </a:ext>
                  </a:extLst>
                </p:cNvPr>
                <p:cNvPicPr/>
                <p:nvPr/>
              </p:nvPicPr>
              <p:blipFill>
                <a:blip r:embed="rId433"/>
                <a:stretch>
                  <a:fillRect/>
                </a:stretch>
              </p:blipFill>
              <p:spPr>
                <a:xfrm>
                  <a:off x="3032422" y="3483896"/>
                  <a:ext cx="4428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260" name="Ink 259">
                  <a:extLst>
                    <a:ext uri="{FF2B5EF4-FFF2-40B4-BE49-F238E27FC236}">
                      <a16:creationId xmlns:a16="http://schemas.microsoft.com/office/drawing/2014/main" id="{A4AA2A31-A1A4-A426-29BA-9D4DEAED8805}"/>
                    </a:ext>
                  </a:extLst>
                </p14:cNvPr>
                <p14:cNvContentPartPr/>
                <p14:nvPr/>
              </p14:nvContentPartPr>
              <p14:xfrm>
                <a:off x="3014062" y="3432776"/>
                <a:ext cx="230040" cy="249840"/>
              </p14:xfrm>
            </p:contentPart>
          </mc:Choice>
          <mc:Fallback>
            <p:pic>
              <p:nvPicPr>
                <p:cNvPr id="260" name="Ink 259">
                  <a:extLst>
                    <a:ext uri="{FF2B5EF4-FFF2-40B4-BE49-F238E27FC236}">
                      <a16:creationId xmlns:a16="http://schemas.microsoft.com/office/drawing/2014/main" id="{A4AA2A31-A1A4-A426-29BA-9D4DEAED8805}"/>
                    </a:ext>
                  </a:extLst>
                </p:cNvPr>
                <p:cNvPicPr/>
                <p:nvPr/>
              </p:nvPicPr>
              <p:blipFill>
                <a:blip r:embed="rId435"/>
                <a:stretch>
                  <a:fillRect/>
                </a:stretch>
              </p:blipFill>
              <p:spPr>
                <a:xfrm>
                  <a:off x="3005422" y="3424136"/>
                  <a:ext cx="24768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261" name="Ink 260">
                  <a:extLst>
                    <a:ext uri="{FF2B5EF4-FFF2-40B4-BE49-F238E27FC236}">
                      <a16:creationId xmlns:a16="http://schemas.microsoft.com/office/drawing/2014/main" id="{F06D7C51-F03A-7DB9-2D8A-40D386C3B431}"/>
                    </a:ext>
                  </a:extLst>
                </p14:cNvPr>
                <p14:cNvContentPartPr/>
                <p14:nvPr/>
              </p14:nvContentPartPr>
              <p14:xfrm>
                <a:off x="3269302" y="3635816"/>
                <a:ext cx="118080" cy="95040"/>
              </p14:xfrm>
            </p:contentPart>
          </mc:Choice>
          <mc:Fallback>
            <p:pic>
              <p:nvPicPr>
                <p:cNvPr id="261" name="Ink 260">
                  <a:extLst>
                    <a:ext uri="{FF2B5EF4-FFF2-40B4-BE49-F238E27FC236}">
                      <a16:creationId xmlns:a16="http://schemas.microsoft.com/office/drawing/2014/main" id="{F06D7C51-F03A-7DB9-2D8A-40D386C3B431}"/>
                    </a:ext>
                  </a:extLst>
                </p:cNvPr>
                <p:cNvPicPr/>
                <p:nvPr/>
              </p:nvPicPr>
              <p:blipFill>
                <a:blip r:embed="rId437"/>
                <a:stretch>
                  <a:fillRect/>
                </a:stretch>
              </p:blipFill>
              <p:spPr>
                <a:xfrm>
                  <a:off x="3260302" y="3626816"/>
                  <a:ext cx="13572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262" name="Ink 261">
                  <a:extLst>
                    <a:ext uri="{FF2B5EF4-FFF2-40B4-BE49-F238E27FC236}">
                      <a16:creationId xmlns:a16="http://schemas.microsoft.com/office/drawing/2014/main" id="{5D5DB2D7-DCB0-6614-AB5A-BEF28364ECFC}"/>
                    </a:ext>
                  </a:extLst>
                </p14:cNvPr>
                <p14:cNvContentPartPr/>
                <p14:nvPr/>
              </p14:nvContentPartPr>
              <p14:xfrm>
                <a:off x="3296302" y="3636176"/>
                <a:ext cx="53280" cy="95760"/>
              </p14:xfrm>
            </p:contentPart>
          </mc:Choice>
          <mc:Fallback>
            <p:pic>
              <p:nvPicPr>
                <p:cNvPr id="262" name="Ink 261">
                  <a:extLst>
                    <a:ext uri="{FF2B5EF4-FFF2-40B4-BE49-F238E27FC236}">
                      <a16:creationId xmlns:a16="http://schemas.microsoft.com/office/drawing/2014/main" id="{5D5DB2D7-DCB0-6614-AB5A-BEF28364ECFC}"/>
                    </a:ext>
                  </a:extLst>
                </p:cNvPr>
                <p:cNvPicPr/>
                <p:nvPr/>
              </p:nvPicPr>
              <p:blipFill>
                <a:blip r:embed="rId439"/>
                <a:stretch>
                  <a:fillRect/>
                </a:stretch>
              </p:blipFill>
              <p:spPr>
                <a:xfrm>
                  <a:off x="3287302" y="3627176"/>
                  <a:ext cx="7092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263" name="Ink 262">
                  <a:extLst>
                    <a:ext uri="{FF2B5EF4-FFF2-40B4-BE49-F238E27FC236}">
                      <a16:creationId xmlns:a16="http://schemas.microsoft.com/office/drawing/2014/main" id="{909A3F79-173A-1B71-F45D-8FA7F71E552F}"/>
                    </a:ext>
                  </a:extLst>
                </p14:cNvPr>
                <p14:cNvContentPartPr/>
                <p14:nvPr/>
              </p14:nvContentPartPr>
              <p14:xfrm>
                <a:off x="3402862" y="3401096"/>
                <a:ext cx="156600" cy="285120"/>
              </p14:xfrm>
            </p:contentPart>
          </mc:Choice>
          <mc:Fallback>
            <p:pic>
              <p:nvPicPr>
                <p:cNvPr id="263" name="Ink 262">
                  <a:extLst>
                    <a:ext uri="{FF2B5EF4-FFF2-40B4-BE49-F238E27FC236}">
                      <a16:creationId xmlns:a16="http://schemas.microsoft.com/office/drawing/2014/main" id="{909A3F79-173A-1B71-F45D-8FA7F71E552F}"/>
                    </a:ext>
                  </a:extLst>
                </p:cNvPr>
                <p:cNvPicPr/>
                <p:nvPr/>
              </p:nvPicPr>
              <p:blipFill>
                <a:blip r:embed="rId441"/>
                <a:stretch>
                  <a:fillRect/>
                </a:stretch>
              </p:blipFill>
              <p:spPr>
                <a:xfrm>
                  <a:off x="3394222" y="3392096"/>
                  <a:ext cx="17424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442">
              <p14:nvContentPartPr>
                <p14:cNvPr id="265" name="Ink 264">
                  <a:extLst>
                    <a:ext uri="{FF2B5EF4-FFF2-40B4-BE49-F238E27FC236}">
                      <a16:creationId xmlns:a16="http://schemas.microsoft.com/office/drawing/2014/main" id="{C6A07A88-E0E8-4458-4DC0-B4800D08D2A5}"/>
                    </a:ext>
                  </a:extLst>
                </p14:cNvPr>
                <p14:cNvContentPartPr/>
                <p14:nvPr/>
              </p14:nvContentPartPr>
              <p14:xfrm>
                <a:off x="3556582" y="3534296"/>
                <a:ext cx="269280" cy="87120"/>
              </p14:xfrm>
            </p:contentPart>
          </mc:Choice>
          <mc:Fallback>
            <p:pic>
              <p:nvPicPr>
                <p:cNvPr id="265" name="Ink 264">
                  <a:extLst>
                    <a:ext uri="{FF2B5EF4-FFF2-40B4-BE49-F238E27FC236}">
                      <a16:creationId xmlns:a16="http://schemas.microsoft.com/office/drawing/2014/main" id="{C6A07A88-E0E8-4458-4DC0-B4800D08D2A5}"/>
                    </a:ext>
                  </a:extLst>
                </p:cNvPr>
                <p:cNvPicPr/>
                <p:nvPr/>
              </p:nvPicPr>
              <p:blipFill>
                <a:blip r:embed="rId443"/>
                <a:stretch>
                  <a:fillRect/>
                </a:stretch>
              </p:blipFill>
              <p:spPr>
                <a:xfrm>
                  <a:off x="3547582" y="3525656"/>
                  <a:ext cx="28692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266" name="Ink 265">
                  <a:extLst>
                    <a:ext uri="{FF2B5EF4-FFF2-40B4-BE49-F238E27FC236}">
                      <a16:creationId xmlns:a16="http://schemas.microsoft.com/office/drawing/2014/main" id="{8517A09C-DEF7-FC19-EDD8-F896162F1A3E}"/>
                    </a:ext>
                  </a:extLst>
                </p14:cNvPr>
                <p14:cNvContentPartPr/>
                <p14:nvPr/>
              </p14:nvContentPartPr>
              <p14:xfrm>
                <a:off x="3779782" y="3395696"/>
                <a:ext cx="138600" cy="283680"/>
              </p14:xfrm>
            </p:contentPart>
          </mc:Choice>
          <mc:Fallback>
            <p:pic>
              <p:nvPicPr>
                <p:cNvPr id="266" name="Ink 265">
                  <a:extLst>
                    <a:ext uri="{FF2B5EF4-FFF2-40B4-BE49-F238E27FC236}">
                      <a16:creationId xmlns:a16="http://schemas.microsoft.com/office/drawing/2014/main" id="{8517A09C-DEF7-FC19-EDD8-F896162F1A3E}"/>
                    </a:ext>
                  </a:extLst>
                </p:cNvPr>
                <p:cNvPicPr/>
                <p:nvPr/>
              </p:nvPicPr>
              <p:blipFill>
                <a:blip r:embed="rId445"/>
                <a:stretch>
                  <a:fillRect/>
                </a:stretch>
              </p:blipFill>
              <p:spPr>
                <a:xfrm>
                  <a:off x="3770782" y="3387056"/>
                  <a:ext cx="15624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268" name="Ink 267">
                  <a:extLst>
                    <a:ext uri="{FF2B5EF4-FFF2-40B4-BE49-F238E27FC236}">
                      <a16:creationId xmlns:a16="http://schemas.microsoft.com/office/drawing/2014/main" id="{7AC4B6EB-9494-3A80-2E6C-170E1809B415}"/>
                    </a:ext>
                  </a:extLst>
                </p14:cNvPr>
                <p14:cNvContentPartPr/>
                <p14:nvPr/>
              </p14:nvContentPartPr>
              <p14:xfrm>
                <a:off x="4045462" y="3529256"/>
                <a:ext cx="226440" cy="155520"/>
              </p14:xfrm>
            </p:contentPart>
          </mc:Choice>
          <mc:Fallback>
            <p:pic>
              <p:nvPicPr>
                <p:cNvPr id="268" name="Ink 267">
                  <a:extLst>
                    <a:ext uri="{FF2B5EF4-FFF2-40B4-BE49-F238E27FC236}">
                      <a16:creationId xmlns:a16="http://schemas.microsoft.com/office/drawing/2014/main" id="{7AC4B6EB-9494-3A80-2E6C-170E1809B415}"/>
                    </a:ext>
                  </a:extLst>
                </p:cNvPr>
                <p:cNvPicPr/>
                <p:nvPr/>
              </p:nvPicPr>
              <p:blipFill>
                <a:blip r:embed="rId447"/>
                <a:stretch>
                  <a:fillRect/>
                </a:stretch>
              </p:blipFill>
              <p:spPr>
                <a:xfrm>
                  <a:off x="4036822" y="3520616"/>
                  <a:ext cx="24408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448">
              <p14:nvContentPartPr>
                <p14:cNvPr id="269" name="Ink 268">
                  <a:extLst>
                    <a:ext uri="{FF2B5EF4-FFF2-40B4-BE49-F238E27FC236}">
                      <a16:creationId xmlns:a16="http://schemas.microsoft.com/office/drawing/2014/main" id="{B806C087-59AC-8BEC-E8A2-BAA528B50831}"/>
                    </a:ext>
                  </a:extLst>
                </p14:cNvPr>
                <p14:cNvContentPartPr/>
                <p14:nvPr/>
              </p14:nvContentPartPr>
              <p14:xfrm>
                <a:off x="4281262" y="3423056"/>
                <a:ext cx="131400" cy="11160"/>
              </p14:xfrm>
            </p:contentPart>
          </mc:Choice>
          <mc:Fallback>
            <p:pic>
              <p:nvPicPr>
                <p:cNvPr id="269" name="Ink 268">
                  <a:extLst>
                    <a:ext uri="{FF2B5EF4-FFF2-40B4-BE49-F238E27FC236}">
                      <a16:creationId xmlns:a16="http://schemas.microsoft.com/office/drawing/2014/main" id="{B806C087-59AC-8BEC-E8A2-BAA528B50831}"/>
                    </a:ext>
                  </a:extLst>
                </p:cNvPr>
                <p:cNvPicPr/>
                <p:nvPr/>
              </p:nvPicPr>
              <p:blipFill>
                <a:blip r:embed="rId449"/>
                <a:stretch>
                  <a:fillRect/>
                </a:stretch>
              </p:blipFill>
              <p:spPr>
                <a:xfrm>
                  <a:off x="4272262" y="3414416"/>
                  <a:ext cx="14904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50">
              <p14:nvContentPartPr>
                <p14:cNvPr id="270" name="Ink 269">
                  <a:extLst>
                    <a:ext uri="{FF2B5EF4-FFF2-40B4-BE49-F238E27FC236}">
                      <a16:creationId xmlns:a16="http://schemas.microsoft.com/office/drawing/2014/main" id="{E836DD4A-FCFA-FD59-55AA-5382E671528D}"/>
                    </a:ext>
                  </a:extLst>
                </p14:cNvPr>
                <p14:cNvContentPartPr/>
                <p14:nvPr/>
              </p14:nvContentPartPr>
              <p14:xfrm>
                <a:off x="4476382" y="3377696"/>
                <a:ext cx="106560" cy="196560"/>
              </p14:xfrm>
            </p:contentPart>
          </mc:Choice>
          <mc:Fallback>
            <p:pic>
              <p:nvPicPr>
                <p:cNvPr id="270" name="Ink 269">
                  <a:extLst>
                    <a:ext uri="{FF2B5EF4-FFF2-40B4-BE49-F238E27FC236}">
                      <a16:creationId xmlns:a16="http://schemas.microsoft.com/office/drawing/2014/main" id="{E836DD4A-FCFA-FD59-55AA-5382E671528D}"/>
                    </a:ext>
                  </a:extLst>
                </p:cNvPr>
                <p:cNvPicPr/>
                <p:nvPr/>
              </p:nvPicPr>
              <p:blipFill>
                <a:blip r:embed="rId451"/>
                <a:stretch>
                  <a:fillRect/>
                </a:stretch>
              </p:blipFill>
              <p:spPr>
                <a:xfrm>
                  <a:off x="4467742" y="3369056"/>
                  <a:ext cx="12420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271" name="Ink 270">
                  <a:extLst>
                    <a:ext uri="{FF2B5EF4-FFF2-40B4-BE49-F238E27FC236}">
                      <a16:creationId xmlns:a16="http://schemas.microsoft.com/office/drawing/2014/main" id="{506A4717-6216-9BE5-F0C6-8062DD455C70}"/>
                    </a:ext>
                  </a:extLst>
                </p14:cNvPr>
                <p14:cNvContentPartPr/>
                <p14:nvPr/>
              </p14:nvContentPartPr>
              <p14:xfrm>
                <a:off x="4475302" y="3263936"/>
                <a:ext cx="6480" cy="8640"/>
              </p14:xfrm>
            </p:contentPart>
          </mc:Choice>
          <mc:Fallback>
            <p:pic>
              <p:nvPicPr>
                <p:cNvPr id="271" name="Ink 270">
                  <a:extLst>
                    <a:ext uri="{FF2B5EF4-FFF2-40B4-BE49-F238E27FC236}">
                      <a16:creationId xmlns:a16="http://schemas.microsoft.com/office/drawing/2014/main" id="{506A4717-6216-9BE5-F0C6-8062DD455C70}"/>
                    </a:ext>
                  </a:extLst>
                </p:cNvPr>
                <p:cNvPicPr/>
                <p:nvPr/>
              </p:nvPicPr>
              <p:blipFill>
                <a:blip r:embed="rId453"/>
                <a:stretch>
                  <a:fillRect/>
                </a:stretch>
              </p:blipFill>
              <p:spPr>
                <a:xfrm>
                  <a:off x="4466302" y="3255296"/>
                  <a:ext cx="2412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272" name="Ink 271">
                  <a:extLst>
                    <a:ext uri="{FF2B5EF4-FFF2-40B4-BE49-F238E27FC236}">
                      <a16:creationId xmlns:a16="http://schemas.microsoft.com/office/drawing/2014/main" id="{B1BE8CFF-AE14-FD7E-8034-78A3D22461FA}"/>
                    </a:ext>
                  </a:extLst>
                </p14:cNvPr>
                <p14:cNvContentPartPr/>
                <p14:nvPr/>
              </p14:nvContentPartPr>
              <p14:xfrm>
                <a:off x="4587622" y="3284456"/>
                <a:ext cx="182160" cy="112680"/>
              </p14:xfrm>
            </p:contentPart>
          </mc:Choice>
          <mc:Fallback>
            <p:pic>
              <p:nvPicPr>
                <p:cNvPr id="272" name="Ink 271">
                  <a:extLst>
                    <a:ext uri="{FF2B5EF4-FFF2-40B4-BE49-F238E27FC236}">
                      <a16:creationId xmlns:a16="http://schemas.microsoft.com/office/drawing/2014/main" id="{B1BE8CFF-AE14-FD7E-8034-78A3D22461FA}"/>
                    </a:ext>
                  </a:extLst>
                </p:cNvPr>
                <p:cNvPicPr/>
                <p:nvPr/>
              </p:nvPicPr>
              <p:blipFill>
                <a:blip r:embed="rId455"/>
                <a:stretch>
                  <a:fillRect/>
                </a:stretch>
              </p:blipFill>
              <p:spPr>
                <a:xfrm>
                  <a:off x="4578982" y="3275456"/>
                  <a:ext cx="19980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273" name="Ink 272">
                  <a:extLst>
                    <a:ext uri="{FF2B5EF4-FFF2-40B4-BE49-F238E27FC236}">
                      <a16:creationId xmlns:a16="http://schemas.microsoft.com/office/drawing/2014/main" id="{396C970A-585B-E248-A32A-A2A52428D757}"/>
                    </a:ext>
                  </a:extLst>
                </p14:cNvPr>
                <p14:cNvContentPartPr/>
                <p14:nvPr/>
              </p14:nvContentPartPr>
              <p14:xfrm>
                <a:off x="4879942" y="3315776"/>
                <a:ext cx="241560" cy="95040"/>
              </p14:xfrm>
            </p:contentPart>
          </mc:Choice>
          <mc:Fallback>
            <p:pic>
              <p:nvPicPr>
                <p:cNvPr id="273" name="Ink 272">
                  <a:extLst>
                    <a:ext uri="{FF2B5EF4-FFF2-40B4-BE49-F238E27FC236}">
                      <a16:creationId xmlns:a16="http://schemas.microsoft.com/office/drawing/2014/main" id="{396C970A-585B-E248-A32A-A2A52428D757}"/>
                    </a:ext>
                  </a:extLst>
                </p:cNvPr>
                <p:cNvPicPr/>
                <p:nvPr/>
              </p:nvPicPr>
              <p:blipFill>
                <a:blip r:embed="rId457"/>
                <a:stretch>
                  <a:fillRect/>
                </a:stretch>
              </p:blipFill>
              <p:spPr>
                <a:xfrm>
                  <a:off x="4871302" y="3307136"/>
                  <a:ext cx="259200" cy="112680"/>
                </a:xfrm>
                <a:prstGeom prst="rect">
                  <a:avLst/>
                </a:prstGeom>
              </p:spPr>
            </p:pic>
          </mc:Fallback>
        </mc:AlternateContent>
      </p:grpSp>
      <p:grpSp>
        <p:nvGrpSpPr>
          <p:cNvPr id="277" name="Group 276">
            <a:extLst>
              <a:ext uri="{FF2B5EF4-FFF2-40B4-BE49-F238E27FC236}">
                <a16:creationId xmlns:a16="http://schemas.microsoft.com/office/drawing/2014/main" id="{5D803482-30BA-1429-DFA4-0D9EE6D4638B}"/>
              </a:ext>
            </a:extLst>
          </p:cNvPr>
          <p:cNvGrpSpPr/>
          <p:nvPr/>
        </p:nvGrpSpPr>
        <p:grpSpPr>
          <a:xfrm>
            <a:off x="1003462" y="4061336"/>
            <a:ext cx="154800" cy="286200"/>
            <a:chOff x="1003462" y="4061336"/>
            <a:chExt cx="154800" cy="286200"/>
          </a:xfrm>
        </p:grpSpPr>
        <mc:AlternateContent xmlns:mc="http://schemas.openxmlformats.org/markup-compatibility/2006">
          <mc:Choice xmlns:p14="http://schemas.microsoft.com/office/powerpoint/2010/main" Requires="p14">
            <p:contentPart p14:bwMode="auto" r:id="rId458">
              <p14:nvContentPartPr>
                <p14:cNvPr id="275" name="Ink 274">
                  <a:extLst>
                    <a:ext uri="{FF2B5EF4-FFF2-40B4-BE49-F238E27FC236}">
                      <a16:creationId xmlns:a16="http://schemas.microsoft.com/office/drawing/2014/main" id="{5BABAF2B-03E0-FF1E-0EF1-7BA98106CC74}"/>
                    </a:ext>
                  </a:extLst>
                </p14:cNvPr>
                <p14:cNvContentPartPr/>
                <p14:nvPr/>
              </p14:nvContentPartPr>
              <p14:xfrm>
                <a:off x="1084462" y="4120016"/>
                <a:ext cx="58320" cy="227520"/>
              </p14:xfrm>
            </p:contentPart>
          </mc:Choice>
          <mc:Fallback>
            <p:pic>
              <p:nvPicPr>
                <p:cNvPr id="275" name="Ink 274">
                  <a:extLst>
                    <a:ext uri="{FF2B5EF4-FFF2-40B4-BE49-F238E27FC236}">
                      <a16:creationId xmlns:a16="http://schemas.microsoft.com/office/drawing/2014/main" id="{5BABAF2B-03E0-FF1E-0EF1-7BA98106CC74}"/>
                    </a:ext>
                  </a:extLst>
                </p:cNvPr>
                <p:cNvPicPr/>
                <p:nvPr/>
              </p:nvPicPr>
              <p:blipFill>
                <a:blip r:embed="rId459"/>
                <a:stretch>
                  <a:fillRect/>
                </a:stretch>
              </p:blipFill>
              <p:spPr>
                <a:xfrm>
                  <a:off x="1075462" y="4111016"/>
                  <a:ext cx="7596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276" name="Ink 275">
                  <a:extLst>
                    <a:ext uri="{FF2B5EF4-FFF2-40B4-BE49-F238E27FC236}">
                      <a16:creationId xmlns:a16="http://schemas.microsoft.com/office/drawing/2014/main" id="{81E32898-8A5A-7B6B-44D9-F9B235489482}"/>
                    </a:ext>
                  </a:extLst>
                </p14:cNvPr>
                <p14:cNvContentPartPr/>
                <p14:nvPr/>
              </p14:nvContentPartPr>
              <p14:xfrm>
                <a:off x="1003462" y="4061336"/>
                <a:ext cx="154800" cy="85680"/>
              </p14:xfrm>
            </p:contentPart>
          </mc:Choice>
          <mc:Fallback>
            <p:pic>
              <p:nvPicPr>
                <p:cNvPr id="276" name="Ink 275">
                  <a:extLst>
                    <a:ext uri="{FF2B5EF4-FFF2-40B4-BE49-F238E27FC236}">
                      <a16:creationId xmlns:a16="http://schemas.microsoft.com/office/drawing/2014/main" id="{81E32898-8A5A-7B6B-44D9-F9B235489482}"/>
                    </a:ext>
                  </a:extLst>
                </p:cNvPr>
                <p:cNvPicPr/>
                <p:nvPr/>
              </p:nvPicPr>
              <p:blipFill>
                <a:blip r:embed="rId461"/>
                <a:stretch>
                  <a:fillRect/>
                </a:stretch>
              </p:blipFill>
              <p:spPr>
                <a:xfrm>
                  <a:off x="994822" y="4052696"/>
                  <a:ext cx="172440" cy="103320"/>
                </a:xfrm>
                <a:prstGeom prst="rect">
                  <a:avLst/>
                </a:prstGeom>
              </p:spPr>
            </p:pic>
          </mc:Fallback>
        </mc:AlternateContent>
      </p:grpSp>
      <p:grpSp>
        <p:nvGrpSpPr>
          <p:cNvPr id="287" name="Group 286">
            <a:extLst>
              <a:ext uri="{FF2B5EF4-FFF2-40B4-BE49-F238E27FC236}">
                <a16:creationId xmlns:a16="http://schemas.microsoft.com/office/drawing/2014/main" id="{5B8B8C92-C0C7-B9A8-B776-791612FB32A2}"/>
              </a:ext>
            </a:extLst>
          </p:cNvPr>
          <p:cNvGrpSpPr/>
          <p:nvPr/>
        </p:nvGrpSpPr>
        <p:grpSpPr>
          <a:xfrm>
            <a:off x="892942" y="4449416"/>
            <a:ext cx="600840" cy="198000"/>
            <a:chOff x="892942" y="4449416"/>
            <a:chExt cx="600840" cy="198000"/>
          </a:xfrm>
        </p:grpSpPr>
        <mc:AlternateContent xmlns:mc="http://schemas.openxmlformats.org/markup-compatibility/2006">
          <mc:Choice xmlns:p14="http://schemas.microsoft.com/office/powerpoint/2010/main" Requires="p14">
            <p:contentPart p14:bwMode="auto" r:id="rId462">
              <p14:nvContentPartPr>
                <p14:cNvPr id="278" name="Ink 277">
                  <a:extLst>
                    <a:ext uri="{FF2B5EF4-FFF2-40B4-BE49-F238E27FC236}">
                      <a16:creationId xmlns:a16="http://schemas.microsoft.com/office/drawing/2014/main" id="{2AB8601F-4A56-7BA4-F156-9B74201179CC}"/>
                    </a:ext>
                  </a:extLst>
                </p14:cNvPr>
                <p14:cNvContentPartPr/>
                <p14:nvPr/>
              </p14:nvContentPartPr>
              <p14:xfrm>
                <a:off x="956662" y="4492976"/>
                <a:ext cx="34920" cy="145800"/>
              </p14:xfrm>
            </p:contentPart>
          </mc:Choice>
          <mc:Fallback>
            <p:pic>
              <p:nvPicPr>
                <p:cNvPr id="278" name="Ink 277">
                  <a:extLst>
                    <a:ext uri="{FF2B5EF4-FFF2-40B4-BE49-F238E27FC236}">
                      <a16:creationId xmlns:a16="http://schemas.microsoft.com/office/drawing/2014/main" id="{2AB8601F-4A56-7BA4-F156-9B74201179CC}"/>
                    </a:ext>
                  </a:extLst>
                </p:cNvPr>
                <p:cNvPicPr/>
                <p:nvPr/>
              </p:nvPicPr>
              <p:blipFill>
                <a:blip r:embed="rId463"/>
                <a:stretch>
                  <a:fillRect/>
                </a:stretch>
              </p:blipFill>
              <p:spPr>
                <a:xfrm>
                  <a:off x="947662" y="4483976"/>
                  <a:ext cx="5256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464">
              <p14:nvContentPartPr>
                <p14:cNvPr id="279" name="Ink 278">
                  <a:extLst>
                    <a:ext uri="{FF2B5EF4-FFF2-40B4-BE49-F238E27FC236}">
                      <a16:creationId xmlns:a16="http://schemas.microsoft.com/office/drawing/2014/main" id="{7D1833A8-BC82-6CE6-7612-FAEEC30D1A3F}"/>
                    </a:ext>
                  </a:extLst>
                </p14:cNvPr>
                <p14:cNvContentPartPr/>
                <p14:nvPr/>
              </p14:nvContentPartPr>
              <p14:xfrm>
                <a:off x="892942" y="4459136"/>
                <a:ext cx="155160" cy="80640"/>
              </p14:xfrm>
            </p:contentPart>
          </mc:Choice>
          <mc:Fallback>
            <p:pic>
              <p:nvPicPr>
                <p:cNvPr id="279" name="Ink 278">
                  <a:extLst>
                    <a:ext uri="{FF2B5EF4-FFF2-40B4-BE49-F238E27FC236}">
                      <a16:creationId xmlns:a16="http://schemas.microsoft.com/office/drawing/2014/main" id="{7D1833A8-BC82-6CE6-7612-FAEEC30D1A3F}"/>
                    </a:ext>
                  </a:extLst>
                </p:cNvPr>
                <p:cNvPicPr/>
                <p:nvPr/>
              </p:nvPicPr>
              <p:blipFill>
                <a:blip r:embed="rId465"/>
                <a:stretch>
                  <a:fillRect/>
                </a:stretch>
              </p:blipFill>
              <p:spPr>
                <a:xfrm>
                  <a:off x="884302" y="4450136"/>
                  <a:ext cx="17280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466">
              <p14:nvContentPartPr>
                <p14:cNvPr id="281" name="Ink 280">
                  <a:extLst>
                    <a:ext uri="{FF2B5EF4-FFF2-40B4-BE49-F238E27FC236}">
                      <a16:creationId xmlns:a16="http://schemas.microsoft.com/office/drawing/2014/main" id="{E6F07DA5-47B7-6E16-BBB1-30F192F6BEFA}"/>
                    </a:ext>
                  </a:extLst>
                </p14:cNvPr>
                <p14:cNvContentPartPr/>
                <p14:nvPr/>
              </p14:nvContentPartPr>
              <p14:xfrm>
                <a:off x="1115422" y="4462736"/>
                <a:ext cx="145440" cy="184680"/>
              </p14:xfrm>
            </p:contentPart>
          </mc:Choice>
          <mc:Fallback>
            <p:pic>
              <p:nvPicPr>
                <p:cNvPr id="281" name="Ink 280">
                  <a:extLst>
                    <a:ext uri="{FF2B5EF4-FFF2-40B4-BE49-F238E27FC236}">
                      <a16:creationId xmlns:a16="http://schemas.microsoft.com/office/drawing/2014/main" id="{E6F07DA5-47B7-6E16-BBB1-30F192F6BEFA}"/>
                    </a:ext>
                  </a:extLst>
                </p:cNvPr>
                <p:cNvPicPr/>
                <p:nvPr/>
              </p:nvPicPr>
              <p:blipFill>
                <a:blip r:embed="rId467"/>
                <a:stretch>
                  <a:fillRect/>
                </a:stretch>
              </p:blipFill>
              <p:spPr>
                <a:xfrm>
                  <a:off x="1106782" y="4454096"/>
                  <a:ext cx="16308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468">
              <p14:nvContentPartPr>
                <p14:cNvPr id="282" name="Ink 281">
                  <a:extLst>
                    <a:ext uri="{FF2B5EF4-FFF2-40B4-BE49-F238E27FC236}">
                      <a16:creationId xmlns:a16="http://schemas.microsoft.com/office/drawing/2014/main" id="{E015EBDD-F07C-BAA1-27C5-32386D43631D}"/>
                    </a:ext>
                  </a:extLst>
                </p14:cNvPr>
                <p14:cNvContentPartPr/>
                <p14:nvPr/>
              </p14:nvContentPartPr>
              <p14:xfrm>
                <a:off x="1286422" y="4449416"/>
                <a:ext cx="207360" cy="185760"/>
              </p14:xfrm>
            </p:contentPart>
          </mc:Choice>
          <mc:Fallback>
            <p:pic>
              <p:nvPicPr>
                <p:cNvPr id="282" name="Ink 281">
                  <a:extLst>
                    <a:ext uri="{FF2B5EF4-FFF2-40B4-BE49-F238E27FC236}">
                      <a16:creationId xmlns:a16="http://schemas.microsoft.com/office/drawing/2014/main" id="{E015EBDD-F07C-BAA1-27C5-32386D43631D}"/>
                    </a:ext>
                  </a:extLst>
                </p:cNvPr>
                <p:cNvPicPr/>
                <p:nvPr/>
              </p:nvPicPr>
              <p:blipFill>
                <a:blip r:embed="rId469"/>
                <a:stretch>
                  <a:fillRect/>
                </a:stretch>
              </p:blipFill>
              <p:spPr>
                <a:xfrm>
                  <a:off x="1277422" y="4440776"/>
                  <a:ext cx="225000" cy="203400"/>
                </a:xfrm>
                <a:prstGeom prst="rect">
                  <a:avLst/>
                </a:prstGeom>
              </p:spPr>
            </p:pic>
          </mc:Fallback>
        </mc:AlternateContent>
      </p:grpSp>
      <p:grpSp>
        <p:nvGrpSpPr>
          <p:cNvPr id="286" name="Group 285">
            <a:extLst>
              <a:ext uri="{FF2B5EF4-FFF2-40B4-BE49-F238E27FC236}">
                <a16:creationId xmlns:a16="http://schemas.microsoft.com/office/drawing/2014/main" id="{8C3999D3-7A18-CA1E-486F-A020EE2072FC}"/>
              </a:ext>
            </a:extLst>
          </p:cNvPr>
          <p:cNvGrpSpPr/>
          <p:nvPr/>
        </p:nvGrpSpPr>
        <p:grpSpPr>
          <a:xfrm>
            <a:off x="1690342" y="4395056"/>
            <a:ext cx="297000" cy="318240"/>
            <a:chOff x="1690342" y="4395056"/>
            <a:chExt cx="297000" cy="318240"/>
          </a:xfrm>
        </p:grpSpPr>
        <mc:AlternateContent xmlns:mc="http://schemas.openxmlformats.org/markup-compatibility/2006">
          <mc:Choice xmlns:p14="http://schemas.microsoft.com/office/powerpoint/2010/main" Requires="p14">
            <p:contentPart p14:bwMode="auto" r:id="rId470">
              <p14:nvContentPartPr>
                <p14:cNvPr id="283" name="Ink 282">
                  <a:extLst>
                    <a:ext uri="{FF2B5EF4-FFF2-40B4-BE49-F238E27FC236}">
                      <a16:creationId xmlns:a16="http://schemas.microsoft.com/office/drawing/2014/main" id="{EF5AC88C-FC73-7CC3-D0B8-F4E1A72C02CC}"/>
                    </a:ext>
                  </a:extLst>
                </p14:cNvPr>
                <p14:cNvContentPartPr/>
                <p14:nvPr/>
              </p14:nvContentPartPr>
              <p14:xfrm>
                <a:off x="1690342" y="4540856"/>
                <a:ext cx="133200" cy="85320"/>
              </p14:xfrm>
            </p:contentPart>
          </mc:Choice>
          <mc:Fallback>
            <p:pic>
              <p:nvPicPr>
                <p:cNvPr id="283" name="Ink 282">
                  <a:extLst>
                    <a:ext uri="{FF2B5EF4-FFF2-40B4-BE49-F238E27FC236}">
                      <a16:creationId xmlns:a16="http://schemas.microsoft.com/office/drawing/2014/main" id="{EF5AC88C-FC73-7CC3-D0B8-F4E1A72C02CC}"/>
                    </a:ext>
                  </a:extLst>
                </p:cNvPr>
                <p:cNvPicPr/>
                <p:nvPr/>
              </p:nvPicPr>
              <p:blipFill>
                <a:blip r:embed="rId471"/>
                <a:stretch>
                  <a:fillRect/>
                </a:stretch>
              </p:blipFill>
              <p:spPr>
                <a:xfrm>
                  <a:off x="1681702" y="4532216"/>
                  <a:ext cx="15084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472">
              <p14:nvContentPartPr>
                <p14:cNvPr id="284" name="Ink 283">
                  <a:extLst>
                    <a:ext uri="{FF2B5EF4-FFF2-40B4-BE49-F238E27FC236}">
                      <a16:creationId xmlns:a16="http://schemas.microsoft.com/office/drawing/2014/main" id="{F5737655-7BE5-4F26-5943-B8451C935E8B}"/>
                    </a:ext>
                  </a:extLst>
                </p14:cNvPr>
                <p14:cNvContentPartPr/>
                <p14:nvPr/>
              </p14:nvContentPartPr>
              <p14:xfrm>
                <a:off x="1848382" y="4395056"/>
                <a:ext cx="138960" cy="318240"/>
              </p14:xfrm>
            </p:contentPart>
          </mc:Choice>
          <mc:Fallback>
            <p:pic>
              <p:nvPicPr>
                <p:cNvPr id="284" name="Ink 283">
                  <a:extLst>
                    <a:ext uri="{FF2B5EF4-FFF2-40B4-BE49-F238E27FC236}">
                      <a16:creationId xmlns:a16="http://schemas.microsoft.com/office/drawing/2014/main" id="{F5737655-7BE5-4F26-5943-B8451C935E8B}"/>
                    </a:ext>
                  </a:extLst>
                </p:cNvPr>
                <p:cNvPicPr/>
                <p:nvPr/>
              </p:nvPicPr>
              <p:blipFill>
                <a:blip r:embed="rId473"/>
                <a:stretch>
                  <a:fillRect/>
                </a:stretch>
              </p:blipFill>
              <p:spPr>
                <a:xfrm>
                  <a:off x="1839742" y="4386056"/>
                  <a:ext cx="15660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474">
              <p14:nvContentPartPr>
                <p14:cNvPr id="285" name="Ink 284">
                  <a:extLst>
                    <a:ext uri="{FF2B5EF4-FFF2-40B4-BE49-F238E27FC236}">
                      <a16:creationId xmlns:a16="http://schemas.microsoft.com/office/drawing/2014/main" id="{88DE426F-074D-4662-AAB3-6604E94B52F2}"/>
                    </a:ext>
                  </a:extLst>
                </p14:cNvPr>
                <p14:cNvContentPartPr/>
                <p14:nvPr/>
              </p14:nvContentPartPr>
              <p14:xfrm>
                <a:off x="1850902" y="4608896"/>
                <a:ext cx="116280" cy="27360"/>
              </p14:xfrm>
            </p:contentPart>
          </mc:Choice>
          <mc:Fallback>
            <p:pic>
              <p:nvPicPr>
                <p:cNvPr id="285" name="Ink 284">
                  <a:extLst>
                    <a:ext uri="{FF2B5EF4-FFF2-40B4-BE49-F238E27FC236}">
                      <a16:creationId xmlns:a16="http://schemas.microsoft.com/office/drawing/2014/main" id="{88DE426F-074D-4662-AAB3-6604E94B52F2}"/>
                    </a:ext>
                  </a:extLst>
                </p:cNvPr>
                <p:cNvPicPr/>
                <p:nvPr/>
              </p:nvPicPr>
              <p:blipFill>
                <a:blip r:embed="rId475"/>
                <a:stretch>
                  <a:fillRect/>
                </a:stretch>
              </p:blipFill>
              <p:spPr>
                <a:xfrm>
                  <a:off x="1842262" y="4599896"/>
                  <a:ext cx="133920" cy="45000"/>
                </a:xfrm>
                <a:prstGeom prst="rect">
                  <a:avLst/>
                </a:prstGeom>
              </p:spPr>
            </p:pic>
          </mc:Fallback>
        </mc:AlternateContent>
      </p:grpSp>
      <p:grpSp>
        <p:nvGrpSpPr>
          <p:cNvPr id="299" name="Group 298">
            <a:extLst>
              <a:ext uri="{FF2B5EF4-FFF2-40B4-BE49-F238E27FC236}">
                <a16:creationId xmlns:a16="http://schemas.microsoft.com/office/drawing/2014/main" id="{DB1E7592-7C9C-E5CC-3E7E-9A8D1AF87972}"/>
              </a:ext>
            </a:extLst>
          </p:cNvPr>
          <p:cNvGrpSpPr/>
          <p:nvPr/>
        </p:nvGrpSpPr>
        <p:grpSpPr>
          <a:xfrm>
            <a:off x="2209102" y="4404776"/>
            <a:ext cx="602640" cy="203400"/>
            <a:chOff x="2209102" y="4404776"/>
            <a:chExt cx="602640" cy="203400"/>
          </a:xfrm>
        </p:grpSpPr>
        <mc:AlternateContent xmlns:mc="http://schemas.openxmlformats.org/markup-compatibility/2006">
          <mc:Choice xmlns:p14="http://schemas.microsoft.com/office/powerpoint/2010/main" Requires="p14">
            <p:contentPart p14:bwMode="auto" r:id="rId476">
              <p14:nvContentPartPr>
                <p14:cNvPr id="288" name="Ink 287">
                  <a:extLst>
                    <a:ext uri="{FF2B5EF4-FFF2-40B4-BE49-F238E27FC236}">
                      <a16:creationId xmlns:a16="http://schemas.microsoft.com/office/drawing/2014/main" id="{38778B11-3E1D-B3D6-4325-8E22F5378548}"/>
                    </a:ext>
                  </a:extLst>
                </p14:cNvPr>
                <p14:cNvContentPartPr/>
                <p14:nvPr/>
              </p14:nvContentPartPr>
              <p14:xfrm>
                <a:off x="2209102" y="4442216"/>
                <a:ext cx="242640" cy="165960"/>
              </p14:xfrm>
            </p:contentPart>
          </mc:Choice>
          <mc:Fallback>
            <p:pic>
              <p:nvPicPr>
                <p:cNvPr id="288" name="Ink 287">
                  <a:extLst>
                    <a:ext uri="{FF2B5EF4-FFF2-40B4-BE49-F238E27FC236}">
                      <a16:creationId xmlns:a16="http://schemas.microsoft.com/office/drawing/2014/main" id="{38778B11-3E1D-B3D6-4325-8E22F5378548}"/>
                    </a:ext>
                  </a:extLst>
                </p:cNvPr>
                <p:cNvPicPr/>
                <p:nvPr/>
              </p:nvPicPr>
              <p:blipFill>
                <a:blip r:embed="rId477"/>
                <a:stretch>
                  <a:fillRect/>
                </a:stretch>
              </p:blipFill>
              <p:spPr>
                <a:xfrm>
                  <a:off x="2200462" y="4433216"/>
                  <a:ext cx="26028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478">
              <p14:nvContentPartPr>
                <p14:cNvPr id="289" name="Ink 288">
                  <a:extLst>
                    <a:ext uri="{FF2B5EF4-FFF2-40B4-BE49-F238E27FC236}">
                      <a16:creationId xmlns:a16="http://schemas.microsoft.com/office/drawing/2014/main" id="{98D749FC-106B-009E-BA04-2D55EDB4D8D0}"/>
                    </a:ext>
                  </a:extLst>
                </p14:cNvPr>
                <p14:cNvContentPartPr/>
                <p14:nvPr/>
              </p14:nvContentPartPr>
              <p14:xfrm>
                <a:off x="2506462" y="4410536"/>
                <a:ext cx="164520" cy="190080"/>
              </p14:xfrm>
            </p:contentPart>
          </mc:Choice>
          <mc:Fallback>
            <p:pic>
              <p:nvPicPr>
                <p:cNvPr id="289" name="Ink 288">
                  <a:extLst>
                    <a:ext uri="{FF2B5EF4-FFF2-40B4-BE49-F238E27FC236}">
                      <a16:creationId xmlns:a16="http://schemas.microsoft.com/office/drawing/2014/main" id="{98D749FC-106B-009E-BA04-2D55EDB4D8D0}"/>
                    </a:ext>
                  </a:extLst>
                </p:cNvPr>
                <p:cNvPicPr/>
                <p:nvPr/>
              </p:nvPicPr>
              <p:blipFill>
                <a:blip r:embed="rId479"/>
                <a:stretch>
                  <a:fillRect/>
                </a:stretch>
              </p:blipFill>
              <p:spPr>
                <a:xfrm>
                  <a:off x="2497462" y="4401896"/>
                  <a:ext cx="18216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480">
              <p14:nvContentPartPr>
                <p14:cNvPr id="290" name="Ink 289">
                  <a:extLst>
                    <a:ext uri="{FF2B5EF4-FFF2-40B4-BE49-F238E27FC236}">
                      <a16:creationId xmlns:a16="http://schemas.microsoft.com/office/drawing/2014/main" id="{35C89572-7FB7-2776-DAFD-81B19296242E}"/>
                    </a:ext>
                  </a:extLst>
                </p14:cNvPr>
                <p14:cNvContentPartPr/>
                <p14:nvPr/>
              </p14:nvContentPartPr>
              <p14:xfrm>
                <a:off x="2690782" y="4404776"/>
                <a:ext cx="120960" cy="183600"/>
              </p14:xfrm>
            </p:contentPart>
          </mc:Choice>
          <mc:Fallback>
            <p:pic>
              <p:nvPicPr>
                <p:cNvPr id="290" name="Ink 289">
                  <a:extLst>
                    <a:ext uri="{FF2B5EF4-FFF2-40B4-BE49-F238E27FC236}">
                      <a16:creationId xmlns:a16="http://schemas.microsoft.com/office/drawing/2014/main" id="{35C89572-7FB7-2776-DAFD-81B19296242E}"/>
                    </a:ext>
                  </a:extLst>
                </p:cNvPr>
                <p:cNvPicPr/>
                <p:nvPr/>
              </p:nvPicPr>
              <p:blipFill>
                <a:blip r:embed="rId481"/>
                <a:stretch>
                  <a:fillRect/>
                </a:stretch>
              </p:blipFill>
              <p:spPr>
                <a:xfrm>
                  <a:off x="2682142" y="4395776"/>
                  <a:ext cx="138600" cy="201240"/>
                </a:xfrm>
                <a:prstGeom prst="rect">
                  <a:avLst/>
                </a:prstGeom>
              </p:spPr>
            </p:pic>
          </mc:Fallback>
        </mc:AlternateContent>
      </p:grpSp>
      <p:grpSp>
        <p:nvGrpSpPr>
          <p:cNvPr id="298" name="Group 297">
            <a:extLst>
              <a:ext uri="{FF2B5EF4-FFF2-40B4-BE49-F238E27FC236}">
                <a16:creationId xmlns:a16="http://schemas.microsoft.com/office/drawing/2014/main" id="{E18D4F41-D654-73B0-1C5F-DA1B9DF38ECB}"/>
              </a:ext>
            </a:extLst>
          </p:cNvPr>
          <p:cNvGrpSpPr/>
          <p:nvPr/>
        </p:nvGrpSpPr>
        <p:grpSpPr>
          <a:xfrm>
            <a:off x="3030262" y="4436096"/>
            <a:ext cx="928800" cy="248760"/>
            <a:chOff x="3030262" y="4436096"/>
            <a:chExt cx="928800" cy="248760"/>
          </a:xfrm>
        </p:grpSpPr>
        <mc:AlternateContent xmlns:mc="http://schemas.openxmlformats.org/markup-compatibility/2006">
          <mc:Choice xmlns:p14="http://schemas.microsoft.com/office/powerpoint/2010/main" Requires="p14">
            <p:contentPart p14:bwMode="auto" r:id="rId482">
              <p14:nvContentPartPr>
                <p14:cNvPr id="291" name="Ink 290">
                  <a:extLst>
                    <a:ext uri="{FF2B5EF4-FFF2-40B4-BE49-F238E27FC236}">
                      <a16:creationId xmlns:a16="http://schemas.microsoft.com/office/drawing/2014/main" id="{D8FF4C8B-7A93-3770-5E6F-5971FCFDEBA8}"/>
                    </a:ext>
                  </a:extLst>
                </p14:cNvPr>
                <p14:cNvContentPartPr/>
                <p14:nvPr/>
              </p14:nvContentPartPr>
              <p14:xfrm>
                <a:off x="3030262" y="4502696"/>
                <a:ext cx="89640" cy="182160"/>
              </p14:xfrm>
            </p:contentPart>
          </mc:Choice>
          <mc:Fallback>
            <p:pic>
              <p:nvPicPr>
                <p:cNvPr id="291" name="Ink 290">
                  <a:extLst>
                    <a:ext uri="{FF2B5EF4-FFF2-40B4-BE49-F238E27FC236}">
                      <a16:creationId xmlns:a16="http://schemas.microsoft.com/office/drawing/2014/main" id="{D8FF4C8B-7A93-3770-5E6F-5971FCFDEBA8}"/>
                    </a:ext>
                  </a:extLst>
                </p:cNvPr>
                <p:cNvPicPr/>
                <p:nvPr/>
              </p:nvPicPr>
              <p:blipFill>
                <a:blip r:embed="rId483"/>
                <a:stretch>
                  <a:fillRect/>
                </a:stretch>
              </p:blipFill>
              <p:spPr>
                <a:xfrm>
                  <a:off x="3021262" y="4494056"/>
                  <a:ext cx="10728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484">
              <p14:nvContentPartPr>
                <p14:cNvPr id="292" name="Ink 291">
                  <a:extLst>
                    <a:ext uri="{FF2B5EF4-FFF2-40B4-BE49-F238E27FC236}">
                      <a16:creationId xmlns:a16="http://schemas.microsoft.com/office/drawing/2014/main" id="{ED733D92-E03F-8847-D631-A27B3EB3BB10}"/>
                    </a:ext>
                  </a:extLst>
                </p14:cNvPr>
                <p14:cNvContentPartPr/>
                <p14:nvPr/>
              </p14:nvContentPartPr>
              <p14:xfrm>
                <a:off x="3177862" y="4476416"/>
                <a:ext cx="43200" cy="92880"/>
              </p14:xfrm>
            </p:contentPart>
          </mc:Choice>
          <mc:Fallback>
            <p:pic>
              <p:nvPicPr>
                <p:cNvPr id="292" name="Ink 291">
                  <a:extLst>
                    <a:ext uri="{FF2B5EF4-FFF2-40B4-BE49-F238E27FC236}">
                      <a16:creationId xmlns:a16="http://schemas.microsoft.com/office/drawing/2014/main" id="{ED733D92-E03F-8847-D631-A27B3EB3BB10}"/>
                    </a:ext>
                  </a:extLst>
                </p:cNvPr>
                <p:cNvPicPr/>
                <p:nvPr/>
              </p:nvPicPr>
              <p:blipFill>
                <a:blip r:embed="rId485"/>
                <a:stretch>
                  <a:fillRect/>
                </a:stretch>
              </p:blipFill>
              <p:spPr>
                <a:xfrm>
                  <a:off x="3169222" y="4467776"/>
                  <a:ext cx="6084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486">
              <p14:nvContentPartPr>
                <p14:cNvPr id="293" name="Ink 292">
                  <a:extLst>
                    <a:ext uri="{FF2B5EF4-FFF2-40B4-BE49-F238E27FC236}">
                      <a16:creationId xmlns:a16="http://schemas.microsoft.com/office/drawing/2014/main" id="{DE2266C7-B911-FC3F-E344-C187C462BAAF}"/>
                    </a:ext>
                  </a:extLst>
                </p14:cNvPr>
                <p14:cNvContentPartPr/>
                <p14:nvPr/>
              </p14:nvContentPartPr>
              <p14:xfrm>
                <a:off x="3321502" y="4481096"/>
                <a:ext cx="92880" cy="76320"/>
              </p14:xfrm>
            </p:contentPart>
          </mc:Choice>
          <mc:Fallback>
            <p:pic>
              <p:nvPicPr>
                <p:cNvPr id="293" name="Ink 292">
                  <a:extLst>
                    <a:ext uri="{FF2B5EF4-FFF2-40B4-BE49-F238E27FC236}">
                      <a16:creationId xmlns:a16="http://schemas.microsoft.com/office/drawing/2014/main" id="{DE2266C7-B911-FC3F-E344-C187C462BAAF}"/>
                    </a:ext>
                  </a:extLst>
                </p:cNvPr>
                <p:cNvPicPr/>
                <p:nvPr/>
              </p:nvPicPr>
              <p:blipFill>
                <a:blip r:embed="rId487"/>
                <a:stretch>
                  <a:fillRect/>
                </a:stretch>
              </p:blipFill>
              <p:spPr>
                <a:xfrm>
                  <a:off x="3312502" y="4472096"/>
                  <a:ext cx="11052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488">
              <p14:nvContentPartPr>
                <p14:cNvPr id="294" name="Ink 293">
                  <a:extLst>
                    <a:ext uri="{FF2B5EF4-FFF2-40B4-BE49-F238E27FC236}">
                      <a16:creationId xmlns:a16="http://schemas.microsoft.com/office/drawing/2014/main" id="{A83527E7-7D49-6F13-5E67-23658E1910BB}"/>
                    </a:ext>
                  </a:extLst>
                </p14:cNvPr>
                <p14:cNvContentPartPr/>
                <p14:nvPr/>
              </p14:nvContentPartPr>
              <p14:xfrm>
                <a:off x="3452902" y="4486856"/>
                <a:ext cx="155880" cy="87120"/>
              </p14:xfrm>
            </p:contentPart>
          </mc:Choice>
          <mc:Fallback>
            <p:pic>
              <p:nvPicPr>
                <p:cNvPr id="294" name="Ink 293">
                  <a:extLst>
                    <a:ext uri="{FF2B5EF4-FFF2-40B4-BE49-F238E27FC236}">
                      <a16:creationId xmlns:a16="http://schemas.microsoft.com/office/drawing/2014/main" id="{A83527E7-7D49-6F13-5E67-23658E1910BB}"/>
                    </a:ext>
                  </a:extLst>
                </p:cNvPr>
                <p:cNvPicPr/>
                <p:nvPr/>
              </p:nvPicPr>
              <p:blipFill>
                <a:blip r:embed="rId489"/>
                <a:stretch>
                  <a:fillRect/>
                </a:stretch>
              </p:blipFill>
              <p:spPr>
                <a:xfrm>
                  <a:off x="3444262" y="4477856"/>
                  <a:ext cx="17352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490">
              <p14:nvContentPartPr>
                <p14:cNvPr id="295" name="Ink 294">
                  <a:extLst>
                    <a:ext uri="{FF2B5EF4-FFF2-40B4-BE49-F238E27FC236}">
                      <a16:creationId xmlns:a16="http://schemas.microsoft.com/office/drawing/2014/main" id="{C09445B7-A14E-4414-13B5-B7F374C614A0}"/>
                    </a:ext>
                  </a:extLst>
                </p14:cNvPr>
                <p14:cNvContentPartPr/>
                <p14:nvPr/>
              </p14:nvContentPartPr>
              <p14:xfrm>
                <a:off x="3567022" y="4440776"/>
                <a:ext cx="167040" cy="147240"/>
              </p14:xfrm>
            </p:contentPart>
          </mc:Choice>
          <mc:Fallback>
            <p:pic>
              <p:nvPicPr>
                <p:cNvPr id="295" name="Ink 294">
                  <a:extLst>
                    <a:ext uri="{FF2B5EF4-FFF2-40B4-BE49-F238E27FC236}">
                      <a16:creationId xmlns:a16="http://schemas.microsoft.com/office/drawing/2014/main" id="{C09445B7-A14E-4414-13B5-B7F374C614A0}"/>
                    </a:ext>
                  </a:extLst>
                </p:cNvPr>
                <p:cNvPicPr/>
                <p:nvPr/>
              </p:nvPicPr>
              <p:blipFill>
                <a:blip r:embed="rId491"/>
                <a:stretch>
                  <a:fillRect/>
                </a:stretch>
              </p:blipFill>
              <p:spPr>
                <a:xfrm>
                  <a:off x="3558382" y="4431776"/>
                  <a:ext cx="18468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492">
              <p14:nvContentPartPr>
                <p14:cNvPr id="296" name="Ink 295">
                  <a:extLst>
                    <a:ext uri="{FF2B5EF4-FFF2-40B4-BE49-F238E27FC236}">
                      <a16:creationId xmlns:a16="http://schemas.microsoft.com/office/drawing/2014/main" id="{2A375A63-A4DE-D754-F983-B0AF7BB262C6}"/>
                    </a:ext>
                  </a:extLst>
                </p14:cNvPr>
                <p14:cNvContentPartPr/>
                <p14:nvPr/>
              </p14:nvContentPartPr>
              <p14:xfrm>
                <a:off x="3748102" y="4449416"/>
                <a:ext cx="92880" cy="118440"/>
              </p14:xfrm>
            </p:contentPart>
          </mc:Choice>
          <mc:Fallback>
            <p:pic>
              <p:nvPicPr>
                <p:cNvPr id="296" name="Ink 295">
                  <a:extLst>
                    <a:ext uri="{FF2B5EF4-FFF2-40B4-BE49-F238E27FC236}">
                      <a16:creationId xmlns:a16="http://schemas.microsoft.com/office/drawing/2014/main" id="{2A375A63-A4DE-D754-F983-B0AF7BB262C6}"/>
                    </a:ext>
                  </a:extLst>
                </p:cNvPr>
                <p:cNvPicPr/>
                <p:nvPr/>
              </p:nvPicPr>
              <p:blipFill>
                <a:blip r:embed="rId493"/>
                <a:stretch>
                  <a:fillRect/>
                </a:stretch>
              </p:blipFill>
              <p:spPr>
                <a:xfrm>
                  <a:off x="3739462" y="4440776"/>
                  <a:ext cx="11052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494">
              <p14:nvContentPartPr>
                <p14:cNvPr id="297" name="Ink 296">
                  <a:extLst>
                    <a:ext uri="{FF2B5EF4-FFF2-40B4-BE49-F238E27FC236}">
                      <a16:creationId xmlns:a16="http://schemas.microsoft.com/office/drawing/2014/main" id="{9DFFD165-81C1-4442-4456-C6642A1BF9C3}"/>
                    </a:ext>
                  </a:extLst>
                </p14:cNvPr>
                <p14:cNvContentPartPr/>
                <p14:nvPr/>
              </p14:nvContentPartPr>
              <p14:xfrm>
                <a:off x="3844942" y="4436096"/>
                <a:ext cx="114120" cy="140400"/>
              </p14:xfrm>
            </p:contentPart>
          </mc:Choice>
          <mc:Fallback>
            <p:pic>
              <p:nvPicPr>
                <p:cNvPr id="297" name="Ink 296">
                  <a:extLst>
                    <a:ext uri="{FF2B5EF4-FFF2-40B4-BE49-F238E27FC236}">
                      <a16:creationId xmlns:a16="http://schemas.microsoft.com/office/drawing/2014/main" id="{9DFFD165-81C1-4442-4456-C6642A1BF9C3}"/>
                    </a:ext>
                  </a:extLst>
                </p:cNvPr>
                <p:cNvPicPr/>
                <p:nvPr/>
              </p:nvPicPr>
              <p:blipFill>
                <a:blip r:embed="rId495"/>
                <a:stretch>
                  <a:fillRect/>
                </a:stretch>
              </p:blipFill>
              <p:spPr>
                <a:xfrm>
                  <a:off x="3835942" y="4427456"/>
                  <a:ext cx="131760" cy="158040"/>
                </a:xfrm>
                <a:prstGeom prst="rect">
                  <a:avLst/>
                </a:prstGeom>
              </p:spPr>
            </p:pic>
          </mc:Fallback>
        </mc:AlternateContent>
      </p:grpSp>
      <p:grpSp>
        <p:nvGrpSpPr>
          <p:cNvPr id="307" name="Group 306">
            <a:extLst>
              <a:ext uri="{FF2B5EF4-FFF2-40B4-BE49-F238E27FC236}">
                <a16:creationId xmlns:a16="http://schemas.microsoft.com/office/drawing/2014/main" id="{6A59E5B2-4F43-7290-75BF-2A51D415F920}"/>
              </a:ext>
            </a:extLst>
          </p:cNvPr>
          <p:cNvGrpSpPr/>
          <p:nvPr/>
        </p:nvGrpSpPr>
        <p:grpSpPr>
          <a:xfrm>
            <a:off x="4213222" y="4319816"/>
            <a:ext cx="736560" cy="279000"/>
            <a:chOff x="4213222" y="4319816"/>
            <a:chExt cx="736560" cy="279000"/>
          </a:xfrm>
        </p:grpSpPr>
        <mc:AlternateContent xmlns:mc="http://schemas.openxmlformats.org/markup-compatibility/2006">
          <mc:Choice xmlns:p14="http://schemas.microsoft.com/office/powerpoint/2010/main" Requires="p14">
            <p:contentPart p14:bwMode="auto" r:id="rId496">
              <p14:nvContentPartPr>
                <p14:cNvPr id="300" name="Ink 299">
                  <a:extLst>
                    <a:ext uri="{FF2B5EF4-FFF2-40B4-BE49-F238E27FC236}">
                      <a16:creationId xmlns:a16="http://schemas.microsoft.com/office/drawing/2014/main" id="{FB87C800-BA97-36EC-66C4-8303BFB165B5}"/>
                    </a:ext>
                  </a:extLst>
                </p14:cNvPr>
                <p14:cNvContentPartPr/>
                <p14:nvPr/>
              </p14:nvContentPartPr>
              <p14:xfrm>
                <a:off x="4213222" y="4396136"/>
                <a:ext cx="223200" cy="137160"/>
              </p14:xfrm>
            </p:contentPart>
          </mc:Choice>
          <mc:Fallback>
            <p:pic>
              <p:nvPicPr>
                <p:cNvPr id="300" name="Ink 299">
                  <a:extLst>
                    <a:ext uri="{FF2B5EF4-FFF2-40B4-BE49-F238E27FC236}">
                      <a16:creationId xmlns:a16="http://schemas.microsoft.com/office/drawing/2014/main" id="{FB87C800-BA97-36EC-66C4-8303BFB165B5}"/>
                    </a:ext>
                  </a:extLst>
                </p:cNvPr>
                <p:cNvPicPr/>
                <p:nvPr/>
              </p:nvPicPr>
              <p:blipFill>
                <a:blip r:embed="rId497"/>
                <a:stretch>
                  <a:fillRect/>
                </a:stretch>
              </p:blipFill>
              <p:spPr>
                <a:xfrm>
                  <a:off x="4204222" y="4387136"/>
                  <a:ext cx="24084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498">
              <p14:nvContentPartPr>
                <p14:cNvPr id="301" name="Ink 300">
                  <a:extLst>
                    <a:ext uri="{FF2B5EF4-FFF2-40B4-BE49-F238E27FC236}">
                      <a16:creationId xmlns:a16="http://schemas.microsoft.com/office/drawing/2014/main" id="{61AE375B-2D16-F34D-EB29-ACDB41121C3D}"/>
                    </a:ext>
                  </a:extLst>
                </p14:cNvPr>
                <p14:cNvContentPartPr/>
                <p14:nvPr/>
              </p14:nvContentPartPr>
              <p14:xfrm>
                <a:off x="4293862" y="4413056"/>
                <a:ext cx="76320" cy="94320"/>
              </p14:xfrm>
            </p:contentPart>
          </mc:Choice>
          <mc:Fallback>
            <p:pic>
              <p:nvPicPr>
                <p:cNvPr id="301" name="Ink 300">
                  <a:extLst>
                    <a:ext uri="{FF2B5EF4-FFF2-40B4-BE49-F238E27FC236}">
                      <a16:creationId xmlns:a16="http://schemas.microsoft.com/office/drawing/2014/main" id="{61AE375B-2D16-F34D-EB29-ACDB41121C3D}"/>
                    </a:ext>
                  </a:extLst>
                </p:cNvPr>
                <p:cNvPicPr/>
                <p:nvPr/>
              </p:nvPicPr>
              <p:blipFill>
                <a:blip r:embed="rId499"/>
                <a:stretch>
                  <a:fillRect/>
                </a:stretch>
              </p:blipFill>
              <p:spPr>
                <a:xfrm>
                  <a:off x="4284862" y="4404056"/>
                  <a:ext cx="9396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500">
              <p14:nvContentPartPr>
                <p14:cNvPr id="302" name="Ink 301">
                  <a:extLst>
                    <a:ext uri="{FF2B5EF4-FFF2-40B4-BE49-F238E27FC236}">
                      <a16:creationId xmlns:a16="http://schemas.microsoft.com/office/drawing/2014/main" id="{74340D31-48A5-9DD6-8BC1-F51324905DC8}"/>
                    </a:ext>
                  </a:extLst>
                </p14:cNvPr>
                <p14:cNvContentPartPr/>
                <p14:nvPr/>
              </p14:nvContentPartPr>
              <p14:xfrm>
                <a:off x="4447582" y="4319816"/>
                <a:ext cx="208080" cy="279000"/>
              </p14:xfrm>
            </p:contentPart>
          </mc:Choice>
          <mc:Fallback>
            <p:pic>
              <p:nvPicPr>
                <p:cNvPr id="302" name="Ink 301">
                  <a:extLst>
                    <a:ext uri="{FF2B5EF4-FFF2-40B4-BE49-F238E27FC236}">
                      <a16:creationId xmlns:a16="http://schemas.microsoft.com/office/drawing/2014/main" id="{74340D31-48A5-9DD6-8BC1-F51324905DC8}"/>
                    </a:ext>
                  </a:extLst>
                </p:cNvPr>
                <p:cNvPicPr/>
                <p:nvPr/>
              </p:nvPicPr>
              <p:blipFill>
                <a:blip r:embed="rId501"/>
                <a:stretch>
                  <a:fillRect/>
                </a:stretch>
              </p:blipFill>
              <p:spPr>
                <a:xfrm>
                  <a:off x="4438942" y="4311176"/>
                  <a:ext cx="22572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502">
              <p14:nvContentPartPr>
                <p14:cNvPr id="303" name="Ink 302">
                  <a:extLst>
                    <a:ext uri="{FF2B5EF4-FFF2-40B4-BE49-F238E27FC236}">
                      <a16:creationId xmlns:a16="http://schemas.microsoft.com/office/drawing/2014/main" id="{6089FD54-E72D-86C6-1A65-3347A8416B2B}"/>
                    </a:ext>
                  </a:extLst>
                </p14:cNvPr>
                <p14:cNvContentPartPr/>
                <p14:nvPr/>
              </p14:nvContentPartPr>
              <p14:xfrm>
                <a:off x="4619662" y="4448696"/>
                <a:ext cx="192600" cy="89640"/>
              </p14:xfrm>
            </p:contentPart>
          </mc:Choice>
          <mc:Fallback>
            <p:pic>
              <p:nvPicPr>
                <p:cNvPr id="303" name="Ink 302">
                  <a:extLst>
                    <a:ext uri="{FF2B5EF4-FFF2-40B4-BE49-F238E27FC236}">
                      <a16:creationId xmlns:a16="http://schemas.microsoft.com/office/drawing/2014/main" id="{6089FD54-E72D-86C6-1A65-3347A8416B2B}"/>
                    </a:ext>
                  </a:extLst>
                </p:cNvPr>
                <p:cNvPicPr/>
                <p:nvPr/>
              </p:nvPicPr>
              <p:blipFill>
                <a:blip r:embed="rId503"/>
                <a:stretch>
                  <a:fillRect/>
                </a:stretch>
              </p:blipFill>
              <p:spPr>
                <a:xfrm>
                  <a:off x="4610662" y="4440056"/>
                  <a:ext cx="21024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504">
              <p14:nvContentPartPr>
                <p14:cNvPr id="304" name="Ink 303">
                  <a:extLst>
                    <a:ext uri="{FF2B5EF4-FFF2-40B4-BE49-F238E27FC236}">
                      <a16:creationId xmlns:a16="http://schemas.microsoft.com/office/drawing/2014/main" id="{4C3DFFE0-2F32-5A04-6D1C-0E24C985C4A5}"/>
                    </a:ext>
                  </a:extLst>
                </p14:cNvPr>
                <p14:cNvContentPartPr/>
                <p14:nvPr/>
              </p14:nvContentPartPr>
              <p14:xfrm>
                <a:off x="4789942" y="4341056"/>
                <a:ext cx="159840" cy="232920"/>
              </p14:xfrm>
            </p:contentPart>
          </mc:Choice>
          <mc:Fallback>
            <p:pic>
              <p:nvPicPr>
                <p:cNvPr id="304" name="Ink 303">
                  <a:extLst>
                    <a:ext uri="{FF2B5EF4-FFF2-40B4-BE49-F238E27FC236}">
                      <a16:creationId xmlns:a16="http://schemas.microsoft.com/office/drawing/2014/main" id="{4C3DFFE0-2F32-5A04-6D1C-0E24C985C4A5}"/>
                    </a:ext>
                  </a:extLst>
                </p:cNvPr>
                <p:cNvPicPr/>
                <p:nvPr/>
              </p:nvPicPr>
              <p:blipFill>
                <a:blip r:embed="rId505"/>
                <a:stretch>
                  <a:fillRect/>
                </a:stretch>
              </p:blipFill>
              <p:spPr>
                <a:xfrm>
                  <a:off x="4780942" y="4332056"/>
                  <a:ext cx="17748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506">
              <p14:nvContentPartPr>
                <p14:cNvPr id="306" name="Ink 305">
                  <a:extLst>
                    <a:ext uri="{FF2B5EF4-FFF2-40B4-BE49-F238E27FC236}">
                      <a16:creationId xmlns:a16="http://schemas.microsoft.com/office/drawing/2014/main" id="{863366AB-4C5F-F54E-702D-3A4982DA7CB7}"/>
                    </a:ext>
                  </a:extLst>
                </p14:cNvPr>
                <p14:cNvContentPartPr/>
                <p14:nvPr/>
              </p14:nvContentPartPr>
              <p14:xfrm>
                <a:off x="4296022" y="4503776"/>
                <a:ext cx="16560" cy="31320"/>
              </p14:xfrm>
            </p:contentPart>
          </mc:Choice>
          <mc:Fallback>
            <p:pic>
              <p:nvPicPr>
                <p:cNvPr id="306" name="Ink 305">
                  <a:extLst>
                    <a:ext uri="{FF2B5EF4-FFF2-40B4-BE49-F238E27FC236}">
                      <a16:creationId xmlns:a16="http://schemas.microsoft.com/office/drawing/2014/main" id="{863366AB-4C5F-F54E-702D-3A4982DA7CB7}"/>
                    </a:ext>
                  </a:extLst>
                </p:cNvPr>
                <p:cNvPicPr/>
                <p:nvPr/>
              </p:nvPicPr>
              <p:blipFill>
                <a:blip r:embed="rId507"/>
                <a:stretch>
                  <a:fillRect/>
                </a:stretch>
              </p:blipFill>
              <p:spPr>
                <a:xfrm>
                  <a:off x="4287382" y="4494776"/>
                  <a:ext cx="34200" cy="48960"/>
                </a:xfrm>
                <a:prstGeom prst="rect">
                  <a:avLst/>
                </a:prstGeom>
              </p:spPr>
            </p:pic>
          </mc:Fallback>
        </mc:AlternateContent>
      </p:grpSp>
      <p:grpSp>
        <p:nvGrpSpPr>
          <p:cNvPr id="330" name="Group 329">
            <a:extLst>
              <a:ext uri="{FF2B5EF4-FFF2-40B4-BE49-F238E27FC236}">
                <a16:creationId xmlns:a16="http://schemas.microsoft.com/office/drawing/2014/main" id="{6584F8C4-9D7A-197A-A943-FE7DA2F23760}"/>
              </a:ext>
            </a:extLst>
          </p:cNvPr>
          <p:cNvGrpSpPr/>
          <p:nvPr/>
        </p:nvGrpSpPr>
        <p:grpSpPr>
          <a:xfrm>
            <a:off x="6046702" y="3362936"/>
            <a:ext cx="3257280" cy="308160"/>
            <a:chOff x="6046702" y="3362936"/>
            <a:chExt cx="3257280" cy="308160"/>
          </a:xfrm>
        </p:grpSpPr>
        <mc:AlternateContent xmlns:mc="http://schemas.openxmlformats.org/markup-compatibility/2006">
          <mc:Choice xmlns:p14="http://schemas.microsoft.com/office/powerpoint/2010/main" Requires="p14">
            <p:contentPart p14:bwMode="auto" r:id="rId508">
              <p14:nvContentPartPr>
                <p14:cNvPr id="308" name="Ink 307">
                  <a:extLst>
                    <a:ext uri="{FF2B5EF4-FFF2-40B4-BE49-F238E27FC236}">
                      <a16:creationId xmlns:a16="http://schemas.microsoft.com/office/drawing/2014/main" id="{59186438-3B98-F80C-5BBB-CBB9E178F3EF}"/>
                    </a:ext>
                  </a:extLst>
                </p14:cNvPr>
                <p14:cNvContentPartPr/>
                <p14:nvPr/>
              </p14:nvContentPartPr>
              <p14:xfrm>
                <a:off x="6046702" y="3420536"/>
                <a:ext cx="286560" cy="250560"/>
              </p14:xfrm>
            </p:contentPart>
          </mc:Choice>
          <mc:Fallback>
            <p:pic>
              <p:nvPicPr>
                <p:cNvPr id="308" name="Ink 307">
                  <a:extLst>
                    <a:ext uri="{FF2B5EF4-FFF2-40B4-BE49-F238E27FC236}">
                      <a16:creationId xmlns:a16="http://schemas.microsoft.com/office/drawing/2014/main" id="{59186438-3B98-F80C-5BBB-CBB9E178F3EF}"/>
                    </a:ext>
                  </a:extLst>
                </p:cNvPr>
                <p:cNvPicPr/>
                <p:nvPr/>
              </p:nvPicPr>
              <p:blipFill>
                <a:blip r:embed="rId509"/>
                <a:stretch>
                  <a:fillRect/>
                </a:stretch>
              </p:blipFill>
              <p:spPr>
                <a:xfrm>
                  <a:off x="6037702" y="3411896"/>
                  <a:ext cx="30420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510">
              <p14:nvContentPartPr>
                <p14:cNvPr id="309" name="Ink 308">
                  <a:extLst>
                    <a:ext uri="{FF2B5EF4-FFF2-40B4-BE49-F238E27FC236}">
                      <a16:creationId xmlns:a16="http://schemas.microsoft.com/office/drawing/2014/main" id="{B8C7B0EA-0233-95E1-47DD-BC589EA2404F}"/>
                    </a:ext>
                  </a:extLst>
                </p14:cNvPr>
                <p14:cNvContentPartPr/>
                <p14:nvPr/>
              </p14:nvContentPartPr>
              <p14:xfrm>
                <a:off x="6409942" y="3561656"/>
                <a:ext cx="21960" cy="65520"/>
              </p14:xfrm>
            </p:contentPart>
          </mc:Choice>
          <mc:Fallback>
            <p:pic>
              <p:nvPicPr>
                <p:cNvPr id="309" name="Ink 308">
                  <a:extLst>
                    <a:ext uri="{FF2B5EF4-FFF2-40B4-BE49-F238E27FC236}">
                      <a16:creationId xmlns:a16="http://schemas.microsoft.com/office/drawing/2014/main" id="{B8C7B0EA-0233-95E1-47DD-BC589EA2404F}"/>
                    </a:ext>
                  </a:extLst>
                </p:cNvPr>
                <p:cNvPicPr/>
                <p:nvPr/>
              </p:nvPicPr>
              <p:blipFill>
                <a:blip r:embed="rId511"/>
                <a:stretch>
                  <a:fillRect/>
                </a:stretch>
              </p:blipFill>
              <p:spPr>
                <a:xfrm>
                  <a:off x="6401302" y="3553016"/>
                  <a:ext cx="3960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512">
              <p14:nvContentPartPr>
                <p14:cNvPr id="310" name="Ink 309">
                  <a:extLst>
                    <a:ext uri="{FF2B5EF4-FFF2-40B4-BE49-F238E27FC236}">
                      <a16:creationId xmlns:a16="http://schemas.microsoft.com/office/drawing/2014/main" id="{55359EC1-5871-2341-908C-848AB89D071A}"/>
                    </a:ext>
                  </a:extLst>
                </p14:cNvPr>
                <p14:cNvContentPartPr/>
                <p14:nvPr/>
              </p14:nvContentPartPr>
              <p14:xfrm>
                <a:off x="6363502" y="3447536"/>
                <a:ext cx="16200" cy="13680"/>
              </p14:xfrm>
            </p:contentPart>
          </mc:Choice>
          <mc:Fallback>
            <p:pic>
              <p:nvPicPr>
                <p:cNvPr id="310" name="Ink 309">
                  <a:extLst>
                    <a:ext uri="{FF2B5EF4-FFF2-40B4-BE49-F238E27FC236}">
                      <a16:creationId xmlns:a16="http://schemas.microsoft.com/office/drawing/2014/main" id="{55359EC1-5871-2341-908C-848AB89D071A}"/>
                    </a:ext>
                  </a:extLst>
                </p:cNvPr>
                <p:cNvPicPr/>
                <p:nvPr/>
              </p:nvPicPr>
              <p:blipFill>
                <a:blip r:embed="rId513"/>
                <a:stretch>
                  <a:fillRect/>
                </a:stretch>
              </p:blipFill>
              <p:spPr>
                <a:xfrm>
                  <a:off x="6354862" y="3438896"/>
                  <a:ext cx="3384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514">
              <p14:nvContentPartPr>
                <p14:cNvPr id="311" name="Ink 310">
                  <a:extLst>
                    <a:ext uri="{FF2B5EF4-FFF2-40B4-BE49-F238E27FC236}">
                      <a16:creationId xmlns:a16="http://schemas.microsoft.com/office/drawing/2014/main" id="{72CB1F22-E64F-65A0-CC42-8BBEE20B83CF}"/>
                    </a:ext>
                  </a:extLst>
                </p14:cNvPr>
                <p14:cNvContentPartPr/>
                <p14:nvPr/>
              </p14:nvContentPartPr>
              <p14:xfrm>
                <a:off x="6528022" y="3493976"/>
                <a:ext cx="168840" cy="121320"/>
              </p14:xfrm>
            </p:contentPart>
          </mc:Choice>
          <mc:Fallback>
            <p:pic>
              <p:nvPicPr>
                <p:cNvPr id="311" name="Ink 310">
                  <a:extLst>
                    <a:ext uri="{FF2B5EF4-FFF2-40B4-BE49-F238E27FC236}">
                      <a16:creationId xmlns:a16="http://schemas.microsoft.com/office/drawing/2014/main" id="{72CB1F22-E64F-65A0-CC42-8BBEE20B83CF}"/>
                    </a:ext>
                  </a:extLst>
                </p:cNvPr>
                <p:cNvPicPr/>
                <p:nvPr/>
              </p:nvPicPr>
              <p:blipFill>
                <a:blip r:embed="rId515"/>
                <a:stretch>
                  <a:fillRect/>
                </a:stretch>
              </p:blipFill>
              <p:spPr>
                <a:xfrm>
                  <a:off x="6519382" y="3485336"/>
                  <a:ext cx="18648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516">
              <p14:nvContentPartPr>
                <p14:cNvPr id="312" name="Ink 311">
                  <a:extLst>
                    <a:ext uri="{FF2B5EF4-FFF2-40B4-BE49-F238E27FC236}">
                      <a16:creationId xmlns:a16="http://schemas.microsoft.com/office/drawing/2014/main" id="{26C4B9FD-C658-2C7A-35D0-8A1C9D2CBAE6}"/>
                    </a:ext>
                  </a:extLst>
                </p14:cNvPr>
                <p14:cNvContentPartPr/>
                <p14:nvPr/>
              </p14:nvContentPartPr>
              <p14:xfrm>
                <a:off x="6714142" y="3535016"/>
                <a:ext cx="168840" cy="70920"/>
              </p14:xfrm>
            </p:contentPart>
          </mc:Choice>
          <mc:Fallback>
            <p:pic>
              <p:nvPicPr>
                <p:cNvPr id="312" name="Ink 311">
                  <a:extLst>
                    <a:ext uri="{FF2B5EF4-FFF2-40B4-BE49-F238E27FC236}">
                      <a16:creationId xmlns:a16="http://schemas.microsoft.com/office/drawing/2014/main" id="{26C4B9FD-C658-2C7A-35D0-8A1C9D2CBAE6}"/>
                    </a:ext>
                  </a:extLst>
                </p:cNvPr>
                <p:cNvPicPr/>
                <p:nvPr/>
              </p:nvPicPr>
              <p:blipFill>
                <a:blip r:embed="rId517"/>
                <a:stretch>
                  <a:fillRect/>
                </a:stretch>
              </p:blipFill>
              <p:spPr>
                <a:xfrm>
                  <a:off x="6705502" y="3526376"/>
                  <a:ext cx="18648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518">
              <p14:nvContentPartPr>
                <p14:cNvPr id="313" name="Ink 312">
                  <a:extLst>
                    <a:ext uri="{FF2B5EF4-FFF2-40B4-BE49-F238E27FC236}">
                      <a16:creationId xmlns:a16="http://schemas.microsoft.com/office/drawing/2014/main" id="{F2D6793C-2D6E-986F-4F2F-BAA7E5086A5A}"/>
                    </a:ext>
                  </a:extLst>
                </p14:cNvPr>
                <p14:cNvContentPartPr/>
                <p14:nvPr/>
              </p14:nvContentPartPr>
              <p14:xfrm>
                <a:off x="6905302" y="3497216"/>
                <a:ext cx="208440" cy="106920"/>
              </p14:xfrm>
            </p:contentPart>
          </mc:Choice>
          <mc:Fallback>
            <p:pic>
              <p:nvPicPr>
                <p:cNvPr id="313" name="Ink 312">
                  <a:extLst>
                    <a:ext uri="{FF2B5EF4-FFF2-40B4-BE49-F238E27FC236}">
                      <a16:creationId xmlns:a16="http://schemas.microsoft.com/office/drawing/2014/main" id="{F2D6793C-2D6E-986F-4F2F-BAA7E5086A5A}"/>
                    </a:ext>
                  </a:extLst>
                </p:cNvPr>
                <p:cNvPicPr/>
                <p:nvPr/>
              </p:nvPicPr>
              <p:blipFill>
                <a:blip r:embed="rId519"/>
                <a:stretch>
                  <a:fillRect/>
                </a:stretch>
              </p:blipFill>
              <p:spPr>
                <a:xfrm>
                  <a:off x="6896302" y="3488216"/>
                  <a:ext cx="22608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520">
              <p14:nvContentPartPr>
                <p14:cNvPr id="314" name="Ink 313">
                  <a:extLst>
                    <a:ext uri="{FF2B5EF4-FFF2-40B4-BE49-F238E27FC236}">
                      <a16:creationId xmlns:a16="http://schemas.microsoft.com/office/drawing/2014/main" id="{C431A81C-47DD-B21B-CED6-0EA1294C83E6}"/>
                    </a:ext>
                  </a:extLst>
                </p14:cNvPr>
                <p14:cNvContentPartPr/>
                <p14:nvPr/>
              </p14:nvContentPartPr>
              <p14:xfrm>
                <a:off x="7266742" y="3571736"/>
                <a:ext cx="144000" cy="22320"/>
              </p14:xfrm>
            </p:contentPart>
          </mc:Choice>
          <mc:Fallback>
            <p:pic>
              <p:nvPicPr>
                <p:cNvPr id="314" name="Ink 313">
                  <a:extLst>
                    <a:ext uri="{FF2B5EF4-FFF2-40B4-BE49-F238E27FC236}">
                      <a16:creationId xmlns:a16="http://schemas.microsoft.com/office/drawing/2014/main" id="{C431A81C-47DD-B21B-CED6-0EA1294C83E6}"/>
                    </a:ext>
                  </a:extLst>
                </p:cNvPr>
                <p:cNvPicPr/>
                <p:nvPr/>
              </p:nvPicPr>
              <p:blipFill>
                <a:blip r:embed="rId521"/>
                <a:stretch>
                  <a:fillRect/>
                </a:stretch>
              </p:blipFill>
              <p:spPr>
                <a:xfrm>
                  <a:off x="7258102" y="3562736"/>
                  <a:ext cx="16164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522">
              <p14:nvContentPartPr>
                <p14:cNvPr id="315" name="Ink 314">
                  <a:extLst>
                    <a:ext uri="{FF2B5EF4-FFF2-40B4-BE49-F238E27FC236}">
                      <a16:creationId xmlns:a16="http://schemas.microsoft.com/office/drawing/2014/main" id="{0F51DCFB-54F4-D7AD-A26A-FEDD7651A8B8}"/>
                    </a:ext>
                  </a:extLst>
                </p14:cNvPr>
                <p14:cNvContentPartPr/>
                <p14:nvPr/>
              </p14:nvContentPartPr>
              <p14:xfrm>
                <a:off x="7447822" y="3402176"/>
                <a:ext cx="101520" cy="222840"/>
              </p14:xfrm>
            </p:contentPart>
          </mc:Choice>
          <mc:Fallback>
            <p:pic>
              <p:nvPicPr>
                <p:cNvPr id="315" name="Ink 314">
                  <a:extLst>
                    <a:ext uri="{FF2B5EF4-FFF2-40B4-BE49-F238E27FC236}">
                      <a16:creationId xmlns:a16="http://schemas.microsoft.com/office/drawing/2014/main" id="{0F51DCFB-54F4-D7AD-A26A-FEDD7651A8B8}"/>
                    </a:ext>
                  </a:extLst>
                </p:cNvPr>
                <p:cNvPicPr/>
                <p:nvPr/>
              </p:nvPicPr>
              <p:blipFill>
                <a:blip r:embed="rId523"/>
                <a:stretch>
                  <a:fillRect/>
                </a:stretch>
              </p:blipFill>
              <p:spPr>
                <a:xfrm>
                  <a:off x="7439182" y="3393176"/>
                  <a:ext cx="11916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524">
              <p14:nvContentPartPr>
                <p14:cNvPr id="316" name="Ink 315">
                  <a:extLst>
                    <a:ext uri="{FF2B5EF4-FFF2-40B4-BE49-F238E27FC236}">
                      <a16:creationId xmlns:a16="http://schemas.microsoft.com/office/drawing/2014/main" id="{C4BD42C9-64EA-68CC-70E5-0CE3E1A8C465}"/>
                    </a:ext>
                  </a:extLst>
                </p14:cNvPr>
                <p14:cNvContentPartPr/>
                <p14:nvPr/>
              </p14:nvContentPartPr>
              <p14:xfrm>
                <a:off x="7548982" y="3393896"/>
                <a:ext cx="186120" cy="201240"/>
              </p14:xfrm>
            </p:contentPart>
          </mc:Choice>
          <mc:Fallback>
            <p:pic>
              <p:nvPicPr>
                <p:cNvPr id="316" name="Ink 315">
                  <a:extLst>
                    <a:ext uri="{FF2B5EF4-FFF2-40B4-BE49-F238E27FC236}">
                      <a16:creationId xmlns:a16="http://schemas.microsoft.com/office/drawing/2014/main" id="{C4BD42C9-64EA-68CC-70E5-0CE3E1A8C465}"/>
                    </a:ext>
                  </a:extLst>
                </p:cNvPr>
                <p:cNvPicPr/>
                <p:nvPr/>
              </p:nvPicPr>
              <p:blipFill>
                <a:blip r:embed="rId525"/>
                <a:stretch>
                  <a:fillRect/>
                </a:stretch>
              </p:blipFill>
              <p:spPr>
                <a:xfrm>
                  <a:off x="7539982" y="3385256"/>
                  <a:ext cx="20376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526">
              <p14:nvContentPartPr>
                <p14:cNvPr id="317" name="Ink 316">
                  <a:extLst>
                    <a:ext uri="{FF2B5EF4-FFF2-40B4-BE49-F238E27FC236}">
                      <a16:creationId xmlns:a16="http://schemas.microsoft.com/office/drawing/2014/main" id="{005980D3-BE1F-A55E-03B7-1C17CE795FE9}"/>
                    </a:ext>
                  </a:extLst>
                </p14:cNvPr>
                <p14:cNvContentPartPr/>
                <p14:nvPr/>
              </p14:nvContentPartPr>
              <p14:xfrm>
                <a:off x="7709182" y="3389936"/>
                <a:ext cx="212040" cy="203400"/>
              </p14:xfrm>
            </p:contentPart>
          </mc:Choice>
          <mc:Fallback>
            <p:pic>
              <p:nvPicPr>
                <p:cNvPr id="317" name="Ink 316">
                  <a:extLst>
                    <a:ext uri="{FF2B5EF4-FFF2-40B4-BE49-F238E27FC236}">
                      <a16:creationId xmlns:a16="http://schemas.microsoft.com/office/drawing/2014/main" id="{005980D3-BE1F-A55E-03B7-1C17CE795FE9}"/>
                    </a:ext>
                  </a:extLst>
                </p:cNvPr>
                <p:cNvPicPr/>
                <p:nvPr/>
              </p:nvPicPr>
              <p:blipFill>
                <a:blip r:embed="rId527"/>
                <a:stretch>
                  <a:fillRect/>
                </a:stretch>
              </p:blipFill>
              <p:spPr>
                <a:xfrm>
                  <a:off x="7700182" y="3381296"/>
                  <a:ext cx="22968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528">
              <p14:nvContentPartPr>
                <p14:cNvPr id="318" name="Ink 317">
                  <a:extLst>
                    <a:ext uri="{FF2B5EF4-FFF2-40B4-BE49-F238E27FC236}">
                      <a16:creationId xmlns:a16="http://schemas.microsoft.com/office/drawing/2014/main" id="{DE720BAA-CD02-FD90-F4F9-65CD8542C856}"/>
                    </a:ext>
                  </a:extLst>
                </p14:cNvPr>
                <p14:cNvContentPartPr/>
                <p14:nvPr/>
              </p14:nvContentPartPr>
              <p14:xfrm>
                <a:off x="7979542" y="3540416"/>
                <a:ext cx="32400" cy="64800"/>
              </p14:xfrm>
            </p:contentPart>
          </mc:Choice>
          <mc:Fallback>
            <p:pic>
              <p:nvPicPr>
                <p:cNvPr id="318" name="Ink 317">
                  <a:extLst>
                    <a:ext uri="{FF2B5EF4-FFF2-40B4-BE49-F238E27FC236}">
                      <a16:creationId xmlns:a16="http://schemas.microsoft.com/office/drawing/2014/main" id="{DE720BAA-CD02-FD90-F4F9-65CD8542C856}"/>
                    </a:ext>
                  </a:extLst>
                </p:cNvPr>
                <p:cNvPicPr/>
                <p:nvPr/>
              </p:nvPicPr>
              <p:blipFill>
                <a:blip r:embed="rId529"/>
                <a:stretch>
                  <a:fillRect/>
                </a:stretch>
              </p:blipFill>
              <p:spPr>
                <a:xfrm>
                  <a:off x="7970902" y="3531776"/>
                  <a:ext cx="5004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530">
              <p14:nvContentPartPr>
                <p14:cNvPr id="319" name="Ink 318">
                  <a:extLst>
                    <a:ext uri="{FF2B5EF4-FFF2-40B4-BE49-F238E27FC236}">
                      <a16:creationId xmlns:a16="http://schemas.microsoft.com/office/drawing/2014/main" id="{D8FDECE1-B400-5670-C965-FE0248E2ABE9}"/>
                    </a:ext>
                  </a:extLst>
                </p14:cNvPr>
                <p14:cNvContentPartPr/>
                <p14:nvPr/>
              </p14:nvContentPartPr>
              <p14:xfrm>
                <a:off x="7953262" y="3415856"/>
                <a:ext cx="10800" cy="22320"/>
              </p14:xfrm>
            </p:contentPart>
          </mc:Choice>
          <mc:Fallback>
            <p:pic>
              <p:nvPicPr>
                <p:cNvPr id="319" name="Ink 318">
                  <a:extLst>
                    <a:ext uri="{FF2B5EF4-FFF2-40B4-BE49-F238E27FC236}">
                      <a16:creationId xmlns:a16="http://schemas.microsoft.com/office/drawing/2014/main" id="{D8FDECE1-B400-5670-C965-FE0248E2ABE9}"/>
                    </a:ext>
                  </a:extLst>
                </p:cNvPr>
                <p:cNvPicPr/>
                <p:nvPr/>
              </p:nvPicPr>
              <p:blipFill>
                <a:blip r:embed="rId531"/>
                <a:stretch>
                  <a:fillRect/>
                </a:stretch>
              </p:blipFill>
              <p:spPr>
                <a:xfrm>
                  <a:off x="7944262" y="3406856"/>
                  <a:ext cx="2844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532">
              <p14:nvContentPartPr>
                <p14:cNvPr id="320" name="Ink 319">
                  <a:extLst>
                    <a:ext uri="{FF2B5EF4-FFF2-40B4-BE49-F238E27FC236}">
                      <a16:creationId xmlns:a16="http://schemas.microsoft.com/office/drawing/2014/main" id="{75B97716-1916-7C5E-74B6-18FF6624BBFA}"/>
                    </a:ext>
                  </a:extLst>
                </p14:cNvPr>
                <p14:cNvContentPartPr/>
                <p14:nvPr/>
              </p14:nvContentPartPr>
              <p14:xfrm>
                <a:off x="8043262" y="3545456"/>
                <a:ext cx="163440" cy="47880"/>
              </p14:xfrm>
            </p:contentPart>
          </mc:Choice>
          <mc:Fallback>
            <p:pic>
              <p:nvPicPr>
                <p:cNvPr id="320" name="Ink 319">
                  <a:extLst>
                    <a:ext uri="{FF2B5EF4-FFF2-40B4-BE49-F238E27FC236}">
                      <a16:creationId xmlns:a16="http://schemas.microsoft.com/office/drawing/2014/main" id="{75B97716-1916-7C5E-74B6-18FF6624BBFA}"/>
                    </a:ext>
                  </a:extLst>
                </p:cNvPr>
                <p:cNvPicPr/>
                <p:nvPr/>
              </p:nvPicPr>
              <p:blipFill>
                <a:blip r:embed="rId533"/>
                <a:stretch>
                  <a:fillRect/>
                </a:stretch>
              </p:blipFill>
              <p:spPr>
                <a:xfrm>
                  <a:off x="8034622" y="3536456"/>
                  <a:ext cx="18108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534">
              <p14:nvContentPartPr>
                <p14:cNvPr id="321" name="Ink 320">
                  <a:extLst>
                    <a:ext uri="{FF2B5EF4-FFF2-40B4-BE49-F238E27FC236}">
                      <a16:creationId xmlns:a16="http://schemas.microsoft.com/office/drawing/2014/main" id="{1FFC868A-79F2-6E4B-0D74-3A2DF828FA8B}"/>
                    </a:ext>
                  </a:extLst>
                </p14:cNvPr>
                <p14:cNvContentPartPr/>
                <p14:nvPr/>
              </p14:nvContentPartPr>
              <p14:xfrm>
                <a:off x="8202742" y="3362936"/>
                <a:ext cx="122040" cy="236520"/>
              </p14:xfrm>
            </p:contentPart>
          </mc:Choice>
          <mc:Fallback>
            <p:pic>
              <p:nvPicPr>
                <p:cNvPr id="321" name="Ink 320">
                  <a:extLst>
                    <a:ext uri="{FF2B5EF4-FFF2-40B4-BE49-F238E27FC236}">
                      <a16:creationId xmlns:a16="http://schemas.microsoft.com/office/drawing/2014/main" id="{1FFC868A-79F2-6E4B-0D74-3A2DF828FA8B}"/>
                    </a:ext>
                  </a:extLst>
                </p:cNvPr>
                <p:cNvPicPr/>
                <p:nvPr/>
              </p:nvPicPr>
              <p:blipFill>
                <a:blip r:embed="rId535"/>
                <a:stretch>
                  <a:fillRect/>
                </a:stretch>
              </p:blipFill>
              <p:spPr>
                <a:xfrm>
                  <a:off x="8194102" y="3354296"/>
                  <a:ext cx="13968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536">
              <p14:nvContentPartPr>
                <p14:cNvPr id="322" name="Ink 321">
                  <a:extLst>
                    <a:ext uri="{FF2B5EF4-FFF2-40B4-BE49-F238E27FC236}">
                      <a16:creationId xmlns:a16="http://schemas.microsoft.com/office/drawing/2014/main" id="{CFB5EE43-22D5-4D30-A532-5C6DA24EF861}"/>
                    </a:ext>
                  </a:extLst>
                </p14:cNvPr>
                <p14:cNvContentPartPr/>
                <p14:nvPr/>
              </p14:nvContentPartPr>
              <p14:xfrm>
                <a:off x="8214982" y="3491816"/>
                <a:ext cx="115920" cy="33120"/>
              </p14:xfrm>
            </p:contentPart>
          </mc:Choice>
          <mc:Fallback>
            <p:pic>
              <p:nvPicPr>
                <p:cNvPr id="322" name="Ink 321">
                  <a:extLst>
                    <a:ext uri="{FF2B5EF4-FFF2-40B4-BE49-F238E27FC236}">
                      <a16:creationId xmlns:a16="http://schemas.microsoft.com/office/drawing/2014/main" id="{CFB5EE43-22D5-4D30-A532-5C6DA24EF861}"/>
                    </a:ext>
                  </a:extLst>
                </p:cNvPr>
                <p:cNvPicPr/>
                <p:nvPr/>
              </p:nvPicPr>
              <p:blipFill>
                <a:blip r:embed="rId537"/>
                <a:stretch>
                  <a:fillRect/>
                </a:stretch>
              </p:blipFill>
              <p:spPr>
                <a:xfrm>
                  <a:off x="8205982" y="3482816"/>
                  <a:ext cx="13356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538">
              <p14:nvContentPartPr>
                <p14:cNvPr id="323" name="Ink 322">
                  <a:extLst>
                    <a:ext uri="{FF2B5EF4-FFF2-40B4-BE49-F238E27FC236}">
                      <a16:creationId xmlns:a16="http://schemas.microsoft.com/office/drawing/2014/main" id="{C3C2B722-41BF-67AB-7B38-AA15583403EB}"/>
                    </a:ext>
                  </a:extLst>
                </p14:cNvPr>
                <p14:cNvContentPartPr/>
                <p14:nvPr/>
              </p14:nvContentPartPr>
              <p14:xfrm>
                <a:off x="8419462" y="3485696"/>
                <a:ext cx="160200" cy="109080"/>
              </p14:xfrm>
            </p:contentPart>
          </mc:Choice>
          <mc:Fallback>
            <p:pic>
              <p:nvPicPr>
                <p:cNvPr id="323" name="Ink 322">
                  <a:extLst>
                    <a:ext uri="{FF2B5EF4-FFF2-40B4-BE49-F238E27FC236}">
                      <a16:creationId xmlns:a16="http://schemas.microsoft.com/office/drawing/2014/main" id="{C3C2B722-41BF-67AB-7B38-AA15583403EB}"/>
                    </a:ext>
                  </a:extLst>
                </p:cNvPr>
                <p:cNvPicPr/>
                <p:nvPr/>
              </p:nvPicPr>
              <p:blipFill>
                <a:blip r:embed="rId539"/>
                <a:stretch>
                  <a:fillRect/>
                </a:stretch>
              </p:blipFill>
              <p:spPr>
                <a:xfrm>
                  <a:off x="8410462" y="3476696"/>
                  <a:ext cx="17784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540">
              <p14:nvContentPartPr>
                <p14:cNvPr id="324" name="Ink 323">
                  <a:extLst>
                    <a:ext uri="{FF2B5EF4-FFF2-40B4-BE49-F238E27FC236}">
                      <a16:creationId xmlns:a16="http://schemas.microsoft.com/office/drawing/2014/main" id="{0FFD8CDC-0F95-265B-F182-8A98380152E2}"/>
                    </a:ext>
                  </a:extLst>
                </p14:cNvPr>
                <p14:cNvContentPartPr/>
                <p14:nvPr/>
              </p14:nvContentPartPr>
              <p14:xfrm>
                <a:off x="8505862" y="3375536"/>
                <a:ext cx="264600" cy="253080"/>
              </p14:xfrm>
            </p:contentPart>
          </mc:Choice>
          <mc:Fallback>
            <p:pic>
              <p:nvPicPr>
                <p:cNvPr id="324" name="Ink 323">
                  <a:extLst>
                    <a:ext uri="{FF2B5EF4-FFF2-40B4-BE49-F238E27FC236}">
                      <a16:creationId xmlns:a16="http://schemas.microsoft.com/office/drawing/2014/main" id="{0FFD8CDC-0F95-265B-F182-8A98380152E2}"/>
                    </a:ext>
                  </a:extLst>
                </p:cNvPr>
                <p:cNvPicPr/>
                <p:nvPr/>
              </p:nvPicPr>
              <p:blipFill>
                <a:blip r:embed="rId541"/>
                <a:stretch>
                  <a:fillRect/>
                </a:stretch>
              </p:blipFill>
              <p:spPr>
                <a:xfrm>
                  <a:off x="8497222" y="3366896"/>
                  <a:ext cx="28224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542">
              <p14:nvContentPartPr>
                <p14:cNvPr id="325" name="Ink 324">
                  <a:extLst>
                    <a:ext uri="{FF2B5EF4-FFF2-40B4-BE49-F238E27FC236}">
                      <a16:creationId xmlns:a16="http://schemas.microsoft.com/office/drawing/2014/main" id="{DB88E4CF-B65D-CA69-6C5D-70A741B75C31}"/>
                    </a:ext>
                  </a:extLst>
                </p14:cNvPr>
                <p14:cNvContentPartPr/>
                <p14:nvPr/>
              </p14:nvContentPartPr>
              <p14:xfrm>
                <a:off x="8840662" y="3524576"/>
                <a:ext cx="58320" cy="77760"/>
              </p14:xfrm>
            </p:contentPart>
          </mc:Choice>
          <mc:Fallback>
            <p:pic>
              <p:nvPicPr>
                <p:cNvPr id="325" name="Ink 324">
                  <a:extLst>
                    <a:ext uri="{FF2B5EF4-FFF2-40B4-BE49-F238E27FC236}">
                      <a16:creationId xmlns:a16="http://schemas.microsoft.com/office/drawing/2014/main" id="{DB88E4CF-B65D-CA69-6C5D-70A741B75C31}"/>
                    </a:ext>
                  </a:extLst>
                </p:cNvPr>
                <p:cNvPicPr/>
                <p:nvPr/>
              </p:nvPicPr>
              <p:blipFill>
                <a:blip r:embed="rId543"/>
                <a:stretch>
                  <a:fillRect/>
                </a:stretch>
              </p:blipFill>
              <p:spPr>
                <a:xfrm>
                  <a:off x="8832022" y="3515576"/>
                  <a:ext cx="7596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544">
              <p14:nvContentPartPr>
                <p14:cNvPr id="326" name="Ink 325">
                  <a:extLst>
                    <a:ext uri="{FF2B5EF4-FFF2-40B4-BE49-F238E27FC236}">
                      <a16:creationId xmlns:a16="http://schemas.microsoft.com/office/drawing/2014/main" id="{6B537521-2534-D583-E235-8AB719E87D2B}"/>
                    </a:ext>
                  </a:extLst>
                </p14:cNvPr>
                <p14:cNvContentPartPr/>
                <p14:nvPr/>
              </p14:nvContentPartPr>
              <p14:xfrm>
                <a:off x="8808982" y="3396776"/>
                <a:ext cx="22320" cy="23400"/>
              </p14:xfrm>
            </p:contentPart>
          </mc:Choice>
          <mc:Fallback>
            <p:pic>
              <p:nvPicPr>
                <p:cNvPr id="326" name="Ink 325">
                  <a:extLst>
                    <a:ext uri="{FF2B5EF4-FFF2-40B4-BE49-F238E27FC236}">
                      <a16:creationId xmlns:a16="http://schemas.microsoft.com/office/drawing/2014/main" id="{6B537521-2534-D583-E235-8AB719E87D2B}"/>
                    </a:ext>
                  </a:extLst>
                </p:cNvPr>
                <p:cNvPicPr/>
                <p:nvPr/>
              </p:nvPicPr>
              <p:blipFill>
                <a:blip r:embed="rId545"/>
                <a:stretch>
                  <a:fillRect/>
                </a:stretch>
              </p:blipFill>
              <p:spPr>
                <a:xfrm>
                  <a:off x="8799982" y="3388136"/>
                  <a:ext cx="3996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546">
              <p14:nvContentPartPr>
                <p14:cNvPr id="328" name="Ink 327">
                  <a:extLst>
                    <a:ext uri="{FF2B5EF4-FFF2-40B4-BE49-F238E27FC236}">
                      <a16:creationId xmlns:a16="http://schemas.microsoft.com/office/drawing/2014/main" id="{0E309DB2-2A10-4500-1EEA-0F840789997B}"/>
                    </a:ext>
                  </a:extLst>
                </p14:cNvPr>
                <p14:cNvContentPartPr/>
                <p14:nvPr/>
              </p14:nvContentPartPr>
              <p14:xfrm>
                <a:off x="8936422" y="3447536"/>
                <a:ext cx="367560" cy="136440"/>
              </p14:xfrm>
            </p:contentPart>
          </mc:Choice>
          <mc:Fallback>
            <p:pic>
              <p:nvPicPr>
                <p:cNvPr id="328" name="Ink 327">
                  <a:extLst>
                    <a:ext uri="{FF2B5EF4-FFF2-40B4-BE49-F238E27FC236}">
                      <a16:creationId xmlns:a16="http://schemas.microsoft.com/office/drawing/2014/main" id="{0E309DB2-2A10-4500-1EEA-0F840789997B}"/>
                    </a:ext>
                  </a:extLst>
                </p:cNvPr>
                <p:cNvPicPr/>
                <p:nvPr/>
              </p:nvPicPr>
              <p:blipFill>
                <a:blip r:embed="rId547"/>
                <a:stretch>
                  <a:fillRect/>
                </a:stretch>
              </p:blipFill>
              <p:spPr>
                <a:xfrm>
                  <a:off x="8927782" y="3438536"/>
                  <a:ext cx="38520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548">
              <p14:nvContentPartPr>
                <p14:cNvPr id="329" name="Ink 328">
                  <a:extLst>
                    <a:ext uri="{FF2B5EF4-FFF2-40B4-BE49-F238E27FC236}">
                      <a16:creationId xmlns:a16="http://schemas.microsoft.com/office/drawing/2014/main" id="{A46CFFC7-AA92-5F98-6AB0-3CB82F45CDEA}"/>
                    </a:ext>
                  </a:extLst>
                </p14:cNvPr>
                <p14:cNvContentPartPr/>
                <p14:nvPr/>
              </p14:nvContentPartPr>
              <p14:xfrm>
                <a:off x="9133342" y="3455096"/>
                <a:ext cx="106560" cy="69840"/>
              </p14:xfrm>
            </p:contentPart>
          </mc:Choice>
          <mc:Fallback>
            <p:pic>
              <p:nvPicPr>
                <p:cNvPr id="329" name="Ink 328">
                  <a:extLst>
                    <a:ext uri="{FF2B5EF4-FFF2-40B4-BE49-F238E27FC236}">
                      <a16:creationId xmlns:a16="http://schemas.microsoft.com/office/drawing/2014/main" id="{A46CFFC7-AA92-5F98-6AB0-3CB82F45CDEA}"/>
                    </a:ext>
                  </a:extLst>
                </p:cNvPr>
                <p:cNvPicPr/>
                <p:nvPr/>
              </p:nvPicPr>
              <p:blipFill>
                <a:blip r:embed="rId549"/>
                <a:stretch>
                  <a:fillRect/>
                </a:stretch>
              </p:blipFill>
              <p:spPr>
                <a:xfrm>
                  <a:off x="9124342" y="3446456"/>
                  <a:ext cx="124200" cy="87480"/>
                </a:xfrm>
                <a:prstGeom prst="rect">
                  <a:avLst/>
                </a:prstGeom>
              </p:spPr>
            </p:pic>
          </mc:Fallback>
        </mc:AlternateContent>
      </p:grpSp>
      <p:grpSp>
        <p:nvGrpSpPr>
          <p:cNvPr id="339" name="Group 338">
            <a:extLst>
              <a:ext uri="{FF2B5EF4-FFF2-40B4-BE49-F238E27FC236}">
                <a16:creationId xmlns:a16="http://schemas.microsoft.com/office/drawing/2014/main" id="{BA868FB0-584D-E311-B6FB-6F3B91C2F48A}"/>
              </a:ext>
            </a:extLst>
          </p:cNvPr>
          <p:cNvGrpSpPr/>
          <p:nvPr/>
        </p:nvGrpSpPr>
        <p:grpSpPr>
          <a:xfrm>
            <a:off x="9551662" y="3327296"/>
            <a:ext cx="1445400" cy="272880"/>
            <a:chOff x="9551662" y="3327296"/>
            <a:chExt cx="1445400" cy="272880"/>
          </a:xfrm>
        </p:grpSpPr>
        <mc:AlternateContent xmlns:mc="http://schemas.openxmlformats.org/markup-compatibility/2006">
          <mc:Choice xmlns:p14="http://schemas.microsoft.com/office/powerpoint/2010/main" Requires="p14">
            <p:contentPart p14:bwMode="auto" r:id="rId550">
              <p14:nvContentPartPr>
                <p14:cNvPr id="331" name="Ink 330">
                  <a:extLst>
                    <a:ext uri="{FF2B5EF4-FFF2-40B4-BE49-F238E27FC236}">
                      <a16:creationId xmlns:a16="http://schemas.microsoft.com/office/drawing/2014/main" id="{181E7382-4714-55FA-83D7-4D9AB1CDBF56}"/>
                    </a:ext>
                  </a:extLst>
                </p14:cNvPr>
                <p14:cNvContentPartPr/>
                <p14:nvPr/>
              </p14:nvContentPartPr>
              <p14:xfrm>
                <a:off x="9594142" y="3327296"/>
                <a:ext cx="117360" cy="272880"/>
              </p14:xfrm>
            </p:contentPart>
          </mc:Choice>
          <mc:Fallback>
            <p:pic>
              <p:nvPicPr>
                <p:cNvPr id="331" name="Ink 330">
                  <a:extLst>
                    <a:ext uri="{FF2B5EF4-FFF2-40B4-BE49-F238E27FC236}">
                      <a16:creationId xmlns:a16="http://schemas.microsoft.com/office/drawing/2014/main" id="{181E7382-4714-55FA-83D7-4D9AB1CDBF56}"/>
                    </a:ext>
                  </a:extLst>
                </p:cNvPr>
                <p:cNvPicPr/>
                <p:nvPr/>
              </p:nvPicPr>
              <p:blipFill>
                <a:blip r:embed="rId551"/>
                <a:stretch>
                  <a:fillRect/>
                </a:stretch>
              </p:blipFill>
              <p:spPr>
                <a:xfrm>
                  <a:off x="9585142" y="3318656"/>
                  <a:ext cx="135000" cy="290520"/>
                </a:xfrm>
                <a:prstGeom prst="rect">
                  <a:avLst/>
                </a:prstGeom>
              </p:spPr>
            </p:pic>
          </mc:Fallback>
        </mc:AlternateContent>
        <mc:AlternateContent xmlns:mc="http://schemas.openxmlformats.org/markup-compatibility/2006">
          <mc:Choice xmlns:p14="http://schemas.microsoft.com/office/powerpoint/2010/main" Requires="p14">
            <p:contentPart p14:bwMode="auto" r:id="rId552">
              <p14:nvContentPartPr>
                <p14:cNvPr id="332" name="Ink 331">
                  <a:extLst>
                    <a:ext uri="{FF2B5EF4-FFF2-40B4-BE49-F238E27FC236}">
                      <a16:creationId xmlns:a16="http://schemas.microsoft.com/office/drawing/2014/main" id="{B22D5882-4796-F4D4-0B80-D184DC73C2D8}"/>
                    </a:ext>
                  </a:extLst>
                </p14:cNvPr>
                <p14:cNvContentPartPr/>
                <p14:nvPr/>
              </p14:nvContentPartPr>
              <p14:xfrm>
                <a:off x="9551662" y="3497576"/>
                <a:ext cx="177480" cy="21960"/>
              </p14:xfrm>
            </p:contentPart>
          </mc:Choice>
          <mc:Fallback>
            <p:pic>
              <p:nvPicPr>
                <p:cNvPr id="332" name="Ink 331">
                  <a:extLst>
                    <a:ext uri="{FF2B5EF4-FFF2-40B4-BE49-F238E27FC236}">
                      <a16:creationId xmlns:a16="http://schemas.microsoft.com/office/drawing/2014/main" id="{B22D5882-4796-F4D4-0B80-D184DC73C2D8}"/>
                    </a:ext>
                  </a:extLst>
                </p:cNvPr>
                <p:cNvPicPr/>
                <p:nvPr/>
              </p:nvPicPr>
              <p:blipFill>
                <a:blip r:embed="rId553"/>
                <a:stretch>
                  <a:fillRect/>
                </a:stretch>
              </p:blipFill>
              <p:spPr>
                <a:xfrm>
                  <a:off x="9542662" y="3488936"/>
                  <a:ext cx="19512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554">
              <p14:nvContentPartPr>
                <p14:cNvPr id="333" name="Ink 332">
                  <a:extLst>
                    <a:ext uri="{FF2B5EF4-FFF2-40B4-BE49-F238E27FC236}">
                      <a16:creationId xmlns:a16="http://schemas.microsoft.com/office/drawing/2014/main" id="{6550F4DA-BC25-7131-4C00-82951E4BF73C}"/>
                    </a:ext>
                  </a:extLst>
                </p14:cNvPr>
                <p14:cNvContentPartPr/>
                <p14:nvPr/>
              </p14:nvContentPartPr>
              <p14:xfrm>
                <a:off x="9696742" y="3359696"/>
                <a:ext cx="258480" cy="208440"/>
              </p14:xfrm>
            </p:contentPart>
          </mc:Choice>
          <mc:Fallback>
            <p:pic>
              <p:nvPicPr>
                <p:cNvPr id="333" name="Ink 332">
                  <a:extLst>
                    <a:ext uri="{FF2B5EF4-FFF2-40B4-BE49-F238E27FC236}">
                      <a16:creationId xmlns:a16="http://schemas.microsoft.com/office/drawing/2014/main" id="{6550F4DA-BC25-7131-4C00-82951E4BF73C}"/>
                    </a:ext>
                  </a:extLst>
                </p:cNvPr>
                <p:cNvPicPr/>
                <p:nvPr/>
              </p:nvPicPr>
              <p:blipFill>
                <a:blip r:embed="rId555"/>
                <a:stretch>
                  <a:fillRect/>
                </a:stretch>
              </p:blipFill>
              <p:spPr>
                <a:xfrm>
                  <a:off x="9687742" y="3351056"/>
                  <a:ext cx="27612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556">
              <p14:nvContentPartPr>
                <p14:cNvPr id="334" name="Ink 333">
                  <a:extLst>
                    <a:ext uri="{FF2B5EF4-FFF2-40B4-BE49-F238E27FC236}">
                      <a16:creationId xmlns:a16="http://schemas.microsoft.com/office/drawing/2014/main" id="{630DF2A5-7BAE-97DB-D84E-11E813F1A6F3}"/>
                    </a:ext>
                  </a:extLst>
                </p14:cNvPr>
                <p14:cNvContentPartPr/>
                <p14:nvPr/>
              </p14:nvContentPartPr>
              <p14:xfrm>
                <a:off x="9951982" y="3425936"/>
                <a:ext cx="181080" cy="162720"/>
              </p14:xfrm>
            </p:contentPart>
          </mc:Choice>
          <mc:Fallback>
            <p:pic>
              <p:nvPicPr>
                <p:cNvPr id="334" name="Ink 333">
                  <a:extLst>
                    <a:ext uri="{FF2B5EF4-FFF2-40B4-BE49-F238E27FC236}">
                      <a16:creationId xmlns:a16="http://schemas.microsoft.com/office/drawing/2014/main" id="{630DF2A5-7BAE-97DB-D84E-11E813F1A6F3}"/>
                    </a:ext>
                  </a:extLst>
                </p:cNvPr>
                <p:cNvPicPr/>
                <p:nvPr/>
              </p:nvPicPr>
              <p:blipFill>
                <a:blip r:embed="rId557"/>
                <a:stretch>
                  <a:fillRect/>
                </a:stretch>
              </p:blipFill>
              <p:spPr>
                <a:xfrm>
                  <a:off x="9942982" y="3417296"/>
                  <a:ext cx="19872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558">
              <p14:nvContentPartPr>
                <p14:cNvPr id="335" name="Ink 334">
                  <a:extLst>
                    <a:ext uri="{FF2B5EF4-FFF2-40B4-BE49-F238E27FC236}">
                      <a16:creationId xmlns:a16="http://schemas.microsoft.com/office/drawing/2014/main" id="{D6619FC9-A2BB-9945-A9AF-28F8EABB709E}"/>
                    </a:ext>
                  </a:extLst>
                </p14:cNvPr>
                <p14:cNvContentPartPr/>
                <p14:nvPr/>
              </p14:nvContentPartPr>
              <p14:xfrm>
                <a:off x="10224142" y="3486416"/>
                <a:ext cx="110160" cy="77400"/>
              </p14:xfrm>
            </p:contentPart>
          </mc:Choice>
          <mc:Fallback>
            <p:pic>
              <p:nvPicPr>
                <p:cNvPr id="335" name="Ink 334">
                  <a:extLst>
                    <a:ext uri="{FF2B5EF4-FFF2-40B4-BE49-F238E27FC236}">
                      <a16:creationId xmlns:a16="http://schemas.microsoft.com/office/drawing/2014/main" id="{D6619FC9-A2BB-9945-A9AF-28F8EABB709E}"/>
                    </a:ext>
                  </a:extLst>
                </p:cNvPr>
                <p:cNvPicPr/>
                <p:nvPr/>
              </p:nvPicPr>
              <p:blipFill>
                <a:blip r:embed="rId559"/>
                <a:stretch>
                  <a:fillRect/>
                </a:stretch>
              </p:blipFill>
              <p:spPr>
                <a:xfrm>
                  <a:off x="10215142" y="3477416"/>
                  <a:ext cx="12780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560">
              <p14:nvContentPartPr>
                <p14:cNvPr id="336" name="Ink 335">
                  <a:extLst>
                    <a:ext uri="{FF2B5EF4-FFF2-40B4-BE49-F238E27FC236}">
                      <a16:creationId xmlns:a16="http://schemas.microsoft.com/office/drawing/2014/main" id="{0567B7E1-6D31-632F-D01F-4645C1B1D7DD}"/>
                    </a:ext>
                  </a:extLst>
                </p14:cNvPr>
                <p14:cNvContentPartPr/>
                <p14:nvPr/>
              </p14:nvContentPartPr>
              <p14:xfrm>
                <a:off x="10376422" y="3451496"/>
                <a:ext cx="33120" cy="115920"/>
              </p14:xfrm>
            </p:contentPart>
          </mc:Choice>
          <mc:Fallback>
            <p:pic>
              <p:nvPicPr>
                <p:cNvPr id="336" name="Ink 335">
                  <a:extLst>
                    <a:ext uri="{FF2B5EF4-FFF2-40B4-BE49-F238E27FC236}">
                      <a16:creationId xmlns:a16="http://schemas.microsoft.com/office/drawing/2014/main" id="{0567B7E1-6D31-632F-D01F-4645C1B1D7DD}"/>
                    </a:ext>
                  </a:extLst>
                </p:cNvPr>
                <p:cNvPicPr/>
                <p:nvPr/>
              </p:nvPicPr>
              <p:blipFill>
                <a:blip r:embed="rId561"/>
                <a:stretch>
                  <a:fillRect/>
                </a:stretch>
              </p:blipFill>
              <p:spPr>
                <a:xfrm>
                  <a:off x="10367422" y="3442856"/>
                  <a:ext cx="5076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562">
              <p14:nvContentPartPr>
                <p14:cNvPr id="337" name="Ink 336">
                  <a:extLst>
                    <a:ext uri="{FF2B5EF4-FFF2-40B4-BE49-F238E27FC236}">
                      <a16:creationId xmlns:a16="http://schemas.microsoft.com/office/drawing/2014/main" id="{C0BBA842-61E8-2E56-4C6B-ED81AF0B908A}"/>
                    </a:ext>
                  </a:extLst>
                </p14:cNvPr>
                <p14:cNvContentPartPr/>
                <p14:nvPr/>
              </p14:nvContentPartPr>
              <p14:xfrm>
                <a:off x="10531222" y="3456896"/>
                <a:ext cx="165240" cy="130320"/>
              </p14:xfrm>
            </p:contentPart>
          </mc:Choice>
          <mc:Fallback>
            <p:pic>
              <p:nvPicPr>
                <p:cNvPr id="337" name="Ink 336">
                  <a:extLst>
                    <a:ext uri="{FF2B5EF4-FFF2-40B4-BE49-F238E27FC236}">
                      <a16:creationId xmlns:a16="http://schemas.microsoft.com/office/drawing/2014/main" id="{C0BBA842-61E8-2E56-4C6B-ED81AF0B908A}"/>
                    </a:ext>
                  </a:extLst>
                </p:cNvPr>
                <p:cNvPicPr/>
                <p:nvPr/>
              </p:nvPicPr>
              <p:blipFill>
                <a:blip r:embed="rId563"/>
                <a:stretch>
                  <a:fillRect/>
                </a:stretch>
              </p:blipFill>
              <p:spPr>
                <a:xfrm>
                  <a:off x="10522582" y="3447896"/>
                  <a:ext cx="18288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564">
              <p14:nvContentPartPr>
                <p14:cNvPr id="338" name="Ink 337">
                  <a:extLst>
                    <a:ext uri="{FF2B5EF4-FFF2-40B4-BE49-F238E27FC236}">
                      <a16:creationId xmlns:a16="http://schemas.microsoft.com/office/drawing/2014/main" id="{8271AB31-7E81-A5DB-9F7D-207B2ECB7C0A}"/>
                    </a:ext>
                  </a:extLst>
                </p14:cNvPr>
                <p14:cNvContentPartPr/>
                <p14:nvPr/>
              </p14:nvContentPartPr>
              <p14:xfrm>
                <a:off x="10701502" y="3494336"/>
                <a:ext cx="295560" cy="68040"/>
              </p14:xfrm>
            </p:contentPart>
          </mc:Choice>
          <mc:Fallback>
            <p:pic>
              <p:nvPicPr>
                <p:cNvPr id="338" name="Ink 337">
                  <a:extLst>
                    <a:ext uri="{FF2B5EF4-FFF2-40B4-BE49-F238E27FC236}">
                      <a16:creationId xmlns:a16="http://schemas.microsoft.com/office/drawing/2014/main" id="{8271AB31-7E81-A5DB-9F7D-207B2ECB7C0A}"/>
                    </a:ext>
                  </a:extLst>
                </p:cNvPr>
                <p:cNvPicPr/>
                <p:nvPr/>
              </p:nvPicPr>
              <p:blipFill>
                <a:blip r:embed="rId565"/>
                <a:stretch>
                  <a:fillRect/>
                </a:stretch>
              </p:blipFill>
              <p:spPr>
                <a:xfrm>
                  <a:off x="10692502" y="3485336"/>
                  <a:ext cx="313200" cy="85680"/>
                </a:xfrm>
                <a:prstGeom prst="rect">
                  <a:avLst/>
                </a:prstGeom>
              </p:spPr>
            </p:pic>
          </mc:Fallback>
        </mc:AlternateContent>
      </p:grpSp>
    </p:spTree>
    <p:extLst>
      <p:ext uri="{BB962C8B-B14F-4D97-AF65-F5344CB8AC3E}">
        <p14:creationId xmlns:p14="http://schemas.microsoft.com/office/powerpoint/2010/main" val="2641930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B01823A1-1FA9-74F2-0FF1-DF1DC93FF8A2}"/>
              </a:ext>
            </a:extLst>
          </p:cNvPr>
          <p:cNvGrpSpPr/>
          <p:nvPr/>
        </p:nvGrpSpPr>
        <p:grpSpPr>
          <a:xfrm>
            <a:off x="501262" y="482216"/>
            <a:ext cx="2350800" cy="427320"/>
            <a:chOff x="501262" y="482216"/>
            <a:chExt cx="2350800" cy="42732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D279726-20D0-04B0-E78E-C3813678801A}"/>
                    </a:ext>
                  </a:extLst>
                </p14:cNvPr>
                <p14:cNvContentPartPr/>
                <p14:nvPr/>
              </p14:nvContentPartPr>
              <p14:xfrm>
                <a:off x="501262" y="482216"/>
                <a:ext cx="302040" cy="237960"/>
              </p14:xfrm>
            </p:contentPart>
          </mc:Choice>
          <mc:Fallback>
            <p:pic>
              <p:nvPicPr>
                <p:cNvPr id="2" name="Ink 1">
                  <a:extLst>
                    <a:ext uri="{FF2B5EF4-FFF2-40B4-BE49-F238E27FC236}">
                      <a16:creationId xmlns:a16="http://schemas.microsoft.com/office/drawing/2014/main" id="{2D279726-20D0-04B0-E78E-C3813678801A}"/>
                    </a:ext>
                  </a:extLst>
                </p:cNvPr>
                <p:cNvPicPr/>
                <p:nvPr/>
              </p:nvPicPr>
              <p:blipFill>
                <a:blip r:embed="rId3"/>
                <a:stretch>
                  <a:fillRect/>
                </a:stretch>
              </p:blipFill>
              <p:spPr>
                <a:xfrm>
                  <a:off x="492622" y="473576"/>
                  <a:ext cx="31968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1175C92-3B10-F2B7-67F5-8D961D9BEFCA}"/>
                    </a:ext>
                  </a:extLst>
                </p14:cNvPr>
                <p14:cNvContentPartPr/>
                <p14:nvPr/>
              </p14:nvContentPartPr>
              <p14:xfrm>
                <a:off x="817702" y="632336"/>
                <a:ext cx="160920" cy="211680"/>
              </p14:xfrm>
            </p:contentPart>
          </mc:Choice>
          <mc:Fallback>
            <p:pic>
              <p:nvPicPr>
                <p:cNvPr id="3" name="Ink 2">
                  <a:extLst>
                    <a:ext uri="{FF2B5EF4-FFF2-40B4-BE49-F238E27FC236}">
                      <a16:creationId xmlns:a16="http://schemas.microsoft.com/office/drawing/2014/main" id="{F1175C92-3B10-F2B7-67F5-8D961D9BEFCA}"/>
                    </a:ext>
                  </a:extLst>
                </p:cNvPr>
                <p:cNvPicPr/>
                <p:nvPr/>
              </p:nvPicPr>
              <p:blipFill>
                <a:blip r:embed="rId5"/>
                <a:stretch>
                  <a:fillRect/>
                </a:stretch>
              </p:blipFill>
              <p:spPr>
                <a:xfrm>
                  <a:off x="809062" y="623696"/>
                  <a:ext cx="17856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19A03DA4-BCDE-E076-8D81-FFC7355FE482}"/>
                    </a:ext>
                  </a:extLst>
                </p14:cNvPr>
                <p14:cNvContentPartPr/>
                <p14:nvPr/>
              </p14:nvContentPartPr>
              <p14:xfrm>
                <a:off x="1064662" y="587696"/>
                <a:ext cx="169200" cy="147240"/>
              </p14:xfrm>
            </p:contentPart>
          </mc:Choice>
          <mc:Fallback>
            <p:pic>
              <p:nvPicPr>
                <p:cNvPr id="4" name="Ink 3">
                  <a:extLst>
                    <a:ext uri="{FF2B5EF4-FFF2-40B4-BE49-F238E27FC236}">
                      <a16:creationId xmlns:a16="http://schemas.microsoft.com/office/drawing/2014/main" id="{19A03DA4-BCDE-E076-8D81-FFC7355FE482}"/>
                    </a:ext>
                  </a:extLst>
                </p:cNvPr>
                <p:cNvPicPr/>
                <p:nvPr/>
              </p:nvPicPr>
              <p:blipFill>
                <a:blip r:embed="rId7"/>
                <a:stretch>
                  <a:fillRect/>
                </a:stretch>
              </p:blipFill>
              <p:spPr>
                <a:xfrm>
                  <a:off x="1055662" y="578696"/>
                  <a:ext cx="18684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D0ED7203-B7FB-7AE2-0D60-37667E968678}"/>
                    </a:ext>
                  </a:extLst>
                </p14:cNvPr>
                <p14:cNvContentPartPr/>
                <p14:nvPr/>
              </p14:nvContentPartPr>
              <p14:xfrm>
                <a:off x="1257622" y="605336"/>
                <a:ext cx="191880" cy="155160"/>
              </p14:xfrm>
            </p:contentPart>
          </mc:Choice>
          <mc:Fallback>
            <p:pic>
              <p:nvPicPr>
                <p:cNvPr id="5" name="Ink 4">
                  <a:extLst>
                    <a:ext uri="{FF2B5EF4-FFF2-40B4-BE49-F238E27FC236}">
                      <a16:creationId xmlns:a16="http://schemas.microsoft.com/office/drawing/2014/main" id="{D0ED7203-B7FB-7AE2-0D60-37667E968678}"/>
                    </a:ext>
                  </a:extLst>
                </p:cNvPr>
                <p:cNvPicPr/>
                <p:nvPr/>
              </p:nvPicPr>
              <p:blipFill>
                <a:blip r:embed="rId9"/>
                <a:stretch>
                  <a:fillRect/>
                </a:stretch>
              </p:blipFill>
              <p:spPr>
                <a:xfrm>
                  <a:off x="1248982" y="596696"/>
                  <a:ext cx="20952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F9A82F08-C3E3-F033-58ED-D75486D58CAE}"/>
                    </a:ext>
                  </a:extLst>
                </p14:cNvPr>
                <p14:cNvContentPartPr/>
                <p14:nvPr/>
              </p14:nvContentPartPr>
              <p14:xfrm>
                <a:off x="1424662" y="494096"/>
                <a:ext cx="102960" cy="227160"/>
              </p14:xfrm>
            </p:contentPart>
          </mc:Choice>
          <mc:Fallback>
            <p:pic>
              <p:nvPicPr>
                <p:cNvPr id="6" name="Ink 5">
                  <a:extLst>
                    <a:ext uri="{FF2B5EF4-FFF2-40B4-BE49-F238E27FC236}">
                      <a16:creationId xmlns:a16="http://schemas.microsoft.com/office/drawing/2014/main" id="{F9A82F08-C3E3-F033-58ED-D75486D58CAE}"/>
                    </a:ext>
                  </a:extLst>
                </p:cNvPr>
                <p:cNvPicPr/>
                <p:nvPr/>
              </p:nvPicPr>
              <p:blipFill>
                <a:blip r:embed="rId11"/>
                <a:stretch>
                  <a:fillRect/>
                </a:stretch>
              </p:blipFill>
              <p:spPr>
                <a:xfrm>
                  <a:off x="1415662" y="485456"/>
                  <a:ext cx="12060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199D14A3-FA6A-E412-4AB1-38E85C2F3E2F}"/>
                    </a:ext>
                  </a:extLst>
                </p14:cNvPr>
                <p14:cNvContentPartPr/>
                <p14:nvPr/>
              </p14:nvContentPartPr>
              <p14:xfrm>
                <a:off x="1418182" y="664016"/>
                <a:ext cx="113040" cy="11520"/>
              </p14:xfrm>
            </p:contentPart>
          </mc:Choice>
          <mc:Fallback>
            <p:pic>
              <p:nvPicPr>
                <p:cNvPr id="7" name="Ink 6">
                  <a:extLst>
                    <a:ext uri="{FF2B5EF4-FFF2-40B4-BE49-F238E27FC236}">
                      <a16:creationId xmlns:a16="http://schemas.microsoft.com/office/drawing/2014/main" id="{199D14A3-FA6A-E412-4AB1-38E85C2F3E2F}"/>
                    </a:ext>
                  </a:extLst>
                </p:cNvPr>
                <p:cNvPicPr/>
                <p:nvPr/>
              </p:nvPicPr>
              <p:blipFill>
                <a:blip r:embed="rId13"/>
                <a:stretch>
                  <a:fillRect/>
                </a:stretch>
              </p:blipFill>
              <p:spPr>
                <a:xfrm>
                  <a:off x="1409542" y="655016"/>
                  <a:ext cx="1306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D9237B68-D4A9-B9B3-3637-02006ADCF968}"/>
                    </a:ext>
                  </a:extLst>
                </p14:cNvPr>
                <p14:cNvContentPartPr/>
                <p14:nvPr/>
              </p14:nvContentPartPr>
              <p14:xfrm>
                <a:off x="1599982" y="596336"/>
                <a:ext cx="38520" cy="114840"/>
              </p14:xfrm>
            </p:contentPart>
          </mc:Choice>
          <mc:Fallback>
            <p:pic>
              <p:nvPicPr>
                <p:cNvPr id="8" name="Ink 7">
                  <a:extLst>
                    <a:ext uri="{FF2B5EF4-FFF2-40B4-BE49-F238E27FC236}">
                      <a16:creationId xmlns:a16="http://schemas.microsoft.com/office/drawing/2014/main" id="{D9237B68-D4A9-B9B3-3637-02006ADCF968}"/>
                    </a:ext>
                  </a:extLst>
                </p:cNvPr>
                <p:cNvPicPr/>
                <p:nvPr/>
              </p:nvPicPr>
              <p:blipFill>
                <a:blip r:embed="rId15"/>
                <a:stretch>
                  <a:fillRect/>
                </a:stretch>
              </p:blipFill>
              <p:spPr>
                <a:xfrm>
                  <a:off x="1591342" y="587336"/>
                  <a:ext cx="5616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B0C3255E-1137-2C76-577D-2C4490148DF7}"/>
                    </a:ext>
                  </a:extLst>
                </p14:cNvPr>
                <p14:cNvContentPartPr/>
                <p14:nvPr/>
              </p14:nvContentPartPr>
              <p14:xfrm>
                <a:off x="1749742" y="626576"/>
                <a:ext cx="137880" cy="118800"/>
              </p14:xfrm>
            </p:contentPart>
          </mc:Choice>
          <mc:Fallback>
            <p:pic>
              <p:nvPicPr>
                <p:cNvPr id="9" name="Ink 8">
                  <a:extLst>
                    <a:ext uri="{FF2B5EF4-FFF2-40B4-BE49-F238E27FC236}">
                      <a16:creationId xmlns:a16="http://schemas.microsoft.com/office/drawing/2014/main" id="{B0C3255E-1137-2C76-577D-2C4490148DF7}"/>
                    </a:ext>
                  </a:extLst>
                </p:cNvPr>
                <p:cNvPicPr/>
                <p:nvPr/>
              </p:nvPicPr>
              <p:blipFill>
                <a:blip r:embed="rId17"/>
                <a:stretch>
                  <a:fillRect/>
                </a:stretch>
              </p:blipFill>
              <p:spPr>
                <a:xfrm>
                  <a:off x="1740742" y="617936"/>
                  <a:ext cx="1555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DA6F90AF-3C4C-3E10-EFD6-D221CD5C40F9}"/>
                    </a:ext>
                  </a:extLst>
                </p14:cNvPr>
                <p14:cNvContentPartPr/>
                <p14:nvPr/>
              </p14:nvContentPartPr>
              <p14:xfrm>
                <a:off x="2007862" y="632336"/>
                <a:ext cx="183240" cy="277200"/>
              </p14:xfrm>
            </p:contentPart>
          </mc:Choice>
          <mc:Fallback>
            <p:pic>
              <p:nvPicPr>
                <p:cNvPr id="10" name="Ink 9">
                  <a:extLst>
                    <a:ext uri="{FF2B5EF4-FFF2-40B4-BE49-F238E27FC236}">
                      <a16:creationId xmlns:a16="http://schemas.microsoft.com/office/drawing/2014/main" id="{DA6F90AF-3C4C-3E10-EFD6-D221CD5C40F9}"/>
                    </a:ext>
                  </a:extLst>
                </p:cNvPr>
                <p:cNvPicPr/>
                <p:nvPr/>
              </p:nvPicPr>
              <p:blipFill>
                <a:blip r:embed="rId19"/>
                <a:stretch>
                  <a:fillRect/>
                </a:stretch>
              </p:blipFill>
              <p:spPr>
                <a:xfrm>
                  <a:off x="1998862" y="623696"/>
                  <a:ext cx="200880" cy="2948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4F720900-A960-C8FC-82BB-83A0EC52CFC2}"/>
                    </a:ext>
                  </a:extLst>
                </p14:cNvPr>
                <p14:cNvContentPartPr/>
                <p14:nvPr/>
              </p14:nvContentPartPr>
              <p14:xfrm>
                <a:off x="2227822" y="582656"/>
                <a:ext cx="37800" cy="159840"/>
              </p14:xfrm>
            </p:contentPart>
          </mc:Choice>
          <mc:Fallback>
            <p:pic>
              <p:nvPicPr>
                <p:cNvPr id="11" name="Ink 10">
                  <a:extLst>
                    <a:ext uri="{FF2B5EF4-FFF2-40B4-BE49-F238E27FC236}">
                      <a16:creationId xmlns:a16="http://schemas.microsoft.com/office/drawing/2014/main" id="{4F720900-A960-C8FC-82BB-83A0EC52CFC2}"/>
                    </a:ext>
                  </a:extLst>
                </p:cNvPr>
                <p:cNvPicPr/>
                <p:nvPr/>
              </p:nvPicPr>
              <p:blipFill>
                <a:blip r:embed="rId21"/>
                <a:stretch>
                  <a:fillRect/>
                </a:stretch>
              </p:blipFill>
              <p:spPr>
                <a:xfrm>
                  <a:off x="2218822" y="574016"/>
                  <a:ext cx="5544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EE6DE3F6-5B0F-F369-B352-8BA239565574}"/>
                    </a:ext>
                  </a:extLst>
                </p14:cNvPr>
                <p14:cNvContentPartPr/>
                <p14:nvPr/>
              </p14:nvContentPartPr>
              <p14:xfrm>
                <a:off x="2338702" y="632696"/>
                <a:ext cx="183960" cy="109080"/>
              </p14:xfrm>
            </p:contentPart>
          </mc:Choice>
          <mc:Fallback>
            <p:pic>
              <p:nvPicPr>
                <p:cNvPr id="12" name="Ink 11">
                  <a:extLst>
                    <a:ext uri="{FF2B5EF4-FFF2-40B4-BE49-F238E27FC236}">
                      <a16:creationId xmlns:a16="http://schemas.microsoft.com/office/drawing/2014/main" id="{EE6DE3F6-5B0F-F369-B352-8BA239565574}"/>
                    </a:ext>
                  </a:extLst>
                </p:cNvPr>
                <p:cNvPicPr/>
                <p:nvPr/>
              </p:nvPicPr>
              <p:blipFill>
                <a:blip r:embed="rId23"/>
                <a:stretch>
                  <a:fillRect/>
                </a:stretch>
              </p:blipFill>
              <p:spPr>
                <a:xfrm>
                  <a:off x="2330062" y="623696"/>
                  <a:ext cx="20160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Ink 12">
                  <a:extLst>
                    <a:ext uri="{FF2B5EF4-FFF2-40B4-BE49-F238E27FC236}">
                      <a16:creationId xmlns:a16="http://schemas.microsoft.com/office/drawing/2014/main" id="{66D15AA1-9F82-2A03-8964-DB84A6B97E52}"/>
                    </a:ext>
                  </a:extLst>
                </p14:cNvPr>
                <p14:cNvContentPartPr/>
                <p14:nvPr/>
              </p14:nvContentPartPr>
              <p14:xfrm>
                <a:off x="2583502" y="642776"/>
                <a:ext cx="268560" cy="75240"/>
              </p14:xfrm>
            </p:contentPart>
          </mc:Choice>
          <mc:Fallback>
            <p:pic>
              <p:nvPicPr>
                <p:cNvPr id="13" name="Ink 12">
                  <a:extLst>
                    <a:ext uri="{FF2B5EF4-FFF2-40B4-BE49-F238E27FC236}">
                      <a16:creationId xmlns:a16="http://schemas.microsoft.com/office/drawing/2014/main" id="{66D15AA1-9F82-2A03-8964-DB84A6B97E52}"/>
                    </a:ext>
                  </a:extLst>
                </p:cNvPr>
                <p:cNvPicPr/>
                <p:nvPr/>
              </p:nvPicPr>
              <p:blipFill>
                <a:blip r:embed="rId25"/>
                <a:stretch>
                  <a:fillRect/>
                </a:stretch>
              </p:blipFill>
              <p:spPr>
                <a:xfrm>
                  <a:off x="2574862" y="633776"/>
                  <a:ext cx="286200" cy="92880"/>
                </a:xfrm>
                <a:prstGeom prst="rect">
                  <a:avLst/>
                </a:prstGeom>
              </p:spPr>
            </p:pic>
          </mc:Fallback>
        </mc:AlternateContent>
      </p:grpSp>
      <p:grpSp>
        <p:nvGrpSpPr>
          <p:cNvPr id="18" name="Group 17">
            <a:extLst>
              <a:ext uri="{FF2B5EF4-FFF2-40B4-BE49-F238E27FC236}">
                <a16:creationId xmlns:a16="http://schemas.microsoft.com/office/drawing/2014/main" id="{AA429C79-6566-A772-561F-055EE961C8BC}"/>
              </a:ext>
            </a:extLst>
          </p:cNvPr>
          <p:cNvGrpSpPr/>
          <p:nvPr/>
        </p:nvGrpSpPr>
        <p:grpSpPr>
          <a:xfrm>
            <a:off x="679102" y="1380416"/>
            <a:ext cx="479880" cy="443160"/>
            <a:chOff x="679102" y="1380416"/>
            <a:chExt cx="479880" cy="443160"/>
          </a:xfrm>
        </p:grpSpPr>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96A6D9EE-4B25-754F-E6A7-350DB456BB08}"/>
                    </a:ext>
                  </a:extLst>
                </p14:cNvPr>
                <p14:cNvContentPartPr/>
                <p14:nvPr/>
              </p14:nvContentPartPr>
              <p14:xfrm>
                <a:off x="693142" y="1480136"/>
                <a:ext cx="288360" cy="294120"/>
              </p14:xfrm>
            </p:contentPart>
          </mc:Choice>
          <mc:Fallback>
            <p:pic>
              <p:nvPicPr>
                <p:cNvPr id="15" name="Ink 14">
                  <a:extLst>
                    <a:ext uri="{FF2B5EF4-FFF2-40B4-BE49-F238E27FC236}">
                      <a16:creationId xmlns:a16="http://schemas.microsoft.com/office/drawing/2014/main" id="{96A6D9EE-4B25-754F-E6A7-350DB456BB08}"/>
                    </a:ext>
                  </a:extLst>
                </p:cNvPr>
                <p:cNvPicPr/>
                <p:nvPr/>
              </p:nvPicPr>
              <p:blipFill>
                <a:blip r:embed="rId27"/>
                <a:stretch>
                  <a:fillRect/>
                </a:stretch>
              </p:blipFill>
              <p:spPr>
                <a:xfrm>
                  <a:off x="684502" y="1471496"/>
                  <a:ext cx="306000" cy="3117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B57D9E75-D473-4C81-FA4F-211F366F0827}"/>
                    </a:ext>
                  </a:extLst>
                </p14:cNvPr>
                <p14:cNvContentPartPr/>
                <p14:nvPr/>
              </p14:nvContentPartPr>
              <p14:xfrm>
                <a:off x="679102" y="1474736"/>
                <a:ext cx="223560" cy="347400"/>
              </p14:xfrm>
            </p:contentPart>
          </mc:Choice>
          <mc:Fallback>
            <p:pic>
              <p:nvPicPr>
                <p:cNvPr id="16" name="Ink 15">
                  <a:extLst>
                    <a:ext uri="{FF2B5EF4-FFF2-40B4-BE49-F238E27FC236}">
                      <a16:creationId xmlns:a16="http://schemas.microsoft.com/office/drawing/2014/main" id="{B57D9E75-D473-4C81-FA4F-211F366F0827}"/>
                    </a:ext>
                  </a:extLst>
                </p:cNvPr>
                <p:cNvPicPr/>
                <p:nvPr/>
              </p:nvPicPr>
              <p:blipFill>
                <a:blip r:embed="rId29"/>
                <a:stretch>
                  <a:fillRect/>
                </a:stretch>
              </p:blipFill>
              <p:spPr>
                <a:xfrm>
                  <a:off x="670462" y="1466096"/>
                  <a:ext cx="241200" cy="3650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52E32902-6520-E023-D443-CF19328E42FF}"/>
                    </a:ext>
                  </a:extLst>
                </p14:cNvPr>
                <p14:cNvContentPartPr/>
                <p14:nvPr/>
              </p14:nvContentPartPr>
              <p14:xfrm>
                <a:off x="1025782" y="1380416"/>
                <a:ext cx="133200" cy="443160"/>
              </p14:xfrm>
            </p:contentPart>
          </mc:Choice>
          <mc:Fallback>
            <p:pic>
              <p:nvPicPr>
                <p:cNvPr id="17" name="Ink 16">
                  <a:extLst>
                    <a:ext uri="{FF2B5EF4-FFF2-40B4-BE49-F238E27FC236}">
                      <a16:creationId xmlns:a16="http://schemas.microsoft.com/office/drawing/2014/main" id="{52E32902-6520-E023-D443-CF19328E42FF}"/>
                    </a:ext>
                  </a:extLst>
                </p:cNvPr>
                <p:cNvPicPr/>
                <p:nvPr/>
              </p:nvPicPr>
              <p:blipFill>
                <a:blip r:embed="rId31"/>
                <a:stretch>
                  <a:fillRect/>
                </a:stretch>
              </p:blipFill>
              <p:spPr>
                <a:xfrm>
                  <a:off x="1016782" y="1371776"/>
                  <a:ext cx="150840" cy="460800"/>
                </a:xfrm>
                <a:prstGeom prst="rect">
                  <a:avLst/>
                </a:prstGeom>
              </p:spPr>
            </p:pic>
          </mc:Fallback>
        </mc:AlternateContent>
      </p:grpSp>
      <p:grpSp>
        <p:nvGrpSpPr>
          <p:cNvPr id="27" name="Group 26">
            <a:extLst>
              <a:ext uri="{FF2B5EF4-FFF2-40B4-BE49-F238E27FC236}">
                <a16:creationId xmlns:a16="http://schemas.microsoft.com/office/drawing/2014/main" id="{AC0C81F1-5C27-A1C0-5BE7-315E28E32349}"/>
              </a:ext>
            </a:extLst>
          </p:cNvPr>
          <p:cNvGrpSpPr/>
          <p:nvPr/>
        </p:nvGrpSpPr>
        <p:grpSpPr>
          <a:xfrm>
            <a:off x="1203262" y="1412096"/>
            <a:ext cx="712080" cy="438120"/>
            <a:chOff x="1203262" y="1412096"/>
            <a:chExt cx="712080" cy="438120"/>
          </a:xfrm>
        </p:grpSpPr>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A0C2F0F5-B7FB-6469-5A1C-0C01513D1069}"/>
                    </a:ext>
                  </a:extLst>
                </p14:cNvPr>
                <p14:cNvContentPartPr/>
                <p14:nvPr/>
              </p14:nvContentPartPr>
              <p14:xfrm>
                <a:off x="1203262" y="1621256"/>
                <a:ext cx="66240" cy="127440"/>
              </p14:xfrm>
            </p:contentPart>
          </mc:Choice>
          <mc:Fallback>
            <p:pic>
              <p:nvPicPr>
                <p:cNvPr id="19" name="Ink 18">
                  <a:extLst>
                    <a:ext uri="{FF2B5EF4-FFF2-40B4-BE49-F238E27FC236}">
                      <a16:creationId xmlns:a16="http://schemas.microsoft.com/office/drawing/2014/main" id="{A0C2F0F5-B7FB-6469-5A1C-0C01513D1069}"/>
                    </a:ext>
                  </a:extLst>
                </p:cNvPr>
                <p:cNvPicPr/>
                <p:nvPr/>
              </p:nvPicPr>
              <p:blipFill>
                <a:blip r:embed="rId33"/>
                <a:stretch>
                  <a:fillRect/>
                </a:stretch>
              </p:blipFill>
              <p:spPr>
                <a:xfrm>
                  <a:off x="1194262" y="1612256"/>
                  <a:ext cx="8388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4C6C4D29-132E-F685-F211-AD92AE382E53}"/>
                    </a:ext>
                  </a:extLst>
                </p14:cNvPr>
                <p14:cNvContentPartPr/>
                <p14:nvPr/>
              </p14:nvContentPartPr>
              <p14:xfrm>
                <a:off x="1383622" y="1759496"/>
                <a:ext cx="20160" cy="90720"/>
              </p14:xfrm>
            </p:contentPart>
          </mc:Choice>
          <mc:Fallback>
            <p:pic>
              <p:nvPicPr>
                <p:cNvPr id="20" name="Ink 19">
                  <a:extLst>
                    <a:ext uri="{FF2B5EF4-FFF2-40B4-BE49-F238E27FC236}">
                      <a16:creationId xmlns:a16="http://schemas.microsoft.com/office/drawing/2014/main" id="{4C6C4D29-132E-F685-F211-AD92AE382E53}"/>
                    </a:ext>
                  </a:extLst>
                </p:cNvPr>
                <p:cNvPicPr/>
                <p:nvPr/>
              </p:nvPicPr>
              <p:blipFill>
                <a:blip r:embed="rId35"/>
                <a:stretch>
                  <a:fillRect/>
                </a:stretch>
              </p:blipFill>
              <p:spPr>
                <a:xfrm>
                  <a:off x="1374982" y="1750856"/>
                  <a:ext cx="3780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B2227373-81FD-475D-F6B7-E92BC42C16E8}"/>
                    </a:ext>
                  </a:extLst>
                </p14:cNvPr>
                <p14:cNvContentPartPr/>
                <p14:nvPr/>
              </p14:nvContentPartPr>
              <p14:xfrm>
                <a:off x="1477582" y="1598936"/>
                <a:ext cx="245160" cy="129240"/>
              </p14:xfrm>
            </p:contentPart>
          </mc:Choice>
          <mc:Fallback>
            <p:pic>
              <p:nvPicPr>
                <p:cNvPr id="22" name="Ink 21">
                  <a:extLst>
                    <a:ext uri="{FF2B5EF4-FFF2-40B4-BE49-F238E27FC236}">
                      <a16:creationId xmlns:a16="http://schemas.microsoft.com/office/drawing/2014/main" id="{B2227373-81FD-475D-F6B7-E92BC42C16E8}"/>
                    </a:ext>
                  </a:extLst>
                </p:cNvPr>
                <p:cNvPicPr/>
                <p:nvPr/>
              </p:nvPicPr>
              <p:blipFill>
                <a:blip r:embed="rId37"/>
                <a:stretch>
                  <a:fillRect/>
                </a:stretch>
              </p:blipFill>
              <p:spPr>
                <a:xfrm>
                  <a:off x="1468942" y="1590296"/>
                  <a:ext cx="26280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BBFB1512-9C8E-0CBC-467E-F50BBD42A142}"/>
                    </a:ext>
                  </a:extLst>
                </p14:cNvPr>
                <p14:cNvContentPartPr/>
                <p14:nvPr/>
              </p14:nvContentPartPr>
              <p14:xfrm>
                <a:off x="1722382" y="1412096"/>
                <a:ext cx="192960" cy="354960"/>
              </p14:xfrm>
            </p:contentPart>
          </mc:Choice>
          <mc:Fallback>
            <p:pic>
              <p:nvPicPr>
                <p:cNvPr id="23" name="Ink 22">
                  <a:extLst>
                    <a:ext uri="{FF2B5EF4-FFF2-40B4-BE49-F238E27FC236}">
                      <a16:creationId xmlns:a16="http://schemas.microsoft.com/office/drawing/2014/main" id="{BBFB1512-9C8E-0CBC-467E-F50BBD42A142}"/>
                    </a:ext>
                  </a:extLst>
                </p:cNvPr>
                <p:cNvPicPr/>
                <p:nvPr/>
              </p:nvPicPr>
              <p:blipFill>
                <a:blip r:embed="rId39"/>
                <a:stretch>
                  <a:fillRect/>
                </a:stretch>
              </p:blipFill>
              <p:spPr>
                <a:xfrm>
                  <a:off x="1713382" y="1403456"/>
                  <a:ext cx="210600" cy="372600"/>
                </a:xfrm>
                <a:prstGeom prst="rect">
                  <a:avLst/>
                </a:prstGeom>
              </p:spPr>
            </p:pic>
          </mc:Fallback>
        </mc:AlternateContent>
      </p:grpSp>
      <p:grpSp>
        <p:nvGrpSpPr>
          <p:cNvPr id="26" name="Group 25">
            <a:extLst>
              <a:ext uri="{FF2B5EF4-FFF2-40B4-BE49-F238E27FC236}">
                <a16:creationId xmlns:a16="http://schemas.microsoft.com/office/drawing/2014/main" id="{84233DAB-5D73-E3F3-2D6C-E662D1A01830}"/>
              </a:ext>
            </a:extLst>
          </p:cNvPr>
          <p:cNvGrpSpPr/>
          <p:nvPr/>
        </p:nvGrpSpPr>
        <p:grpSpPr>
          <a:xfrm>
            <a:off x="2102542" y="1606136"/>
            <a:ext cx="136080" cy="84600"/>
            <a:chOff x="2102542" y="1606136"/>
            <a:chExt cx="136080" cy="84600"/>
          </a:xfrm>
        </p:grpSpPr>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A2BA5C8A-A38C-CA16-2669-7E1FA27E299D}"/>
                    </a:ext>
                  </a:extLst>
                </p14:cNvPr>
                <p14:cNvContentPartPr/>
                <p14:nvPr/>
              </p14:nvContentPartPr>
              <p14:xfrm>
                <a:off x="2132422" y="1684976"/>
                <a:ext cx="106200" cy="5760"/>
              </p14:xfrm>
            </p:contentPart>
          </mc:Choice>
          <mc:Fallback>
            <p:pic>
              <p:nvPicPr>
                <p:cNvPr id="24" name="Ink 23">
                  <a:extLst>
                    <a:ext uri="{FF2B5EF4-FFF2-40B4-BE49-F238E27FC236}">
                      <a16:creationId xmlns:a16="http://schemas.microsoft.com/office/drawing/2014/main" id="{A2BA5C8A-A38C-CA16-2669-7E1FA27E299D}"/>
                    </a:ext>
                  </a:extLst>
                </p:cNvPr>
                <p:cNvPicPr/>
                <p:nvPr/>
              </p:nvPicPr>
              <p:blipFill>
                <a:blip r:embed="rId41"/>
                <a:stretch>
                  <a:fillRect/>
                </a:stretch>
              </p:blipFill>
              <p:spPr>
                <a:xfrm>
                  <a:off x="2123422" y="1676336"/>
                  <a:ext cx="12384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A468A836-541A-F076-F506-0BD4245804C5}"/>
                    </a:ext>
                  </a:extLst>
                </p14:cNvPr>
                <p14:cNvContentPartPr/>
                <p14:nvPr/>
              </p14:nvContentPartPr>
              <p14:xfrm>
                <a:off x="2102542" y="1606136"/>
                <a:ext cx="119880" cy="10080"/>
              </p14:xfrm>
            </p:contentPart>
          </mc:Choice>
          <mc:Fallback>
            <p:pic>
              <p:nvPicPr>
                <p:cNvPr id="25" name="Ink 24">
                  <a:extLst>
                    <a:ext uri="{FF2B5EF4-FFF2-40B4-BE49-F238E27FC236}">
                      <a16:creationId xmlns:a16="http://schemas.microsoft.com/office/drawing/2014/main" id="{A468A836-541A-F076-F506-0BD4245804C5}"/>
                    </a:ext>
                  </a:extLst>
                </p:cNvPr>
                <p:cNvPicPr/>
                <p:nvPr/>
              </p:nvPicPr>
              <p:blipFill>
                <a:blip r:embed="rId43"/>
                <a:stretch>
                  <a:fillRect/>
                </a:stretch>
              </p:blipFill>
              <p:spPr>
                <a:xfrm>
                  <a:off x="2093542" y="1597496"/>
                  <a:ext cx="137520" cy="27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4">
            <p14:nvContentPartPr>
              <p14:cNvPr id="29" name="Ink 28">
                <a:extLst>
                  <a:ext uri="{FF2B5EF4-FFF2-40B4-BE49-F238E27FC236}">
                    <a16:creationId xmlns:a16="http://schemas.microsoft.com/office/drawing/2014/main" id="{339AB2EF-C8D8-D077-70F3-D82FFB4C9DB8}"/>
                  </a:ext>
                </a:extLst>
              </p14:cNvPr>
              <p14:cNvContentPartPr/>
              <p14:nvPr/>
            </p14:nvContentPartPr>
            <p14:xfrm>
              <a:off x="2530222" y="1837976"/>
              <a:ext cx="195840" cy="65160"/>
            </p14:xfrm>
          </p:contentPart>
        </mc:Choice>
        <mc:Fallback>
          <p:pic>
            <p:nvPicPr>
              <p:cNvPr id="29" name="Ink 28">
                <a:extLst>
                  <a:ext uri="{FF2B5EF4-FFF2-40B4-BE49-F238E27FC236}">
                    <a16:creationId xmlns:a16="http://schemas.microsoft.com/office/drawing/2014/main" id="{339AB2EF-C8D8-D077-70F3-D82FFB4C9DB8}"/>
                  </a:ext>
                </a:extLst>
              </p:cNvPr>
              <p:cNvPicPr/>
              <p:nvPr/>
            </p:nvPicPr>
            <p:blipFill>
              <a:blip r:embed="rId45"/>
              <a:stretch>
                <a:fillRect/>
              </a:stretch>
            </p:blipFill>
            <p:spPr>
              <a:xfrm>
                <a:off x="2521582" y="1829336"/>
                <a:ext cx="213480" cy="82800"/>
              </a:xfrm>
              <a:prstGeom prst="rect">
                <a:avLst/>
              </a:prstGeom>
            </p:spPr>
          </p:pic>
        </mc:Fallback>
      </mc:AlternateContent>
      <p:grpSp>
        <p:nvGrpSpPr>
          <p:cNvPr id="36" name="Group 35">
            <a:extLst>
              <a:ext uri="{FF2B5EF4-FFF2-40B4-BE49-F238E27FC236}">
                <a16:creationId xmlns:a16="http://schemas.microsoft.com/office/drawing/2014/main" id="{B4F71BFD-3ED7-33BE-E84E-1736E320CD9D}"/>
              </a:ext>
            </a:extLst>
          </p:cNvPr>
          <p:cNvGrpSpPr/>
          <p:nvPr/>
        </p:nvGrpSpPr>
        <p:grpSpPr>
          <a:xfrm>
            <a:off x="2475142" y="1422536"/>
            <a:ext cx="1272600" cy="306360"/>
            <a:chOff x="2475142" y="1422536"/>
            <a:chExt cx="1272600" cy="306360"/>
          </a:xfrm>
        </p:grpSpPr>
        <mc:AlternateContent xmlns:mc="http://schemas.openxmlformats.org/markup-compatibility/2006">
          <mc:Choice xmlns:p14="http://schemas.microsoft.com/office/powerpoint/2010/main" Requires="p14">
            <p:contentPart p14:bwMode="auto" r:id="rId46">
              <p14:nvContentPartPr>
                <p14:cNvPr id="28" name="Ink 27">
                  <a:extLst>
                    <a:ext uri="{FF2B5EF4-FFF2-40B4-BE49-F238E27FC236}">
                      <a16:creationId xmlns:a16="http://schemas.microsoft.com/office/drawing/2014/main" id="{FACD9258-D55E-884B-7591-35D8455D9D62}"/>
                    </a:ext>
                  </a:extLst>
                </p14:cNvPr>
                <p14:cNvContentPartPr/>
                <p14:nvPr/>
              </p14:nvContentPartPr>
              <p14:xfrm>
                <a:off x="2475142" y="1471856"/>
                <a:ext cx="334440" cy="245880"/>
              </p14:xfrm>
            </p:contentPart>
          </mc:Choice>
          <mc:Fallback>
            <p:pic>
              <p:nvPicPr>
                <p:cNvPr id="28" name="Ink 27">
                  <a:extLst>
                    <a:ext uri="{FF2B5EF4-FFF2-40B4-BE49-F238E27FC236}">
                      <a16:creationId xmlns:a16="http://schemas.microsoft.com/office/drawing/2014/main" id="{FACD9258-D55E-884B-7591-35D8455D9D62}"/>
                    </a:ext>
                  </a:extLst>
                </p:cNvPr>
                <p:cNvPicPr/>
                <p:nvPr/>
              </p:nvPicPr>
              <p:blipFill>
                <a:blip r:embed="rId47"/>
                <a:stretch>
                  <a:fillRect/>
                </a:stretch>
              </p:blipFill>
              <p:spPr>
                <a:xfrm>
                  <a:off x="2466502" y="1463216"/>
                  <a:ext cx="35208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5697162D-CFD1-309C-5F0C-AC73CD4CA96E}"/>
                    </a:ext>
                  </a:extLst>
                </p14:cNvPr>
                <p14:cNvContentPartPr/>
                <p14:nvPr/>
              </p14:nvContentPartPr>
              <p14:xfrm>
                <a:off x="2961142" y="1573376"/>
                <a:ext cx="188280" cy="115920"/>
              </p14:xfrm>
            </p:contentPart>
          </mc:Choice>
          <mc:Fallback>
            <p:pic>
              <p:nvPicPr>
                <p:cNvPr id="30" name="Ink 29">
                  <a:extLst>
                    <a:ext uri="{FF2B5EF4-FFF2-40B4-BE49-F238E27FC236}">
                      <a16:creationId xmlns:a16="http://schemas.microsoft.com/office/drawing/2014/main" id="{5697162D-CFD1-309C-5F0C-AC73CD4CA96E}"/>
                    </a:ext>
                  </a:extLst>
                </p:cNvPr>
                <p:cNvPicPr/>
                <p:nvPr/>
              </p:nvPicPr>
              <p:blipFill>
                <a:blip r:embed="rId49"/>
                <a:stretch>
                  <a:fillRect/>
                </a:stretch>
              </p:blipFill>
              <p:spPr>
                <a:xfrm>
                  <a:off x="2952142" y="1564736"/>
                  <a:ext cx="20592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C6EC10E5-3950-7532-CD0B-3BAFDA1E06D8}"/>
                    </a:ext>
                  </a:extLst>
                </p14:cNvPr>
                <p14:cNvContentPartPr/>
                <p14:nvPr/>
              </p14:nvContentPartPr>
              <p14:xfrm>
                <a:off x="3049342" y="1610816"/>
                <a:ext cx="60840" cy="88200"/>
              </p14:xfrm>
            </p:contentPart>
          </mc:Choice>
          <mc:Fallback>
            <p:pic>
              <p:nvPicPr>
                <p:cNvPr id="31" name="Ink 30">
                  <a:extLst>
                    <a:ext uri="{FF2B5EF4-FFF2-40B4-BE49-F238E27FC236}">
                      <a16:creationId xmlns:a16="http://schemas.microsoft.com/office/drawing/2014/main" id="{C6EC10E5-3950-7532-CD0B-3BAFDA1E06D8}"/>
                    </a:ext>
                  </a:extLst>
                </p:cNvPr>
                <p:cNvPicPr/>
                <p:nvPr/>
              </p:nvPicPr>
              <p:blipFill>
                <a:blip r:embed="rId51"/>
                <a:stretch>
                  <a:fillRect/>
                </a:stretch>
              </p:blipFill>
              <p:spPr>
                <a:xfrm>
                  <a:off x="3040342" y="1601816"/>
                  <a:ext cx="7848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114FFBB0-A34E-839C-DFA3-50E707DF16FD}"/>
                    </a:ext>
                  </a:extLst>
                </p14:cNvPr>
                <p14:cNvContentPartPr/>
                <p14:nvPr/>
              </p14:nvContentPartPr>
              <p14:xfrm>
                <a:off x="3221062" y="1423256"/>
                <a:ext cx="137880" cy="294840"/>
              </p14:xfrm>
            </p:contentPart>
          </mc:Choice>
          <mc:Fallback>
            <p:pic>
              <p:nvPicPr>
                <p:cNvPr id="32" name="Ink 31">
                  <a:extLst>
                    <a:ext uri="{FF2B5EF4-FFF2-40B4-BE49-F238E27FC236}">
                      <a16:creationId xmlns:a16="http://schemas.microsoft.com/office/drawing/2014/main" id="{114FFBB0-A34E-839C-DFA3-50E707DF16FD}"/>
                    </a:ext>
                  </a:extLst>
                </p:cNvPr>
                <p:cNvPicPr/>
                <p:nvPr/>
              </p:nvPicPr>
              <p:blipFill>
                <a:blip r:embed="rId53"/>
                <a:stretch>
                  <a:fillRect/>
                </a:stretch>
              </p:blipFill>
              <p:spPr>
                <a:xfrm>
                  <a:off x="3212422" y="1414616"/>
                  <a:ext cx="155520" cy="3124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D70A1E17-09E6-F365-3946-F0CA4FD354D7}"/>
                    </a:ext>
                  </a:extLst>
                </p14:cNvPr>
                <p14:cNvContentPartPr/>
                <p14:nvPr/>
              </p14:nvContentPartPr>
              <p14:xfrm>
                <a:off x="3349222" y="1587416"/>
                <a:ext cx="243360" cy="76680"/>
              </p14:xfrm>
            </p:contentPart>
          </mc:Choice>
          <mc:Fallback>
            <p:pic>
              <p:nvPicPr>
                <p:cNvPr id="33" name="Ink 32">
                  <a:extLst>
                    <a:ext uri="{FF2B5EF4-FFF2-40B4-BE49-F238E27FC236}">
                      <a16:creationId xmlns:a16="http://schemas.microsoft.com/office/drawing/2014/main" id="{D70A1E17-09E6-F365-3946-F0CA4FD354D7}"/>
                    </a:ext>
                  </a:extLst>
                </p:cNvPr>
                <p:cNvPicPr/>
                <p:nvPr/>
              </p:nvPicPr>
              <p:blipFill>
                <a:blip r:embed="rId55"/>
                <a:stretch>
                  <a:fillRect/>
                </a:stretch>
              </p:blipFill>
              <p:spPr>
                <a:xfrm>
                  <a:off x="3340222" y="1578416"/>
                  <a:ext cx="26100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77E44E8E-EA29-A5D6-6394-408AA2B15355}"/>
                    </a:ext>
                  </a:extLst>
                </p14:cNvPr>
                <p14:cNvContentPartPr/>
                <p14:nvPr/>
              </p14:nvContentPartPr>
              <p14:xfrm>
                <a:off x="3561622" y="1422536"/>
                <a:ext cx="186120" cy="306360"/>
              </p14:xfrm>
            </p:contentPart>
          </mc:Choice>
          <mc:Fallback>
            <p:pic>
              <p:nvPicPr>
                <p:cNvPr id="35" name="Ink 34">
                  <a:extLst>
                    <a:ext uri="{FF2B5EF4-FFF2-40B4-BE49-F238E27FC236}">
                      <a16:creationId xmlns:a16="http://schemas.microsoft.com/office/drawing/2014/main" id="{77E44E8E-EA29-A5D6-6394-408AA2B15355}"/>
                    </a:ext>
                  </a:extLst>
                </p:cNvPr>
                <p:cNvPicPr/>
                <p:nvPr/>
              </p:nvPicPr>
              <p:blipFill>
                <a:blip r:embed="rId57"/>
                <a:stretch>
                  <a:fillRect/>
                </a:stretch>
              </p:blipFill>
              <p:spPr>
                <a:xfrm>
                  <a:off x="3552982" y="1413536"/>
                  <a:ext cx="203760" cy="324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8">
            <p14:nvContentPartPr>
              <p14:cNvPr id="37" name="Ink 36">
                <a:extLst>
                  <a:ext uri="{FF2B5EF4-FFF2-40B4-BE49-F238E27FC236}">
                    <a16:creationId xmlns:a16="http://schemas.microsoft.com/office/drawing/2014/main" id="{ACF7C35F-6012-2709-C39B-454C691B5FB0}"/>
                  </a:ext>
                </a:extLst>
              </p14:cNvPr>
              <p14:cNvContentPartPr/>
              <p14:nvPr/>
            </p14:nvContentPartPr>
            <p14:xfrm>
              <a:off x="3912622" y="1539176"/>
              <a:ext cx="201600" cy="131400"/>
            </p14:xfrm>
          </p:contentPart>
        </mc:Choice>
        <mc:Fallback>
          <p:pic>
            <p:nvPicPr>
              <p:cNvPr id="37" name="Ink 36">
                <a:extLst>
                  <a:ext uri="{FF2B5EF4-FFF2-40B4-BE49-F238E27FC236}">
                    <a16:creationId xmlns:a16="http://schemas.microsoft.com/office/drawing/2014/main" id="{ACF7C35F-6012-2709-C39B-454C691B5FB0}"/>
                  </a:ext>
                </a:extLst>
              </p:cNvPr>
              <p:cNvPicPr/>
              <p:nvPr/>
            </p:nvPicPr>
            <p:blipFill>
              <a:blip r:embed="rId59"/>
              <a:stretch>
                <a:fillRect/>
              </a:stretch>
            </p:blipFill>
            <p:spPr>
              <a:xfrm>
                <a:off x="3903622" y="1530176"/>
                <a:ext cx="219240" cy="149040"/>
              </a:xfrm>
              <a:prstGeom prst="rect">
                <a:avLst/>
              </a:prstGeom>
            </p:spPr>
          </p:pic>
        </mc:Fallback>
      </mc:AlternateContent>
      <p:grpSp>
        <p:nvGrpSpPr>
          <p:cNvPr id="52" name="Group 51">
            <a:extLst>
              <a:ext uri="{FF2B5EF4-FFF2-40B4-BE49-F238E27FC236}">
                <a16:creationId xmlns:a16="http://schemas.microsoft.com/office/drawing/2014/main" id="{FB59845C-EACB-A37A-D82C-BBE7F6763DC4}"/>
              </a:ext>
            </a:extLst>
          </p:cNvPr>
          <p:cNvGrpSpPr/>
          <p:nvPr/>
        </p:nvGrpSpPr>
        <p:grpSpPr>
          <a:xfrm>
            <a:off x="4256062" y="1270256"/>
            <a:ext cx="2333520" cy="463680"/>
            <a:chOff x="4256062" y="1270256"/>
            <a:chExt cx="2333520" cy="463680"/>
          </a:xfrm>
        </p:grpSpPr>
        <mc:AlternateContent xmlns:mc="http://schemas.openxmlformats.org/markup-compatibility/2006">
          <mc:Choice xmlns:p14="http://schemas.microsoft.com/office/powerpoint/2010/main" Requires="p14">
            <p:contentPart p14:bwMode="auto" r:id="rId60">
              <p14:nvContentPartPr>
                <p14:cNvPr id="38" name="Ink 37">
                  <a:extLst>
                    <a:ext uri="{FF2B5EF4-FFF2-40B4-BE49-F238E27FC236}">
                      <a16:creationId xmlns:a16="http://schemas.microsoft.com/office/drawing/2014/main" id="{099DEA26-E0F9-7849-B561-61AEA14A5718}"/>
                    </a:ext>
                  </a:extLst>
                </p14:cNvPr>
                <p14:cNvContentPartPr/>
                <p14:nvPr/>
              </p14:nvContentPartPr>
              <p14:xfrm>
                <a:off x="4256062" y="1404896"/>
                <a:ext cx="170280" cy="329040"/>
              </p14:xfrm>
            </p:contentPart>
          </mc:Choice>
          <mc:Fallback>
            <p:pic>
              <p:nvPicPr>
                <p:cNvPr id="38" name="Ink 37">
                  <a:extLst>
                    <a:ext uri="{FF2B5EF4-FFF2-40B4-BE49-F238E27FC236}">
                      <a16:creationId xmlns:a16="http://schemas.microsoft.com/office/drawing/2014/main" id="{099DEA26-E0F9-7849-B561-61AEA14A5718}"/>
                    </a:ext>
                  </a:extLst>
                </p:cNvPr>
                <p:cNvPicPr/>
                <p:nvPr/>
              </p:nvPicPr>
              <p:blipFill>
                <a:blip r:embed="rId61"/>
                <a:stretch>
                  <a:fillRect/>
                </a:stretch>
              </p:blipFill>
              <p:spPr>
                <a:xfrm>
                  <a:off x="4247422" y="1395896"/>
                  <a:ext cx="187920" cy="3466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9" name="Ink 38">
                  <a:extLst>
                    <a:ext uri="{FF2B5EF4-FFF2-40B4-BE49-F238E27FC236}">
                      <a16:creationId xmlns:a16="http://schemas.microsoft.com/office/drawing/2014/main" id="{4ED481EA-412F-615C-1FDD-BBDF2EFD450F}"/>
                    </a:ext>
                  </a:extLst>
                </p14:cNvPr>
                <p14:cNvContentPartPr/>
                <p14:nvPr/>
              </p14:nvContentPartPr>
              <p14:xfrm>
                <a:off x="4406902" y="1577336"/>
                <a:ext cx="243360" cy="89640"/>
              </p14:xfrm>
            </p:contentPart>
          </mc:Choice>
          <mc:Fallback>
            <p:pic>
              <p:nvPicPr>
                <p:cNvPr id="39" name="Ink 38">
                  <a:extLst>
                    <a:ext uri="{FF2B5EF4-FFF2-40B4-BE49-F238E27FC236}">
                      <a16:creationId xmlns:a16="http://schemas.microsoft.com/office/drawing/2014/main" id="{4ED481EA-412F-615C-1FDD-BBDF2EFD450F}"/>
                    </a:ext>
                  </a:extLst>
                </p:cNvPr>
                <p:cNvPicPr/>
                <p:nvPr/>
              </p:nvPicPr>
              <p:blipFill>
                <a:blip r:embed="rId63"/>
                <a:stretch>
                  <a:fillRect/>
                </a:stretch>
              </p:blipFill>
              <p:spPr>
                <a:xfrm>
                  <a:off x="4397902" y="1568336"/>
                  <a:ext cx="26100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0" name="Ink 39">
                  <a:extLst>
                    <a:ext uri="{FF2B5EF4-FFF2-40B4-BE49-F238E27FC236}">
                      <a16:creationId xmlns:a16="http://schemas.microsoft.com/office/drawing/2014/main" id="{2075236A-C6B0-FBE9-686B-8BE181048C68}"/>
                    </a:ext>
                  </a:extLst>
                </p14:cNvPr>
                <p14:cNvContentPartPr/>
                <p14:nvPr/>
              </p14:nvContentPartPr>
              <p14:xfrm>
                <a:off x="4734862" y="1613696"/>
                <a:ext cx="96120" cy="2880"/>
              </p14:xfrm>
            </p:contentPart>
          </mc:Choice>
          <mc:Fallback>
            <p:pic>
              <p:nvPicPr>
                <p:cNvPr id="40" name="Ink 39">
                  <a:extLst>
                    <a:ext uri="{FF2B5EF4-FFF2-40B4-BE49-F238E27FC236}">
                      <a16:creationId xmlns:a16="http://schemas.microsoft.com/office/drawing/2014/main" id="{2075236A-C6B0-FBE9-686B-8BE181048C68}"/>
                    </a:ext>
                  </a:extLst>
                </p:cNvPr>
                <p:cNvPicPr/>
                <p:nvPr/>
              </p:nvPicPr>
              <p:blipFill>
                <a:blip r:embed="rId65"/>
                <a:stretch>
                  <a:fillRect/>
                </a:stretch>
              </p:blipFill>
              <p:spPr>
                <a:xfrm>
                  <a:off x="4726222" y="1604696"/>
                  <a:ext cx="11376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2" name="Ink 41">
                  <a:extLst>
                    <a:ext uri="{FF2B5EF4-FFF2-40B4-BE49-F238E27FC236}">
                      <a16:creationId xmlns:a16="http://schemas.microsoft.com/office/drawing/2014/main" id="{C519CBF6-A857-C38A-A709-A7472FD34E43}"/>
                    </a:ext>
                  </a:extLst>
                </p14:cNvPr>
                <p14:cNvContentPartPr/>
                <p14:nvPr/>
              </p14:nvContentPartPr>
              <p14:xfrm>
                <a:off x="5002342" y="1568336"/>
                <a:ext cx="79560" cy="116280"/>
              </p14:xfrm>
            </p:contentPart>
          </mc:Choice>
          <mc:Fallback>
            <p:pic>
              <p:nvPicPr>
                <p:cNvPr id="42" name="Ink 41">
                  <a:extLst>
                    <a:ext uri="{FF2B5EF4-FFF2-40B4-BE49-F238E27FC236}">
                      <a16:creationId xmlns:a16="http://schemas.microsoft.com/office/drawing/2014/main" id="{C519CBF6-A857-C38A-A709-A7472FD34E43}"/>
                    </a:ext>
                  </a:extLst>
                </p:cNvPr>
                <p:cNvPicPr/>
                <p:nvPr/>
              </p:nvPicPr>
              <p:blipFill>
                <a:blip r:embed="rId67"/>
                <a:stretch>
                  <a:fillRect/>
                </a:stretch>
              </p:blipFill>
              <p:spPr>
                <a:xfrm>
                  <a:off x="4993702" y="1559696"/>
                  <a:ext cx="9720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3" name="Ink 42">
                  <a:extLst>
                    <a:ext uri="{FF2B5EF4-FFF2-40B4-BE49-F238E27FC236}">
                      <a16:creationId xmlns:a16="http://schemas.microsoft.com/office/drawing/2014/main" id="{75C91EB7-C7A1-65D6-6404-460C1BBD2903}"/>
                    </a:ext>
                  </a:extLst>
                </p14:cNvPr>
                <p14:cNvContentPartPr/>
                <p14:nvPr/>
              </p14:nvContentPartPr>
              <p14:xfrm>
                <a:off x="5152822" y="1476536"/>
                <a:ext cx="216360" cy="202320"/>
              </p14:xfrm>
            </p:contentPart>
          </mc:Choice>
          <mc:Fallback>
            <p:pic>
              <p:nvPicPr>
                <p:cNvPr id="43" name="Ink 42">
                  <a:extLst>
                    <a:ext uri="{FF2B5EF4-FFF2-40B4-BE49-F238E27FC236}">
                      <a16:creationId xmlns:a16="http://schemas.microsoft.com/office/drawing/2014/main" id="{75C91EB7-C7A1-65D6-6404-460C1BBD2903}"/>
                    </a:ext>
                  </a:extLst>
                </p:cNvPr>
                <p:cNvPicPr/>
                <p:nvPr/>
              </p:nvPicPr>
              <p:blipFill>
                <a:blip r:embed="rId69"/>
                <a:stretch>
                  <a:fillRect/>
                </a:stretch>
              </p:blipFill>
              <p:spPr>
                <a:xfrm>
                  <a:off x="5143822" y="1467896"/>
                  <a:ext cx="23400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4" name="Ink 43">
                  <a:extLst>
                    <a:ext uri="{FF2B5EF4-FFF2-40B4-BE49-F238E27FC236}">
                      <a16:creationId xmlns:a16="http://schemas.microsoft.com/office/drawing/2014/main" id="{764D54ED-5CB6-4042-3C62-8F4BE3E76FB0}"/>
                    </a:ext>
                  </a:extLst>
                </p14:cNvPr>
                <p14:cNvContentPartPr/>
                <p14:nvPr/>
              </p14:nvContentPartPr>
              <p14:xfrm>
                <a:off x="5379982" y="1408136"/>
                <a:ext cx="137160" cy="315360"/>
              </p14:xfrm>
            </p:contentPart>
          </mc:Choice>
          <mc:Fallback>
            <p:pic>
              <p:nvPicPr>
                <p:cNvPr id="44" name="Ink 43">
                  <a:extLst>
                    <a:ext uri="{FF2B5EF4-FFF2-40B4-BE49-F238E27FC236}">
                      <a16:creationId xmlns:a16="http://schemas.microsoft.com/office/drawing/2014/main" id="{764D54ED-5CB6-4042-3C62-8F4BE3E76FB0}"/>
                    </a:ext>
                  </a:extLst>
                </p:cNvPr>
                <p:cNvPicPr/>
                <p:nvPr/>
              </p:nvPicPr>
              <p:blipFill>
                <a:blip r:embed="rId71"/>
                <a:stretch>
                  <a:fillRect/>
                </a:stretch>
              </p:blipFill>
              <p:spPr>
                <a:xfrm>
                  <a:off x="5370982" y="1399496"/>
                  <a:ext cx="154800" cy="3330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6" name="Ink 45">
                  <a:extLst>
                    <a:ext uri="{FF2B5EF4-FFF2-40B4-BE49-F238E27FC236}">
                      <a16:creationId xmlns:a16="http://schemas.microsoft.com/office/drawing/2014/main" id="{799761F8-1773-4F70-6242-9EBCDEC33961}"/>
                    </a:ext>
                  </a:extLst>
                </p14:cNvPr>
                <p14:cNvContentPartPr/>
                <p14:nvPr/>
              </p14:nvContentPartPr>
              <p14:xfrm>
                <a:off x="5698942" y="1568696"/>
                <a:ext cx="160560" cy="148320"/>
              </p14:xfrm>
            </p:contentPart>
          </mc:Choice>
          <mc:Fallback>
            <p:pic>
              <p:nvPicPr>
                <p:cNvPr id="46" name="Ink 45">
                  <a:extLst>
                    <a:ext uri="{FF2B5EF4-FFF2-40B4-BE49-F238E27FC236}">
                      <a16:creationId xmlns:a16="http://schemas.microsoft.com/office/drawing/2014/main" id="{799761F8-1773-4F70-6242-9EBCDEC33961}"/>
                    </a:ext>
                  </a:extLst>
                </p:cNvPr>
                <p:cNvPicPr/>
                <p:nvPr/>
              </p:nvPicPr>
              <p:blipFill>
                <a:blip r:embed="rId73"/>
                <a:stretch>
                  <a:fillRect/>
                </a:stretch>
              </p:blipFill>
              <p:spPr>
                <a:xfrm>
                  <a:off x="5689942" y="1560056"/>
                  <a:ext cx="17820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0D596901-B83C-D3E1-94A0-59D87E82DBD5}"/>
                    </a:ext>
                  </a:extLst>
                </p14:cNvPr>
                <p14:cNvContentPartPr/>
                <p14:nvPr/>
              </p14:nvContentPartPr>
              <p14:xfrm>
                <a:off x="5837542" y="1465736"/>
                <a:ext cx="132840" cy="18000"/>
              </p14:xfrm>
            </p:contentPart>
          </mc:Choice>
          <mc:Fallback>
            <p:pic>
              <p:nvPicPr>
                <p:cNvPr id="47" name="Ink 46">
                  <a:extLst>
                    <a:ext uri="{FF2B5EF4-FFF2-40B4-BE49-F238E27FC236}">
                      <a16:creationId xmlns:a16="http://schemas.microsoft.com/office/drawing/2014/main" id="{0D596901-B83C-D3E1-94A0-59D87E82DBD5}"/>
                    </a:ext>
                  </a:extLst>
                </p:cNvPr>
                <p:cNvPicPr/>
                <p:nvPr/>
              </p:nvPicPr>
              <p:blipFill>
                <a:blip r:embed="rId75"/>
                <a:stretch>
                  <a:fillRect/>
                </a:stretch>
              </p:blipFill>
              <p:spPr>
                <a:xfrm>
                  <a:off x="5828542" y="1457096"/>
                  <a:ext cx="15048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EC914060-4C8E-7073-7334-81E9CA5A432B}"/>
                    </a:ext>
                  </a:extLst>
                </p14:cNvPr>
                <p14:cNvContentPartPr/>
                <p14:nvPr/>
              </p14:nvContentPartPr>
              <p14:xfrm>
                <a:off x="6038062" y="1445936"/>
                <a:ext cx="106920" cy="203400"/>
              </p14:xfrm>
            </p:contentPart>
          </mc:Choice>
          <mc:Fallback>
            <p:pic>
              <p:nvPicPr>
                <p:cNvPr id="48" name="Ink 47">
                  <a:extLst>
                    <a:ext uri="{FF2B5EF4-FFF2-40B4-BE49-F238E27FC236}">
                      <a16:creationId xmlns:a16="http://schemas.microsoft.com/office/drawing/2014/main" id="{EC914060-4C8E-7073-7334-81E9CA5A432B}"/>
                    </a:ext>
                  </a:extLst>
                </p:cNvPr>
                <p:cNvPicPr/>
                <p:nvPr/>
              </p:nvPicPr>
              <p:blipFill>
                <a:blip r:embed="rId77"/>
                <a:stretch>
                  <a:fillRect/>
                </a:stretch>
              </p:blipFill>
              <p:spPr>
                <a:xfrm>
                  <a:off x="6029062" y="1436936"/>
                  <a:ext cx="12456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9" name="Ink 48">
                  <a:extLst>
                    <a:ext uri="{FF2B5EF4-FFF2-40B4-BE49-F238E27FC236}">
                      <a16:creationId xmlns:a16="http://schemas.microsoft.com/office/drawing/2014/main" id="{81E79101-AF15-EFD9-1D21-7CCC17974049}"/>
                    </a:ext>
                  </a:extLst>
                </p14:cNvPr>
                <p14:cNvContentPartPr/>
                <p14:nvPr/>
              </p14:nvContentPartPr>
              <p14:xfrm>
                <a:off x="5991262" y="1270256"/>
                <a:ext cx="20160" cy="51480"/>
              </p14:xfrm>
            </p:contentPart>
          </mc:Choice>
          <mc:Fallback>
            <p:pic>
              <p:nvPicPr>
                <p:cNvPr id="49" name="Ink 48">
                  <a:extLst>
                    <a:ext uri="{FF2B5EF4-FFF2-40B4-BE49-F238E27FC236}">
                      <a16:creationId xmlns:a16="http://schemas.microsoft.com/office/drawing/2014/main" id="{81E79101-AF15-EFD9-1D21-7CCC17974049}"/>
                    </a:ext>
                  </a:extLst>
                </p:cNvPr>
                <p:cNvPicPr/>
                <p:nvPr/>
              </p:nvPicPr>
              <p:blipFill>
                <a:blip r:embed="rId79"/>
                <a:stretch>
                  <a:fillRect/>
                </a:stretch>
              </p:blipFill>
              <p:spPr>
                <a:xfrm>
                  <a:off x="5982622" y="1261616"/>
                  <a:ext cx="3780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0" name="Ink 49">
                  <a:extLst>
                    <a:ext uri="{FF2B5EF4-FFF2-40B4-BE49-F238E27FC236}">
                      <a16:creationId xmlns:a16="http://schemas.microsoft.com/office/drawing/2014/main" id="{D67F84A4-B739-7D46-2BA3-B7C6940C543B}"/>
                    </a:ext>
                  </a:extLst>
                </p14:cNvPr>
                <p14:cNvContentPartPr/>
                <p14:nvPr/>
              </p14:nvContentPartPr>
              <p14:xfrm>
                <a:off x="6134902" y="1354856"/>
                <a:ext cx="214560" cy="107280"/>
              </p14:xfrm>
            </p:contentPart>
          </mc:Choice>
          <mc:Fallback>
            <p:pic>
              <p:nvPicPr>
                <p:cNvPr id="50" name="Ink 49">
                  <a:extLst>
                    <a:ext uri="{FF2B5EF4-FFF2-40B4-BE49-F238E27FC236}">
                      <a16:creationId xmlns:a16="http://schemas.microsoft.com/office/drawing/2014/main" id="{D67F84A4-B739-7D46-2BA3-B7C6940C543B}"/>
                    </a:ext>
                  </a:extLst>
                </p:cNvPr>
                <p:cNvPicPr/>
                <p:nvPr/>
              </p:nvPicPr>
              <p:blipFill>
                <a:blip r:embed="rId81"/>
                <a:stretch>
                  <a:fillRect/>
                </a:stretch>
              </p:blipFill>
              <p:spPr>
                <a:xfrm>
                  <a:off x="6125902" y="1345856"/>
                  <a:ext cx="23220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1" name="Ink 50">
                  <a:extLst>
                    <a:ext uri="{FF2B5EF4-FFF2-40B4-BE49-F238E27FC236}">
                      <a16:creationId xmlns:a16="http://schemas.microsoft.com/office/drawing/2014/main" id="{2F82587C-801A-FA3E-E394-BB278FEA2273}"/>
                    </a:ext>
                  </a:extLst>
                </p14:cNvPr>
                <p14:cNvContentPartPr/>
                <p14:nvPr/>
              </p14:nvContentPartPr>
              <p14:xfrm>
                <a:off x="6411382" y="1366016"/>
                <a:ext cx="178200" cy="72720"/>
              </p14:xfrm>
            </p:contentPart>
          </mc:Choice>
          <mc:Fallback>
            <p:pic>
              <p:nvPicPr>
                <p:cNvPr id="51" name="Ink 50">
                  <a:extLst>
                    <a:ext uri="{FF2B5EF4-FFF2-40B4-BE49-F238E27FC236}">
                      <a16:creationId xmlns:a16="http://schemas.microsoft.com/office/drawing/2014/main" id="{2F82587C-801A-FA3E-E394-BB278FEA2273}"/>
                    </a:ext>
                  </a:extLst>
                </p:cNvPr>
                <p:cNvPicPr/>
                <p:nvPr/>
              </p:nvPicPr>
              <p:blipFill>
                <a:blip r:embed="rId83"/>
                <a:stretch>
                  <a:fillRect/>
                </a:stretch>
              </p:blipFill>
              <p:spPr>
                <a:xfrm>
                  <a:off x="6402382" y="1357376"/>
                  <a:ext cx="195840" cy="90360"/>
                </a:xfrm>
                <a:prstGeom prst="rect">
                  <a:avLst/>
                </a:prstGeom>
              </p:spPr>
            </p:pic>
          </mc:Fallback>
        </mc:AlternateContent>
      </p:grpSp>
      <p:grpSp>
        <p:nvGrpSpPr>
          <p:cNvPr id="57" name="Group 56">
            <a:extLst>
              <a:ext uri="{FF2B5EF4-FFF2-40B4-BE49-F238E27FC236}">
                <a16:creationId xmlns:a16="http://schemas.microsoft.com/office/drawing/2014/main" id="{07AE412F-1C37-7497-AA3B-8579BB62A29C}"/>
              </a:ext>
            </a:extLst>
          </p:cNvPr>
          <p:cNvGrpSpPr/>
          <p:nvPr/>
        </p:nvGrpSpPr>
        <p:grpSpPr>
          <a:xfrm>
            <a:off x="8872702" y="1428296"/>
            <a:ext cx="929880" cy="232920"/>
            <a:chOff x="8872702" y="1428296"/>
            <a:chExt cx="929880" cy="232920"/>
          </a:xfrm>
        </p:grpSpPr>
        <mc:AlternateContent xmlns:mc="http://schemas.openxmlformats.org/markup-compatibility/2006">
          <mc:Choice xmlns:p14="http://schemas.microsoft.com/office/powerpoint/2010/main" Requires="p14">
            <p:contentPart p14:bwMode="auto" r:id="rId84">
              <p14:nvContentPartPr>
                <p14:cNvPr id="53" name="Ink 52">
                  <a:extLst>
                    <a:ext uri="{FF2B5EF4-FFF2-40B4-BE49-F238E27FC236}">
                      <a16:creationId xmlns:a16="http://schemas.microsoft.com/office/drawing/2014/main" id="{07124A3A-8B64-1192-F658-5FBFEBC25650}"/>
                    </a:ext>
                  </a:extLst>
                </p14:cNvPr>
                <p14:cNvContentPartPr/>
                <p14:nvPr/>
              </p14:nvContentPartPr>
              <p14:xfrm>
                <a:off x="8872702" y="1561496"/>
                <a:ext cx="255600" cy="99720"/>
              </p14:xfrm>
            </p:contentPart>
          </mc:Choice>
          <mc:Fallback>
            <p:pic>
              <p:nvPicPr>
                <p:cNvPr id="53" name="Ink 52">
                  <a:extLst>
                    <a:ext uri="{FF2B5EF4-FFF2-40B4-BE49-F238E27FC236}">
                      <a16:creationId xmlns:a16="http://schemas.microsoft.com/office/drawing/2014/main" id="{07124A3A-8B64-1192-F658-5FBFEBC25650}"/>
                    </a:ext>
                  </a:extLst>
                </p:cNvPr>
                <p:cNvPicPr/>
                <p:nvPr/>
              </p:nvPicPr>
              <p:blipFill>
                <a:blip r:embed="rId85"/>
                <a:stretch>
                  <a:fillRect/>
                </a:stretch>
              </p:blipFill>
              <p:spPr>
                <a:xfrm>
                  <a:off x="8863702" y="1552856"/>
                  <a:ext cx="27324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4" name="Ink 53">
                  <a:extLst>
                    <a:ext uri="{FF2B5EF4-FFF2-40B4-BE49-F238E27FC236}">
                      <a16:creationId xmlns:a16="http://schemas.microsoft.com/office/drawing/2014/main" id="{0E1EDBE7-A67B-058D-4115-C2411CEB6D77}"/>
                    </a:ext>
                  </a:extLst>
                </p14:cNvPr>
                <p14:cNvContentPartPr/>
                <p14:nvPr/>
              </p14:nvContentPartPr>
              <p14:xfrm>
                <a:off x="9197422" y="1610456"/>
                <a:ext cx="96840" cy="5760"/>
              </p14:xfrm>
            </p:contentPart>
          </mc:Choice>
          <mc:Fallback>
            <p:pic>
              <p:nvPicPr>
                <p:cNvPr id="54" name="Ink 53">
                  <a:extLst>
                    <a:ext uri="{FF2B5EF4-FFF2-40B4-BE49-F238E27FC236}">
                      <a16:creationId xmlns:a16="http://schemas.microsoft.com/office/drawing/2014/main" id="{0E1EDBE7-A67B-058D-4115-C2411CEB6D77}"/>
                    </a:ext>
                  </a:extLst>
                </p:cNvPr>
                <p:cNvPicPr/>
                <p:nvPr/>
              </p:nvPicPr>
              <p:blipFill>
                <a:blip r:embed="rId87"/>
                <a:stretch>
                  <a:fillRect/>
                </a:stretch>
              </p:blipFill>
              <p:spPr>
                <a:xfrm>
                  <a:off x="9188422" y="1601456"/>
                  <a:ext cx="11448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5" name="Ink 54">
                  <a:extLst>
                    <a:ext uri="{FF2B5EF4-FFF2-40B4-BE49-F238E27FC236}">
                      <a16:creationId xmlns:a16="http://schemas.microsoft.com/office/drawing/2014/main" id="{8E4ED232-7EC0-1037-5DDB-92BF6769FBD8}"/>
                    </a:ext>
                  </a:extLst>
                </p14:cNvPr>
                <p14:cNvContentPartPr/>
                <p14:nvPr/>
              </p14:nvContentPartPr>
              <p14:xfrm>
                <a:off x="9425662" y="1541336"/>
                <a:ext cx="90000" cy="117720"/>
              </p14:xfrm>
            </p:contentPart>
          </mc:Choice>
          <mc:Fallback>
            <p:pic>
              <p:nvPicPr>
                <p:cNvPr id="55" name="Ink 54">
                  <a:extLst>
                    <a:ext uri="{FF2B5EF4-FFF2-40B4-BE49-F238E27FC236}">
                      <a16:creationId xmlns:a16="http://schemas.microsoft.com/office/drawing/2014/main" id="{8E4ED232-7EC0-1037-5DDB-92BF6769FBD8}"/>
                    </a:ext>
                  </a:extLst>
                </p:cNvPr>
                <p:cNvPicPr/>
                <p:nvPr/>
              </p:nvPicPr>
              <p:blipFill>
                <a:blip r:embed="rId89"/>
                <a:stretch>
                  <a:fillRect/>
                </a:stretch>
              </p:blipFill>
              <p:spPr>
                <a:xfrm>
                  <a:off x="9416662" y="1532336"/>
                  <a:ext cx="10764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6" name="Ink 55">
                  <a:extLst>
                    <a:ext uri="{FF2B5EF4-FFF2-40B4-BE49-F238E27FC236}">
                      <a16:creationId xmlns:a16="http://schemas.microsoft.com/office/drawing/2014/main" id="{B5AAD31F-E615-4305-F739-14255C19D849}"/>
                    </a:ext>
                  </a:extLst>
                </p14:cNvPr>
                <p14:cNvContentPartPr/>
                <p14:nvPr/>
              </p14:nvContentPartPr>
              <p14:xfrm>
                <a:off x="9568582" y="1428296"/>
                <a:ext cx="234000" cy="211320"/>
              </p14:xfrm>
            </p:contentPart>
          </mc:Choice>
          <mc:Fallback>
            <p:pic>
              <p:nvPicPr>
                <p:cNvPr id="56" name="Ink 55">
                  <a:extLst>
                    <a:ext uri="{FF2B5EF4-FFF2-40B4-BE49-F238E27FC236}">
                      <a16:creationId xmlns:a16="http://schemas.microsoft.com/office/drawing/2014/main" id="{B5AAD31F-E615-4305-F739-14255C19D849}"/>
                    </a:ext>
                  </a:extLst>
                </p:cNvPr>
                <p:cNvPicPr/>
                <p:nvPr/>
              </p:nvPicPr>
              <p:blipFill>
                <a:blip r:embed="rId91"/>
                <a:stretch>
                  <a:fillRect/>
                </a:stretch>
              </p:blipFill>
              <p:spPr>
                <a:xfrm>
                  <a:off x="9559582" y="1419656"/>
                  <a:ext cx="251640" cy="228960"/>
                </a:xfrm>
                <a:prstGeom prst="rect">
                  <a:avLst/>
                </a:prstGeom>
              </p:spPr>
            </p:pic>
          </mc:Fallback>
        </mc:AlternateContent>
      </p:grpSp>
      <p:grpSp>
        <p:nvGrpSpPr>
          <p:cNvPr id="60" name="Group 59">
            <a:extLst>
              <a:ext uri="{FF2B5EF4-FFF2-40B4-BE49-F238E27FC236}">
                <a16:creationId xmlns:a16="http://schemas.microsoft.com/office/drawing/2014/main" id="{20B810CB-DE6E-DFAB-A1E7-0F12E3173BED}"/>
              </a:ext>
            </a:extLst>
          </p:cNvPr>
          <p:cNvGrpSpPr/>
          <p:nvPr/>
        </p:nvGrpSpPr>
        <p:grpSpPr>
          <a:xfrm>
            <a:off x="8123182" y="1542416"/>
            <a:ext cx="563760" cy="116280"/>
            <a:chOff x="8123182" y="1542416"/>
            <a:chExt cx="563760" cy="116280"/>
          </a:xfrm>
        </p:grpSpPr>
        <mc:AlternateContent xmlns:mc="http://schemas.openxmlformats.org/markup-compatibility/2006">
          <mc:Choice xmlns:p14="http://schemas.microsoft.com/office/powerpoint/2010/main" Requires="p14">
            <p:contentPart p14:bwMode="auto" r:id="rId92">
              <p14:nvContentPartPr>
                <p14:cNvPr id="58" name="Ink 57">
                  <a:extLst>
                    <a:ext uri="{FF2B5EF4-FFF2-40B4-BE49-F238E27FC236}">
                      <a16:creationId xmlns:a16="http://schemas.microsoft.com/office/drawing/2014/main" id="{BBF5CC54-8733-613D-0F67-C1019672B2AD}"/>
                    </a:ext>
                  </a:extLst>
                </p14:cNvPr>
                <p14:cNvContentPartPr/>
                <p14:nvPr/>
              </p14:nvContentPartPr>
              <p14:xfrm>
                <a:off x="8421622" y="1558616"/>
                <a:ext cx="265320" cy="100080"/>
              </p14:xfrm>
            </p:contentPart>
          </mc:Choice>
          <mc:Fallback>
            <p:pic>
              <p:nvPicPr>
                <p:cNvPr id="58" name="Ink 57">
                  <a:extLst>
                    <a:ext uri="{FF2B5EF4-FFF2-40B4-BE49-F238E27FC236}">
                      <a16:creationId xmlns:a16="http://schemas.microsoft.com/office/drawing/2014/main" id="{BBF5CC54-8733-613D-0F67-C1019672B2AD}"/>
                    </a:ext>
                  </a:extLst>
                </p:cNvPr>
                <p:cNvPicPr/>
                <p:nvPr/>
              </p:nvPicPr>
              <p:blipFill>
                <a:blip r:embed="rId93"/>
                <a:stretch>
                  <a:fillRect/>
                </a:stretch>
              </p:blipFill>
              <p:spPr>
                <a:xfrm>
                  <a:off x="8412982" y="1549976"/>
                  <a:ext cx="28296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9" name="Ink 58">
                  <a:extLst>
                    <a:ext uri="{FF2B5EF4-FFF2-40B4-BE49-F238E27FC236}">
                      <a16:creationId xmlns:a16="http://schemas.microsoft.com/office/drawing/2014/main" id="{08E243A2-586C-CBF2-F261-B899A95F934A}"/>
                    </a:ext>
                  </a:extLst>
                </p14:cNvPr>
                <p14:cNvContentPartPr/>
                <p14:nvPr/>
              </p14:nvContentPartPr>
              <p14:xfrm>
                <a:off x="8123182" y="1542416"/>
                <a:ext cx="130680" cy="95040"/>
              </p14:xfrm>
            </p:contentPart>
          </mc:Choice>
          <mc:Fallback>
            <p:pic>
              <p:nvPicPr>
                <p:cNvPr id="59" name="Ink 58">
                  <a:extLst>
                    <a:ext uri="{FF2B5EF4-FFF2-40B4-BE49-F238E27FC236}">
                      <a16:creationId xmlns:a16="http://schemas.microsoft.com/office/drawing/2014/main" id="{08E243A2-586C-CBF2-F261-B899A95F934A}"/>
                    </a:ext>
                  </a:extLst>
                </p:cNvPr>
                <p:cNvPicPr/>
                <p:nvPr/>
              </p:nvPicPr>
              <p:blipFill>
                <a:blip r:embed="rId95"/>
                <a:stretch>
                  <a:fillRect/>
                </a:stretch>
              </p:blipFill>
              <p:spPr>
                <a:xfrm>
                  <a:off x="8114182" y="1533416"/>
                  <a:ext cx="148320" cy="112680"/>
                </a:xfrm>
                <a:prstGeom prst="rect">
                  <a:avLst/>
                </a:prstGeom>
              </p:spPr>
            </p:pic>
          </mc:Fallback>
        </mc:AlternateContent>
      </p:grpSp>
      <p:grpSp>
        <p:nvGrpSpPr>
          <p:cNvPr id="63" name="Group 62">
            <a:extLst>
              <a:ext uri="{FF2B5EF4-FFF2-40B4-BE49-F238E27FC236}">
                <a16:creationId xmlns:a16="http://schemas.microsoft.com/office/drawing/2014/main" id="{C1E06147-7017-27B0-CE93-60E4BD6A1D6A}"/>
              </a:ext>
            </a:extLst>
          </p:cNvPr>
          <p:cNvGrpSpPr/>
          <p:nvPr/>
        </p:nvGrpSpPr>
        <p:grpSpPr>
          <a:xfrm>
            <a:off x="8607382" y="1913576"/>
            <a:ext cx="775800" cy="127440"/>
            <a:chOff x="8607382" y="1913576"/>
            <a:chExt cx="775800" cy="127440"/>
          </a:xfrm>
        </p:grpSpPr>
        <mc:AlternateContent xmlns:mc="http://schemas.openxmlformats.org/markup-compatibility/2006">
          <mc:Choice xmlns:p14="http://schemas.microsoft.com/office/powerpoint/2010/main" Requires="p14">
            <p:contentPart p14:bwMode="auto" r:id="rId96">
              <p14:nvContentPartPr>
                <p14:cNvPr id="61" name="Ink 60">
                  <a:extLst>
                    <a:ext uri="{FF2B5EF4-FFF2-40B4-BE49-F238E27FC236}">
                      <a16:creationId xmlns:a16="http://schemas.microsoft.com/office/drawing/2014/main" id="{E706A65A-E208-B721-A18F-95699CEF132C}"/>
                    </a:ext>
                  </a:extLst>
                </p14:cNvPr>
                <p14:cNvContentPartPr/>
                <p14:nvPr/>
              </p14:nvContentPartPr>
              <p14:xfrm>
                <a:off x="9090502" y="1913576"/>
                <a:ext cx="292680" cy="109440"/>
              </p14:xfrm>
            </p:contentPart>
          </mc:Choice>
          <mc:Fallback>
            <p:pic>
              <p:nvPicPr>
                <p:cNvPr id="61" name="Ink 60">
                  <a:extLst>
                    <a:ext uri="{FF2B5EF4-FFF2-40B4-BE49-F238E27FC236}">
                      <a16:creationId xmlns:a16="http://schemas.microsoft.com/office/drawing/2014/main" id="{E706A65A-E208-B721-A18F-95699CEF132C}"/>
                    </a:ext>
                  </a:extLst>
                </p:cNvPr>
                <p:cNvPicPr/>
                <p:nvPr/>
              </p:nvPicPr>
              <p:blipFill>
                <a:blip r:embed="rId97"/>
                <a:stretch>
                  <a:fillRect/>
                </a:stretch>
              </p:blipFill>
              <p:spPr>
                <a:xfrm>
                  <a:off x="9081862" y="1904936"/>
                  <a:ext cx="3103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2" name="Ink 61">
                  <a:extLst>
                    <a:ext uri="{FF2B5EF4-FFF2-40B4-BE49-F238E27FC236}">
                      <a16:creationId xmlns:a16="http://schemas.microsoft.com/office/drawing/2014/main" id="{FC77B68D-100E-2BA6-D1F9-8187F9E56C7C}"/>
                    </a:ext>
                  </a:extLst>
                </p14:cNvPr>
                <p14:cNvContentPartPr/>
                <p14:nvPr/>
              </p14:nvContentPartPr>
              <p14:xfrm>
                <a:off x="8607382" y="1956776"/>
                <a:ext cx="311040" cy="84240"/>
              </p14:xfrm>
            </p:contentPart>
          </mc:Choice>
          <mc:Fallback>
            <p:pic>
              <p:nvPicPr>
                <p:cNvPr id="62" name="Ink 61">
                  <a:extLst>
                    <a:ext uri="{FF2B5EF4-FFF2-40B4-BE49-F238E27FC236}">
                      <a16:creationId xmlns:a16="http://schemas.microsoft.com/office/drawing/2014/main" id="{FC77B68D-100E-2BA6-D1F9-8187F9E56C7C}"/>
                    </a:ext>
                  </a:extLst>
                </p:cNvPr>
                <p:cNvPicPr/>
                <p:nvPr/>
              </p:nvPicPr>
              <p:blipFill>
                <a:blip r:embed="rId99"/>
                <a:stretch>
                  <a:fillRect/>
                </a:stretch>
              </p:blipFill>
              <p:spPr>
                <a:xfrm>
                  <a:off x="8598382" y="1947776"/>
                  <a:ext cx="328680" cy="101880"/>
                </a:xfrm>
                <a:prstGeom prst="rect">
                  <a:avLst/>
                </a:prstGeom>
              </p:spPr>
            </p:pic>
          </mc:Fallback>
        </mc:AlternateContent>
      </p:grpSp>
      <p:grpSp>
        <p:nvGrpSpPr>
          <p:cNvPr id="69" name="Group 68">
            <a:extLst>
              <a:ext uri="{FF2B5EF4-FFF2-40B4-BE49-F238E27FC236}">
                <a16:creationId xmlns:a16="http://schemas.microsoft.com/office/drawing/2014/main" id="{8540CF79-B1B0-4130-33F6-527EC2CEEA11}"/>
              </a:ext>
            </a:extLst>
          </p:cNvPr>
          <p:cNvGrpSpPr/>
          <p:nvPr/>
        </p:nvGrpSpPr>
        <p:grpSpPr>
          <a:xfrm>
            <a:off x="7539262" y="1854896"/>
            <a:ext cx="690840" cy="263160"/>
            <a:chOff x="7539262" y="1854896"/>
            <a:chExt cx="690840" cy="263160"/>
          </a:xfrm>
        </p:grpSpPr>
        <mc:AlternateContent xmlns:mc="http://schemas.openxmlformats.org/markup-compatibility/2006">
          <mc:Choice xmlns:p14="http://schemas.microsoft.com/office/powerpoint/2010/main" Requires="p14">
            <p:contentPart p14:bwMode="auto" r:id="rId100">
              <p14:nvContentPartPr>
                <p14:cNvPr id="64" name="Ink 63">
                  <a:extLst>
                    <a:ext uri="{FF2B5EF4-FFF2-40B4-BE49-F238E27FC236}">
                      <a16:creationId xmlns:a16="http://schemas.microsoft.com/office/drawing/2014/main" id="{164347F2-F7A5-7C07-2A2D-CCDA71A7CF57}"/>
                    </a:ext>
                  </a:extLst>
                </p14:cNvPr>
                <p14:cNvContentPartPr/>
                <p14:nvPr/>
              </p14:nvContentPartPr>
              <p14:xfrm>
                <a:off x="7539262" y="2016176"/>
                <a:ext cx="131760" cy="101880"/>
              </p14:xfrm>
            </p:contentPart>
          </mc:Choice>
          <mc:Fallback>
            <p:pic>
              <p:nvPicPr>
                <p:cNvPr id="64" name="Ink 63">
                  <a:extLst>
                    <a:ext uri="{FF2B5EF4-FFF2-40B4-BE49-F238E27FC236}">
                      <a16:creationId xmlns:a16="http://schemas.microsoft.com/office/drawing/2014/main" id="{164347F2-F7A5-7C07-2A2D-CCDA71A7CF57}"/>
                    </a:ext>
                  </a:extLst>
                </p:cNvPr>
                <p:cNvPicPr/>
                <p:nvPr/>
              </p:nvPicPr>
              <p:blipFill>
                <a:blip r:embed="rId101"/>
                <a:stretch>
                  <a:fillRect/>
                </a:stretch>
              </p:blipFill>
              <p:spPr>
                <a:xfrm>
                  <a:off x="7530622" y="2007176"/>
                  <a:ext cx="14940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5" name="Ink 64">
                  <a:extLst>
                    <a:ext uri="{FF2B5EF4-FFF2-40B4-BE49-F238E27FC236}">
                      <a16:creationId xmlns:a16="http://schemas.microsoft.com/office/drawing/2014/main" id="{D3665E0F-BAB3-BC3D-7402-877D9740A149}"/>
                    </a:ext>
                  </a:extLst>
                </p14:cNvPr>
                <p14:cNvContentPartPr/>
                <p14:nvPr/>
              </p14:nvContentPartPr>
              <p14:xfrm>
                <a:off x="7750942" y="1998896"/>
                <a:ext cx="36360" cy="81720"/>
              </p14:xfrm>
            </p:contentPart>
          </mc:Choice>
          <mc:Fallback>
            <p:pic>
              <p:nvPicPr>
                <p:cNvPr id="65" name="Ink 64">
                  <a:extLst>
                    <a:ext uri="{FF2B5EF4-FFF2-40B4-BE49-F238E27FC236}">
                      <a16:creationId xmlns:a16="http://schemas.microsoft.com/office/drawing/2014/main" id="{D3665E0F-BAB3-BC3D-7402-877D9740A149}"/>
                    </a:ext>
                  </a:extLst>
                </p:cNvPr>
                <p:cNvPicPr/>
                <p:nvPr/>
              </p:nvPicPr>
              <p:blipFill>
                <a:blip r:embed="rId103"/>
                <a:stretch>
                  <a:fillRect/>
                </a:stretch>
              </p:blipFill>
              <p:spPr>
                <a:xfrm>
                  <a:off x="7742302" y="1989896"/>
                  <a:ext cx="5400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6" name="Ink 65">
                  <a:extLst>
                    <a:ext uri="{FF2B5EF4-FFF2-40B4-BE49-F238E27FC236}">
                      <a16:creationId xmlns:a16="http://schemas.microsoft.com/office/drawing/2014/main" id="{C1CB0A5E-E41E-F138-6AF3-24A20521FCA3}"/>
                    </a:ext>
                  </a:extLst>
                </p14:cNvPr>
                <p14:cNvContentPartPr/>
                <p14:nvPr/>
              </p14:nvContentPartPr>
              <p14:xfrm>
                <a:off x="7724302" y="2051816"/>
                <a:ext cx="85320" cy="4680"/>
              </p14:xfrm>
            </p:contentPart>
          </mc:Choice>
          <mc:Fallback>
            <p:pic>
              <p:nvPicPr>
                <p:cNvPr id="66" name="Ink 65">
                  <a:extLst>
                    <a:ext uri="{FF2B5EF4-FFF2-40B4-BE49-F238E27FC236}">
                      <a16:creationId xmlns:a16="http://schemas.microsoft.com/office/drawing/2014/main" id="{C1CB0A5E-E41E-F138-6AF3-24A20521FCA3}"/>
                    </a:ext>
                  </a:extLst>
                </p:cNvPr>
                <p:cNvPicPr/>
                <p:nvPr/>
              </p:nvPicPr>
              <p:blipFill>
                <a:blip r:embed="rId105"/>
                <a:stretch>
                  <a:fillRect/>
                </a:stretch>
              </p:blipFill>
              <p:spPr>
                <a:xfrm>
                  <a:off x="7715302" y="2043176"/>
                  <a:ext cx="10296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7" name="Ink 66">
                  <a:extLst>
                    <a:ext uri="{FF2B5EF4-FFF2-40B4-BE49-F238E27FC236}">
                      <a16:creationId xmlns:a16="http://schemas.microsoft.com/office/drawing/2014/main" id="{3BB5C8E3-6DB0-EB41-F093-058FB6CE2E9C}"/>
                    </a:ext>
                  </a:extLst>
                </p14:cNvPr>
                <p14:cNvContentPartPr/>
                <p14:nvPr/>
              </p14:nvContentPartPr>
              <p14:xfrm>
                <a:off x="7915822" y="1997816"/>
                <a:ext cx="56160" cy="91080"/>
              </p14:xfrm>
            </p:contentPart>
          </mc:Choice>
          <mc:Fallback>
            <p:pic>
              <p:nvPicPr>
                <p:cNvPr id="67" name="Ink 66">
                  <a:extLst>
                    <a:ext uri="{FF2B5EF4-FFF2-40B4-BE49-F238E27FC236}">
                      <a16:creationId xmlns:a16="http://schemas.microsoft.com/office/drawing/2014/main" id="{3BB5C8E3-6DB0-EB41-F093-058FB6CE2E9C}"/>
                    </a:ext>
                  </a:extLst>
                </p:cNvPr>
                <p:cNvPicPr/>
                <p:nvPr/>
              </p:nvPicPr>
              <p:blipFill>
                <a:blip r:embed="rId107"/>
                <a:stretch>
                  <a:fillRect/>
                </a:stretch>
              </p:blipFill>
              <p:spPr>
                <a:xfrm>
                  <a:off x="7906822" y="1988816"/>
                  <a:ext cx="7380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8" name="Ink 67">
                  <a:extLst>
                    <a:ext uri="{FF2B5EF4-FFF2-40B4-BE49-F238E27FC236}">
                      <a16:creationId xmlns:a16="http://schemas.microsoft.com/office/drawing/2014/main" id="{E20DC2D4-B5AA-29FF-F9D8-6B03B12E2FF0}"/>
                    </a:ext>
                  </a:extLst>
                </p14:cNvPr>
                <p14:cNvContentPartPr/>
                <p14:nvPr/>
              </p14:nvContentPartPr>
              <p14:xfrm>
                <a:off x="8026702" y="1854896"/>
                <a:ext cx="203400" cy="215280"/>
              </p14:xfrm>
            </p:contentPart>
          </mc:Choice>
          <mc:Fallback>
            <p:pic>
              <p:nvPicPr>
                <p:cNvPr id="68" name="Ink 67">
                  <a:extLst>
                    <a:ext uri="{FF2B5EF4-FFF2-40B4-BE49-F238E27FC236}">
                      <a16:creationId xmlns:a16="http://schemas.microsoft.com/office/drawing/2014/main" id="{E20DC2D4-B5AA-29FF-F9D8-6B03B12E2FF0}"/>
                    </a:ext>
                  </a:extLst>
                </p:cNvPr>
                <p:cNvPicPr/>
                <p:nvPr/>
              </p:nvPicPr>
              <p:blipFill>
                <a:blip r:embed="rId109"/>
                <a:stretch>
                  <a:fillRect/>
                </a:stretch>
              </p:blipFill>
              <p:spPr>
                <a:xfrm>
                  <a:off x="8017702" y="1845896"/>
                  <a:ext cx="221040" cy="232920"/>
                </a:xfrm>
                <a:prstGeom prst="rect">
                  <a:avLst/>
                </a:prstGeom>
              </p:spPr>
            </p:pic>
          </mc:Fallback>
        </mc:AlternateContent>
      </p:grpSp>
      <p:grpSp>
        <p:nvGrpSpPr>
          <p:cNvPr id="73" name="Group 72">
            <a:extLst>
              <a:ext uri="{FF2B5EF4-FFF2-40B4-BE49-F238E27FC236}">
                <a16:creationId xmlns:a16="http://schemas.microsoft.com/office/drawing/2014/main" id="{6EF8B002-0842-FEF6-E909-BD7D45CE4A13}"/>
              </a:ext>
            </a:extLst>
          </p:cNvPr>
          <p:cNvGrpSpPr/>
          <p:nvPr/>
        </p:nvGrpSpPr>
        <p:grpSpPr>
          <a:xfrm>
            <a:off x="1153222" y="2061176"/>
            <a:ext cx="176040" cy="353160"/>
            <a:chOff x="1153222" y="2061176"/>
            <a:chExt cx="176040" cy="353160"/>
          </a:xfrm>
        </p:grpSpPr>
        <mc:AlternateContent xmlns:mc="http://schemas.openxmlformats.org/markup-compatibility/2006">
          <mc:Choice xmlns:p14="http://schemas.microsoft.com/office/powerpoint/2010/main" Requires="p14">
            <p:contentPart p14:bwMode="auto" r:id="rId110">
              <p14:nvContentPartPr>
                <p14:cNvPr id="70" name="Ink 69">
                  <a:extLst>
                    <a:ext uri="{FF2B5EF4-FFF2-40B4-BE49-F238E27FC236}">
                      <a16:creationId xmlns:a16="http://schemas.microsoft.com/office/drawing/2014/main" id="{F4BE9B58-8D90-CFA9-EABA-401458E6C948}"/>
                    </a:ext>
                  </a:extLst>
                </p14:cNvPr>
                <p14:cNvContentPartPr/>
                <p14:nvPr/>
              </p14:nvContentPartPr>
              <p14:xfrm>
                <a:off x="1184902" y="2061176"/>
                <a:ext cx="32400" cy="232200"/>
              </p14:xfrm>
            </p:contentPart>
          </mc:Choice>
          <mc:Fallback>
            <p:pic>
              <p:nvPicPr>
                <p:cNvPr id="70" name="Ink 69">
                  <a:extLst>
                    <a:ext uri="{FF2B5EF4-FFF2-40B4-BE49-F238E27FC236}">
                      <a16:creationId xmlns:a16="http://schemas.microsoft.com/office/drawing/2014/main" id="{F4BE9B58-8D90-CFA9-EABA-401458E6C948}"/>
                    </a:ext>
                  </a:extLst>
                </p:cNvPr>
                <p:cNvPicPr/>
                <p:nvPr/>
              </p:nvPicPr>
              <p:blipFill>
                <a:blip r:embed="rId111"/>
                <a:stretch>
                  <a:fillRect/>
                </a:stretch>
              </p:blipFill>
              <p:spPr>
                <a:xfrm>
                  <a:off x="1176262" y="2052176"/>
                  <a:ext cx="5004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1" name="Ink 70">
                  <a:extLst>
                    <a:ext uri="{FF2B5EF4-FFF2-40B4-BE49-F238E27FC236}">
                      <a16:creationId xmlns:a16="http://schemas.microsoft.com/office/drawing/2014/main" id="{70422A4B-2CC8-595D-83F3-E385DAF6A634}"/>
                    </a:ext>
                  </a:extLst>
                </p14:cNvPr>
                <p14:cNvContentPartPr/>
                <p14:nvPr/>
              </p14:nvContentPartPr>
              <p14:xfrm>
                <a:off x="1269862" y="2104376"/>
                <a:ext cx="11520" cy="179640"/>
              </p14:xfrm>
            </p:contentPart>
          </mc:Choice>
          <mc:Fallback>
            <p:pic>
              <p:nvPicPr>
                <p:cNvPr id="71" name="Ink 70">
                  <a:extLst>
                    <a:ext uri="{FF2B5EF4-FFF2-40B4-BE49-F238E27FC236}">
                      <a16:creationId xmlns:a16="http://schemas.microsoft.com/office/drawing/2014/main" id="{70422A4B-2CC8-595D-83F3-E385DAF6A634}"/>
                    </a:ext>
                  </a:extLst>
                </p:cNvPr>
                <p:cNvPicPr/>
                <p:nvPr/>
              </p:nvPicPr>
              <p:blipFill>
                <a:blip r:embed="rId113"/>
                <a:stretch>
                  <a:fillRect/>
                </a:stretch>
              </p:blipFill>
              <p:spPr>
                <a:xfrm>
                  <a:off x="1261222" y="2095376"/>
                  <a:ext cx="2916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2" name="Ink 71">
                  <a:extLst>
                    <a:ext uri="{FF2B5EF4-FFF2-40B4-BE49-F238E27FC236}">
                      <a16:creationId xmlns:a16="http://schemas.microsoft.com/office/drawing/2014/main" id="{A3F9A18F-6A33-BBCA-F51B-3466D83A0A07}"/>
                    </a:ext>
                  </a:extLst>
                </p14:cNvPr>
                <p14:cNvContentPartPr/>
                <p14:nvPr/>
              </p14:nvContentPartPr>
              <p14:xfrm>
                <a:off x="1153222" y="2253776"/>
                <a:ext cx="176040" cy="160560"/>
              </p14:xfrm>
            </p:contentPart>
          </mc:Choice>
          <mc:Fallback>
            <p:pic>
              <p:nvPicPr>
                <p:cNvPr id="72" name="Ink 71">
                  <a:extLst>
                    <a:ext uri="{FF2B5EF4-FFF2-40B4-BE49-F238E27FC236}">
                      <a16:creationId xmlns:a16="http://schemas.microsoft.com/office/drawing/2014/main" id="{A3F9A18F-6A33-BBCA-F51B-3466D83A0A07}"/>
                    </a:ext>
                  </a:extLst>
                </p:cNvPr>
                <p:cNvPicPr/>
                <p:nvPr/>
              </p:nvPicPr>
              <p:blipFill>
                <a:blip r:embed="rId115"/>
                <a:stretch>
                  <a:fillRect/>
                </a:stretch>
              </p:blipFill>
              <p:spPr>
                <a:xfrm>
                  <a:off x="1144582" y="2245136"/>
                  <a:ext cx="193680" cy="178200"/>
                </a:xfrm>
                <a:prstGeom prst="rect">
                  <a:avLst/>
                </a:prstGeom>
              </p:spPr>
            </p:pic>
          </mc:Fallback>
        </mc:AlternateContent>
      </p:grpSp>
      <p:grpSp>
        <p:nvGrpSpPr>
          <p:cNvPr id="84" name="Group 83">
            <a:extLst>
              <a:ext uri="{FF2B5EF4-FFF2-40B4-BE49-F238E27FC236}">
                <a16:creationId xmlns:a16="http://schemas.microsoft.com/office/drawing/2014/main" id="{8DAD0BEE-F691-8525-6137-48CBA5251E0F}"/>
              </a:ext>
            </a:extLst>
          </p:cNvPr>
          <p:cNvGrpSpPr/>
          <p:nvPr/>
        </p:nvGrpSpPr>
        <p:grpSpPr>
          <a:xfrm>
            <a:off x="789622" y="2641856"/>
            <a:ext cx="1167840" cy="378360"/>
            <a:chOff x="789622" y="2641856"/>
            <a:chExt cx="1167840" cy="378360"/>
          </a:xfrm>
        </p:grpSpPr>
        <mc:AlternateContent xmlns:mc="http://schemas.openxmlformats.org/markup-compatibility/2006">
          <mc:Choice xmlns:p14="http://schemas.microsoft.com/office/powerpoint/2010/main" Requires="p14">
            <p:contentPart p14:bwMode="auto" r:id="rId116">
              <p14:nvContentPartPr>
                <p14:cNvPr id="74" name="Ink 73">
                  <a:extLst>
                    <a:ext uri="{FF2B5EF4-FFF2-40B4-BE49-F238E27FC236}">
                      <a16:creationId xmlns:a16="http://schemas.microsoft.com/office/drawing/2014/main" id="{E924A64A-9A6F-DA51-CC64-41B07CF03EC9}"/>
                    </a:ext>
                  </a:extLst>
                </p14:cNvPr>
                <p14:cNvContentPartPr/>
                <p14:nvPr/>
              </p14:nvContentPartPr>
              <p14:xfrm>
                <a:off x="789622" y="2669216"/>
                <a:ext cx="249480" cy="290880"/>
              </p14:xfrm>
            </p:contentPart>
          </mc:Choice>
          <mc:Fallback>
            <p:pic>
              <p:nvPicPr>
                <p:cNvPr id="74" name="Ink 73">
                  <a:extLst>
                    <a:ext uri="{FF2B5EF4-FFF2-40B4-BE49-F238E27FC236}">
                      <a16:creationId xmlns:a16="http://schemas.microsoft.com/office/drawing/2014/main" id="{E924A64A-9A6F-DA51-CC64-41B07CF03EC9}"/>
                    </a:ext>
                  </a:extLst>
                </p:cNvPr>
                <p:cNvPicPr/>
                <p:nvPr/>
              </p:nvPicPr>
              <p:blipFill>
                <a:blip r:embed="rId117"/>
                <a:stretch>
                  <a:fillRect/>
                </a:stretch>
              </p:blipFill>
              <p:spPr>
                <a:xfrm>
                  <a:off x="780622" y="2660576"/>
                  <a:ext cx="26712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5" name="Ink 74">
                  <a:extLst>
                    <a:ext uri="{FF2B5EF4-FFF2-40B4-BE49-F238E27FC236}">
                      <a16:creationId xmlns:a16="http://schemas.microsoft.com/office/drawing/2014/main" id="{65F8D0B4-BCC2-60A6-D871-0FDE55FB0512}"/>
                    </a:ext>
                  </a:extLst>
                </p14:cNvPr>
                <p14:cNvContentPartPr/>
                <p14:nvPr/>
              </p14:nvContentPartPr>
              <p14:xfrm>
                <a:off x="899782" y="2725016"/>
                <a:ext cx="89280" cy="226800"/>
              </p14:xfrm>
            </p:contentPart>
          </mc:Choice>
          <mc:Fallback>
            <p:pic>
              <p:nvPicPr>
                <p:cNvPr id="75" name="Ink 74">
                  <a:extLst>
                    <a:ext uri="{FF2B5EF4-FFF2-40B4-BE49-F238E27FC236}">
                      <a16:creationId xmlns:a16="http://schemas.microsoft.com/office/drawing/2014/main" id="{65F8D0B4-BCC2-60A6-D871-0FDE55FB0512}"/>
                    </a:ext>
                  </a:extLst>
                </p:cNvPr>
                <p:cNvPicPr/>
                <p:nvPr/>
              </p:nvPicPr>
              <p:blipFill>
                <a:blip r:embed="rId119"/>
                <a:stretch>
                  <a:fillRect/>
                </a:stretch>
              </p:blipFill>
              <p:spPr>
                <a:xfrm>
                  <a:off x="890782" y="2716016"/>
                  <a:ext cx="10692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6" name="Ink 75">
                  <a:extLst>
                    <a:ext uri="{FF2B5EF4-FFF2-40B4-BE49-F238E27FC236}">
                      <a16:creationId xmlns:a16="http://schemas.microsoft.com/office/drawing/2014/main" id="{FD781E95-1E69-E186-AC99-1B0A5EB01FF5}"/>
                    </a:ext>
                  </a:extLst>
                </p14:cNvPr>
                <p14:cNvContentPartPr/>
                <p14:nvPr/>
              </p14:nvContentPartPr>
              <p14:xfrm>
                <a:off x="1126942" y="2643656"/>
                <a:ext cx="117000" cy="332280"/>
              </p14:xfrm>
            </p:contentPart>
          </mc:Choice>
          <mc:Fallback>
            <p:pic>
              <p:nvPicPr>
                <p:cNvPr id="76" name="Ink 75">
                  <a:extLst>
                    <a:ext uri="{FF2B5EF4-FFF2-40B4-BE49-F238E27FC236}">
                      <a16:creationId xmlns:a16="http://schemas.microsoft.com/office/drawing/2014/main" id="{FD781E95-1E69-E186-AC99-1B0A5EB01FF5}"/>
                    </a:ext>
                  </a:extLst>
                </p:cNvPr>
                <p:cNvPicPr/>
                <p:nvPr/>
              </p:nvPicPr>
              <p:blipFill>
                <a:blip r:embed="rId121"/>
                <a:stretch>
                  <a:fillRect/>
                </a:stretch>
              </p:blipFill>
              <p:spPr>
                <a:xfrm>
                  <a:off x="1118302" y="2635016"/>
                  <a:ext cx="134640" cy="3499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7" name="Ink 76">
                  <a:extLst>
                    <a:ext uri="{FF2B5EF4-FFF2-40B4-BE49-F238E27FC236}">
                      <a16:creationId xmlns:a16="http://schemas.microsoft.com/office/drawing/2014/main" id="{4D18E1E7-3EBF-DE42-E784-9679E4B841D4}"/>
                    </a:ext>
                  </a:extLst>
                </p14:cNvPr>
                <p14:cNvContentPartPr/>
                <p14:nvPr/>
              </p14:nvContentPartPr>
              <p14:xfrm>
                <a:off x="1275622" y="2759936"/>
                <a:ext cx="54000" cy="160200"/>
              </p14:xfrm>
            </p:contentPart>
          </mc:Choice>
          <mc:Fallback>
            <p:pic>
              <p:nvPicPr>
                <p:cNvPr id="77" name="Ink 76">
                  <a:extLst>
                    <a:ext uri="{FF2B5EF4-FFF2-40B4-BE49-F238E27FC236}">
                      <a16:creationId xmlns:a16="http://schemas.microsoft.com/office/drawing/2014/main" id="{4D18E1E7-3EBF-DE42-E784-9679E4B841D4}"/>
                    </a:ext>
                  </a:extLst>
                </p:cNvPr>
                <p:cNvPicPr/>
                <p:nvPr/>
              </p:nvPicPr>
              <p:blipFill>
                <a:blip r:embed="rId123"/>
                <a:stretch>
                  <a:fillRect/>
                </a:stretch>
              </p:blipFill>
              <p:spPr>
                <a:xfrm>
                  <a:off x="1266982" y="2751296"/>
                  <a:ext cx="7164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8" name="Ink 77">
                  <a:extLst>
                    <a:ext uri="{FF2B5EF4-FFF2-40B4-BE49-F238E27FC236}">
                      <a16:creationId xmlns:a16="http://schemas.microsoft.com/office/drawing/2014/main" id="{F24EF647-2EE3-9228-3281-FF69A22A8D53}"/>
                    </a:ext>
                  </a:extLst>
                </p14:cNvPr>
                <p14:cNvContentPartPr/>
                <p14:nvPr/>
              </p14:nvContentPartPr>
              <p14:xfrm>
                <a:off x="1441582" y="2939576"/>
                <a:ext cx="36720" cy="80640"/>
              </p14:xfrm>
            </p:contentPart>
          </mc:Choice>
          <mc:Fallback>
            <p:pic>
              <p:nvPicPr>
                <p:cNvPr id="78" name="Ink 77">
                  <a:extLst>
                    <a:ext uri="{FF2B5EF4-FFF2-40B4-BE49-F238E27FC236}">
                      <a16:creationId xmlns:a16="http://schemas.microsoft.com/office/drawing/2014/main" id="{F24EF647-2EE3-9228-3281-FF69A22A8D53}"/>
                    </a:ext>
                  </a:extLst>
                </p:cNvPr>
                <p:cNvPicPr/>
                <p:nvPr/>
              </p:nvPicPr>
              <p:blipFill>
                <a:blip r:embed="rId125"/>
                <a:stretch>
                  <a:fillRect/>
                </a:stretch>
              </p:blipFill>
              <p:spPr>
                <a:xfrm>
                  <a:off x="1432582" y="2930936"/>
                  <a:ext cx="5436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9" name="Ink 78">
                  <a:extLst>
                    <a:ext uri="{FF2B5EF4-FFF2-40B4-BE49-F238E27FC236}">
                      <a16:creationId xmlns:a16="http://schemas.microsoft.com/office/drawing/2014/main" id="{3DE64917-630B-E08B-D9B7-D3B3BF8142D9}"/>
                    </a:ext>
                  </a:extLst>
                </p14:cNvPr>
                <p14:cNvContentPartPr/>
                <p14:nvPr/>
              </p14:nvContentPartPr>
              <p14:xfrm>
                <a:off x="1509622" y="2721056"/>
                <a:ext cx="251280" cy="166680"/>
              </p14:xfrm>
            </p:contentPart>
          </mc:Choice>
          <mc:Fallback>
            <p:pic>
              <p:nvPicPr>
                <p:cNvPr id="79" name="Ink 78">
                  <a:extLst>
                    <a:ext uri="{FF2B5EF4-FFF2-40B4-BE49-F238E27FC236}">
                      <a16:creationId xmlns:a16="http://schemas.microsoft.com/office/drawing/2014/main" id="{3DE64917-630B-E08B-D9B7-D3B3BF8142D9}"/>
                    </a:ext>
                  </a:extLst>
                </p:cNvPr>
                <p:cNvPicPr/>
                <p:nvPr/>
              </p:nvPicPr>
              <p:blipFill>
                <a:blip r:embed="rId127"/>
                <a:stretch>
                  <a:fillRect/>
                </a:stretch>
              </p:blipFill>
              <p:spPr>
                <a:xfrm>
                  <a:off x="1500982" y="2712056"/>
                  <a:ext cx="26892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0" name="Ink 79">
                  <a:extLst>
                    <a:ext uri="{FF2B5EF4-FFF2-40B4-BE49-F238E27FC236}">
                      <a16:creationId xmlns:a16="http://schemas.microsoft.com/office/drawing/2014/main" id="{3F6C7DF7-5C66-C15F-1E7F-444DBE5BC5F5}"/>
                    </a:ext>
                  </a:extLst>
                </p14:cNvPr>
                <p14:cNvContentPartPr/>
                <p14:nvPr/>
              </p14:nvContentPartPr>
              <p14:xfrm>
                <a:off x="1754062" y="2641856"/>
                <a:ext cx="203400" cy="367560"/>
              </p14:xfrm>
            </p:contentPart>
          </mc:Choice>
          <mc:Fallback>
            <p:pic>
              <p:nvPicPr>
                <p:cNvPr id="80" name="Ink 79">
                  <a:extLst>
                    <a:ext uri="{FF2B5EF4-FFF2-40B4-BE49-F238E27FC236}">
                      <a16:creationId xmlns:a16="http://schemas.microsoft.com/office/drawing/2014/main" id="{3F6C7DF7-5C66-C15F-1E7F-444DBE5BC5F5}"/>
                    </a:ext>
                  </a:extLst>
                </p:cNvPr>
                <p:cNvPicPr/>
                <p:nvPr/>
              </p:nvPicPr>
              <p:blipFill>
                <a:blip r:embed="rId129"/>
                <a:stretch>
                  <a:fillRect/>
                </a:stretch>
              </p:blipFill>
              <p:spPr>
                <a:xfrm>
                  <a:off x="1745422" y="2633216"/>
                  <a:ext cx="221040" cy="385200"/>
                </a:xfrm>
                <a:prstGeom prst="rect">
                  <a:avLst/>
                </a:prstGeom>
              </p:spPr>
            </p:pic>
          </mc:Fallback>
        </mc:AlternateContent>
      </p:grpSp>
      <p:grpSp>
        <p:nvGrpSpPr>
          <p:cNvPr id="83" name="Group 82">
            <a:extLst>
              <a:ext uri="{FF2B5EF4-FFF2-40B4-BE49-F238E27FC236}">
                <a16:creationId xmlns:a16="http://schemas.microsoft.com/office/drawing/2014/main" id="{01CB7D76-A97A-AF5D-2015-47D0ED98323F}"/>
              </a:ext>
            </a:extLst>
          </p:cNvPr>
          <p:cNvGrpSpPr/>
          <p:nvPr/>
        </p:nvGrpSpPr>
        <p:grpSpPr>
          <a:xfrm>
            <a:off x="2156182" y="2809256"/>
            <a:ext cx="114120" cy="67320"/>
            <a:chOff x="2156182" y="2809256"/>
            <a:chExt cx="114120" cy="67320"/>
          </a:xfrm>
        </p:grpSpPr>
        <mc:AlternateContent xmlns:mc="http://schemas.openxmlformats.org/markup-compatibility/2006">
          <mc:Choice xmlns:p14="http://schemas.microsoft.com/office/powerpoint/2010/main" Requires="p14">
            <p:contentPart p14:bwMode="auto" r:id="rId130">
              <p14:nvContentPartPr>
                <p14:cNvPr id="81" name="Ink 80">
                  <a:extLst>
                    <a:ext uri="{FF2B5EF4-FFF2-40B4-BE49-F238E27FC236}">
                      <a16:creationId xmlns:a16="http://schemas.microsoft.com/office/drawing/2014/main" id="{13DF6638-CDAE-696F-A3A6-A3F5815177EC}"/>
                    </a:ext>
                  </a:extLst>
                </p14:cNvPr>
                <p14:cNvContentPartPr/>
                <p14:nvPr/>
              </p14:nvContentPartPr>
              <p14:xfrm>
                <a:off x="2164462" y="2866496"/>
                <a:ext cx="105840" cy="10080"/>
              </p14:xfrm>
            </p:contentPart>
          </mc:Choice>
          <mc:Fallback>
            <p:pic>
              <p:nvPicPr>
                <p:cNvPr id="81" name="Ink 80">
                  <a:extLst>
                    <a:ext uri="{FF2B5EF4-FFF2-40B4-BE49-F238E27FC236}">
                      <a16:creationId xmlns:a16="http://schemas.microsoft.com/office/drawing/2014/main" id="{13DF6638-CDAE-696F-A3A6-A3F5815177EC}"/>
                    </a:ext>
                  </a:extLst>
                </p:cNvPr>
                <p:cNvPicPr/>
                <p:nvPr/>
              </p:nvPicPr>
              <p:blipFill>
                <a:blip r:embed="rId131"/>
                <a:stretch>
                  <a:fillRect/>
                </a:stretch>
              </p:blipFill>
              <p:spPr>
                <a:xfrm>
                  <a:off x="2155462" y="2857496"/>
                  <a:ext cx="12348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2" name="Ink 81">
                  <a:extLst>
                    <a:ext uri="{FF2B5EF4-FFF2-40B4-BE49-F238E27FC236}">
                      <a16:creationId xmlns:a16="http://schemas.microsoft.com/office/drawing/2014/main" id="{FA47E9D1-0FA1-002B-F61D-729333D70520}"/>
                    </a:ext>
                  </a:extLst>
                </p14:cNvPr>
                <p14:cNvContentPartPr/>
                <p14:nvPr/>
              </p14:nvContentPartPr>
              <p14:xfrm>
                <a:off x="2156182" y="2809256"/>
                <a:ext cx="77040" cy="14040"/>
              </p14:xfrm>
            </p:contentPart>
          </mc:Choice>
          <mc:Fallback>
            <p:pic>
              <p:nvPicPr>
                <p:cNvPr id="82" name="Ink 81">
                  <a:extLst>
                    <a:ext uri="{FF2B5EF4-FFF2-40B4-BE49-F238E27FC236}">
                      <a16:creationId xmlns:a16="http://schemas.microsoft.com/office/drawing/2014/main" id="{FA47E9D1-0FA1-002B-F61D-729333D70520}"/>
                    </a:ext>
                  </a:extLst>
                </p:cNvPr>
                <p:cNvPicPr/>
                <p:nvPr/>
              </p:nvPicPr>
              <p:blipFill>
                <a:blip r:embed="rId133"/>
                <a:stretch>
                  <a:fillRect/>
                </a:stretch>
              </p:blipFill>
              <p:spPr>
                <a:xfrm>
                  <a:off x="2147182" y="2800256"/>
                  <a:ext cx="94680" cy="31680"/>
                </a:xfrm>
                <a:prstGeom prst="rect">
                  <a:avLst/>
                </a:prstGeom>
              </p:spPr>
            </p:pic>
          </mc:Fallback>
        </mc:AlternateContent>
      </p:grpSp>
      <p:grpSp>
        <p:nvGrpSpPr>
          <p:cNvPr id="99" name="Group 98">
            <a:extLst>
              <a:ext uri="{FF2B5EF4-FFF2-40B4-BE49-F238E27FC236}">
                <a16:creationId xmlns:a16="http://schemas.microsoft.com/office/drawing/2014/main" id="{4EF6B3EE-E85D-6B24-68FA-46B6703899D9}"/>
              </a:ext>
            </a:extLst>
          </p:cNvPr>
          <p:cNvGrpSpPr/>
          <p:nvPr/>
        </p:nvGrpSpPr>
        <p:grpSpPr>
          <a:xfrm>
            <a:off x="2480182" y="2638256"/>
            <a:ext cx="1827360" cy="509400"/>
            <a:chOff x="2480182" y="2638256"/>
            <a:chExt cx="1827360" cy="509400"/>
          </a:xfrm>
        </p:grpSpPr>
        <mc:AlternateContent xmlns:mc="http://schemas.openxmlformats.org/markup-compatibility/2006">
          <mc:Choice xmlns:p14="http://schemas.microsoft.com/office/powerpoint/2010/main" Requires="p14">
            <p:contentPart p14:bwMode="auto" r:id="rId134">
              <p14:nvContentPartPr>
                <p14:cNvPr id="86" name="Ink 85">
                  <a:extLst>
                    <a:ext uri="{FF2B5EF4-FFF2-40B4-BE49-F238E27FC236}">
                      <a16:creationId xmlns:a16="http://schemas.microsoft.com/office/drawing/2014/main" id="{1C25B869-AB4C-77F4-7B05-87D0CFF72FEE}"/>
                    </a:ext>
                  </a:extLst>
                </p14:cNvPr>
                <p14:cNvContentPartPr/>
                <p14:nvPr/>
              </p14:nvContentPartPr>
              <p14:xfrm>
                <a:off x="2562262" y="3063416"/>
                <a:ext cx="162360" cy="84240"/>
              </p14:xfrm>
            </p:contentPart>
          </mc:Choice>
          <mc:Fallback>
            <p:pic>
              <p:nvPicPr>
                <p:cNvPr id="86" name="Ink 85">
                  <a:extLst>
                    <a:ext uri="{FF2B5EF4-FFF2-40B4-BE49-F238E27FC236}">
                      <a16:creationId xmlns:a16="http://schemas.microsoft.com/office/drawing/2014/main" id="{1C25B869-AB4C-77F4-7B05-87D0CFF72FEE}"/>
                    </a:ext>
                  </a:extLst>
                </p:cNvPr>
                <p:cNvPicPr/>
                <p:nvPr/>
              </p:nvPicPr>
              <p:blipFill>
                <a:blip r:embed="rId135"/>
                <a:stretch>
                  <a:fillRect/>
                </a:stretch>
              </p:blipFill>
              <p:spPr>
                <a:xfrm>
                  <a:off x="2553622" y="3054776"/>
                  <a:ext cx="18000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5" name="Ink 84">
                  <a:extLst>
                    <a:ext uri="{FF2B5EF4-FFF2-40B4-BE49-F238E27FC236}">
                      <a16:creationId xmlns:a16="http://schemas.microsoft.com/office/drawing/2014/main" id="{39039E29-72C4-4183-37A6-1284E6D6E9AA}"/>
                    </a:ext>
                  </a:extLst>
                </p14:cNvPr>
                <p14:cNvContentPartPr/>
                <p14:nvPr/>
              </p14:nvContentPartPr>
              <p14:xfrm>
                <a:off x="2480182" y="2684336"/>
                <a:ext cx="374400" cy="245880"/>
              </p14:xfrm>
            </p:contentPart>
          </mc:Choice>
          <mc:Fallback>
            <p:pic>
              <p:nvPicPr>
                <p:cNvPr id="85" name="Ink 84">
                  <a:extLst>
                    <a:ext uri="{FF2B5EF4-FFF2-40B4-BE49-F238E27FC236}">
                      <a16:creationId xmlns:a16="http://schemas.microsoft.com/office/drawing/2014/main" id="{39039E29-72C4-4183-37A6-1284E6D6E9AA}"/>
                    </a:ext>
                  </a:extLst>
                </p:cNvPr>
                <p:cNvPicPr/>
                <p:nvPr/>
              </p:nvPicPr>
              <p:blipFill>
                <a:blip r:embed="rId137"/>
                <a:stretch>
                  <a:fillRect/>
                </a:stretch>
              </p:blipFill>
              <p:spPr>
                <a:xfrm>
                  <a:off x="2471542" y="2675336"/>
                  <a:ext cx="39204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7" name="Ink 86">
                  <a:extLst>
                    <a:ext uri="{FF2B5EF4-FFF2-40B4-BE49-F238E27FC236}">
                      <a16:creationId xmlns:a16="http://schemas.microsoft.com/office/drawing/2014/main" id="{95C224D2-E677-E563-B559-183885BB9F2D}"/>
                    </a:ext>
                  </a:extLst>
                </p14:cNvPr>
                <p14:cNvContentPartPr/>
                <p14:nvPr/>
              </p14:nvContentPartPr>
              <p14:xfrm>
                <a:off x="3016582" y="2795936"/>
                <a:ext cx="166680" cy="96480"/>
              </p14:xfrm>
            </p:contentPart>
          </mc:Choice>
          <mc:Fallback>
            <p:pic>
              <p:nvPicPr>
                <p:cNvPr id="87" name="Ink 86">
                  <a:extLst>
                    <a:ext uri="{FF2B5EF4-FFF2-40B4-BE49-F238E27FC236}">
                      <a16:creationId xmlns:a16="http://schemas.microsoft.com/office/drawing/2014/main" id="{95C224D2-E677-E563-B559-183885BB9F2D}"/>
                    </a:ext>
                  </a:extLst>
                </p:cNvPr>
                <p:cNvPicPr/>
                <p:nvPr/>
              </p:nvPicPr>
              <p:blipFill>
                <a:blip r:embed="rId139"/>
                <a:stretch>
                  <a:fillRect/>
                </a:stretch>
              </p:blipFill>
              <p:spPr>
                <a:xfrm>
                  <a:off x="3007942" y="2786936"/>
                  <a:ext cx="18432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8" name="Ink 87">
                  <a:extLst>
                    <a:ext uri="{FF2B5EF4-FFF2-40B4-BE49-F238E27FC236}">
                      <a16:creationId xmlns:a16="http://schemas.microsoft.com/office/drawing/2014/main" id="{3454810C-41FC-524C-B453-D2718B72B0E4}"/>
                    </a:ext>
                  </a:extLst>
                </p14:cNvPr>
                <p14:cNvContentPartPr/>
                <p14:nvPr/>
              </p14:nvContentPartPr>
              <p14:xfrm>
                <a:off x="3043942" y="2793776"/>
                <a:ext cx="98280" cy="126360"/>
              </p14:xfrm>
            </p:contentPart>
          </mc:Choice>
          <mc:Fallback>
            <p:pic>
              <p:nvPicPr>
                <p:cNvPr id="88" name="Ink 87">
                  <a:extLst>
                    <a:ext uri="{FF2B5EF4-FFF2-40B4-BE49-F238E27FC236}">
                      <a16:creationId xmlns:a16="http://schemas.microsoft.com/office/drawing/2014/main" id="{3454810C-41FC-524C-B453-D2718B72B0E4}"/>
                    </a:ext>
                  </a:extLst>
                </p:cNvPr>
                <p:cNvPicPr/>
                <p:nvPr/>
              </p:nvPicPr>
              <p:blipFill>
                <a:blip r:embed="rId141"/>
                <a:stretch>
                  <a:fillRect/>
                </a:stretch>
              </p:blipFill>
              <p:spPr>
                <a:xfrm>
                  <a:off x="3035302" y="2784776"/>
                  <a:ext cx="11592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0" name="Ink 89">
                  <a:extLst>
                    <a:ext uri="{FF2B5EF4-FFF2-40B4-BE49-F238E27FC236}">
                      <a16:creationId xmlns:a16="http://schemas.microsoft.com/office/drawing/2014/main" id="{B6754A75-9CF9-9C35-E177-B59782C69D75}"/>
                    </a:ext>
                  </a:extLst>
                </p14:cNvPr>
                <p14:cNvContentPartPr/>
                <p14:nvPr/>
              </p14:nvContentPartPr>
              <p14:xfrm>
                <a:off x="3283342" y="2657336"/>
                <a:ext cx="108360" cy="353160"/>
              </p14:xfrm>
            </p:contentPart>
          </mc:Choice>
          <mc:Fallback>
            <p:pic>
              <p:nvPicPr>
                <p:cNvPr id="90" name="Ink 89">
                  <a:extLst>
                    <a:ext uri="{FF2B5EF4-FFF2-40B4-BE49-F238E27FC236}">
                      <a16:creationId xmlns:a16="http://schemas.microsoft.com/office/drawing/2014/main" id="{B6754A75-9CF9-9C35-E177-B59782C69D75}"/>
                    </a:ext>
                  </a:extLst>
                </p:cNvPr>
                <p:cNvPicPr/>
                <p:nvPr/>
              </p:nvPicPr>
              <p:blipFill>
                <a:blip r:embed="rId143"/>
                <a:stretch>
                  <a:fillRect/>
                </a:stretch>
              </p:blipFill>
              <p:spPr>
                <a:xfrm>
                  <a:off x="3274342" y="2648336"/>
                  <a:ext cx="126000" cy="3708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2" name="Ink 91">
                  <a:extLst>
                    <a:ext uri="{FF2B5EF4-FFF2-40B4-BE49-F238E27FC236}">
                      <a16:creationId xmlns:a16="http://schemas.microsoft.com/office/drawing/2014/main" id="{5DE34AA0-384A-ED5D-E7F0-1FBFC9D5D2D4}"/>
                    </a:ext>
                  </a:extLst>
                </p14:cNvPr>
                <p14:cNvContentPartPr/>
                <p14:nvPr/>
              </p14:nvContentPartPr>
              <p14:xfrm>
                <a:off x="3418342" y="2811056"/>
                <a:ext cx="111600" cy="98280"/>
              </p14:xfrm>
            </p:contentPart>
          </mc:Choice>
          <mc:Fallback>
            <p:pic>
              <p:nvPicPr>
                <p:cNvPr id="92" name="Ink 91">
                  <a:extLst>
                    <a:ext uri="{FF2B5EF4-FFF2-40B4-BE49-F238E27FC236}">
                      <a16:creationId xmlns:a16="http://schemas.microsoft.com/office/drawing/2014/main" id="{5DE34AA0-384A-ED5D-E7F0-1FBFC9D5D2D4}"/>
                    </a:ext>
                  </a:extLst>
                </p:cNvPr>
                <p:cNvPicPr/>
                <p:nvPr/>
              </p:nvPicPr>
              <p:blipFill>
                <a:blip r:embed="rId145"/>
                <a:stretch>
                  <a:fillRect/>
                </a:stretch>
              </p:blipFill>
              <p:spPr>
                <a:xfrm>
                  <a:off x="3409342" y="2802416"/>
                  <a:ext cx="12924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3" name="Ink 92">
                  <a:extLst>
                    <a:ext uri="{FF2B5EF4-FFF2-40B4-BE49-F238E27FC236}">
                      <a16:creationId xmlns:a16="http://schemas.microsoft.com/office/drawing/2014/main" id="{9B6D10FB-8CFC-3499-4925-4C19959E2FAA}"/>
                    </a:ext>
                  </a:extLst>
                </p14:cNvPr>
                <p14:cNvContentPartPr/>
                <p14:nvPr/>
              </p14:nvContentPartPr>
              <p14:xfrm>
                <a:off x="3492502" y="2817536"/>
                <a:ext cx="43200" cy="74520"/>
              </p14:xfrm>
            </p:contentPart>
          </mc:Choice>
          <mc:Fallback>
            <p:pic>
              <p:nvPicPr>
                <p:cNvPr id="93" name="Ink 92">
                  <a:extLst>
                    <a:ext uri="{FF2B5EF4-FFF2-40B4-BE49-F238E27FC236}">
                      <a16:creationId xmlns:a16="http://schemas.microsoft.com/office/drawing/2014/main" id="{9B6D10FB-8CFC-3499-4925-4C19959E2FAA}"/>
                    </a:ext>
                  </a:extLst>
                </p:cNvPr>
                <p:cNvPicPr/>
                <p:nvPr/>
              </p:nvPicPr>
              <p:blipFill>
                <a:blip r:embed="rId147"/>
                <a:stretch>
                  <a:fillRect/>
                </a:stretch>
              </p:blipFill>
              <p:spPr>
                <a:xfrm>
                  <a:off x="3483862" y="2808536"/>
                  <a:ext cx="6084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4" name="Ink 93">
                  <a:extLst>
                    <a:ext uri="{FF2B5EF4-FFF2-40B4-BE49-F238E27FC236}">
                      <a16:creationId xmlns:a16="http://schemas.microsoft.com/office/drawing/2014/main" id="{2E7E346B-536A-553B-80B7-0405BBD260C8}"/>
                    </a:ext>
                  </a:extLst>
                </p14:cNvPr>
                <p14:cNvContentPartPr/>
                <p14:nvPr/>
              </p14:nvContentPartPr>
              <p14:xfrm>
                <a:off x="3646942" y="2780096"/>
                <a:ext cx="62280" cy="106920"/>
              </p14:xfrm>
            </p:contentPart>
          </mc:Choice>
          <mc:Fallback>
            <p:pic>
              <p:nvPicPr>
                <p:cNvPr id="94" name="Ink 93">
                  <a:extLst>
                    <a:ext uri="{FF2B5EF4-FFF2-40B4-BE49-F238E27FC236}">
                      <a16:creationId xmlns:a16="http://schemas.microsoft.com/office/drawing/2014/main" id="{2E7E346B-536A-553B-80B7-0405BBD260C8}"/>
                    </a:ext>
                  </a:extLst>
                </p:cNvPr>
                <p:cNvPicPr/>
                <p:nvPr/>
              </p:nvPicPr>
              <p:blipFill>
                <a:blip r:embed="rId149"/>
                <a:stretch>
                  <a:fillRect/>
                </a:stretch>
              </p:blipFill>
              <p:spPr>
                <a:xfrm>
                  <a:off x="3637942" y="2771456"/>
                  <a:ext cx="7992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5" name="Ink 94">
                  <a:extLst>
                    <a:ext uri="{FF2B5EF4-FFF2-40B4-BE49-F238E27FC236}">
                      <a16:creationId xmlns:a16="http://schemas.microsoft.com/office/drawing/2014/main" id="{70F9D65A-DB58-732C-8E67-697004246815}"/>
                    </a:ext>
                  </a:extLst>
                </p14:cNvPr>
                <p14:cNvContentPartPr/>
                <p14:nvPr/>
              </p14:nvContentPartPr>
              <p14:xfrm>
                <a:off x="3634342" y="2827976"/>
                <a:ext cx="81720" cy="11880"/>
              </p14:xfrm>
            </p:contentPart>
          </mc:Choice>
          <mc:Fallback>
            <p:pic>
              <p:nvPicPr>
                <p:cNvPr id="95" name="Ink 94">
                  <a:extLst>
                    <a:ext uri="{FF2B5EF4-FFF2-40B4-BE49-F238E27FC236}">
                      <a16:creationId xmlns:a16="http://schemas.microsoft.com/office/drawing/2014/main" id="{70F9D65A-DB58-732C-8E67-697004246815}"/>
                    </a:ext>
                  </a:extLst>
                </p:cNvPr>
                <p:cNvPicPr/>
                <p:nvPr/>
              </p:nvPicPr>
              <p:blipFill>
                <a:blip r:embed="rId151"/>
                <a:stretch>
                  <a:fillRect/>
                </a:stretch>
              </p:blipFill>
              <p:spPr>
                <a:xfrm>
                  <a:off x="3625702" y="2819336"/>
                  <a:ext cx="9936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6" name="Ink 95">
                  <a:extLst>
                    <a:ext uri="{FF2B5EF4-FFF2-40B4-BE49-F238E27FC236}">
                      <a16:creationId xmlns:a16="http://schemas.microsoft.com/office/drawing/2014/main" id="{4CA2E7A8-6D21-55F7-2B70-C37A093BA5FF}"/>
                    </a:ext>
                  </a:extLst>
                </p14:cNvPr>
                <p14:cNvContentPartPr/>
                <p14:nvPr/>
              </p14:nvContentPartPr>
              <p14:xfrm>
                <a:off x="3831982" y="2790176"/>
                <a:ext cx="50400" cy="104400"/>
              </p14:xfrm>
            </p:contentPart>
          </mc:Choice>
          <mc:Fallback>
            <p:pic>
              <p:nvPicPr>
                <p:cNvPr id="96" name="Ink 95">
                  <a:extLst>
                    <a:ext uri="{FF2B5EF4-FFF2-40B4-BE49-F238E27FC236}">
                      <a16:creationId xmlns:a16="http://schemas.microsoft.com/office/drawing/2014/main" id="{4CA2E7A8-6D21-55F7-2B70-C37A093BA5FF}"/>
                    </a:ext>
                  </a:extLst>
                </p:cNvPr>
                <p:cNvPicPr/>
                <p:nvPr/>
              </p:nvPicPr>
              <p:blipFill>
                <a:blip r:embed="rId153"/>
                <a:stretch>
                  <a:fillRect/>
                </a:stretch>
              </p:blipFill>
              <p:spPr>
                <a:xfrm>
                  <a:off x="3823342" y="2781176"/>
                  <a:ext cx="6804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7" name="Ink 96">
                  <a:extLst>
                    <a:ext uri="{FF2B5EF4-FFF2-40B4-BE49-F238E27FC236}">
                      <a16:creationId xmlns:a16="http://schemas.microsoft.com/office/drawing/2014/main" id="{832070C2-F6F2-FF42-01F8-3F3BD39B79F8}"/>
                    </a:ext>
                  </a:extLst>
                </p14:cNvPr>
                <p14:cNvContentPartPr/>
                <p14:nvPr/>
              </p14:nvContentPartPr>
              <p14:xfrm>
                <a:off x="3948982" y="2662016"/>
                <a:ext cx="232920" cy="214920"/>
              </p14:xfrm>
            </p:contentPart>
          </mc:Choice>
          <mc:Fallback>
            <p:pic>
              <p:nvPicPr>
                <p:cNvPr id="97" name="Ink 96">
                  <a:extLst>
                    <a:ext uri="{FF2B5EF4-FFF2-40B4-BE49-F238E27FC236}">
                      <a16:creationId xmlns:a16="http://schemas.microsoft.com/office/drawing/2014/main" id="{832070C2-F6F2-FF42-01F8-3F3BD39B79F8}"/>
                    </a:ext>
                  </a:extLst>
                </p:cNvPr>
                <p:cNvPicPr/>
                <p:nvPr/>
              </p:nvPicPr>
              <p:blipFill>
                <a:blip r:embed="rId155"/>
                <a:stretch>
                  <a:fillRect/>
                </a:stretch>
              </p:blipFill>
              <p:spPr>
                <a:xfrm>
                  <a:off x="3939982" y="2653376"/>
                  <a:ext cx="25056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8" name="Ink 97">
                  <a:extLst>
                    <a:ext uri="{FF2B5EF4-FFF2-40B4-BE49-F238E27FC236}">
                      <a16:creationId xmlns:a16="http://schemas.microsoft.com/office/drawing/2014/main" id="{3789F49D-3A9A-6998-A09A-16333A728AF0}"/>
                    </a:ext>
                  </a:extLst>
                </p14:cNvPr>
                <p14:cNvContentPartPr/>
                <p14:nvPr/>
              </p14:nvContentPartPr>
              <p14:xfrm>
                <a:off x="4146622" y="2638256"/>
                <a:ext cx="160920" cy="265680"/>
              </p14:xfrm>
            </p:contentPart>
          </mc:Choice>
          <mc:Fallback>
            <p:pic>
              <p:nvPicPr>
                <p:cNvPr id="98" name="Ink 97">
                  <a:extLst>
                    <a:ext uri="{FF2B5EF4-FFF2-40B4-BE49-F238E27FC236}">
                      <a16:creationId xmlns:a16="http://schemas.microsoft.com/office/drawing/2014/main" id="{3789F49D-3A9A-6998-A09A-16333A728AF0}"/>
                    </a:ext>
                  </a:extLst>
                </p:cNvPr>
                <p:cNvPicPr/>
                <p:nvPr/>
              </p:nvPicPr>
              <p:blipFill>
                <a:blip r:embed="rId157"/>
                <a:stretch>
                  <a:fillRect/>
                </a:stretch>
              </p:blipFill>
              <p:spPr>
                <a:xfrm>
                  <a:off x="4137622" y="2629616"/>
                  <a:ext cx="178560" cy="283320"/>
                </a:xfrm>
                <a:prstGeom prst="rect">
                  <a:avLst/>
                </a:prstGeom>
              </p:spPr>
            </p:pic>
          </mc:Fallback>
        </mc:AlternateContent>
      </p:grpSp>
      <p:grpSp>
        <p:nvGrpSpPr>
          <p:cNvPr id="104" name="Group 103">
            <a:extLst>
              <a:ext uri="{FF2B5EF4-FFF2-40B4-BE49-F238E27FC236}">
                <a16:creationId xmlns:a16="http://schemas.microsoft.com/office/drawing/2014/main" id="{006D8399-E75C-9F91-C269-323620E8C5EC}"/>
              </a:ext>
            </a:extLst>
          </p:cNvPr>
          <p:cNvGrpSpPr/>
          <p:nvPr/>
        </p:nvGrpSpPr>
        <p:grpSpPr>
          <a:xfrm>
            <a:off x="4788142" y="2653736"/>
            <a:ext cx="470160" cy="273960"/>
            <a:chOff x="4788142" y="2653736"/>
            <a:chExt cx="470160" cy="273960"/>
          </a:xfrm>
        </p:grpSpPr>
        <mc:AlternateContent xmlns:mc="http://schemas.openxmlformats.org/markup-compatibility/2006">
          <mc:Choice xmlns:p14="http://schemas.microsoft.com/office/powerpoint/2010/main" Requires="p14">
            <p:contentPart p14:bwMode="auto" r:id="rId158">
              <p14:nvContentPartPr>
                <p14:cNvPr id="101" name="Ink 100">
                  <a:extLst>
                    <a:ext uri="{FF2B5EF4-FFF2-40B4-BE49-F238E27FC236}">
                      <a16:creationId xmlns:a16="http://schemas.microsoft.com/office/drawing/2014/main" id="{C02110ED-22C9-8C3A-0EAD-B8ACE424DE38}"/>
                    </a:ext>
                  </a:extLst>
                </p14:cNvPr>
                <p14:cNvContentPartPr/>
                <p14:nvPr/>
              </p14:nvContentPartPr>
              <p14:xfrm>
                <a:off x="4788142" y="2653736"/>
                <a:ext cx="158760" cy="273960"/>
              </p14:xfrm>
            </p:contentPart>
          </mc:Choice>
          <mc:Fallback>
            <p:pic>
              <p:nvPicPr>
                <p:cNvPr id="101" name="Ink 100">
                  <a:extLst>
                    <a:ext uri="{FF2B5EF4-FFF2-40B4-BE49-F238E27FC236}">
                      <a16:creationId xmlns:a16="http://schemas.microsoft.com/office/drawing/2014/main" id="{C02110ED-22C9-8C3A-0EAD-B8ACE424DE38}"/>
                    </a:ext>
                  </a:extLst>
                </p:cNvPr>
                <p:cNvPicPr/>
                <p:nvPr/>
              </p:nvPicPr>
              <p:blipFill>
                <a:blip r:embed="rId159"/>
                <a:stretch>
                  <a:fillRect/>
                </a:stretch>
              </p:blipFill>
              <p:spPr>
                <a:xfrm>
                  <a:off x="4779502" y="2644736"/>
                  <a:ext cx="17640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2" name="Ink 101">
                  <a:extLst>
                    <a:ext uri="{FF2B5EF4-FFF2-40B4-BE49-F238E27FC236}">
                      <a16:creationId xmlns:a16="http://schemas.microsoft.com/office/drawing/2014/main" id="{F882FB7D-7F88-4A04-2C27-291A14301FB6}"/>
                    </a:ext>
                  </a:extLst>
                </p14:cNvPr>
                <p14:cNvContentPartPr/>
                <p14:nvPr/>
              </p14:nvContentPartPr>
              <p14:xfrm>
                <a:off x="4933222" y="2790536"/>
                <a:ext cx="169200" cy="71640"/>
              </p14:xfrm>
            </p:contentPart>
          </mc:Choice>
          <mc:Fallback>
            <p:pic>
              <p:nvPicPr>
                <p:cNvPr id="102" name="Ink 101">
                  <a:extLst>
                    <a:ext uri="{FF2B5EF4-FFF2-40B4-BE49-F238E27FC236}">
                      <a16:creationId xmlns:a16="http://schemas.microsoft.com/office/drawing/2014/main" id="{F882FB7D-7F88-4A04-2C27-291A14301FB6}"/>
                    </a:ext>
                  </a:extLst>
                </p:cNvPr>
                <p:cNvPicPr/>
                <p:nvPr/>
              </p:nvPicPr>
              <p:blipFill>
                <a:blip r:embed="rId161"/>
                <a:stretch>
                  <a:fillRect/>
                </a:stretch>
              </p:blipFill>
              <p:spPr>
                <a:xfrm>
                  <a:off x="4924582" y="2781896"/>
                  <a:ext cx="18684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3" name="Ink 102">
                  <a:extLst>
                    <a:ext uri="{FF2B5EF4-FFF2-40B4-BE49-F238E27FC236}">
                      <a16:creationId xmlns:a16="http://schemas.microsoft.com/office/drawing/2014/main" id="{2363FF2B-A34A-3897-F62A-16AE0CD10E65}"/>
                    </a:ext>
                  </a:extLst>
                </p14:cNvPr>
                <p14:cNvContentPartPr/>
                <p14:nvPr/>
              </p14:nvContentPartPr>
              <p14:xfrm>
                <a:off x="5113942" y="2668856"/>
                <a:ext cx="144360" cy="230040"/>
              </p14:xfrm>
            </p:contentPart>
          </mc:Choice>
          <mc:Fallback>
            <p:pic>
              <p:nvPicPr>
                <p:cNvPr id="103" name="Ink 102">
                  <a:extLst>
                    <a:ext uri="{FF2B5EF4-FFF2-40B4-BE49-F238E27FC236}">
                      <a16:creationId xmlns:a16="http://schemas.microsoft.com/office/drawing/2014/main" id="{2363FF2B-A34A-3897-F62A-16AE0CD10E65}"/>
                    </a:ext>
                  </a:extLst>
                </p:cNvPr>
                <p:cNvPicPr/>
                <p:nvPr/>
              </p:nvPicPr>
              <p:blipFill>
                <a:blip r:embed="rId163"/>
                <a:stretch>
                  <a:fillRect/>
                </a:stretch>
              </p:blipFill>
              <p:spPr>
                <a:xfrm>
                  <a:off x="5105302" y="2659856"/>
                  <a:ext cx="162000" cy="247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4">
            <p14:nvContentPartPr>
              <p14:cNvPr id="105" name="Ink 104">
                <a:extLst>
                  <a:ext uri="{FF2B5EF4-FFF2-40B4-BE49-F238E27FC236}">
                    <a16:creationId xmlns:a16="http://schemas.microsoft.com/office/drawing/2014/main" id="{C4B2801A-DB8E-A8EF-3ACF-5EB192167D62}"/>
                  </a:ext>
                </a:extLst>
              </p14:cNvPr>
              <p14:cNvContentPartPr/>
              <p14:nvPr/>
            </p14:nvContentPartPr>
            <p14:xfrm>
              <a:off x="4460182" y="2751656"/>
              <a:ext cx="243000" cy="133200"/>
            </p14:xfrm>
          </p:contentPart>
        </mc:Choice>
        <mc:Fallback>
          <p:pic>
            <p:nvPicPr>
              <p:cNvPr id="105" name="Ink 104">
                <a:extLst>
                  <a:ext uri="{FF2B5EF4-FFF2-40B4-BE49-F238E27FC236}">
                    <a16:creationId xmlns:a16="http://schemas.microsoft.com/office/drawing/2014/main" id="{C4B2801A-DB8E-A8EF-3ACF-5EB192167D62}"/>
                  </a:ext>
                </a:extLst>
              </p:cNvPr>
              <p:cNvPicPr/>
              <p:nvPr/>
            </p:nvPicPr>
            <p:blipFill>
              <a:blip r:embed="rId165"/>
              <a:stretch>
                <a:fillRect/>
              </a:stretch>
            </p:blipFill>
            <p:spPr>
              <a:xfrm>
                <a:off x="4451182" y="2742656"/>
                <a:ext cx="260640" cy="150840"/>
              </a:xfrm>
              <a:prstGeom prst="rect">
                <a:avLst/>
              </a:prstGeom>
            </p:spPr>
          </p:pic>
        </mc:Fallback>
      </mc:AlternateContent>
      <p:grpSp>
        <p:nvGrpSpPr>
          <p:cNvPr id="113" name="Group 112">
            <a:extLst>
              <a:ext uri="{FF2B5EF4-FFF2-40B4-BE49-F238E27FC236}">
                <a16:creationId xmlns:a16="http://schemas.microsoft.com/office/drawing/2014/main" id="{32877D59-CC04-9666-E3F2-D202DEAF2462}"/>
              </a:ext>
            </a:extLst>
          </p:cNvPr>
          <p:cNvGrpSpPr/>
          <p:nvPr/>
        </p:nvGrpSpPr>
        <p:grpSpPr>
          <a:xfrm>
            <a:off x="5422462" y="2435936"/>
            <a:ext cx="947520" cy="430200"/>
            <a:chOff x="5422462" y="2435936"/>
            <a:chExt cx="947520" cy="430200"/>
          </a:xfrm>
        </p:grpSpPr>
        <mc:AlternateContent xmlns:mc="http://schemas.openxmlformats.org/markup-compatibility/2006">
          <mc:Choice xmlns:p14="http://schemas.microsoft.com/office/powerpoint/2010/main" Requires="p14">
            <p:contentPart p14:bwMode="auto" r:id="rId166">
              <p14:nvContentPartPr>
                <p14:cNvPr id="106" name="Ink 105">
                  <a:extLst>
                    <a:ext uri="{FF2B5EF4-FFF2-40B4-BE49-F238E27FC236}">
                      <a16:creationId xmlns:a16="http://schemas.microsoft.com/office/drawing/2014/main" id="{D701F953-E388-B1F2-E060-CBCF2412E64B}"/>
                    </a:ext>
                  </a:extLst>
                </p14:cNvPr>
                <p14:cNvContentPartPr/>
                <p14:nvPr/>
              </p14:nvContentPartPr>
              <p14:xfrm>
                <a:off x="5422462" y="2768936"/>
                <a:ext cx="164520" cy="97200"/>
              </p14:xfrm>
            </p:contentPart>
          </mc:Choice>
          <mc:Fallback>
            <p:pic>
              <p:nvPicPr>
                <p:cNvPr id="106" name="Ink 105">
                  <a:extLst>
                    <a:ext uri="{FF2B5EF4-FFF2-40B4-BE49-F238E27FC236}">
                      <a16:creationId xmlns:a16="http://schemas.microsoft.com/office/drawing/2014/main" id="{D701F953-E388-B1F2-E060-CBCF2412E64B}"/>
                    </a:ext>
                  </a:extLst>
                </p:cNvPr>
                <p:cNvPicPr/>
                <p:nvPr/>
              </p:nvPicPr>
              <p:blipFill>
                <a:blip r:embed="rId167"/>
                <a:stretch>
                  <a:fillRect/>
                </a:stretch>
              </p:blipFill>
              <p:spPr>
                <a:xfrm>
                  <a:off x="5413462" y="2760296"/>
                  <a:ext cx="18216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7" name="Ink 106">
                  <a:extLst>
                    <a:ext uri="{FF2B5EF4-FFF2-40B4-BE49-F238E27FC236}">
                      <a16:creationId xmlns:a16="http://schemas.microsoft.com/office/drawing/2014/main" id="{65BB8B52-DFA0-B718-D1B0-1372CA066FCE}"/>
                    </a:ext>
                  </a:extLst>
                </p14:cNvPr>
                <p14:cNvContentPartPr/>
                <p14:nvPr/>
              </p14:nvContentPartPr>
              <p14:xfrm>
                <a:off x="5541982" y="2660576"/>
                <a:ext cx="136080" cy="8640"/>
              </p14:xfrm>
            </p:contentPart>
          </mc:Choice>
          <mc:Fallback>
            <p:pic>
              <p:nvPicPr>
                <p:cNvPr id="107" name="Ink 106">
                  <a:extLst>
                    <a:ext uri="{FF2B5EF4-FFF2-40B4-BE49-F238E27FC236}">
                      <a16:creationId xmlns:a16="http://schemas.microsoft.com/office/drawing/2014/main" id="{65BB8B52-DFA0-B718-D1B0-1372CA066FCE}"/>
                    </a:ext>
                  </a:extLst>
                </p:cNvPr>
                <p:cNvPicPr/>
                <p:nvPr/>
              </p:nvPicPr>
              <p:blipFill>
                <a:blip r:embed="rId169"/>
                <a:stretch>
                  <a:fillRect/>
                </a:stretch>
              </p:blipFill>
              <p:spPr>
                <a:xfrm>
                  <a:off x="5532982" y="2651576"/>
                  <a:ext cx="15372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8" name="Ink 107">
                  <a:extLst>
                    <a:ext uri="{FF2B5EF4-FFF2-40B4-BE49-F238E27FC236}">
                      <a16:creationId xmlns:a16="http://schemas.microsoft.com/office/drawing/2014/main" id="{6F420281-5970-B81B-F97C-5E11B6DF383C}"/>
                    </a:ext>
                  </a:extLst>
                </p14:cNvPr>
                <p14:cNvContentPartPr/>
                <p14:nvPr/>
              </p14:nvContentPartPr>
              <p14:xfrm>
                <a:off x="5746822" y="2578136"/>
                <a:ext cx="104760" cy="193320"/>
              </p14:xfrm>
            </p:contentPart>
          </mc:Choice>
          <mc:Fallback>
            <p:pic>
              <p:nvPicPr>
                <p:cNvPr id="108" name="Ink 107">
                  <a:extLst>
                    <a:ext uri="{FF2B5EF4-FFF2-40B4-BE49-F238E27FC236}">
                      <a16:creationId xmlns:a16="http://schemas.microsoft.com/office/drawing/2014/main" id="{6F420281-5970-B81B-F97C-5E11B6DF383C}"/>
                    </a:ext>
                  </a:extLst>
                </p:cNvPr>
                <p:cNvPicPr/>
                <p:nvPr/>
              </p:nvPicPr>
              <p:blipFill>
                <a:blip r:embed="rId171"/>
                <a:stretch>
                  <a:fillRect/>
                </a:stretch>
              </p:blipFill>
              <p:spPr>
                <a:xfrm>
                  <a:off x="5737822" y="2569496"/>
                  <a:ext cx="12240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9" name="Ink 108">
                  <a:extLst>
                    <a:ext uri="{FF2B5EF4-FFF2-40B4-BE49-F238E27FC236}">
                      <a16:creationId xmlns:a16="http://schemas.microsoft.com/office/drawing/2014/main" id="{DA2BFAFC-9B11-8EC5-6BB4-BE6857CE1F00}"/>
                    </a:ext>
                  </a:extLst>
                </p14:cNvPr>
                <p14:cNvContentPartPr/>
                <p14:nvPr/>
              </p14:nvContentPartPr>
              <p14:xfrm>
                <a:off x="5688142" y="2435936"/>
                <a:ext cx="21600" cy="15120"/>
              </p14:xfrm>
            </p:contentPart>
          </mc:Choice>
          <mc:Fallback>
            <p:pic>
              <p:nvPicPr>
                <p:cNvPr id="109" name="Ink 108">
                  <a:extLst>
                    <a:ext uri="{FF2B5EF4-FFF2-40B4-BE49-F238E27FC236}">
                      <a16:creationId xmlns:a16="http://schemas.microsoft.com/office/drawing/2014/main" id="{DA2BFAFC-9B11-8EC5-6BB4-BE6857CE1F00}"/>
                    </a:ext>
                  </a:extLst>
                </p:cNvPr>
                <p:cNvPicPr/>
                <p:nvPr/>
              </p:nvPicPr>
              <p:blipFill>
                <a:blip r:embed="rId173"/>
                <a:stretch>
                  <a:fillRect/>
                </a:stretch>
              </p:blipFill>
              <p:spPr>
                <a:xfrm>
                  <a:off x="5679502" y="2427296"/>
                  <a:ext cx="3924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1" name="Ink 110">
                  <a:extLst>
                    <a:ext uri="{FF2B5EF4-FFF2-40B4-BE49-F238E27FC236}">
                      <a16:creationId xmlns:a16="http://schemas.microsoft.com/office/drawing/2014/main" id="{49CACDBD-605C-40E1-D5F2-575565069B06}"/>
                    </a:ext>
                  </a:extLst>
                </p14:cNvPr>
                <p14:cNvContentPartPr/>
                <p14:nvPr/>
              </p14:nvContentPartPr>
              <p14:xfrm>
                <a:off x="5883622" y="2477336"/>
                <a:ext cx="193320" cy="111960"/>
              </p14:xfrm>
            </p:contentPart>
          </mc:Choice>
          <mc:Fallback>
            <p:pic>
              <p:nvPicPr>
                <p:cNvPr id="111" name="Ink 110">
                  <a:extLst>
                    <a:ext uri="{FF2B5EF4-FFF2-40B4-BE49-F238E27FC236}">
                      <a16:creationId xmlns:a16="http://schemas.microsoft.com/office/drawing/2014/main" id="{49CACDBD-605C-40E1-D5F2-575565069B06}"/>
                    </a:ext>
                  </a:extLst>
                </p:cNvPr>
                <p:cNvPicPr/>
                <p:nvPr/>
              </p:nvPicPr>
              <p:blipFill>
                <a:blip r:embed="rId175"/>
                <a:stretch>
                  <a:fillRect/>
                </a:stretch>
              </p:blipFill>
              <p:spPr>
                <a:xfrm>
                  <a:off x="5874982" y="2468336"/>
                  <a:ext cx="21096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2" name="Ink 111">
                  <a:extLst>
                    <a:ext uri="{FF2B5EF4-FFF2-40B4-BE49-F238E27FC236}">
                      <a16:creationId xmlns:a16="http://schemas.microsoft.com/office/drawing/2014/main" id="{A3416203-8E9A-4B72-8E95-60716AFB8FBD}"/>
                    </a:ext>
                  </a:extLst>
                </p14:cNvPr>
                <p14:cNvContentPartPr/>
                <p14:nvPr/>
              </p14:nvContentPartPr>
              <p14:xfrm>
                <a:off x="6166582" y="2450696"/>
                <a:ext cx="203400" cy="101160"/>
              </p14:xfrm>
            </p:contentPart>
          </mc:Choice>
          <mc:Fallback>
            <p:pic>
              <p:nvPicPr>
                <p:cNvPr id="112" name="Ink 111">
                  <a:extLst>
                    <a:ext uri="{FF2B5EF4-FFF2-40B4-BE49-F238E27FC236}">
                      <a16:creationId xmlns:a16="http://schemas.microsoft.com/office/drawing/2014/main" id="{A3416203-8E9A-4B72-8E95-60716AFB8FBD}"/>
                    </a:ext>
                  </a:extLst>
                </p:cNvPr>
                <p:cNvPicPr/>
                <p:nvPr/>
              </p:nvPicPr>
              <p:blipFill>
                <a:blip r:embed="rId177"/>
                <a:stretch>
                  <a:fillRect/>
                </a:stretch>
              </p:blipFill>
              <p:spPr>
                <a:xfrm>
                  <a:off x="6157942" y="2441696"/>
                  <a:ext cx="221040" cy="118800"/>
                </a:xfrm>
                <a:prstGeom prst="rect">
                  <a:avLst/>
                </a:prstGeom>
              </p:spPr>
            </p:pic>
          </mc:Fallback>
        </mc:AlternateContent>
      </p:grpSp>
      <p:grpSp>
        <p:nvGrpSpPr>
          <p:cNvPr id="127" name="Group 126">
            <a:extLst>
              <a:ext uri="{FF2B5EF4-FFF2-40B4-BE49-F238E27FC236}">
                <a16:creationId xmlns:a16="http://schemas.microsoft.com/office/drawing/2014/main" id="{33DC9CAD-2A61-77DB-7E4C-1E36DD37A9C9}"/>
              </a:ext>
            </a:extLst>
          </p:cNvPr>
          <p:cNvGrpSpPr/>
          <p:nvPr/>
        </p:nvGrpSpPr>
        <p:grpSpPr>
          <a:xfrm>
            <a:off x="7090342" y="2966936"/>
            <a:ext cx="2470320" cy="297000"/>
            <a:chOff x="7090342" y="2966936"/>
            <a:chExt cx="2470320" cy="297000"/>
          </a:xfrm>
        </p:grpSpPr>
        <mc:AlternateContent xmlns:mc="http://schemas.openxmlformats.org/markup-compatibility/2006">
          <mc:Choice xmlns:p14="http://schemas.microsoft.com/office/powerpoint/2010/main" Requires="p14">
            <p:contentPart p14:bwMode="auto" r:id="rId178">
              <p14:nvContentPartPr>
                <p14:cNvPr id="114" name="Ink 113">
                  <a:extLst>
                    <a:ext uri="{FF2B5EF4-FFF2-40B4-BE49-F238E27FC236}">
                      <a16:creationId xmlns:a16="http://schemas.microsoft.com/office/drawing/2014/main" id="{56005DA4-2743-CC14-3B53-67BE46E3527C}"/>
                    </a:ext>
                  </a:extLst>
                </p14:cNvPr>
                <p14:cNvContentPartPr/>
                <p14:nvPr/>
              </p14:nvContentPartPr>
              <p14:xfrm>
                <a:off x="7090342" y="3161696"/>
                <a:ext cx="135000" cy="91080"/>
              </p14:xfrm>
            </p:contentPart>
          </mc:Choice>
          <mc:Fallback>
            <p:pic>
              <p:nvPicPr>
                <p:cNvPr id="114" name="Ink 113">
                  <a:extLst>
                    <a:ext uri="{FF2B5EF4-FFF2-40B4-BE49-F238E27FC236}">
                      <a16:creationId xmlns:a16="http://schemas.microsoft.com/office/drawing/2014/main" id="{56005DA4-2743-CC14-3B53-67BE46E3527C}"/>
                    </a:ext>
                  </a:extLst>
                </p:cNvPr>
                <p:cNvPicPr/>
                <p:nvPr/>
              </p:nvPicPr>
              <p:blipFill>
                <a:blip r:embed="rId179"/>
                <a:stretch>
                  <a:fillRect/>
                </a:stretch>
              </p:blipFill>
              <p:spPr>
                <a:xfrm>
                  <a:off x="7081342" y="3153056"/>
                  <a:ext cx="15264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5" name="Ink 114">
                  <a:extLst>
                    <a:ext uri="{FF2B5EF4-FFF2-40B4-BE49-F238E27FC236}">
                      <a16:creationId xmlns:a16="http://schemas.microsoft.com/office/drawing/2014/main" id="{703F7C3E-AC7C-6A92-A228-162BDBE23762}"/>
                    </a:ext>
                  </a:extLst>
                </p14:cNvPr>
                <p14:cNvContentPartPr/>
                <p14:nvPr/>
              </p14:nvContentPartPr>
              <p14:xfrm>
                <a:off x="7272502" y="3130016"/>
                <a:ext cx="98280" cy="133920"/>
              </p14:xfrm>
            </p:contentPart>
          </mc:Choice>
          <mc:Fallback>
            <p:pic>
              <p:nvPicPr>
                <p:cNvPr id="115" name="Ink 114">
                  <a:extLst>
                    <a:ext uri="{FF2B5EF4-FFF2-40B4-BE49-F238E27FC236}">
                      <a16:creationId xmlns:a16="http://schemas.microsoft.com/office/drawing/2014/main" id="{703F7C3E-AC7C-6A92-A228-162BDBE23762}"/>
                    </a:ext>
                  </a:extLst>
                </p:cNvPr>
                <p:cNvPicPr/>
                <p:nvPr/>
              </p:nvPicPr>
              <p:blipFill>
                <a:blip r:embed="rId181"/>
                <a:stretch>
                  <a:fillRect/>
                </a:stretch>
              </p:blipFill>
              <p:spPr>
                <a:xfrm>
                  <a:off x="7263862" y="3121376"/>
                  <a:ext cx="11592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6" name="Ink 115">
                  <a:extLst>
                    <a:ext uri="{FF2B5EF4-FFF2-40B4-BE49-F238E27FC236}">
                      <a16:creationId xmlns:a16="http://schemas.microsoft.com/office/drawing/2014/main" id="{E37193CC-9E76-1F71-4BF6-6EA3FB1EAB97}"/>
                    </a:ext>
                  </a:extLst>
                </p14:cNvPr>
                <p14:cNvContentPartPr/>
                <p14:nvPr/>
              </p14:nvContentPartPr>
              <p14:xfrm>
                <a:off x="7400662" y="3142616"/>
                <a:ext cx="114840" cy="112320"/>
              </p14:xfrm>
            </p:contentPart>
          </mc:Choice>
          <mc:Fallback>
            <p:pic>
              <p:nvPicPr>
                <p:cNvPr id="116" name="Ink 115">
                  <a:extLst>
                    <a:ext uri="{FF2B5EF4-FFF2-40B4-BE49-F238E27FC236}">
                      <a16:creationId xmlns:a16="http://schemas.microsoft.com/office/drawing/2014/main" id="{E37193CC-9E76-1F71-4BF6-6EA3FB1EAB97}"/>
                    </a:ext>
                  </a:extLst>
                </p:cNvPr>
                <p:cNvPicPr/>
                <p:nvPr/>
              </p:nvPicPr>
              <p:blipFill>
                <a:blip r:embed="rId183"/>
                <a:stretch>
                  <a:fillRect/>
                </a:stretch>
              </p:blipFill>
              <p:spPr>
                <a:xfrm>
                  <a:off x="7391662" y="3133616"/>
                  <a:ext cx="13248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7" name="Ink 116">
                  <a:extLst>
                    <a:ext uri="{FF2B5EF4-FFF2-40B4-BE49-F238E27FC236}">
                      <a16:creationId xmlns:a16="http://schemas.microsoft.com/office/drawing/2014/main" id="{95B8183C-D17C-BD1B-FB60-AC4E3BD07016}"/>
                    </a:ext>
                  </a:extLst>
                </p14:cNvPr>
                <p14:cNvContentPartPr/>
                <p14:nvPr/>
              </p14:nvContentPartPr>
              <p14:xfrm>
                <a:off x="7543582" y="3165656"/>
                <a:ext cx="204120" cy="91800"/>
              </p14:xfrm>
            </p:contentPart>
          </mc:Choice>
          <mc:Fallback>
            <p:pic>
              <p:nvPicPr>
                <p:cNvPr id="117" name="Ink 116">
                  <a:extLst>
                    <a:ext uri="{FF2B5EF4-FFF2-40B4-BE49-F238E27FC236}">
                      <a16:creationId xmlns:a16="http://schemas.microsoft.com/office/drawing/2014/main" id="{95B8183C-D17C-BD1B-FB60-AC4E3BD07016}"/>
                    </a:ext>
                  </a:extLst>
                </p:cNvPr>
                <p:cNvPicPr/>
                <p:nvPr/>
              </p:nvPicPr>
              <p:blipFill>
                <a:blip r:embed="rId185"/>
                <a:stretch>
                  <a:fillRect/>
                </a:stretch>
              </p:blipFill>
              <p:spPr>
                <a:xfrm>
                  <a:off x="7534942" y="3156656"/>
                  <a:ext cx="22176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8" name="Ink 117">
                  <a:extLst>
                    <a:ext uri="{FF2B5EF4-FFF2-40B4-BE49-F238E27FC236}">
                      <a16:creationId xmlns:a16="http://schemas.microsoft.com/office/drawing/2014/main" id="{0645536C-BEB6-09CD-38EF-AE303B248069}"/>
                    </a:ext>
                  </a:extLst>
                </p14:cNvPr>
                <p14:cNvContentPartPr/>
                <p14:nvPr/>
              </p14:nvContentPartPr>
              <p14:xfrm>
                <a:off x="7818982" y="3173576"/>
                <a:ext cx="283320" cy="67680"/>
              </p14:xfrm>
            </p:contentPart>
          </mc:Choice>
          <mc:Fallback>
            <p:pic>
              <p:nvPicPr>
                <p:cNvPr id="118" name="Ink 117">
                  <a:extLst>
                    <a:ext uri="{FF2B5EF4-FFF2-40B4-BE49-F238E27FC236}">
                      <a16:creationId xmlns:a16="http://schemas.microsoft.com/office/drawing/2014/main" id="{0645536C-BEB6-09CD-38EF-AE303B248069}"/>
                    </a:ext>
                  </a:extLst>
                </p:cNvPr>
                <p:cNvPicPr/>
                <p:nvPr/>
              </p:nvPicPr>
              <p:blipFill>
                <a:blip r:embed="rId187"/>
                <a:stretch>
                  <a:fillRect/>
                </a:stretch>
              </p:blipFill>
              <p:spPr>
                <a:xfrm>
                  <a:off x="7809982" y="3164576"/>
                  <a:ext cx="30096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9" name="Ink 118">
                  <a:extLst>
                    <a:ext uri="{FF2B5EF4-FFF2-40B4-BE49-F238E27FC236}">
                      <a16:creationId xmlns:a16="http://schemas.microsoft.com/office/drawing/2014/main" id="{5F79AD5D-C5EE-2EE4-1995-A1D8D64DBF68}"/>
                    </a:ext>
                  </a:extLst>
                </p14:cNvPr>
                <p14:cNvContentPartPr/>
                <p14:nvPr/>
              </p14:nvContentPartPr>
              <p14:xfrm>
                <a:off x="8133622" y="3121376"/>
                <a:ext cx="159480" cy="115560"/>
              </p14:xfrm>
            </p:contentPart>
          </mc:Choice>
          <mc:Fallback>
            <p:pic>
              <p:nvPicPr>
                <p:cNvPr id="119" name="Ink 118">
                  <a:extLst>
                    <a:ext uri="{FF2B5EF4-FFF2-40B4-BE49-F238E27FC236}">
                      <a16:creationId xmlns:a16="http://schemas.microsoft.com/office/drawing/2014/main" id="{5F79AD5D-C5EE-2EE4-1995-A1D8D64DBF68}"/>
                    </a:ext>
                  </a:extLst>
                </p:cNvPr>
                <p:cNvPicPr/>
                <p:nvPr/>
              </p:nvPicPr>
              <p:blipFill>
                <a:blip r:embed="rId189"/>
                <a:stretch>
                  <a:fillRect/>
                </a:stretch>
              </p:blipFill>
              <p:spPr>
                <a:xfrm>
                  <a:off x="8124982" y="3112736"/>
                  <a:ext cx="1771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20" name="Ink 119">
                  <a:extLst>
                    <a:ext uri="{FF2B5EF4-FFF2-40B4-BE49-F238E27FC236}">
                      <a16:creationId xmlns:a16="http://schemas.microsoft.com/office/drawing/2014/main" id="{9B1EDF65-8E10-3778-D6C1-EAF9AF7B1B2C}"/>
                    </a:ext>
                  </a:extLst>
                </p14:cNvPr>
                <p14:cNvContentPartPr/>
                <p14:nvPr/>
              </p14:nvContentPartPr>
              <p14:xfrm>
                <a:off x="8442142" y="3104456"/>
                <a:ext cx="265680" cy="128880"/>
              </p14:xfrm>
            </p:contentPart>
          </mc:Choice>
          <mc:Fallback>
            <p:pic>
              <p:nvPicPr>
                <p:cNvPr id="120" name="Ink 119">
                  <a:extLst>
                    <a:ext uri="{FF2B5EF4-FFF2-40B4-BE49-F238E27FC236}">
                      <a16:creationId xmlns:a16="http://schemas.microsoft.com/office/drawing/2014/main" id="{9B1EDF65-8E10-3778-D6C1-EAF9AF7B1B2C}"/>
                    </a:ext>
                  </a:extLst>
                </p:cNvPr>
                <p:cNvPicPr/>
                <p:nvPr/>
              </p:nvPicPr>
              <p:blipFill>
                <a:blip r:embed="rId191"/>
                <a:stretch>
                  <a:fillRect/>
                </a:stretch>
              </p:blipFill>
              <p:spPr>
                <a:xfrm>
                  <a:off x="8433142" y="3095816"/>
                  <a:ext cx="2833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1" name="Ink 120">
                  <a:extLst>
                    <a:ext uri="{FF2B5EF4-FFF2-40B4-BE49-F238E27FC236}">
                      <a16:creationId xmlns:a16="http://schemas.microsoft.com/office/drawing/2014/main" id="{C2DCBE13-9D42-A5B9-0630-35AECE7EB33E}"/>
                    </a:ext>
                  </a:extLst>
                </p14:cNvPr>
                <p14:cNvContentPartPr/>
                <p14:nvPr/>
              </p14:nvContentPartPr>
              <p14:xfrm>
                <a:off x="8750302" y="3157736"/>
                <a:ext cx="48600" cy="53280"/>
              </p14:xfrm>
            </p:contentPart>
          </mc:Choice>
          <mc:Fallback>
            <p:pic>
              <p:nvPicPr>
                <p:cNvPr id="121" name="Ink 120">
                  <a:extLst>
                    <a:ext uri="{FF2B5EF4-FFF2-40B4-BE49-F238E27FC236}">
                      <a16:creationId xmlns:a16="http://schemas.microsoft.com/office/drawing/2014/main" id="{C2DCBE13-9D42-A5B9-0630-35AECE7EB33E}"/>
                    </a:ext>
                  </a:extLst>
                </p:cNvPr>
                <p:cNvPicPr/>
                <p:nvPr/>
              </p:nvPicPr>
              <p:blipFill>
                <a:blip r:embed="rId193"/>
                <a:stretch>
                  <a:fillRect/>
                </a:stretch>
              </p:blipFill>
              <p:spPr>
                <a:xfrm>
                  <a:off x="8741662" y="3148736"/>
                  <a:ext cx="6624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2" name="Ink 121">
                  <a:extLst>
                    <a:ext uri="{FF2B5EF4-FFF2-40B4-BE49-F238E27FC236}">
                      <a16:creationId xmlns:a16="http://schemas.microsoft.com/office/drawing/2014/main" id="{64BF8D5B-54E2-34DE-4E8D-1DFDC4E2F363}"/>
                    </a:ext>
                  </a:extLst>
                </p14:cNvPr>
                <p14:cNvContentPartPr/>
                <p14:nvPr/>
              </p14:nvContentPartPr>
              <p14:xfrm>
                <a:off x="8739862" y="3051536"/>
                <a:ext cx="2520" cy="6840"/>
              </p14:xfrm>
            </p:contentPart>
          </mc:Choice>
          <mc:Fallback>
            <p:pic>
              <p:nvPicPr>
                <p:cNvPr id="122" name="Ink 121">
                  <a:extLst>
                    <a:ext uri="{FF2B5EF4-FFF2-40B4-BE49-F238E27FC236}">
                      <a16:creationId xmlns:a16="http://schemas.microsoft.com/office/drawing/2014/main" id="{64BF8D5B-54E2-34DE-4E8D-1DFDC4E2F363}"/>
                    </a:ext>
                  </a:extLst>
                </p:cNvPr>
                <p:cNvPicPr/>
                <p:nvPr/>
              </p:nvPicPr>
              <p:blipFill>
                <a:blip r:embed="rId195"/>
                <a:stretch>
                  <a:fillRect/>
                </a:stretch>
              </p:blipFill>
              <p:spPr>
                <a:xfrm>
                  <a:off x="8730862" y="3042536"/>
                  <a:ext cx="201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3" name="Ink 122">
                  <a:extLst>
                    <a:ext uri="{FF2B5EF4-FFF2-40B4-BE49-F238E27FC236}">
                      <a16:creationId xmlns:a16="http://schemas.microsoft.com/office/drawing/2014/main" id="{E188F37D-490E-002F-BE2C-1F134EF8FB9D}"/>
                    </a:ext>
                  </a:extLst>
                </p14:cNvPr>
                <p14:cNvContentPartPr/>
                <p14:nvPr/>
              </p14:nvContentPartPr>
              <p14:xfrm>
                <a:off x="8840662" y="3135776"/>
                <a:ext cx="161640" cy="64440"/>
              </p14:xfrm>
            </p:contentPart>
          </mc:Choice>
          <mc:Fallback>
            <p:pic>
              <p:nvPicPr>
                <p:cNvPr id="123" name="Ink 122">
                  <a:extLst>
                    <a:ext uri="{FF2B5EF4-FFF2-40B4-BE49-F238E27FC236}">
                      <a16:creationId xmlns:a16="http://schemas.microsoft.com/office/drawing/2014/main" id="{E188F37D-490E-002F-BE2C-1F134EF8FB9D}"/>
                    </a:ext>
                  </a:extLst>
                </p:cNvPr>
                <p:cNvPicPr/>
                <p:nvPr/>
              </p:nvPicPr>
              <p:blipFill>
                <a:blip r:embed="rId197"/>
                <a:stretch>
                  <a:fillRect/>
                </a:stretch>
              </p:blipFill>
              <p:spPr>
                <a:xfrm>
                  <a:off x="8832022" y="3127136"/>
                  <a:ext cx="17928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4" name="Ink 123">
                  <a:extLst>
                    <a:ext uri="{FF2B5EF4-FFF2-40B4-BE49-F238E27FC236}">
                      <a16:creationId xmlns:a16="http://schemas.microsoft.com/office/drawing/2014/main" id="{31CF2D06-6235-AF80-41AC-5F48FE324248}"/>
                    </a:ext>
                  </a:extLst>
                </p14:cNvPr>
                <p14:cNvContentPartPr/>
                <p14:nvPr/>
              </p14:nvContentPartPr>
              <p14:xfrm>
                <a:off x="9057382" y="2966936"/>
                <a:ext cx="55800" cy="271440"/>
              </p14:xfrm>
            </p:contentPart>
          </mc:Choice>
          <mc:Fallback>
            <p:pic>
              <p:nvPicPr>
                <p:cNvPr id="124" name="Ink 123">
                  <a:extLst>
                    <a:ext uri="{FF2B5EF4-FFF2-40B4-BE49-F238E27FC236}">
                      <a16:creationId xmlns:a16="http://schemas.microsoft.com/office/drawing/2014/main" id="{31CF2D06-6235-AF80-41AC-5F48FE324248}"/>
                    </a:ext>
                  </a:extLst>
                </p:cNvPr>
                <p:cNvPicPr/>
                <p:nvPr/>
              </p:nvPicPr>
              <p:blipFill>
                <a:blip r:embed="rId199"/>
                <a:stretch>
                  <a:fillRect/>
                </a:stretch>
              </p:blipFill>
              <p:spPr>
                <a:xfrm>
                  <a:off x="9048742" y="2958296"/>
                  <a:ext cx="7344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5" name="Ink 124">
                  <a:extLst>
                    <a:ext uri="{FF2B5EF4-FFF2-40B4-BE49-F238E27FC236}">
                      <a16:creationId xmlns:a16="http://schemas.microsoft.com/office/drawing/2014/main" id="{CFEA50CA-C0E0-9BC3-CE96-5DAD764C3779}"/>
                    </a:ext>
                  </a:extLst>
                </p14:cNvPr>
                <p14:cNvContentPartPr/>
                <p14:nvPr/>
              </p14:nvContentPartPr>
              <p14:xfrm>
                <a:off x="9170422" y="3125696"/>
                <a:ext cx="133200" cy="97560"/>
              </p14:xfrm>
            </p:contentPart>
          </mc:Choice>
          <mc:Fallback>
            <p:pic>
              <p:nvPicPr>
                <p:cNvPr id="125" name="Ink 124">
                  <a:extLst>
                    <a:ext uri="{FF2B5EF4-FFF2-40B4-BE49-F238E27FC236}">
                      <a16:creationId xmlns:a16="http://schemas.microsoft.com/office/drawing/2014/main" id="{CFEA50CA-C0E0-9BC3-CE96-5DAD764C3779}"/>
                    </a:ext>
                  </a:extLst>
                </p:cNvPr>
                <p:cNvPicPr/>
                <p:nvPr/>
              </p:nvPicPr>
              <p:blipFill>
                <a:blip r:embed="rId201"/>
                <a:stretch>
                  <a:fillRect/>
                </a:stretch>
              </p:blipFill>
              <p:spPr>
                <a:xfrm>
                  <a:off x="9161422" y="3117056"/>
                  <a:ext cx="15084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6" name="Ink 125">
                  <a:extLst>
                    <a:ext uri="{FF2B5EF4-FFF2-40B4-BE49-F238E27FC236}">
                      <a16:creationId xmlns:a16="http://schemas.microsoft.com/office/drawing/2014/main" id="{167B26A6-2921-A751-C3C1-512070F55A86}"/>
                    </a:ext>
                  </a:extLst>
                </p14:cNvPr>
                <p14:cNvContentPartPr/>
                <p14:nvPr/>
              </p14:nvContentPartPr>
              <p14:xfrm>
                <a:off x="9335302" y="3085376"/>
                <a:ext cx="225360" cy="108360"/>
              </p14:xfrm>
            </p:contentPart>
          </mc:Choice>
          <mc:Fallback>
            <p:pic>
              <p:nvPicPr>
                <p:cNvPr id="126" name="Ink 125">
                  <a:extLst>
                    <a:ext uri="{FF2B5EF4-FFF2-40B4-BE49-F238E27FC236}">
                      <a16:creationId xmlns:a16="http://schemas.microsoft.com/office/drawing/2014/main" id="{167B26A6-2921-A751-C3C1-512070F55A86}"/>
                    </a:ext>
                  </a:extLst>
                </p:cNvPr>
                <p:cNvPicPr/>
                <p:nvPr/>
              </p:nvPicPr>
              <p:blipFill>
                <a:blip r:embed="rId203"/>
                <a:stretch>
                  <a:fillRect/>
                </a:stretch>
              </p:blipFill>
              <p:spPr>
                <a:xfrm>
                  <a:off x="9326302" y="3076736"/>
                  <a:ext cx="243000" cy="126000"/>
                </a:xfrm>
                <a:prstGeom prst="rect">
                  <a:avLst/>
                </a:prstGeom>
              </p:spPr>
            </p:pic>
          </mc:Fallback>
        </mc:AlternateContent>
      </p:grpSp>
      <p:grpSp>
        <p:nvGrpSpPr>
          <p:cNvPr id="139" name="Group 138">
            <a:extLst>
              <a:ext uri="{FF2B5EF4-FFF2-40B4-BE49-F238E27FC236}">
                <a16:creationId xmlns:a16="http://schemas.microsoft.com/office/drawing/2014/main" id="{140F9691-7CDA-7D80-C2D2-6AF4AEC08A56}"/>
              </a:ext>
            </a:extLst>
          </p:cNvPr>
          <p:cNvGrpSpPr/>
          <p:nvPr/>
        </p:nvGrpSpPr>
        <p:grpSpPr>
          <a:xfrm>
            <a:off x="9813382" y="2975936"/>
            <a:ext cx="1352160" cy="356760"/>
            <a:chOff x="9813382" y="2975936"/>
            <a:chExt cx="1352160" cy="356760"/>
          </a:xfrm>
        </p:grpSpPr>
        <mc:AlternateContent xmlns:mc="http://schemas.openxmlformats.org/markup-compatibility/2006">
          <mc:Choice xmlns:p14="http://schemas.microsoft.com/office/powerpoint/2010/main" Requires="p14">
            <p:contentPart p14:bwMode="auto" r:id="rId204">
              <p14:nvContentPartPr>
                <p14:cNvPr id="128" name="Ink 127">
                  <a:extLst>
                    <a:ext uri="{FF2B5EF4-FFF2-40B4-BE49-F238E27FC236}">
                      <a16:creationId xmlns:a16="http://schemas.microsoft.com/office/drawing/2014/main" id="{186FC562-1F84-0230-0A59-9D25DEE9151C}"/>
                    </a:ext>
                  </a:extLst>
                </p14:cNvPr>
                <p14:cNvContentPartPr/>
                <p14:nvPr/>
              </p14:nvContentPartPr>
              <p14:xfrm>
                <a:off x="9813382" y="3140816"/>
                <a:ext cx="100800" cy="70920"/>
              </p14:xfrm>
            </p:contentPart>
          </mc:Choice>
          <mc:Fallback>
            <p:pic>
              <p:nvPicPr>
                <p:cNvPr id="128" name="Ink 127">
                  <a:extLst>
                    <a:ext uri="{FF2B5EF4-FFF2-40B4-BE49-F238E27FC236}">
                      <a16:creationId xmlns:a16="http://schemas.microsoft.com/office/drawing/2014/main" id="{186FC562-1F84-0230-0A59-9D25DEE9151C}"/>
                    </a:ext>
                  </a:extLst>
                </p:cNvPr>
                <p:cNvPicPr/>
                <p:nvPr/>
              </p:nvPicPr>
              <p:blipFill>
                <a:blip r:embed="rId205"/>
                <a:stretch>
                  <a:fillRect/>
                </a:stretch>
              </p:blipFill>
              <p:spPr>
                <a:xfrm>
                  <a:off x="9804742" y="3132176"/>
                  <a:ext cx="11844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9" name="Ink 128">
                  <a:extLst>
                    <a:ext uri="{FF2B5EF4-FFF2-40B4-BE49-F238E27FC236}">
                      <a16:creationId xmlns:a16="http://schemas.microsoft.com/office/drawing/2014/main" id="{59CB2BD8-D8FB-BE6C-7ED5-C69B3C88BEB8}"/>
                    </a:ext>
                  </a:extLst>
                </p14:cNvPr>
                <p14:cNvContentPartPr/>
                <p14:nvPr/>
              </p14:nvContentPartPr>
              <p14:xfrm>
                <a:off x="9948022" y="2984936"/>
                <a:ext cx="124200" cy="347760"/>
              </p14:xfrm>
            </p:contentPart>
          </mc:Choice>
          <mc:Fallback>
            <p:pic>
              <p:nvPicPr>
                <p:cNvPr id="129" name="Ink 128">
                  <a:extLst>
                    <a:ext uri="{FF2B5EF4-FFF2-40B4-BE49-F238E27FC236}">
                      <a16:creationId xmlns:a16="http://schemas.microsoft.com/office/drawing/2014/main" id="{59CB2BD8-D8FB-BE6C-7ED5-C69B3C88BEB8}"/>
                    </a:ext>
                  </a:extLst>
                </p:cNvPr>
                <p:cNvPicPr/>
                <p:nvPr/>
              </p:nvPicPr>
              <p:blipFill>
                <a:blip r:embed="rId207"/>
                <a:stretch>
                  <a:fillRect/>
                </a:stretch>
              </p:blipFill>
              <p:spPr>
                <a:xfrm>
                  <a:off x="9939382" y="2975936"/>
                  <a:ext cx="141840" cy="3654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30" name="Ink 129">
                  <a:extLst>
                    <a:ext uri="{FF2B5EF4-FFF2-40B4-BE49-F238E27FC236}">
                      <a16:creationId xmlns:a16="http://schemas.microsoft.com/office/drawing/2014/main" id="{BA10BE0D-044C-8E65-0C27-BD17E303E738}"/>
                    </a:ext>
                  </a:extLst>
                </p14:cNvPr>
                <p14:cNvContentPartPr/>
                <p14:nvPr/>
              </p14:nvContentPartPr>
              <p14:xfrm>
                <a:off x="9959542" y="3182216"/>
                <a:ext cx="77760" cy="50040"/>
              </p14:xfrm>
            </p:contentPart>
          </mc:Choice>
          <mc:Fallback>
            <p:pic>
              <p:nvPicPr>
                <p:cNvPr id="130" name="Ink 129">
                  <a:extLst>
                    <a:ext uri="{FF2B5EF4-FFF2-40B4-BE49-F238E27FC236}">
                      <a16:creationId xmlns:a16="http://schemas.microsoft.com/office/drawing/2014/main" id="{BA10BE0D-044C-8E65-0C27-BD17E303E738}"/>
                    </a:ext>
                  </a:extLst>
                </p:cNvPr>
                <p:cNvPicPr/>
                <p:nvPr/>
              </p:nvPicPr>
              <p:blipFill>
                <a:blip r:embed="rId209"/>
                <a:stretch>
                  <a:fillRect/>
                </a:stretch>
              </p:blipFill>
              <p:spPr>
                <a:xfrm>
                  <a:off x="9950902" y="3173576"/>
                  <a:ext cx="9540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31" name="Ink 130">
                  <a:extLst>
                    <a:ext uri="{FF2B5EF4-FFF2-40B4-BE49-F238E27FC236}">
                      <a16:creationId xmlns:a16="http://schemas.microsoft.com/office/drawing/2014/main" id="{227E8E60-0BF4-D308-1B1A-38491779F15C}"/>
                    </a:ext>
                  </a:extLst>
                </p14:cNvPr>
                <p14:cNvContentPartPr/>
                <p14:nvPr/>
              </p14:nvContentPartPr>
              <p14:xfrm>
                <a:off x="10185622" y="3067736"/>
                <a:ext cx="94320" cy="128520"/>
              </p14:xfrm>
            </p:contentPart>
          </mc:Choice>
          <mc:Fallback>
            <p:pic>
              <p:nvPicPr>
                <p:cNvPr id="131" name="Ink 130">
                  <a:extLst>
                    <a:ext uri="{FF2B5EF4-FFF2-40B4-BE49-F238E27FC236}">
                      <a16:creationId xmlns:a16="http://schemas.microsoft.com/office/drawing/2014/main" id="{227E8E60-0BF4-D308-1B1A-38491779F15C}"/>
                    </a:ext>
                  </a:extLst>
                </p:cNvPr>
                <p:cNvPicPr/>
                <p:nvPr/>
              </p:nvPicPr>
              <p:blipFill>
                <a:blip r:embed="rId211"/>
                <a:stretch>
                  <a:fillRect/>
                </a:stretch>
              </p:blipFill>
              <p:spPr>
                <a:xfrm>
                  <a:off x="10176982" y="3058736"/>
                  <a:ext cx="11196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32" name="Ink 131">
                  <a:extLst>
                    <a:ext uri="{FF2B5EF4-FFF2-40B4-BE49-F238E27FC236}">
                      <a16:creationId xmlns:a16="http://schemas.microsoft.com/office/drawing/2014/main" id="{FB76E1B3-C9BA-8A48-2BB4-0602BA6B9483}"/>
                    </a:ext>
                  </a:extLst>
                </p14:cNvPr>
                <p14:cNvContentPartPr/>
                <p14:nvPr/>
              </p14:nvContentPartPr>
              <p14:xfrm>
                <a:off x="10334662" y="3125696"/>
                <a:ext cx="2520" cy="34200"/>
              </p14:xfrm>
            </p:contentPart>
          </mc:Choice>
          <mc:Fallback>
            <p:pic>
              <p:nvPicPr>
                <p:cNvPr id="132" name="Ink 131">
                  <a:extLst>
                    <a:ext uri="{FF2B5EF4-FFF2-40B4-BE49-F238E27FC236}">
                      <a16:creationId xmlns:a16="http://schemas.microsoft.com/office/drawing/2014/main" id="{FB76E1B3-C9BA-8A48-2BB4-0602BA6B9483}"/>
                    </a:ext>
                  </a:extLst>
                </p:cNvPr>
                <p:cNvPicPr/>
                <p:nvPr/>
              </p:nvPicPr>
              <p:blipFill>
                <a:blip r:embed="rId213"/>
                <a:stretch>
                  <a:fillRect/>
                </a:stretch>
              </p:blipFill>
              <p:spPr>
                <a:xfrm>
                  <a:off x="10326022" y="3117056"/>
                  <a:ext cx="201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3" name="Ink 132">
                  <a:extLst>
                    <a:ext uri="{FF2B5EF4-FFF2-40B4-BE49-F238E27FC236}">
                      <a16:creationId xmlns:a16="http://schemas.microsoft.com/office/drawing/2014/main" id="{69EB2B22-53DA-254D-F9FA-B603665632E1}"/>
                    </a:ext>
                  </a:extLst>
                </p14:cNvPr>
                <p14:cNvContentPartPr/>
                <p14:nvPr/>
              </p14:nvContentPartPr>
              <p14:xfrm>
                <a:off x="10323862" y="3023456"/>
                <a:ext cx="16200" cy="6120"/>
              </p14:xfrm>
            </p:contentPart>
          </mc:Choice>
          <mc:Fallback>
            <p:pic>
              <p:nvPicPr>
                <p:cNvPr id="133" name="Ink 132">
                  <a:extLst>
                    <a:ext uri="{FF2B5EF4-FFF2-40B4-BE49-F238E27FC236}">
                      <a16:creationId xmlns:a16="http://schemas.microsoft.com/office/drawing/2014/main" id="{69EB2B22-53DA-254D-F9FA-B603665632E1}"/>
                    </a:ext>
                  </a:extLst>
                </p:cNvPr>
                <p:cNvPicPr/>
                <p:nvPr/>
              </p:nvPicPr>
              <p:blipFill>
                <a:blip r:embed="rId215"/>
                <a:stretch>
                  <a:fillRect/>
                </a:stretch>
              </p:blipFill>
              <p:spPr>
                <a:xfrm>
                  <a:off x="10315222" y="3014816"/>
                  <a:ext cx="3384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4" name="Ink 133">
                  <a:extLst>
                    <a:ext uri="{FF2B5EF4-FFF2-40B4-BE49-F238E27FC236}">
                      <a16:creationId xmlns:a16="http://schemas.microsoft.com/office/drawing/2014/main" id="{433132E8-BBC2-4F55-404E-9E1F7FCEE0CD}"/>
                    </a:ext>
                  </a:extLst>
                </p14:cNvPr>
                <p14:cNvContentPartPr/>
                <p14:nvPr/>
              </p14:nvContentPartPr>
              <p14:xfrm>
                <a:off x="10398382" y="3072776"/>
                <a:ext cx="137880" cy="168840"/>
              </p14:xfrm>
            </p:contentPart>
          </mc:Choice>
          <mc:Fallback>
            <p:pic>
              <p:nvPicPr>
                <p:cNvPr id="134" name="Ink 133">
                  <a:extLst>
                    <a:ext uri="{FF2B5EF4-FFF2-40B4-BE49-F238E27FC236}">
                      <a16:creationId xmlns:a16="http://schemas.microsoft.com/office/drawing/2014/main" id="{433132E8-BBC2-4F55-404E-9E1F7FCEE0CD}"/>
                    </a:ext>
                  </a:extLst>
                </p:cNvPr>
                <p:cNvPicPr/>
                <p:nvPr/>
              </p:nvPicPr>
              <p:blipFill>
                <a:blip r:embed="rId217"/>
                <a:stretch>
                  <a:fillRect/>
                </a:stretch>
              </p:blipFill>
              <p:spPr>
                <a:xfrm>
                  <a:off x="10389742" y="3063776"/>
                  <a:ext cx="15552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5" name="Ink 134">
                  <a:extLst>
                    <a:ext uri="{FF2B5EF4-FFF2-40B4-BE49-F238E27FC236}">
                      <a16:creationId xmlns:a16="http://schemas.microsoft.com/office/drawing/2014/main" id="{7C9B3E5D-6607-B781-E8C1-4EC62DA65564}"/>
                    </a:ext>
                  </a:extLst>
                </p14:cNvPr>
                <p14:cNvContentPartPr/>
                <p14:nvPr/>
              </p14:nvContentPartPr>
              <p14:xfrm>
                <a:off x="10440862" y="3078176"/>
                <a:ext cx="285120" cy="144720"/>
              </p14:xfrm>
            </p:contentPart>
          </mc:Choice>
          <mc:Fallback>
            <p:pic>
              <p:nvPicPr>
                <p:cNvPr id="135" name="Ink 134">
                  <a:extLst>
                    <a:ext uri="{FF2B5EF4-FFF2-40B4-BE49-F238E27FC236}">
                      <a16:creationId xmlns:a16="http://schemas.microsoft.com/office/drawing/2014/main" id="{7C9B3E5D-6607-B781-E8C1-4EC62DA65564}"/>
                    </a:ext>
                  </a:extLst>
                </p:cNvPr>
                <p:cNvPicPr/>
                <p:nvPr/>
              </p:nvPicPr>
              <p:blipFill>
                <a:blip r:embed="rId219"/>
                <a:stretch>
                  <a:fillRect/>
                </a:stretch>
              </p:blipFill>
              <p:spPr>
                <a:xfrm>
                  <a:off x="10432222" y="3069536"/>
                  <a:ext cx="30276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7" name="Ink 136">
                  <a:extLst>
                    <a:ext uri="{FF2B5EF4-FFF2-40B4-BE49-F238E27FC236}">
                      <a16:creationId xmlns:a16="http://schemas.microsoft.com/office/drawing/2014/main" id="{B2DE39A6-0442-3746-D4F0-BEDC497913D4}"/>
                    </a:ext>
                  </a:extLst>
                </p14:cNvPr>
                <p14:cNvContentPartPr/>
                <p14:nvPr/>
              </p14:nvContentPartPr>
              <p14:xfrm>
                <a:off x="10956742" y="2992136"/>
                <a:ext cx="68400" cy="219600"/>
              </p14:xfrm>
            </p:contentPart>
          </mc:Choice>
          <mc:Fallback>
            <p:pic>
              <p:nvPicPr>
                <p:cNvPr id="137" name="Ink 136">
                  <a:extLst>
                    <a:ext uri="{FF2B5EF4-FFF2-40B4-BE49-F238E27FC236}">
                      <a16:creationId xmlns:a16="http://schemas.microsoft.com/office/drawing/2014/main" id="{B2DE39A6-0442-3746-D4F0-BEDC497913D4}"/>
                    </a:ext>
                  </a:extLst>
                </p:cNvPr>
                <p:cNvPicPr/>
                <p:nvPr/>
              </p:nvPicPr>
              <p:blipFill>
                <a:blip r:embed="rId221"/>
                <a:stretch>
                  <a:fillRect/>
                </a:stretch>
              </p:blipFill>
              <p:spPr>
                <a:xfrm>
                  <a:off x="10947742" y="2983136"/>
                  <a:ext cx="8604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8" name="Ink 137">
                  <a:extLst>
                    <a:ext uri="{FF2B5EF4-FFF2-40B4-BE49-F238E27FC236}">
                      <a16:creationId xmlns:a16="http://schemas.microsoft.com/office/drawing/2014/main" id="{01A2F942-71F7-66FD-1D2C-F23D952C183F}"/>
                    </a:ext>
                  </a:extLst>
                </p14:cNvPr>
                <p14:cNvContentPartPr/>
                <p14:nvPr/>
              </p14:nvContentPartPr>
              <p14:xfrm>
                <a:off x="10871782" y="2975936"/>
                <a:ext cx="293760" cy="209520"/>
              </p14:xfrm>
            </p:contentPart>
          </mc:Choice>
          <mc:Fallback>
            <p:pic>
              <p:nvPicPr>
                <p:cNvPr id="138" name="Ink 137">
                  <a:extLst>
                    <a:ext uri="{FF2B5EF4-FFF2-40B4-BE49-F238E27FC236}">
                      <a16:creationId xmlns:a16="http://schemas.microsoft.com/office/drawing/2014/main" id="{01A2F942-71F7-66FD-1D2C-F23D952C183F}"/>
                    </a:ext>
                  </a:extLst>
                </p:cNvPr>
                <p:cNvPicPr/>
                <p:nvPr/>
              </p:nvPicPr>
              <p:blipFill>
                <a:blip r:embed="rId223"/>
                <a:stretch>
                  <a:fillRect/>
                </a:stretch>
              </p:blipFill>
              <p:spPr>
                <a:xfrm>
                  <a:off x="10862782" y="2966936"/>
                  <a:ext cx="311400" cy="227160"/>
                </a:xfrm>
                <a:prstGeom prst="rect">
                  <a:avLst/>
                </a:prstGeom>
              </p:spPr>
            </p:pic>
          </mc:Fallback>
        </mc:AlternateContent>
      </p:grpSp>
      <p:grpSp>
        <p:nvGrpSpPr>
          <p:cNvPr id="152" name="Group 151">
            <a:extLst>
              <a:ext uri="{FF2B5EF4-FFF2-40B4-BE49-F238E27FC236}">
                <a16:creationId xmlns:a16="http://schemas.microsoft.com/office/drawing/2014/main" id="{6716041F-7E88-09DD-587C-FDFCF2C356AF}"/>
              </a:ext>
            </a:extLst>
          </p:cNvPr>
          <p:cNvGrpSpPr/>
          <p:nvPr/>
        </p:nvGrpSpPr>
        <p:grpSpPr>
          <a:xfrm>
            <a:off x="10211542" y="2343416"/>
            <a:ext cx="1399320" cy="504720"/>
            <a:chOff x="10211542" y="2343416"/>
            <a:chExt cx="1399320" cy="504720"/>
          </a:xfrm>
        </p:grpSpPr>
        <mc:AlternateContent xmlns:mc="http://schemas.openxmlformats.org/markup-compatibility/2006">
          <mc:Choice xmlns:p14="http://schemas.microsoft.com/office/powerpoint/2010/main" Requires="p14">
            <p:contentPart p14:bwMode="auto" r:id="rId224">
              <p14:nvContentPartPr>
                <p14:cNvPr id="140" name="Ink 139">
                  <a:extLst>
                    <a:ext uri="{FF2B5EF4-FFF2-40B4-BE49-F238E27FC236}">
                      <a16:creationId xmlns:a16="http://schemas.microsoft.com/office/drawing/2014/main" id="{40D9033E-61ED-BBC4-23E9-4D97C0DB91F1}"/>
                    </a:ext>
                  </a:extLst>
                </p14:cNvPr>
                <p14:cNvContentPartPr/>
                <p14:nvPr/>
              </p14:nvContentPartPr>
              <p14:xfrm>
                <a:off x="10743982" y="2716376"/>
                <a:ext cx="125640" cy="131760"/>
              </p14:xfrm>
            </p:contentPart>
          </mc:Choice>
          <mc:Fallback>
            <p:pic>
              <p:nvPicPr>
                <p:cNvPr id="140" name="Ink 139">
                  <a:extLst>
                    <a:ext uri="{FF2B5EF4-FFF2-40B4-BE49-F238E27FC236}">
                      <a16:creationId xmlns:a16="http://schemas.microsoft.com/office/drawing/2014/main" id="{40D9033E-61ED-BBC4-23E9-4D97C0DB91F1}"/>
                    </a:ext>
                  </a:extLst>
                </p:cNvPr>
                <p:cNvPicPr/>
                <p:nvPr/>
              </p:nvPicPr>
              <p:blipFill>
                <a:blip r:embed="rId225"/>
                <a:stretch>
                  <a:fillRect/>
                </a:stretch>
              </p:blipFill>
              <p:spPr>
                <a:xfrm>
                  <a:off x="10735342" y="2707736"/>
                  <a:ext cx="14328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41" name="Ink 140">
                  <a:extLst>
                    <a:ext uri="{FF2B5EF4-FFF2-40B4-BE49-F238E27FC236}">
                      <a16:creationId xmlns:a16="http://schemas.microsoft.com/office/drawing/2014/main" id="{A981C3A5-D4A5-5743-C166-F2FF34849528}"/>
                    </a:ext>
                  </a:extLst>
                </p14:cNvPr>
                <p14:cNvContentPartPr/>
                <p14:nvPr/>
              </p14:nvContentPartPr>
              <p14:xfrm>
                <a:off x="10243582" y="2343416"/>
                <a:ext cx="96480" cy="331560"/>
              </p14:xfrm>
            </p:contentPart>
          </mc:Choice>
          <mc:Fallback>
            <p:pic>
              <p:nvPicPr>
                <p:cNvPr id="141" name="Ink 140">
                  <a:extLst>
                    <a:ext uri="{FF2B5EF4-FFF2-40B4-BE49-F238E27FC236}">
                      <a16:creationId xmlns:a16="http://schemas.microsoft.com/office/drawing/2014/main" id="{A981C3A5-D4A5-5743-C166-F2FF34849528}"/>
                    </a:ext>
                  </a:extLst>
                </p:cNvPr>
                <p:cNvPicPr/>
                <p:nvPr/>
              </p:nvPicPr>
              <p:blipFill>
                <a:blip r:embed="rId227"/>
                <a:stretch>
                  <a:fillRect/>
                </a:stretch>
              </p:blipFill>
              <p:spPr>
                <a:xfrm>
                  <a:off x="10234942" y="2334416"/>
                  <a:ext cx="114120" cy="3492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42" name="Ink 141">
                  <a:extLst>
                    <a:ext uri="{FF2B5EF4-FFF2-40B4-BE49-F238E27FC236}">
                      <a16:creationId xmlns:a16="http://schemas.microsoft.com/office/drawing/2014/main" id="{E2E0D6B7-F8D5-1B7E-CEBF-BEA29BF7E726}"/>
                    </a:ext>
                  </a:extLst>
                </p14:cNvPr>
                <p14:cNvContentPartPr/>
                <p14:nvPr/>
              </p14:nvContentPartPr>
              <p14:xfrm>
                <a:off x="10211542" y="2535296"/>
                <a:ext cx="102240" cy="11520"/>
              </p14:xfrm>
            </p:contentPart>
          </mc:Choice>
          <mc:Fallback>
            <p:pic>
              <p:nvPicPr>
                <p:cNvPr id="142" name="Ink 141">
                  <a:extLst>
                    <a:ext uri="{FF2B5EF4-FFF2-40B4-BE49-F238E27FC236}">
                      <a16:creationId xmlns:a16="http://schemas.microsoft.com/office/drawing/2014/main" id="{E2E0D6B7-F8D5-1B7E-CEBF-BEA29BF7E726}"/>
                    </a:ext>
                  </a:extLst>
                </p:cNvPr>
                <p:cNvPicPr/>
                <p:nvPr/>
              </p:nvPicPr>
              <p:blipFill>
                <a:blip r:embed="rId229"/>
                <a:stretch>
                  <a:fillRect/>
                </a:stretch>
              </p:blipFill>
              <p:spPr>
                <a:xfrm>
                  <a:off x="10202902" y="2526296"/>
                  <a:ext cx="1198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43" name="Ink 142">
                  <a:extLst>
                    <a:ext uri="{FF2B5EF4-FFF2-40B4-BE49-F238E27FC236}">
                      <a16:creationId xmlns:a16="http://schemas.microsoft.com/office/drawing/2014/main" id="{E94EC257-9A9A-1F1E-C2E9-7BF762C13C00}"/>
                    </a:ext>
                  </a:extLst>
                </p14:cNvPr>
                <p14:cNvContentPartPr/>
                <p14:nvPr/>
              </p14:nvContentPartPr>
              <p14:xfrm>
                <a:off x="10376782" y="2470496"/>
                <a:ext cx="66600" cy="95760"/>
              </p14:xfrm>
            </p:contentPart>
          </mc:Choice>
          <mc:Fallback>
            <p:pic>
              <p:nvPicPr>
                <p:cNvPr id="143" name="Ink 142">
                  <a:extLst>
                    <a:ext uri="{FF2B5EF4-FFF2-40B4-BE49-F238E27FC236}">
                      <a16:creationId xmlns:a16="http://schemas.microsoft.com/office/drawing/2014/main" id="{E94EC257-9A9A-1F1E-C2E9-7BF762C13C00}"/>
                    </a:ext>
                  </a:extLst>
                </p:cNvPr>
                <p:cNvPicPr/>
                <p:nvPr/>
              </p:nvPicPr>
              <p:blipFill>
                <a:blip r:embed="rId231"/>
                <a:stretch>
                  <a:fillRect/>
                </a:stretch>
              </p:blipFill>
              <p:spPr>
                <a:xfrm>
                  <a:off x="10367782" y="2461856"/>
                  <a:ext cx="8424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4" name="Ink 143">
                  <a:extLst>
                    <a:ext uri="{FF2B5EF4-FFF2-40B4-BE49-F238E27FC236}">
                      <a16:creationId xmlns:a16="http://schemas.microsoft.com/office/drawing/2014/main" id="{63423F5D-8D90-A227-2A7D-D50BBDD003EC}"/>
                    </a:ext>
                  </a:extLst>
                </p14:cNvPr>
                <p14:cNvContentPartPr/>
                <p14:nvPr/>
              </p14:nvContentPartPr>
              <p14:xfrm>
                <a:off x="10492342" y="2489936"/>
                <a:ext cx="131400" cy="89280"/>
              </p14:xfrm>
            </p:contentPart>
          </mc:Choice>
          <mc:Fallback>
            <p:pic>
              <p:nvPicPr>
                <p:cNvPr id="144" name="Ink 143">
                  <a:extLst>
                    <a:ext uri="{FF2B5EF4-FFF2-40B4-BE49-F238E27FC236}">
                      <a16:creationId xmlns:a16="http://schemas.microsoft.com/office/drawing/2014/main" id="{63423F5D-8D90-A227-2A7D-D50BBDD003EC}"/>
                    </a:ext>
                  </a:extLst>
                </p:cNvPr>
                <p:cNvPicPr/>
                <p:nvPr/>
              </p:nvPicPr>
              <p:blipFill>
                <a:blip r:embed="rId233"/>
                <a:stretch>
                  <a:fillRect/>
                </a:stretch>
              </p:blipFill>
              <p:spPr>
                <a:xfrm>
                  <a:off x="10483342" y="2480936"/>
                  <a:ext cx="14904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5" name="Ink 144">
                  <a:extLst>
                    <a:ext uri="{FF2B5EF4-FFF2-40B4-BE49-F238E27FC236}">
                      <a16:creationId xmlns:a16="http://schemas.microsoft.com/office/drawing/2014/main" id="{ACCCC545-8710-AC21-EF8D-64998DB7E0D6}"/>
                    </a:ext>
                  </a:extLst>
                </p14:cNvPr>
                <p14:cNvContentPartPr/>
                <p14:nvPr/>
              </p14:nvContentPartPr>
              <p14:xfrm>
                <a:off x="10659022" y="2476256"/>
                <a:ext cx="169200" cy="61200"/>
              </p14:xfrm>
            </p:contentPart>
          </mc:Choice>
          <mc:Fallback>
            <p:pic>
              <p:nvPicPr>
                <p:cNvPr id="145" name="Ink 144">
                  <a:extLst>
                    <a:ext uri="{FF2B5EF4-FFF2-40B4-BE49-F238E27FC236}">
                      <a16:creationId xmlns:a16="http://schemas.microsoft.com/office/drawing/2014/main" id="{ACCCC545-8710-AC21-EF8D-64998DB7E0D6}"/>
                    </a:ext>
                  </a:extLst>
                </p:cNvPr>
                <p:cNvPicPr/>
                <p:nvPr/>
              </p:nvPicPr>
              <p:blipFill>
                <a:blip r:embed="rId235"/>
                <a:stretch>
                  <a:fillRect/>
                </a:stretch>
              </p:blipFill>
              <p:spPr>
                <a:xfrm>
                  <a:off x="10650022" y="2467256"/>
                  <a:ext cx="18684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6" name="Ink 145">
                  <a:extLst>
                    <a:ext uri="{FF2B5EF4-FFF2-40B4-BE49-F238E27FC236}">
                      <a16:creationId xmlns:a16="http://schemas.microsoft.com/office/drawing/2014/main" id="{95390B96-64FF-89F9-17A4-667A29E0587D}"/>
                    </a:ext>
                  </a:extLst>
                </p14:cNvPr>
                <p14:cNvContentPartPr/>
                <p14:nvPr/>
              </p14:nvContentPartPr>
              <p14:xfrm>
                <a:off x="10859902" y="2449616"/>
                <a:ext cx="107640" cy="122040"/>
              </p14:xfrm>
            </p:contentPart>
          </mc:Choice>
          <mc:Fallback>
            <p:pic>
              <p:nvPicPr>
                <p:cNvPr id="146" name="Ink 145">
                  <a:extLst>
                    <a:ext uri="{FF2B5EF4-FFF2-40B4-BE49-F238E27FC236}">
                      <a16:creationId xmlns:a16="http://schemas.microsoft.com/office/drawing/2014/main" id="{95390B96-64FF-89F9-17A4-667A29E0587D}"/>
                    </a:ext>
                  </a:extLst>
                </p:cNvPr>
                <p:cNvPicPr/>
                <p:nvPr/>
              </p:nvPicPr>
              <p:blipFill>
                <a:blip r:embed="rId237"/>
                <a:stretch>
                  <a:fillRect/>
                </a:stretch>
              </p:blipFill>
              <p:spPr>
                <a:xfrm>
                  <a:off x="10850902" y="2440976"/>
                  <a:ext cx="12528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7" name="Ink 146">
                  <a:extLst>
                    <a:ext uri="{FF2B5EF4-FFF2-40B4-BE49-F238E27FC236}">
                      <a16:creationId xmlns:a16="http://schemas.microsoft.com/office/drawing/2014/main" id="{0CA276A8-1F8F-AF64-C77C-67DC62E9EA1E}"/>
                    </a:ext>
                  </a:extLst>
                </p14:cNvPr>
                <p14:cNvContentPartPr/>
                <p14:nvPr/>
              </p14:nvContentPartPr>
              <p14:xfrm>
                <a:off x="11134582" y="2407496"/>
                <a:ext cx="84600" cy="128520"/>
              </p14:xfrm>
            </p:contentPart>
          </mc:Choice>
          <mc:Fallback>
            <p:pic>
              <p:nvPicPr>
                <p:cNvPr id="147" name="Ink 146">
                  <a:extLst>
                    <a:ext uri="{FF2B5EF4-FFF2-40B4-BE49-F238E27FC236}">
                      <a16:creationId xmlns:a16="http://schemas.microsoft.com/office/drawing/2014/main" id="{0CA276A8-1F8F-AF64-C77C-67DC62E9EA1E}"/>
                    </a:ext>
                  </a:extLst>
                </p:cNvPr>
                <p:cNvPicPr/>
                <p:nvPr/>
              </p:nvPicPr>
              <p:blipFill>
                <a:blip r:embed="rId239"/>
                <a:stretch>
                  <a:fillRect/>
                </a:stretch>
              </p:blipFill>
              <p:spPr>
                <a:xfrm>
                  <a:off x="11125582" y="2398496"/>
                  <a:ext cx="1022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8" name="Ink 147">
                  <a:extLst>
                    <a:ext uri="{FF2B5EF4-FFF2-40B4-BE49-F238E27FC236}">
                      <a16:creationId xmlns:a16="http://schemas.microsoft.com/office/drawing/2014/main" id="{93F4FD5C-97FF-BB13-9E22-048083F48784}"/>
                    </a:ext>
                  </a:extLst>
                </p14:cNvPr>
                <p14:cNvContentPartPr/>
                <p14:nvPr/>
              </p14:nvContentPartPr>
              <p14:xfrm>
                <a:off x="11270302" y="2487776"/>
                <a:ext cx="20160" cy="71280"/>
              </p14:xfrm>
            </p:contentPart>
          </mc:Choice>
          <mc:Fallback>
            <p:pic>
              <p:nvPicPr>
                <p:cNvPr id="148" name="Ink 147">
                  <a:extLst>
                    <a:ext uri="{FF2B5EF4-FFF2-40B4-BE49-F238E27FC236}">
                      <a16:creationId xmlns:a16="http://schemas.microsoft.com/office/drawing/2014/main" id="{93F4FD5C-97FF-BB13-9E22-048083F48784}"/>
                    </a:ext>
                  </a:extLst>
                </p:cNvPr>
                <p:cNvPicPr/>
                <p:nvPr/>
              </p:nvPicPr>
              <p:blipFill>
                <a:blip r:embed="rId241"/>
                <a:stretch>
                  <a:fillRect/>
                </a:stretch>
              </p:blipFill>
              <p:spPr>
                <a:xfrm>
                  <a:off x="11261662" y="2479136"/>
                  <a:ext cx="3780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9" name="Ink 148">
                  <a:extLst>
                    <a:ext uri="{FF2B5EF4-FFF2-40B4-BE49-F238E27FC236}">
                      <a16:creationId xmlns:a16="http://schemas.microsoft.com/office/drawing/2014/main" id="{B64B4746-6612-CC3B-C5E4-E81C2E591FB2}"/>
                    </a:ext>
                  </a:extLst>
                </p14:cNvPr>
                <p14:cNvContentPartPr/>
                <p14:nvPr/>
              </p14:nvContentPartPr>
              <p14:xfrm>
                <a:off x="11259862" y="2372576"/>
                <a:ext cx="5760" cy="25920"/>
              </p14:xfrm>
            </p:contentPart>
          </mc:Choice>
          <mc:Fallback>
            <p:pic>
              <p:nvPicPr>
                <p:cNvPr id="149" name="Ink 148">
                  <a:extLst>
                    <a:ext uri="{FF2B5EF4-FFF2-40B4-BE49-F238E27FC236}">
                      <a16:creationId xmlns:a16="http://schemas.microsoft.com/office/drawing/2014/main" id="{B64B4746-6612-CC3B-C5E4-E81C2E591FB2}"/>
                    </a:ext>
                  </a:extLst>
                </p:cNvPr>
                <p:cNvPicPr/>
                <p:nvPr/>
              </p:nvPicPr>
              <p:blipFill>
                <a:blip r:embed="rId243"/>
                <a:stretch>
                  <a:fillRect/>
                </a:stretch>
              </p:blipFill>
              <p:spPr>
                <a:xfrm>
                  <a:off x="11250862" y="2363936"/>
                  <a:ext cx="2340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50" name="Ink 149">
                  <a:extLst>
                    <a:ext uri="{FF2B5EF4-FFF2-40B4-BE49-F238E27FC236}">
                      <a16:creationId xmlns:a16="http://schemas.microsoft.com/office/drawing/2014/main" id="{F338D7AF-B733-4DCF-010E-80480AD2E386}"/>
                    </a:ext>
                  </a:extLst>
                </p14:cNvPr>
                <p14:cNvContentPartPr/>
                <p14:nvPr/>
              </p14:nvContentPartPr>
              <p14:xfrm>
                <a:off x="11334022" y="2424056"/>
                <a:ext cx="106200" cy="148680"/>
              </p14:xfrm>
            </p:contentPart>
          </mc:Choice>
          <mc:Fallback>
            <p:pic>
              <p:nvPicPr>
                <p:cNvPr id="150" name="Ink 149">
                  <a:extLst>
                    <a:ext uri="{FF2B5EF4-FFF2-40B4-BE49-F238E27FC236}">
                      <a16:creationId xmlns:a16="http://schemas.microsoft.com/office/drawing/2014/main" id="{F338D7AF-B733-4DCF-010E-80480AD2E386}"/>
                    </a:ext>
                  </a:extLst>
                </p:cNvPr>
                <p:cNvPicPr/>
                <p:nvPr/>
              </p:nvPicPr>
              <p:blipFill>
                <a:blip r:embed="rId245"/>
                <a:stretch>
                  <a:fillRect/>
                </a:stretch>
              </p:blipFill>
              <p:spPr>
                <a:xfrm>
                  <a:off x="11325382" y="2415056"/>
                  <a:ext cx="12384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51" name="Ink 150">
                  <a:extLst>
                    <a:ext uri="{FF2B5EF4-FFF2-40B4-BE49-F238E27FC236}">
                      <a16:creationId xmlns:a16="http://schemas.microsoft.com/office/drawing/2014/main" id="{5294E151-ED26-12B6-7FE0-0FB14C5AF847}"/>
                    </a:ext>
                  </a:extLst>
                </p14:cNvPr>
                <p14:cNvContentPartPr/>
                <p14:nvPr/>
              </p14:nvContentPartPr>
              <p14:xfrm>
                <a:off x="11371462" y="2412536"/>
                <a:ext cx="239400" cy="155160"/>
              </p14:xfrm>
            </p:contentPart>
          </mc:Choice>
          <mc:Fallback>
            <p:pic>
              <p:nvPicPr>
                <p:cNvPr id="151" name="Ink 150">
                  <a:extLst>
                    <a:ext uri="{FF2B5EF4-FFF2-40B4-BE49-F238E27FC236}">
                      <a16:creationId xmlns:a16="http://schemas.microsoft.com/office/drawing/2014/main" id="{5294E151-ED26-12B6-7FE0-0FB14C5AF847}"/>
                    </a:ext>
                  </a:extLst>
                </p:cNvPr>
                <p:cNvPicPr/>
                <p:nvPr/>
              </p:nvPicPr>
              <p:blipFill>
                <a:blip r:embed="rId247"/>
                <a:stretch>
                  <a:fillRect/>
                </a:stretch>
              </p:blipFill>
              <p:spPr>
                <a:xfrm>
                  <a:off x="11362462" y="2403536"/>
                  <a:ext cx="257040" cy="172800"/>
                </a:xfrm>
                <a:prstGeom prst="rect">
                  <a:avLst/>
                </a:prstGeom>
              </p:spPr>
            </p:pic>
          </mc:Fallback>
        </mc:AlternateContent>
      </p:grpSp>
      <p:grpSp>
        <p:nvGrpSpPr>
          <p:cNvPr id="157" name="Group 156">
            <a:extLst>
              <a:ext uri="{FF2B5EF4-FFF2-40B4-BE49-F238E27FC236}">
                <a16:creationId xmlns:a16="http://schemas.microsoft.com/office/drawing/2014/main" id="{450057A4-AC9A-C634-F75A-594D9DB798B3}"/>
              </a:ext>
            </a:extLst>
          </p:cNvPr>
          <p:cNvGrpSpPr/>
          <p:nvPr/>
        </p:nvGrpSpPr>
        <p:grpSpPr>
          <a:xfrm>
            <a:off x="483982" y="3609536"/>
            <a:ext cx="387720" cy="185400"/>
            <a:chOff x="483982" y="3609536"/>
            <a:chExt cx="387720" cy="185400"/>
          </a:xfrm>
        </p:grpSpPr>
        <mc:AlternateContent xmlns:mc="http://schemas.openxmlformats.org/markup-compatibility/2006">
          <mc:Choice xmlns:p14="http://schemas.microsoft.com/office/powerpoint/2010/main" Requires="p14">
            <p:contentPart p14:bwMode="auto" r:id="rId248">
              <p14:nvContentPartPr>
                <p14:cNvPr id="153" name="Ink 152">
                  <a:extLst>
                    <a:ext uri="{FF2B5EF4-FFF2-40B4-BE49-F238E27FC236}">
                      <a16:creationId xmlns:a16="http://schemas.microsoft.com/office/drawing/2014/main" id="{C9834F6D-37E9-C833-7147-1F27F60E09A0}"/>
                    </a:ext>
                  </a:extLst>
                </p14:cNvPr>
                <p14:cNvContentPartPr/>
                <p14:nvPr/>
              </p14:nvContentPartPr>
              <p14:xfrm>
                <a:off x="483982" y="3699896"/>
                <a:ext cx="201600" cy="12240"/>
              </p14:xfrm>
            </p:contentPart>
          </mc:Choice>
          <mc:Fallback>
            <p:pic>
              <p:nvPicPr>
                <p:cNvPr id="153" name="Ink 152">
                  <a:extLst>
                    <a:ext uri="{FF2B5EF4-FFF2-40B4-BE49-F238E27FC236}">
                      <a16:creationId xmlns:a16="http://schemas.microsoft.com/office/drawing/2014/main" id="{C9834F6D-37E9-C833-7147-1F27F60E09A0}"/>
                    </a:ext>
                  </a:extLst>
                </p:cNvPr>
                <p:cNvPicPr/>
                <p:nvPr/>
              </p:nvPicPr>
              <p:blipFill>
                <a:blip r:embed="rId249"/>
                <a:stretch>
                  <a:fillRect/>
                </a:stretch>
              </p:blipFill>
              <p:spPr>
                <a:xfrm>
                  <a:off x="474982" y="3691256"/>
                  <a:ext cx="21924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4" name="Ink 153">
                  <a:extLst>
                    <a:ext uri="{FF2B5EF4-FFF2-40B4-BE49-F238E27FC236}">
                      <a16:creationId xmlns:a16="http://schemas.microsoft.com/office/drawing/2014/main" id="{73D18F4D-BF72-8804-EC07-A71F7B26F521}"/>
                    </a:ext>
                  </a:extLst>
                </p14:cNvPr>
                <p14:cNvContentPartPr/>
                <p14:nvPr/>
              </p14:nvContentPartPr>
              <p14:xfrm>
                <a:off x="511702" y="3677576"/>
                <a:ext cx="174240" cy="16560"/>
              </p14:xfrm>
            </p:contentPart>
          </mc:Choice>
          <mc:Fallback>
            <p:pic>
              <p:nvPicPr>
                <p:cNvPr id="154" name="Ink 153">
                  <a:extLst>
                    <a:ext uri="{FF2B5EF4-FFF2-40B4-BE49-F238E27FC236}">
                      <a16:creationId xmlns:a16="http://schemas.microsoft.com/office/drawing/2014/main" id="{73D18F4D-BF72-8804-EC07-A71F7B26F521}"/>
                    </a:ext>
                  </a:extLst>
                </p:cNvPr>
                <p:cNvPicPr/>
                <p:nvPr/>
              </p:nvPicPr>
              <p:blipFill>
                <a:blip r:embed="rId251"/>
                <a:stretch>
                  <a:fillRect/>
                </a:stretch>
              </p:blipFill>
              <p:spPr>
                <a:xfrm>
                  <a:off x="503062" y="3668576"/>
                  <a:ext cx="19188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5" name="Ink 154">
                  <a:extLst>
                    <a:ext uri="{FF2B5EF4-FFF2-40B4-BE49-F238E27FC236}">
                      <a16:creationId xmlns:a16="http://schemas.microsoft.com/office/drawing/2014/main" id="{6A53BFAD-3C81-28FC-DB6E-33D587F3A06B}"/>
                    </a:ext>
                  </a:extLst>
                </p14:cNvPr>
                <p14:cNvContentPartPr/>
                <p14:nvPr/>
              </p14:nvContentPartPr>
              <p14:xfrm>
                <a:off x="637702" y="3609536"/>
                <a:ext cx="234000" cy="185400"/>
              </p14:xfrm>
            </p:contentPart>
          </mc:Choice>
          <mc:Fallback>
            <p:pic>
              <p:nvPicPr>
                <p:cNvPr id="155" name="Ink 154">
                  <a:extLst>
                    <a:ext uri="{FF2B5EF4-FFF2-40B4-BE49-F238E27FC236}">
                      <a16:creationId xmlns:a16="http://schemas.microsoft.com/office/drawing/2014/main" id="{6A53BFAD-3C81-28FC-DB6E-33D587F3A06B}"/>
                    </a:ext>
                  </a:extLst>
                </p:cNvPr>
                <p:cNvPicPr/>
                <p:nvPr/>
              </p:nvPicPr>
              <p:blipFill>
                <a:blip r:embed="rId253"/>
                <a:stretch>
                  <a:fillRect/>
                </a:stretch>
              </p:blipFill>
              <p:spPr>
                <a:xfrm>
                  <a:off x="629062" y="3600896"/>
                  <a:ext cx="25164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6" name="Ink 155">
                  <a:extLst>
                    <a:ext uri="{FF2B5EF4-FFF2-40B4-BE49-F238E27FC236}">
                      <a16:creationId xmlns:a16="http://schemas.microsoft.com/office/drawing/2014/main" id="{E6B2A2F2-4B0E-872E-9BA8-7CF2DEBC7CFB}"/>
                    </a:ext>
                  </a:extLst>
                </p14:cNvPr>
                <p14:cNvContentPartPr/>
                <p14:nvPr/>
              </p14:nvContentPartPr>
              <p14:xfrm>
                <a:off x="504502" y="3737336"/>
                <a:ext cx="112320" cy="9000"/>
              </p14:xfrm>
            </p:contentPart>
          </mc:Choice>
          <mc:Fallback>
            <p:pic>
              <p:nvPicPr>
                <p:cNvPr id="156" name="Ink 155">
                  <a:extLst>
                    <a:ext uri="{FF2B5EF4-FFF2-40B4-BE49-F238E27FC236}">
                      <a16:creationId xmlns:a16="http://schemas.microsoft.com/office/drawing/2014/main" id="{E6B2A2F2-4B0E-872E-9BA8-7CF2DEBC7CFB}"/>
                    </a:ext>
                  </a:extLst>
                </p:cNvPr>
                <p:cNvPicPr/>
                <p:nvPr/>
              </p:nvPicPr>
              <p:blipFill>
                <a:blip r:embed="rId255"/>
                <a:stretch>
                  <a:fillRect/>
                </a:stretch>
              </p:blipFill>
              <p:spPr>
                <a:xfrm>
                  <a:off x="495502" y="3728336"/>
                  <a:ext cx="129960" cy="26640"/>
                </a:xfrm>
                <a:prstGeom prst="rect">
                  <a:avLst/>
                </a:prstGeom>
              </p:spPr>
            </p:pic>
          </mc:Fallback>
        </mc:AlternateContent>
      </p:grpSp>
      <p:grpSp>
        <p:nvGrpSpPr>
          <p:cNvPr id="176" name="Group 175">
            <a:extLst>
              <a:ext uri="{FF2B5EF4-FFF2-40B4-BE49-F238E27FC236}">
                <a16:creationId xmlns:a16="http://schemas.microsoft.com/office/drawing/2014/main" id="{B59DC05A-3E5E-E148-F370-B643061FB867}"/>
              </a:ext>
            </a:extLst>
          </p:cNvPr>
          <p:cNvGrpSpPr/>
          <p:nvPr/>
        </p:nvGrpSpPr>
        <p:grpSpPr>
          <a:xfrm>
            <a:off x="1101382" y="3524936"/>
            <a:ext cx="2065680" cy="556200"/>
            <a:chOff x="1101382" y="3524936"/>
            <a:chExt cx="2065680" cy="556200"/>
          </a:xfrm>
        </p:grpSpPr>
        <mc:AlternateContent xmlns:mc="http://schemas.openxmlformats.org/markup-compatibility/2006">
          <mc:Choice xmlns:p14="http://schemas.microsoft.com/office/powerpoint/2010/main" Requires="p14">
            <p:contentPart p14:bwMode="auto" r:id="rId256">
              <p14:nvContentPartPr>
                <p14:cNvPr id="158" name="Ink 157">
                  <a:extLst>
                    <a:ext uri="{FF2B5EF4-FFF2-40B4-BE49-F238E27FC236}">
                      <a16:creationId xmlns:a16="http://schemas.microsoft.com/office/drawing/2014/main" id="{A5EBE12C-813D-16D2-3CFA-EBCFDA28547A}"/>
                    </a:ext>
                  </a:extLst>
                </p14:cNvPr>
                <p14:cNvContentPartPr/>
                <p14:nvPr/>
              </p14:nvContentPartPr>
              <p14:xfrm>
                <a:off x="1101382" y="3567056"/>
                <a:ext cx="277200" cy="301680"/>
              </p14:xfrm>
            </p:contentPart>
          </mc:Choice>
          <mc:Fallback>
            <p:pic>
              <p:nvPicPr>
                <p:cNvPr id="158" name="Ink 157">
                  <a:extLst>
                    <a:ext uri="{FF2B5EF4-FFF2-40B4-BE49-F238E27FC236}">
                      <a16:creationId xmlns:a16="http://schemas.microsoft.com/office/drawing/2014/main" id="{A5EBE12C-813D-16D2-3CFA-EBCFDA28547A}"/>
                    </a:ext>
                  </a:extLst>
                </p:cNvPr>
                <p:cNvPicPr/>
                <p:nvPr/>
              </p:nvPicPr>
              <p:blipFill>
                <a:blip r:embed="rId257"/>
                <a:stretch>
                  <a:fillRect/>
                </a:stretch>
              </p:blipFill>
              <p:spPr>
                <a:xfrm>
                  <a:off x="1092742" y="3558416"/>
                  <a:ext cx="294840" cy="31932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9" name="Ink 158">
                  <a:extLst>
                    <a:ext uri="{FF2B5EF4-FFF2-40B4-BE49-F238E27FC236}">
                      <a16:creationId xmlns:a16="http://schemas.microsoft.com/office/drawing/2014/main" id="{763E2FA2-CD6F-E7C8-C21E-28226923291A}"/>
                    </a:ext>
                  </a:extLst>
                </p14:cNvPr>
                <p14:cNvContentPartPr/>
                <p14:nvPr/>
              </p14:nvContentPartPr>
              <p14:xfrm>
                <a:off x="1173382" y="3595136"/>
                <a:ext cx="113400" cy="250200"/>
              </p14:xfrm>
            </p:contentPart>
          </mc:Choice>
          <mc:Fallback>
            <p:pic>
              <p:nvPicPr>
                <p:cNvPr id="159" name="Ink 158">
                  <a:extLst>
                    <a:ext uri="{FF2B5EF4-FFF2-40B4-BE49-F238E27FC236}">
                      <a16:creationId xmlns:a16="http://schemas.microsoft.com/office/drawing/2014/main" id="{763E2FA2-CD6F-E7C8-C21E-28226923291A}"/>
                    </a:ext>
                  </a:extLst>
                </p:cNvPr>
                <p:cNvPicPr/>
                <p:nvPr/>
              </p:nvPicPr>
              <p:blipFill>
                <a:blip r:embed="rId259"/>
                <a:stretch>
                  <a:fillRect/>
                </a:stretch>
              </p:blipFill>
              <p:spPr>
                <a:xfrm>
                  <a:off x="1164382" y="3586496"/>
                  <a:ext cx="13104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60" name="Ink 159">
                  <a:extLst>
                    <a:ext uri="{FF2B5EF4-FFF2-40B4-BE49-F238E27FC236}">
                      <a16:creationId xmlns:a16="http://schemas.microsoft.com/office/drawing/2014/main" id="{F833D93B-56CD-A6A2-6253-27A17200F0AC}"/>
                    </a:ext>
                  </a:extLst>
                </p14:cNvPr>
                <p14:cNvContentPartPr/>
                <p14:nvPr/>
              </p14:nvContentPartPr>
              <p14:xfrm>
                <a:off x="1420342" y="3561296"/>
                <a:ext cx="110520" cy="288720"/>
              </p14:xfrm>
            </p:contentPart>
          </mc:Choice>
          <mc:Fallback>
            <p:pic>
              <p:nvPicPr>
                <p:cNvPr id="160" name="Ink 159">
                  <a:extLst>
                    <a:ext uri="{FF2B5EF4-FFF2-40B4-BE49-F238E27FC236}">
                      <a16:creationId xmlns:a16="http://schemas.microsoft.com/office/drawing/2014/main" id="{F833D93B-56CD-A6A2-6253-27A17200F0AC}"/>
                    </a:ext>
                  </a:extLst>
                </p:cNvPr>
                <p:cNvPicPr/>
                <p:nvPr/>
              </p:nvPicPr>
              <p:blipFill>
                <a:blip r:embed="rId261"/>
                <a:stretch>
                  <a:fillRect/>
                </a:stretch>
              </p:blipFill>
              <p:spPr>
                <a:xfrm>
                  <a:off x="1411702" y="3552296"/>
                  <a:ext cx="128160" cy="3063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61" name="Ink 160">
                  <a:extLst>
                    <a:ext uri="{FF2B5EF4-FFF2-40B4-BE49-F238E27FC236}">
                      <a16:creationId xmlns:a16="http://schemas.microsoft.com/office/drawing/2014/main" id="{CB7A2381-B735-7776-CA71-553B5A1071A9}"/>
                    </a:ext>
                  </a:extLst>
                </p14:cNvPr>
                <p14:cNvContentPartPr/>
                <p14:nvPr/>
              </p14:nvContentPartPr>
              <p14:xfrm>
                <a:off x="1584142" y="3731216"/>
                <a:ext cx="68760" cy="101880"/>
              </p14:xfrm>
            </p:contentPart>
          </mc:Choice>
          <mc:Fallback>
            <p:pic>
              <p:nvPicPr>
                <p:cNvPr id="161" name="Ink 160">
                  <a:extLst>
                    <a:ext uri="{FF2B5EF4-FFF2-40B4-BE49-F238E27FC236}">
                      <a16:creationId xmlns:a16="http://schemas.microsoft.com/office/drawing/2014/main" id="{CB7A2381-B735-7776-CA71-553B5A1071A9}"/>
                    </a:ext>
                  </a:extLst>
                </p:cNvPr>
                <p:cNvPicPr/>
                <p:nvPr/>
              </p:nvPicPr>
              <p:blipFill>
                <a:blip r:embed="rId263"/>
                <a:stretch>
                  <a:fillRect/>
                </a:stretch>
              </p:blipFill>
              <p:spPr>
                <a:xfrm>
                  <a:off x="1575142" y="3722576"/>
                  <a:ext cx="8640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62" name="Ink 161">
                  <a:extLst>
                    <a:ext uri="{FF2B5EF4-FFF2-40B4-BE49-F238E27FC236}">
                      <a16:creationId xmlns:a16="http://schemas.microsoft.com/office/drawing/2014/main" id="{6830801F-B5B3-9FD1-558F-88D216D39910}"/>
                    </a:ext>
                  </a:extLst>
                </p14:cNvPr>
                <p14:cNvContentPartPr/>
                <p14:nvPr/>
              </p14:nvContentPartPr>
              <p14:xfrm>
                <a:off x="1701862" y="3827696"/>
                <a:ext cx="52560" cy="91440"/>
              </p14:xfrm>
            </p:contentPart>
          </mc:Choice>
          <mc:Fallback>
            <p:pic>
              <p:nvPicPr>
                <p:cNvPr id="162" name="Ink 161">
                  <a:extLst>
                    <a:ext uri="{FF2B5EF4-FFF2-40B4-BE49-F238E27FC236}">
                      <a16:creationId xmlns:a16="http://schemas.microsoft.com/office/drawing/2014/main" id="{6830801F-B5B3-9FD1-558F-88D216D39910}"/>
                    </a:ext>
                  </a:extLst>
                </p:cNvPr>
                <p:cNvPicPr/>
                <p:nvPr/>
              </p:nvPicPr>
              <p:blipFill>
                <a:blip r:embed="rId265"/>
                <a:stretch>
                  <a:fillRect/>
                </a:stretch>
              </p:blipFill>
              <p:spPr>
                <a:xfrm>
                  <a:off x="1693222" y="3818696"/>
                  <a:ext cx="7020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3" name="Ink 162">
                  <a:extLst>
                    <a:ext uri="{FF2B5EF4-FFF2-40B4-BE49-F238E27FC236}">
                      <a16:creationId xmlns:a16="http://schemas.microsoft.com/office/drawing/2014/main" id="{FAF8F1D2-E127-F687-8B72-C95C7277B410}"/>
                    </a:ext>
                  </a:extLst>
                </p14:cNvPr>
                <p14:cNvContentPartPr/>
                <p14:nvPr/>
              </p14:nvContentPartPr>
              <p14:xfrm>
                <a:off x="1823542" y="3690536"/>
                <a:ext cx="235800" cy="121680"/>
              </p14:xfrm>
            </p:contentPart>
          </mc:Choice>
          <mc:Fallback>
            <p:pic>
              <p:nvPicPr>
                <p:cNvPr id="163" name="Ink 162">
                  <a:extLst>
                    <a:ext uri="{FF2B5EF4-FFF2-40B4-BE49-F238E27FC236}">
                      <a16:creationId xmlns:a16="http://schemas.microsoft.com/office/drawing/2014/main" id="{FAF8F1D2-E127-F687-8B72-C95C7277B410}"/>
                    </a:ext>
                  </a:extLst>
                </p:cNvPr>
                <p:cNvPicPr/>
                <p:nvPr/>
              </p:nvPicPr>
              <p:blipFill>
                <a:blip r:embed="rId267"/>
                <a:stretch>
                  <a:fillRect/>
                </a:stretch>
              </p:blipFill>
              <p:spPr>
                <a:xfrm>
                  <a:off x="1814542" y="3681896"/>
                  <a:ext cx="25344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5" name="Ink 164">
                  <a:extLst>
                    <a:ext uri="{FF2B5EF4-FFF2-40B4-BE49-F238E27FC236}">
                      <a16:creationId xmlns:a16="http://schemas.microsoft.com/office/drawing/2014/main" id="{D46F7A57-D020-6380-04C1-BA9403E2228C}"/>
                    </a:ext>
                  </a:extLst>
                </p14:cNvPr>
                <p14:cNvContentPartPr/>
                <p14:nvPr/>
              </p14:nvContentPartPr>
              <p14:xfrm>
                <a:off x="1993462" y="3524936"/>
                <a:ext cx="224640" cy="321840"/>
              </p14:xfrm>
            </p:contentPart>
          </mc:Choice>
          <mc:Fallback>
            <p:pic>
              <p:nvPicPr>
                <p:cNvPr id="165" name="Ink 164">
                  <a:extLst>
                    <a:ext uri="{FF2B5EF4-FFF2-40B4-BE49-F238E27FC236}">
                      <a16:creationId xmlns:a16="http://schemas.microsoft.com/office/drawing/2014/main" id="{D46F7A57-D020-6380-04C1-BA9403E2228C}"/>
                    </a:ext>
                  </a:extLst>
                </p:cNvPr>
                <p:cNvPicPr/>
                <p:nvPr/>
              </p:nvPicPr>
              <p:blipFill>
                <a:blip r:embed="rId269"/>
                <a:stretch>
                  <a:fillRect/>
                </a:stretch>
              </p:blipFill>
              <p:spPr>
                <a:xfrm>
                  <a:off x="1984462" y="3516296"/>
                  <a:ext cx="242280" cy="33948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67" name="Ink 166">
                  <a:extLst>
                    <a:ext uri="{FF2B5EF4-FFF2-40B4-BE49-F238E27FC236}">
                      <a16:creationId xmlns:a16="http://schemas.microsoft.com/office/drawing/2014/main" id="{2CB6D093-3B9B-B1D1-3389-71B51D628410}"/>
                    </a:ext>
                  </a:extLst>
                </p14:cNvPr>
                <p14:cNvContentPartPr/>
                <p14:nvPr/>
              </p14:nvContentPartPr>
              <p14:xfrm>
                <a:off x="2398102" y="3784856"/>
                <a:ext cx="111600" cy="16560"/>
              </p14:xfrm>
            </p:contentPart>
          </mc:Choice>
          <mc:Fallback>
            <p:pic>
              <p:nvPicPr>
                <p:cNvPr id="167" name="Ink 166">
                  <a:extLst>
                    <a:ext uri="{FF2B5EF4-FFF2-40B4-BE49-F238E27FC236}">
                      <a16:creationId xmlns:a16="http://schemas.microsoft.com/office/drawing/2014/main" id="{2CB6D093-3B9B-B1D1-3389-71B51D628410}"/>
                    </a:ext>
                  </a:extLst>
                </p:cNvPr>
                <p:cNvPicPr/>
                <p:nvPr/>
              </p:nvPicPr>
              <p:blipFill>
                <a:blip r:embed="rId271"/>
                <a:stretch>
                  <a:fillRect/>
                </a:stretch>
              </p:blipFill>
              <p:spPr>
                <a:xfrm>
                  <a:off x="2389102" y="3776216"/>
                  <a:ext cx="1292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8" name="Ink 167">
                  <a:extLst>
                    <a:ext uri="{FF2B5EF4-FFF2-40B4-BE49-F238E27FC236}">
                      <a16:creationId xmlns:a16="http://schemas.microsoft.com/office/drawing/2014/main" id="{CC61B5AE-71E3-F7D3-17F3-38B121622489}"/>
                    </a:ext>
                  </a:extLst>
                </p14:cNvPr>
                <p14:cNvContentPartPr/>
                <p14:nvPr/>
              </p14:nvContentPartPr>
              <p14:xfrm>
                <a:off x="2397382" y="3740216"/>
                <a:ext cx="74880" cy="7920"/>
              </p14:xfrm>
            </p:contentPart>
          </mc:Choice>
          <mc:Fallback>
            <p:pic>
              <p:nvPicPr>
                <p:cNvPr id="168" name="Ink 167">
                  <a:extLst>
                    <a:ext uri="{FF2B5EF4-FFF2-40B4-BE49-F238E27FC236}">
                      <a16:creationId xmlns:a16="http://schemas.microsoft.com/office/drawing/2014/main" id="{CC61B5AE-71E3-F7D3-17F3-38B121622489}"/>
                    </a:ext>
                  </a:extLst>
                </p:cNvPr>
                <p:cNvPicPr/>
                <p:nvPr/>
              </p:nvPicPr>
              <p:blipFill>
                <a:blip r:embed="rId273"/>
                <a:stretch>
                  <a:fillRect/>
                </a:stretch>
              </p:blipFill>
              <p:spPr>
                <a:xfrm>
                  <a:off x="2388382" y="3731216"/>
                  <a:ext cx="9252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70" name="Ink 169">
                  <a:extLst>
                    <a:ext uri="{FF2B5EF4-FFF2-40B4-BE49-F238E27FC236}">
                      <a16:creationId xmlns:a16="http://schemas.microsoft.com/office/drawing/2014/main" id="{5BC8A6CC-4E88-D6A5-5D14-98E05E34ABDE}"/>
                    </a:ext>
                  </a:extLst>
                </p14:cNvPr>
                <p14:cNvContentPartPr/>
                <p14:nvPr/>
              </p14:nvContentPartPr>
              <p14:xfrm>
                <a:off x="2678902" y="3572456"/>
                <a:ext cx="384840" cy="288720"/>
              </p14:xfrm>
            </p:contentPart>
          </mc:Choice>
          <mc:Fallback>
            <p:pic>
              <p:nvPicPr>
                <p:cNvPr id="170" name="Ink 169">
                  <a:extLst>
                    <a:ext uri="{FF2B5EF4-FFF2-40B4-BE49-F238E27FC236}">
                      <a16:creationId xmlns:a16="http://schemas.microsoft.com/office/drawing/2014/main" id="{5BC8A6CC-4E88-D6A5-5D14-98E05E34ABDE}"/>
                    </a:ext>
                  </a:extLst>
                </p:cNvPr>
                <p:cNvPicPr/>
                <p:nvPr/>
              </p:nvPicPr>
              <p:blipFill>
                <a:blip r:embed="rId275"/>
                <a:stretch>
                  <a:fillRect/>
                </a:stretch>
              </p:blipFill>
              <p:spPr>
                <a:xfrm>
                  <a:off x="2669902" y="3563456"/>
                  <a:ext cx="402480" cy="30636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71" name="Ink 170">
                  <a:extLst>
                    <a:ext uri="{FF2B5EF4-FFF2-40B4-BE49-F238E27FC236}">
                      <a16:creationId xmlns:a16="http://schemas.microsoft.com/office/drawing/2014/main" id="{CC4F39C3-6FEE-4D9E-6377-403345465C0C}"/>
                    </a:ext>
                  </a:extLst>
                </p14:cNvPr>
                <p14:cNvContentPartPr/>
                <p14:nvPr/>
              </p14:nvContentPartPr>
              <p14:xfrm>
                <a:off x="2697622" y="4010936"/>
                <a:ext cx="114840" cy="70200"/>
              </p14:xfrm>
            </p:contentPart>
          </mc:Choice>
          <mc:Fallback>
            <p:pic>
              <p:nvPicPr>
                <p:cNvPr id="171" name="Ink 170">
                  <a:extLst>
                    <a:ext uri="{FF2B5EF4-FFF2-40B4-BE49-F238E27FC236}">
                      <a16:creationId xmlns:a16="http://schemas.microsoft.com/office/drawing/2014/main" id="{CC4F39C3-6FEE-4D9E-6377-403345465C0C}"/>
                    </a:ext>
                  </a:extLst>
                </p:cNvPr>
                <p:cNvPicPr/>
                <p:nvPr/>
              </p:nvPicPr>
              <p:blipFill>
                <a:blip r:embed="rId277"/>
                <a:stretch>
                  <a:fillRect/>
                </a:stretch>
              </p:blipFill>
              <p:spPr>
                <a:xfrm>
                  <a:off x="2688982" y="4001936"/>
                  <a:ext cx="13248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72" name="Ink 171">
                  <a:extLst>
                    <a:ext uri="{FF2B5EF4-FFF2-40B4-BE49-F238E27FC236}">
                      <a16:creationId xmlns:a16="http://schemas.microsoft.com/office/drawing/2014/main" id="{6B49939B-2E9F-6D3B-F21A-D219DC9EDE75}"/>
                    </a:ext>
                  </a:extLst>
                </p14:cNvPr>
                <p14:cNvContentPartPr/>
                <p14:nvPr/>
              </p14:nvContentPartPr>
              <p14:xfrm>
                <a:off x="2896702" y="4056296"/>
                <a:ext cx="64800" cy="4680"/>
              </p14:xfrm>
            </p:contentPart>
          </mc:Choice>
          <mc:Fallback>
            <p:pic>
              <p:nvPicPr>
                <p:cNvPr id="172" name="Ink 171">
                  <a:extLst>
                    <a:ext uri="{FF2B5EF4-FFF2-40B4-BE49-F238E27FC236}">
                      <a16:creationId xmlns:a16="http://schemas.microsoft.com/office/drawing/2014/main" id="{6B49939B-2E9F-6D3B-F21A-D219DC9EDE75}"/>
                    </a:ext>
                  </a:extLst>
                </p:cNvPr>
                <p:cNvPicPr/>
                <p:nvPr/>
              </p:nvPicPr>
              <p:blipFill>
                <a:blip r:embed="rId279"/>
                <a:stretch>
                  <a:fillRect/>
                </a:stretch>
              </p:blipFill>
              <p:spPr>
                <a:xfrm>
                  <a:off x="2887702" y="4047296"/>
                  <a:ext cx="8244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73" name="Ink 172">
                  <a:extLst>
                    <a:ext uri="{FF2B5EF4-FFF2-40B4-BE49-F238E27FC236}">
                      <a16:creationId xmlns:a16="http://schemas.microsoft.com/office/drawing/2014/main" id="{9A802631-F2E0-421F-B400-33F3C4F8A598}"/>
                    </a:ext>
                  </a:extLst>
                </p14:cNvPr>
                <p14:cNvContentPartPr/>
                <p14:nvPr/>
              </p14:nvContentPartPr>
              <p14:xfrm>
                <a:off x="2854942" y="4002656"/>
                <a:ext cx="106200" cy="11520"/>
              </p14:xfrm>
            </p:contentPart>
          </mc:Choice>
          <mc:Fallback>
            <p:pic>
              <p:nvPicPr>
                <p:cNvPr id="173" name="Ink 172">
                  <a:extLst>
                    <a:ext uri="{FF2B5EF4-FFF2-40B4-BE49-F238E27FC236}">
                      <a16:creationId xmlns:a16="http://schemas.microsoft.com/office/drawing/2014/main" id="{9A802631-F2E0-421F-B400-33F3C4F8A598}"/>
                    </a:ext>
                  </a:extLst>
                </p:cNvPr>
                <p:cNvPicPr/>
                <p:nvPr/>
              </p:nvPicPr>
              <p:blipFill>
                <a:blip r:embed="rId281"/>
                <a:stretch>
                  <a:fillRect/>
                </a:stretch>
              </p:blipFill>
              <p:spPr>
                <a:xfrm>
                  <a:off x="2846302" y="3993656"/>
                  <a:ext cx="1238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4" name="Ink 173">
                  <a:extLst>
                    <a:ext uri="{FF2B5EF4-FFF2-40B4-BE49-F238E27FC236}">
                      <a16:creationId xmlns:a16="http://schemas.microsoft.com/office/drawing/2014/main" id="{84A83940-4E53-08AD-DBFE-5D6E00CDFA3D}"/>
                    </a:ext>
                  </a:extLst>
                </p14:cNvPr>
                <p14:cNvContentPartPr/>
                <p14:nvPr/>
              </p14:nvContentPartPr>
              <p14:xfrm>
                <a:off x="3031342" y="3988616"/>
                <a:ext cx="135720" cy="90720"/>
              </p14:xfrm>
            </p:contentPart>
          </mc:Choice>
          <mc:Fallback>
            <p:pic>
              <p:nvPicPr>
                <p:cNvPr id="174" name="Ink 173">
                  <a:extLst>
                    <a:ext uri="{FF2B5EF4-FFF2-40B4-BE49-F238E27FC236}">
                      <a16:creationId xmlns:a16="http://schemas.microsoft.com/office/drawing/2014/main" id="{84A83940-4E53-08AD-DBFE-5D6E00CDFA3D}"/>
                    </a:ext>
                  </a:extLst>
                </p:cNvPr>
                <p:cNvPicPr/>
                <p:nvPr/>
              </p:nvPicPr>
              <p:blipFill>
                <a:blip r:embed="rId283"/>
                <a:stretch>
                  <a:fillRect/>
                </a:stretch>
              </p:blipFill>
              <p:spPr>
                <a:xfrm>
                  <a:off x="3022342" y="3979616"/>
                  <a:ext cx="153360" cy="108360"/>
                </a:xfrm>
                <a:prstGeom prst="rect">
                  <a:avLst/>
                </a:prstGeom>
              </p:spPr>
            </p:pic>
          </mc:Fallback>
        </mc:AlternateContent>
      </p:grpSp>
      <p:grpSp>
        <p:nvGrpSpPr>
          <p:cNvPr id="181" name="Group 180">
            <a:extLst>
              <a:ext uri="{FF2B5EF4-FFF2-40B4-BE49-F238E27FC236}">
                <a16:creationId xmlns:a16="http://schemas.microsoft.com/office/drawing/2014/main" id="{01F21795-66C0-9B27-9610-0135FF1BD910}"/>
              </a:ext>
            </a:extLst>
          </p:cNvPr>
          <p:cNvGrpSpPr/>
          <p:nvPr/>
        </p:nvGrpSpPr>
        <p:grpSpPr>
          <a:xfrm>
            <a:off x="2610142" y="3381296"/>
            <a:ext cx="457560" cy="154800"/>
            <a:chOff x="2610142" y="3381296"/>
            <a:chExt cx="457560" cy="154800"/>
          </a:xfrm>
        </p:grpSpPr>
        <mc:AlternateContent xmlns:mc="http://schemas.openxmlformats.org/markup-compatibility/2006">
          <mc:Choice xmlns:p14="http://schemas.microsoft.com/office/powerpoint/2010/main" Requires="p14">
            <p:contentPart p14:bwMode="auto" r:id="rId284">
              <p14:nvContentPartPr>
                <p14:cNvPr id="177" name="Ink 176">
                  <a:extLst>
                    <a:ext uri="{FF2B5EF4-FFF2-40B4-BE49-F238E27FC236}">
                      <a16:creationId xmlns:a16="http://schemas.microsoft.com/office/drawing/2014/main" id="{E9C232AB-87B5-B85C-DB17-CCAD8B7D7B95}"/>
                    </a:ext>
                  </a:extLst>
                </p14:cNvPr>
                <p14:cNvContentPartPr/>
                <p14:nvPr/>
              </p14:nvContentPartPr>
              <p14:xfrm>
                <a:off x="2631382" y="3423416"/>
                <a:ext cx="31320" cy="104040"/>
              </p14:xfrm>
            </p:contentPart>
          </mc:Choice>
          <mc:Fallback>
            <p:pic>
              <p:nvPicPr>
                <p:cNvPr id="177" name="Ink 176">
                  <a:extLst>
                    <a:ext uri="{FF2B5EF4-FFF2-40B4-BE49-F238E27FC236}">
                      <a16:creationId xmlns:a16="http://schemas.microsoft.com/office/drawing/2014/main" id="{E9C232AB-87B5-B85C-DB17-CCAD8B7D7B95}"/>
                    </a:ext>
                  </a:extLst>
                </p:cNvPr>
                <p:cNvPicPr/>
                <p:nvPr/>
              </p:nvPicPr>
              <p:blipFill>
                <a:blip r:embed="rId285"/>
                <a:stretch>
                  <a:fillRect/>
                </a:stretch>
              </p:blipFill>
              <p:spPr>
                <a:xfrm>
                  <a:off x="2622742" y="3414776"/>
                  <a:ext cx="4896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8" name="Ink 177">
                  <a:extLst>
                    <a:ext uri="{FF2B5EF4-FFF2-40B4-BE49-F238E27FC236}">
                      <a16:creationId xmlns:a16="http://schemas.microsoft.com/office/drawing/2014/main" id="{EB30B4A7-2ECA-36DE-1AB2-7B96624811CB}"/>
                    </a:ext>
                  </a:extLst>
                </p14:cNvPr>
                <p14:cNvContentPartPr/>
                <p14:nvPr/>
              </p14:nvContentPartPr>
              <p14:xfrm>
                <a:off x="2610142" y="3391016"/>
                <a:ext cx="140760" cy="145080"/>
              </p14:xfrm>
            </p:contentPart>
          </mc:Choice>
          <mc:Fallback>
            <p:pic>
              <p:nvPicPr>
                <p:cNvPr id="178" name="Ink 177">
                  <a:extLst>
                    <a:ext uri="{FF2B5EF4-FFF2-40B4-BE49-F238E27FC236}">
                      <a16:creationId xmlns:a16="http://schemas.microsoft.com/office/drawing/2014/main" id="{EB30B4A7-2ECA-36DE-1AB2-7B96624811CB}"/>
                    </a:ext>
                  </a:extLst>
                </p:cNvPr>
                <p:cNvPicPr/>
                <p:nvPr/>
              </p:nvPicPr>
              <p:blipFill>
                <a:blip r:embed="rId287"/>
                <a:stretch>
                  <a:fillRect/>
                </a:stretch>
              </p:blipFill>
              <p:spPr>
                <a:xfrm>
                  <a:off x="2601142" y="3382016"/>
                  <a:ext cx="15840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9" name="Ink 178">
                  <a:extLst>
                    <a:ext uri="{FF2B5EF4-FFF2-40B4-BE49-F238E27FC236}">
                      <a16:creationId xmlns:a16="http://schemas.microsoft.com/office/drawing/2014/main" id="{593605A7-4FC6-ACD8-3407-9120ECEF1C6C}"/>
                    </a:ext>
                  </a:extLst>
                </p14:cNvPr>
                <p14:cNvContentPartPr/>
                <p14:nvPr/>
              </p14:nvContentPartPr>
              <p14:xfrm>
                <a:off x="2817862" y="3449336"/>
                <a:ext cx="101160" cy="11880"/>
              </p14:xfrm>
            </p:contentPart>
          </mc:Choice>
          <mc:Fallback>
            <p:pic>
              <p:nvPicPr>
                <p:cNvPr id="179" name="Ink 178">
                  <a:extLst>
                    <a:ext uri="{FF2B5EF4-FFF2-40B4-BE49-F238E27FC236}">
                      <a16:creationId xmlns:a16="http://schemas.microsoft.com/office/drawing/2014/main" id="{593605A7-4FC6-ACD8-3407-9120ECEF1C6C}"/>
                    </a:ext>
                  </a:extLst>
                </p:cNvPr>
                <p:cNvPicPr/>
                <p:nvPr/>
              </p:nvPicPr>
              <p:blipFill>
                <a:blip r:embed="rId289"/>
                <a:stretch>
                  <a:fillRect/>
                </a:stretch>
              </p:blipFill>
              <p:spPr>
                <a:xfrm>
                  <a:off x="2808862" y="3440336"/>
                  <a:ext cx="11880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80" name="Ink 179">
                  <a:extLst>
                    <a:ext uri="{FF2B5EF4-FFF2-40B4-BE49-F238E27FC236}">
                      <a16:creationId xmlns:a16="http://schemas.microsoft.com/office/drawing/2014/main" id="{F1559D2A-50FA-BA40-1CF7-1815E75062D9}"/>
                    </a:ext>
                  </a:extLst>
                </p14:cNvPr>
                <p14:cNvContentPartPr/>
                <p14:nvPr/>
              </p14:nvContentPartPr>
              <p14:xfrm>
                <a:off x="3018382" y="3381296"/>
                <a:ext cx="49320" cy="105840"/>
              </p14:xfrm>
            </p:contentPart>
          </mc:Choice>
          <mc:Fallback>
            <p:pic>
              <p:nvPicPr>
                <p:cNvPr id="180" name="Ink 179">
                  <a:extLst>
                    <a:ext uri="{FF2B5EF4-FFF2-40B4-BE49-F238E27FC236}">
                      <a16:creationId xmlns:a16="http://schemas.microsoft.com/office/drawing/2014/main" id="{F1559D2A-50FA-BA40-1CF7-1815E75062D9}"/>
                    </a:ext>
                  </a:extLst>
                </p:cNvPr>
                <p:cNvPicPr/>
                <p:nvPr/>
              </p:nvPicPr>
              <p:blipFill>
                <a:blip r:embed="rId291"/>
                <a:stretch>
                  <a:fillRect/>
                </a:stretch>
              </p:blipFill>
              <p:spPr>
                <a:xfrm>
                  <a:off x="3009742" y="3372656"/>
                  <a:ext cx="66960" cy="123480"/>
                </a:xfrm>
                <a:prstGeom prst="rect">
                  <a:avLst/>
                </a:prstGeom>
              </p:spPr>
            </p:pic>
          </mc:Fallback>
        </mc:AlternateContent>
      </p:grpSp>
      <p:grpSp>
        <p:nvGrpSpPr>
          <p:cNvPr id="189" name="Group 188">
            <a:extLst>
              <a:ext uri="{FF2B5EF4-FFF2-40B4-BE49-F238E27FC236}">
                <a16:creationId xmlns:a16="http://schemas.microsoft.com/office/drawing/2014/main" id="{C91DCE1C-9FEB-52C9-0107-2B87DA788D52}"/>
              </a:ext>
            </a:extLst>
          </p:cNvPr>
          <p:cNvGrpSpPr/>
          <p:nvPr/>
        </p:nvGrpSpPr>
        <p:grpSpPr>
          <a:xfrm>
            <a:off x="3285142" y="3587936"/>
            <a:ext cx="892800" cy="297000"/>
            <a:chOff x="3285142" y="3587936"/>
            <a:chExt cx="892800" cy="297000"/>
          </a:xfrm>
        </p:grpSpPr>
        <mc:AlternateContent xmlns:mc="http://schemas.openxmlformats.org/markup-compatibility/2006">
          <mc:Choice xmlns:p14="http://schemas.microsoft.com/office/powerpoint/2010/main" Requires="p14">
            <p:contentPart p14:bwMode="auto" r:id="rId292">
              <p14:nvContentPartPr>
                <p14:cNvPr id="182" name="Ink 181">
                  <a:extLst>
                    <a:ext uri="{FF2B5EF4-FFF2-40B4-BE49-F238E27FC236}">
                      <a16:creationId xmlns:a16="http://schemas.microsoft.com/office/drawing/2014/main" id="{F39BB604-F0DC-8808-730D-6B3EFB5C0849}"/>
                    </a:ext>
                  </a:extLst>
                </p14:cNvPr>
                <p14:cNvContentPartPr/>
                <p14:nvPr/>
              </p14:nvContentPartPr>
              <p14:xfrm>
                <a:off x="3285142" y="3694856"/>
                <a:ext cx="152640" cy="91800"/>
              </p14:xfrm>
            </p:contentPart>
          </mc:Choice>
          <mc:Fallback>
            <p:pic>
              <p:nvPicPr>
                <p:cNvPr id="182" name="Ink 181">
                  <a:extLst>
                    <a:ext uri="{FF2B5EF4-FFF2-40B4-BE49-F238E27FC236}">
                      <a16:creationId xmlns:a16="http://schemas.microsoft.com/office/drawing/2014/main" id="{F39BB604-F0DC-8808-730D-6B3EFB5C0849}"/>
                    </a:ext>
                  </a:extLst>
                </p:cNvPr>
                <p:cNvPicPr/>
                <p:nvPr/>
              </p:nvPicPr>
              <p:blipFill>
                <a:blip r:embed="rId293"/>
                <a:stretch>
                  <a:fillRect/>
                </a:stretch>
              </p:blipFill>
              <p:spPr>
                <a:xfrm>
                  <a:off x="3276502" y="3686216"/>
                  <a:ext cx="17028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83" name="Ink 182">
                  <a:extLst>
                    <a:ext uri="{FF2B5EF4-FFF2-40B4-BE49-F238E27FC236}">
                      <a16:creationId xmlns:a16="http://schemas.microsoft.com/office/drawing/2014/main" id="{1395F8C8-DD25-FA89-D832-0611E345C72C}"/>
                    </a:ext>
                  </a:extLst>
                </p14:cNvPr>
                <p14:cNvContentPartPr/>
                <p14:nvPr/>
              </p14:nvContentPartPr>
              <p14:xfrm>
                <a:off x="3323302" y="3683336"/>
                <a:ext cx="100800" cy="115200"/>
              </p14:xfrm>
            </p:contentPart>
          </mc:Choice>
          <mc:Fallback>
            <p:pic>
              <p:nvPicPr>
                <p:cNvPr id="183" name="Ink 182">
                  <a:extLst>
                    <a:ext uri="{FF2B5EF4-FFF2-40B4-BE49-F238E27FC236}">
                      <a16:creationId xmlns:a16="http://schemas.microsoft.com/office/drawing/2014/main" id="{1395F8C8-DD25-FA89-D832-0611E345C72C}"/>
                    </a:ext>
                  </a:extLst>
                </p:cNvPr>
                <p:cNvPicPr/>
                <p:nvPr/>
              </p:nvPicPr>
              <p:blipFill>
                <a:blip r:embed="rId295"/>
                <a:stretch>
                  <a:fillRect/>
                </a:stretch>
              </p:blipFill>
              <p:spPr>
                <a:xfrm>
                  <a:off x="3314302" y="3674696"/>
                  <a:ext cx="11844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4" name="Ink 183">
                  <a:extLst>
                    <a:ext uri="{FF2B5EF4-FFF2-40B4-BE49-F238E27FC236}">
                      <a16:creationId xmlns:a16="http://schemas.microsoft.com/office/drawing/2014/main" id="{4DC5F145-00A3-82F1-A29B-F0667D8C7437}"/>
                    </a:ext>
                  </a:extLst>
                </p14:cNvPr>
                <p14:cNvContentPartPr/>
                <p14:nvPr/>
              </p14:nvContentPartPr>
              <p14:xfrm>
                <a:off x="3551182" y="3784136"/>
                <a:ext cx="90000" cy="100800"/>
              </p14:xfrm>
            </p:contentPart>
          </mc:Choice>
          <mc:Fallback>
            <p:pic>
              <p:nvPicPr>
                <p:cNvPr id="184" name="Ink 183">
                  <a:extLst>
                    <a:ext uri="{FF2B5EF4-FFF2-40B4-BE49-F238E27FC236}">
                      <a16:creationId xmlns:a16="http://schemas.microsoft.com/office/drawing/2014/main" id="{4DC5F145-00A3-82F1-A29B-F0667D8C7437}"/>
                    </a:ext>
                  </a:extLst>
                </p:cNvPr>
                <p:cNvPicPr/>
                <p:nvPr/>
              </p:nvPicPr>
              <p:blipFill>
                <a:blip r:embed="rId297"/>
                <a:stretch>
                  <a:fillRect/>
                </a:stretch>
              </p:blipFill>
              <p:spPr>
                <a:xfrm>
                  <a:off x="3542182" y="3775496"/>
                  <a:ext cx="10764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6" name="Ink 185">
                  <a:extLst>
                    <a:ext uri="{FF2B5EF4-FFF2-40B4-BE49-F238E27FC236}">
                      <a16:creationId xmlns:a16="http://schemas.microsoft.com/office/drawing/2014/main" id="{1A8C6835-9D3B-1AFA-6EF7-CFBF8961A045}"/>
                    </a:ext>
                  </a:extLst>
                </p14:cNvPr>
                <p14:cNvContentPartPr/>
                <p14:nvPr/>
              </p14:nvContentPartPr>
              <p14:xfrm>
                <a:off x="3698782" y="3587936"/>
                <a:ext cx="146520" cy="242280"/>
              </p14:xfrm>
            </p:contentPart>
          </mc:Choice>
          <mc:Fallback>
            <p:pic>
              <p:nvPicPr>
                <p:cNvPr id="186" name="Ink 185">
                  <a:extLst>
                    <a:ext uri="{FF2B5EF4-FFF2-40B4-BE49-F238E27FC236}">
                      <a16:creationId xmlns:a16="http://schemas.microsoft.com/office/drawing/2014/main" id="{1A8C6835-9D3B-1AFA-6EF7-CFBF8961A045}"/>
                    </a:ext>
                  </a:extLst>
                </p:cNvPr>
                <p:cNvPicPr/>
                <p:nvPr/>
              </p:nvPicPr>
              <p:blipFill>
                <a:blip r:embed="rId299"/>
                <a:stretch>
                  <a:fillRect/>
                </a:stretch>
              </p:blipFill>
              <p:spPr>
                <a:xfrm>
                  <a:off x="3690142" y="3578936"/>
                  <a:ext cx="16416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7" name="Ink 186">
                  <a:extLst>
                    <a:ext uri="{FF2B5EF4-FFF2-40B4-BE49-F238E27FC236}">
                      <a16:creationId xmlns:a16="http://schemas.microsoft.com/office/drawing/2014/main" id="{0B1E0AFE-F81C-796E-5E57-0FFABE8E33D1}"/>
                    </a:ext>
                  </a:extLst>
                </p14:cNvPr>
                <p14:cNvContentPartPr/>
                <p14:nvPr/>
              </p14:nvContentPartPr>
              <p14:xfrm>
                <a:off x="3843502" y="3700616"/>
                <a:ext cx="157320" cy="72360"/>
              </p14:xfrm>
            </p:contentPart>
          </mc:Choice>
          <mc:Fallback>
            <p:pic>
              <p:nvPicPr>
                <p:cNvPr id="187" name="Ink 186">
                  <a:extLst>
                    <a:ext uri="{FF2B5EF4-FFF2-40B4-BE49-F238E27FC236}">
                      <a16:creationId xmlns:a16="http://schemas.microsoft.com/office/drawing/2014/main" id="{0B1E0AFE-F81C-796E-5E57-0FFABE8E33D1}"/>
                    </a:ext>
                  </a:extLst>
                </p:cNvPr>
                <p:cNvPicPr/>
                <p:nvPr/>
              </p:nvPicPr>
              <p:blipFill>
                <a:blip r:embed="rId301"/>
                <a:stretch>
                  <a:fillRect/>
                </a:stretch>
              </p:blipFill>
              <p:spPr>
                <a:xfrm>
                  <a:off x="3834502" y="3691616"/>
                  <a:ext cx="17496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8" name="Ink 187">
                  <a:extLst>
                    <a:ext uri="{FF2B5EF4-FFF2-40B4-BE49-F238E27FC236}">
                      <a16:creationId xmlns:a16="http://schemas.microsoft.com/office/drawing/2014/main" id="{695F0E5E-2D79-3FD0-6344-B43CEE22DF0C}"/>
                    </a:ext>
                  </a:extLst>
                </p14:cNvPr>
                <p14:cNvContentPartPr/>
                <p14:nvPr/>
              </p14:nvContentPartPr>
              <p14:xfrm>
                <a:off x="4008382" y="3596216"/>
                <a:ext cx="169560" cy="247680"/>
              </p14:xfrm>
            </p:contentPart>
          </mc:Choice>
          <mc:Fallback>
            <p:pic>
              <p:nvPicPr>
                <p:cNvPr id="188" name="Ink 187">
                  <a:extLst>
                    <a:ext uri="{FF2B5EF4-FFF2-40B4-BE49-F238E27FC236}">
                      <a16:creationId xmlns:a16="http://schemas.microsoft.com/office/drawing/2014/main" id="{695F0E5E-2D79-3FD0-6344-B43CEE22DF0C}"/>
                    </a:ext>
                  </a:extLst>
                </p:cNvPr>
                <p:cNvPicPr/>
                <p:nvPr/>
              </p:nvPicPr>
              <p:blipFill>
                <a:blip r:embed="rId303"/>
                <a:stretch>
                  <a:fillRect/>
                </a:stretch>
              </p:blipFill>
              <p:spPr>
                <a:xfrm>
                  <a:off x="3999382" y="3587576"/>
                  <a:ext cx="187200" cy="265320"/>
                </a:xfrm>
                <a:prstGeom prst="rect">
                  <a:avLst/>
                </a:prstGeom>
              </p:spPr>
            </p:pic>
          </mc:Fallback>
        </mc:AlternateContent>
      </p:grpSp>
      <p:grpSp>
        <p:nvGrpSpPr>
          <p:cNvPr id="202" name="Group 201">
            <a:extLst>
              <a:ext uri="{FF2B5EF4-FFF2-40B4-BE49-F238E27FC236}">
                <a16:creationId xmlns:a16="http://schemas.microsoft.com/office/drawing/2014/main" id="{C6AAAD09-1F3D-B28C-46BF-008759878D8D}"/>
              </a:ext>
            </a:extLst>
          </p:cNvPr>
          <p:cNvGrpSpPr/>
          <p:nvPr/>
        </p:nvGrpSpPr>
        <p:grpSpPr>
          <a:xfrm>
            <a:off x="4306102" y="3427016"/>
            <a:ext cx="1847880" cy="433440"/>
            <a:chOff x="4306102" y="3427016"/>
            <a:chExt cx="1847880" cy="433440"/>
          </a:xfrm>
        </p:grpSpPr>
        <mc:AlternateContent xmlns:mc="http://schemas.openxmlformats.org/markup-compatibility/2006">
          <mc:Choice xmlns:p14="http://schemas.microsoft.com/office/powerpoint/2010/main" Requires="p14">
            <p:contentPart p14:bwMode="auto" r:id="rId304">
              <p14:nvContentPartPr>
                <p14:cNvPr id="190" name="Ink 189">
                  <a:extLst>
                    <a:ext uri="{FF2B5EF4-FFF2-40B4-BE49-F238E27FC236}">
                      <a16:creationId xmlns:a16="http://schemas.microsoft.com/office/drawing/2014/main" id="{87EF2992-4C20-9FFA-486C-7BA963504E52}"/>
                    </a:ext>
                  </a:extLst>
                </p14:cNvPr>
                <p14:cNvContentPartPr/>
                <p14:nvPr/>
              </p14:nvContentPartPr>
              <p14:xfrm>
                <a:off x="4306102" y="3676856"/>
                <a:ext cx="202680" cy="149040"/>
              </p14:xfrm>
            </p:contentPart>
          </mc:Choice>
          <mc:Fallback>
            <p:pic>
              <p:nvPicPr>
                <p:cNvPr id="190" name="Ink 189">
                  <a:extLst>
                    <a:ext uri="{FF2B5EF4-FFF2-40B4-BE49-F238E27FC236}">
                      <a16:creationId xmlns:a16="http://schemas.microsoft.com/office/drawing/2014/main" id="{87EF2992-4C20-9FFA-486C-7BA963504E52}"/>
                    </a:ext>
                  </a:extLst>
                </p:cNvPr>
                <p:cNvPicPr/>
                <p:nvPr/>
              </p:nvPicPr>
              <p:blipFill>
                <a:blip r:embed="rId305"/>
                <a:stretch>
                  <a:fillRect/>
                </a:stretch>
              </p:blipFill>
              <p:spPr>
                <a:xfrm>
                  <a:off x="4297102" y="3667856"/>
                  <a:ext cx="22032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91" name="Ink 190">
                  <a:extLst>
                    <a:ext uri="{FF2B5EF4-FFF2-40B4-BE49-F238E27FC236}">
                      <a16:creationId xmlns:a16="http://schemas.microsoft.com/office/drawing/2014/main" id="{BC546A57-9990-71BE-7479-FA7827BDE837}"/>
                    </a:ext>
                  </a:extLst>
                </p14:cNvPr>
                <p14:cNvContentPartPr/>
                <p14:nvPr/>
              </p14:nvContentPartPr>
              <p14:xfrm>
                <a:off x="4599502" y="3574256"/>
                <a:ext cx="189720" cy="286200"/>
              </p14:xfrm>
            </p:contentPart>
          </mc:Choice>
          <mc:Fallback>
            <p:pic>
              <p:nvPicPr>
                <p:cNvPr id="191" name="Ink 190">
                  <a:extLst>
                    <a:ext uri="{FF2B5EF4-FFF2-40B4-BE49-F238E27FC236}">
                      <a16:creationId xmlns:a16="http://schemas.microsoft.com/office/drawing/2014/main" id="{BC546A57-9990-71BE-7479-FA7827BDE837}"/>
                    </a:ext>
                  </a:extLst>
                </p:cNvPr>
                <p:cNvPicPr/>
                <p:nvPr/>
              </p:nvPicPr>
              <p:blipFill>
                <a:blip r:embed="rId307"/>
                <a:stretch>
                  <a:fillRect/>
                </a:stretch>
              </p:blipFill>
              <p:spPr>
                <a:xfrm>
                  <a:off x="4590862" y="3565256"/>
                  <a:ext cx="20736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92" name="Ink 191">
                  <a:extLst>
                    <a:ext uri="{FF2B5EF4-FFF2-40B4-BE49-F238E27FC236}">
                      <a16:creationId xmlns:a16="http://schemas.microsoft.com/office/drawing/2014/main" id="{B98982A1-8D3D-D498-CD01-2CD88E7EA1D5}"/>
                    </a:ext>
                  </a:extLst>
                </p14:cNvPr>
                <p14:cNvContentPartPr/>
                <p14:nvPr/>
              </p14:nvContentPartPr>
              <p14:xfrm>
                <a:off x="4785982" y="3743096"/>
                <a:ext cx="181800" cy="73440"/>
              </p14:xfrm>
            </p:contentPart>
          </mc:Choice>
          <mc:Fallback>
            <p:pic>
              <p:nvPicPr>
                <p:cNvPr id="192" name="Ink 191">
                  <a:extLst>
                    <a:ext uri="{FF2B5EF4-FFF2-40B4-BE49-F238E27FC236}">
                      <a16:creationId xmlns:a16="http://schemas.microsoft.com/office/drawing/2014/main" id="{B98982A1-8D3D-D498-CD01-2CD88E7EA1D5}"/>
                    </a:ext>
                  </a:extLst>
                </p:cNvPr>
                <p:cNvPicPr/>
                <p:nvPr/>
              </p:nvPicPr>
              <p:blipFill>
                <a:blip r:embed="rId309"/>
                <a:stretch>
                  <a:fillRect/>
                </a:stretch>
              </p:blipFill>
              <p:spPr>
                <a:xfrm>
                  <a:off x="4777342" y="3734456"/>
                  <a:ext cx="19944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93" name="Ink 192">
                  <a:extLst>
                    <a:ext uri="{FF2B5EF4-FFF2-40B4-BE49-F238E27FC236}">
                      <a16:creationId xmlns:a16="http://schemas.microsoft.com/office/drawing/2014/main" id="{44446206-C0BA-ABA6-EA67-C13A1C862749}"/>
                    </a:ext>
                  </a:extLst>
                </p14:cNvPr>
                <p14:cNvContentPartPr/>
                <p14:nvPr/>
              </p14:nvContentPartPr>
              <p14:xfrm>
                <a:off x="4928182" y="3616376"/>
                <a:ext cx="159840" cy="222120"/>
              </p14:xfrm>
            </p:contentPart>
          </mc:Choice>
          <mc:Fallback>
            <p:pic>
              <p:nvPicPr>
                <p:cNvPr id="193" name="Ink 192">
                  <a:extLst>
                    <a:ext uri="{FF2B5EF4-FFF2-40B4-BE49-F238E27FC236}">
                      <a16:creationId xmlns:a16="http://schemas.microsoft.com/office/drawing/2014/main" id="{44446206-C0BA-ABA6-EA67-C13A1C862749}"/>
                    </a:ext>
                  </a:extLst>
                </p:cNvPr>
                <p:cNvPicPr/>
                <p:nvPr/>
              </p:nvPicPr>
              <p:blipFill>
                <a:blip r:embed="rId311"/>
                <a:stretch>
                  <a:fillRect/>
                </a:stretch>
              </p:blipFill>
              <p:spPr>
                <a:xfrm>
                  <a:off x="4919182" y="3607376"/>
                  <a:ext cx="17748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95" name="Ink 194">
                  <a:extLst>
                    <a:ext uri="{FF2B5EF4-FFF2-40B4-BE49-F238E27FC236}">
                      <a16:creationId xmlns:a16="http://schemas.microsoft.com/office/drawing/2014/main" id="{CCCC8DE6-4488-F80D-3AC1-6C06D7096165}"/>
                    </a:ext>
                  </a:extLst>
                </p14:cNvPr>
                <p14:cNvContentPartPr/>
                <p14:nvPr/>
              </p14:nvContentPartPr>
              <p14:xfrm>
                <a:off x="5246782" y="3710696"/>
                <a:ext cx="176400" cy="138960"/>
              </p14:xfrm>
            </p:contentPart>
          </mc:Choice>
          <mc:Fallback>
            <p:pic>
              <p:nvPicPr>
                <p:cNvPr id="195" name="Ink 194">
                  <a:extLst>
                    <a:ext uri="{FF2B5EF4-FFF2-40B4-BE49-F238E27FC236}">
                      <a16:creationId xmlns:a16="http://schemas.microsoft.com/office/drawing/2014/main" id="{CCCC8DE6-4488-F80D-3AC1-6C06D7096165}"/>
                    </a:ext>
                  </a:extLst>
                </p:cNvPr>
                <p:cNvPicPr/>
                <p:nvPr/>
              </p:nvPicPr>
              <p:blipFill>
                <a:blip r:embed="rId313"/>
                <a:stretch>
                  <a:fillRect/>
                </a:stretch>
              </p:blipFill>
              <p:spPr>
                <a:xfrm>
                  <a:off x="5237782" y="3701696"/>
                  <a:ext cx="19404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96" name="Ink 195">
                  <a:extLst>
                    <a:ext uri="{FF2B5EF4-FFF2-40B4-BE49-F238E27FC236}">
                      <a16:creationId xmlns:a16="http://schemas.microsoft.com/office/drawing/2014/main" id="{A81CE9E6-B3E5-BF59-F7AB-CE4F20553671}"/>
                    </a:ext>
                  </a:extLst>
                </p14:cNvPr>
                <p14:cNvContentPartPr/>
                <p14:nvPr/>
              </p14:nvContentPartPr>
              <p14:xfrm>
                <a:off x="5380342" y="3577856"/>
                <a:ext cx="122400" cy="21240"/>
              </p14:xfrm>
            </p:contentPart>
          </mc:Choice>
          <mc:Fallback>
            <p:pic>
              <p:nvPicPr>
                <p:cNvPr id="196" name="Ink 195">
                  <a:extLst>
                    <a:ext uri="{FF2B5EF4-FFF2-40B4-BE49-F238E27FC236}">
                      <a16:creationId xmlns:a16="http://schemas.microsoft.com/office/drawing/2014/main" id="{A81CE9E6-B3E5-BF59-F7AB-CE4F20553671}"/>
                    </a:ext>
                  </a:extLst>
                </p:cNvPr>
                <p:cNvPicPr/>
                <p:nvPr/>
              </p:nvPicPr>
              <p:blipFill>
                <a:blip r:embed="rId315"/>
                <a:stretch>
                  <a:fillRect/>
                </a:stretch>
              </p:blipFill>
              <p:spPr>
                <a:xfrm>
                  <a:off x="5371342" y="3569216"/>
                  <a:ext cx="14004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98" name="Ink 197">
                  <a:extLst>
                    <a:ext uri="{FF2B5EF4-FFF2-40B4-BE49-F238E27FC236}">
                      <a16:creationId xmlns:a16="http://schemas.microsoft.com/office/drawing/2014/main" id="{5E69FBCA-69BB-E87C-92F6-651DE8F90ECE}"/>
                    </a:ext>
                  </a:extLst>
                </p14:cNvPr>
                <p14:cNvContentPartPr/>
                <p14:nvPr/>
              </p14:nvContentPartPr>
              <p14:xfrm>
                <a:off x="5586982" y="3540416"/>
                <a:ext cx="92160" cy="196920"/>
              </p14:xfrm>
            </p:contentPart>
          </mc:Choice>
          <mc:Fallback>
            <p:pic>
              <p:nvPicPr>
                <p:cNvPr id="198" name="Ink 197">
                  <a:extLst>
                    <a:ext uri="{FF2B5EF4-FFF2-40B4-BE49-F238E27FC236}">
                      <a16:creationId xmlns:a16="http://schemas.microsoft.com/office/drawing/2014/main" id="{5E69FBCA-69BB-E87C-92F6-651DE8F90ECE}"/>
                    </a:ext>
                  </a:extLst>
                </p:cNvPr>
                <p:cNvPicPr/>
                <p:nvPr/>
              </p:nvPicPr>
              <p:blipFill>
                <a:blip r:embed="rId317"/>
                <a:stretch>
                  <a:fillRect/>
                </a:stretch>
              </p:blipFill>
              <p:spPr>
                <a:xfrm>
                  <a:off x="5577982" y="3531776"/>
                  <a:ext cx="10980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99" name="Ink 198">
                  <a:extLst>
                    <a:ext uri="{FF2B5EF4-FFF2-40B4-BE49-F238E27FC236}">
                      <a16:creationId xmlns:a16="http://schemas.microsoft.com/office/drawing/2014/main" id="{725C5ADB-12B1-7289-7E3A-138DCE2E19E2}"/>
                    </a:ext>
                  </a:extLst>
                </p14:cNvPr>
                <p14:cNvContentPartPr/>
                <p14:nvPr/>
              </p14:nvContentPartPr>
              <p14:xfrm>
                <a:off x="5584462" y="3428816"/>
                <a:ext cx="8280" cy="15120"/>
              </p14:xfrm>
            </p:contentPart>
          </mc:Choice>
          <mc:Fallback>
            <p:pic>
              <p:nvPicPr>
                <p:cNvPr id="199" name="Ink 198">
                  <a:extLst>
                    <a:ext uri="{FF2B5EF4-FFF2-40B4-BE49-F238E27FC236}">
                      <a16:creationId xmlns:a16="http://schemas.microsoft.com/office/drawing/2014/main" id="{725C5ADB-12B1-7289-7E3A-138DCE2E19E2}"/>
                    </a:ext>
                  </a:extLst>
                </p:cNvPr>
                <p:cNvPicPr/>
                <p:nvPr/>
              </p:nvPicPr>
              <p:blipFill>
                <a:blip r:embed="rId319"/>
                <a:stretch>
                  <a:fillRect/>
                </a:stretch>
              </p:blipFill>
              <p:spPr>
                <a:xfrm>
                  <a:off x="5575462" y="3420176"/>
                  <a:ext cx="259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200" name="Ink 199">
                  <a:extLst>
                    <a:ext uri="{FF2B5EF4-FFF2-40B4-BE49-F238E27FC236}">
                      <a16:creationId xmlns:a16="http://schemas.microsoft.com/office/drawing/2014/main" id="{3C860DED-CF70-3DEA-F678-10BB75BF3424}"/>
                    </a:ext>
                  </a:extLst>
                </p14:cNvPr>
                <p14:cNvContentPartPr/>
                <p14:nvPr/>
              </p14:nvContentPartPr>
              <p14:xfrm>
                <a:off x="5704342" y="3427016"/>
                <a:ext cx="177120" cy="145080"/>
              </p14:xfrm>
            </p:contentPart>
          </mc:Choice>
          <mc:Fallback>
            <p:pic>
              <p:nvPicPr>
                <p:cNvPr id="200" name="Ink 199">
                  <a:extLst>
                    <a:ext uri="{FF2B5EF4-FFF2-40B4-BE49-F238E27FC236}">
                      <a16:creationId xmlns:a16="http://schemas.microsoft.com/office/drawing/2014/main" id="{3C860DED-CF70-3DEA-F678-10BB75BF3424}"/>
                    </a:ext>
                  </a:extLst>
                </p:cNvPr>
                <p:cNvPicPr/>
                <p:nvPr/>
              </p:nvPicPr>
              <p:blipFill>
                <a:blip r:embed="rId321"/>
                <a:stretch>
                  <a:fillRect/>
                </a:stretch>
              </p:blipFill>
              <p:spPr>
                <a:xfrm>
                  <a:off x="5695342" y="3418016"/>
                  <a:ext cx="19476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201" name="Ink 200">
                  <a:extLst>
                    <a:ext uri="{FF2B5EF4-FFF2-40B4-BE49-F238E27FC236}">
                      <a16:creationId xmlns:a16="http://schemas.microsoft.com/office/drawing/2014/main" id="{E4C718E2-88BE-61D6-6F34-D9DA53606BD4}"/>
                    </a:ext>
                  </a:extLst>
                </p14:cNvPr>
                <p14:cNvContentPartPr/>
                <p14:nvPr/>
              </p14:nvContentPartPr>
              <p14:xfrm>
                <a:off x="5980462" y="3444296"/>
                <a:ext cx="173520" cy="99360"/>
              </p14:xfrm>
            </p:contentPart>
          </mc:Choice>
          <mc:Fallback>
            <p:pic>
              <p:nvPicPr>
                <p:cNvPr id="201" name="Ink 200">
                  <a:extLst>
                    <a:ext uri="{FF2B5EF4-FFF2-40B4-BE49-F238E27FC236}">
                      <a16:creationId xmlns:a16="http://schemas.microsoft.com/office/drawing/2014/main" id="{E4C718E2-88BE-61D6-6F34-D9DA53606BD4}"/>
                    </a:ext>
                  </a:extLst>
                </p:cNvPr>
                <p:cNvPicPr/>
                <p:nvPr/>
              </p:nvPicPr>
              <p:blipFill>
                <a:blip r:embed="rId323"/>
                <a:stretch>
                  <a:fillRect/>
                </a:stretch>
              </p:blipFill>
              <p:spPr>
                <a:xfrm>
                  <a:off x="5971822" y="3435296"/>
                  <a:ext cx="191160" cy="117000"/>
                </a:xfrm>
                <a:prstGeom prst="rect">
                  <a:avLst/>
                </a:prstGeom>
              </p:spPr>
            </p:pic>
          </mc:Fallback>
        </mc:AlternateContent>
      </p:grpSp>
      <p:grpSp>
        <p:nvGrpSpPr>
          <p:cNvPr id="224" name="Group 223">
            <a:extLst>
              <a:ext uri="{FF2B5EF4-FFF2-40B4-BE49-F238E27FC236}">
                <a16:creationId xmlns:a16="http://schemas.microsoft.com/office/drawing/2014/main" id="{14D227B3-498B-200A-58E3-4D75558C9556}"/>
              </a:ext>
            </a:extLst>
          </p:cNvPr>
          <p:cNvGrpSpPr/>
          <p:nvPr/>
        </p:nvGrpSpPr>
        <p:grpSpPr>
          <a:xfrm>
            <a:off x="7066582" y="3569576"/>
            <a:ext cx="2484720" cy="313200"/>
            <a:chOff x="7066582" y="3569576"/>
            <a:chExt cx="2484720" cy="313200"/>
          </a:xfrm>
        </p:grpSpPr>
        <mc:AlternateContent xmlns:mc="http://schemas.openxmlformats.org/markup-compatibility/2006">
          <mc:Choice xmlns:p14="http://schemas.microsoft.com/office/powerpoint/2010/main" Requires="p14">
            <p:contentPart p14:bwMode="auto" r:id="rId324">
              <p14:nvContentPartPr>
                <p14:cNvPr id="203" name="Ink 202">
                  <a:extLst>
                    <a:ext uri="{FF2B5EF4-FFF2-40B4-BE49-F238E27FC236}">
                      <a16:creationId xmlns:a16="http://schemas.microsoft.com/office/drawing/2014/main" id="{C2BA82D1-53F9-2AD3-D30C-040A2A4CD59C}"/>
                    </a:ext>
                  </a:extLst>
                </p14:cNvPr>
                <p14:cNvContentPartPr/>
                <p14:nvPr/>
              </p14:nvContentPartPr>
              <p14:xfrm>
                <a:off x="7066582" y="3726896"/>
                <a:ext cx="156240" cy="88920"/>
              </p14:xfrm>
            </p:contentPart>
          </mc:Choice>
          <mc:Fallback>
            <p:pic>
              <p:nvPicPr>
                <p:cNvPr id="203" name="Ink 202">
                  <a:extLst>
                    <a:ext uri="{FF2B5EF4-FFF2-40B4-BE49-F238E27FC236}">
                      <a16:creationId xmlns:a16="http://schemas.microsoft.com/office/drawing/2014/main" id="{C2BA82D1-53F9-2AD3-D30C-040A2A4CD59C}"/>
                    </a:ext>
                  </a:extLst>
                </p:cNvPr>
                <p:cNvPicPr/>
                <p:nvPr/>
              </p:nvPicPr>
              <p:blipFill>
                <a:blip r:embed="rId325"/>
                <a:stretch>
                  <a:fillRect/>
                </a:stretch>
              </p:blipFill>
              <p:spPr>
                <a:xfrm>
                  <a:off x="7057942" y="3718256"/>
                  <a:ext cx="17388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04" name="Ink 203">
                  <a:extLst>
                    <a:ext uri="{FF2B5EF4-FFF2-40B4-BE49-F238E27FC236}">
                      <a16:creationId xmlns:a16="http://schemas.microsoft.com/office/drawing/2014/main" id="{6C76BA92-87B6-C1E6-2A7E-9B54F120E213}"/>
                    </a:ext>
                  </a:extLst>
                </p14:cNvPr>
                <p14:cNvContentPartPr/>
                <p14:nvPr/>
              </p14:nvContentPartPr>
              <p14:xfrm>
                <a:off x="7107622" y="3734456"/>
                <a:ext cx="85320" cy="87840"/>
              </p14:xfrm>
            </p:contentPart>
          </mc:Choice>
          <mc:Fallback>
            <p:pic>
              <p:nvPicPr>
                <p:cNvPr id="204" name="Ink 203">
                  <a:extLst>
                    <a:ext uri="{FF2B5EF4-FFF2-40B4-BE49-F238E27FC236}">
                      <a16:creationId xmlns:a16="http://schemas.microsoft.com/office/drawing/2014/main" id="{6C76BA92-87B6-C1E6-2A7E-9B54F120E213}"/>
                    </a:ext>
                  </a:extLst>
                </p:cNvPr>
                <p:cNvPicPr/>
                <p:nvPr/>
              </p:nvPicPr>
              <p:blipFill>
                <a:blip r:embed="rId327"/>
                <a:stretch>
                  <a:fillRect/>
                </a:stretch>
              </p:blipFill>
              <p:spPr>
                <a:xfrm>
                  <a:off x="7098982" y="3725456"/>
                  <a:ext cx="10296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06" name="Ink 205">
                  <a:extLst>
                    <a:ext uri="{FF2B5EF4-FFF2-40B4-BE49-F238E27FC236}">
                      <a16:creationId xmlns:a16="http://schemas.microsoft.com/office/drawing/2014/main" id="{248E7E9B-5232-9877-160F-302EEB7EA874}"/>
                    </a:ext>
                  </a:extLst>
                </p14:cNvPr>
                <p14:cNvContentPartPr/>
                <p14:nvPr/>
              </p14:nvContentPartPr>
              <p14:xfrm>
                <a:off x="7300222" y="3794936"/>
                <a:ext cx="80640" cy="87840"/>
              </p14:xfrm>
            </p:contentPart>
          </mc:Choice>
          <mc:Fallback>
            <p:pic>
              <p:nvPicPr>
                <p:cNvPr id="206" name="Ink 205">
                  <a:extLst>
                    <a:ext uri="{FF2B5EF4-FFF2-40B4-BE49-F238E27FC236}">
                      <a16:creationId xmlns:a16="http://schemas.microsoft.com/office/drawing/2014/main" id="{248E7E9B-5232-9877-160F-302EEB7EA874}"/>
                    </a:ext>
                  </a:extLst>
                </p:cNvPr>
                <p:cNvPicPr/>
                <p:nvPr/>
              </p:nvPicPr>
              <p:blipFill>
                <a:blip r:embed="rId329"/>
                <a:stretch>
                  <a:fillRect/>
                </a:stretch>
              </p:blipFill>
              <p:spPr>
                <a:xfrm>
                  <a:off x="7291582" y="3785936"/>
                  <a:ext cx="9828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07" name="Ink 206">
                  <a:extLst>
                    <a:ext uri="{FF2B5EF4-FFF2-40B4-BE49-F238E27FC236}">
                      <a16:creationId xmlns:a16="http://schemas.microsoft.com/office/drawing/2014/main" id="{C3EC1D7E-CF91-5424-CCAE-75187CC004E1}"/>
                    </a:ext>
                  </a:extLst>
                </p14:cNvPr>
                <p14:cNvContentPartPr/>
                <p14:nvPr/>
              </p14:nvContentPartPr>
              <p14:xfrm>
                <a:off x="7434142" y="3610976"/>
                <a:ext cx="122040" cy="232200"/>
              </p14:xfrm>
            </p:contentPart>
          </mc:Choice>
          <mc:Fallback>
            <p:pic>
              <p:nvPicPr>
                <p:cNvPr id="207" name="Ink 206">
                  <a:extLst>
                    <a:ext uri="{FF2B5EF4-FFF2-40B4-BE49-F238E27FC236}">
                      <a16:creationId xmlns:a16="http://schemas.microsoft.com/office/drawing/2014/main" id="{C3EC1D7E-CF91-5424-CCAE-75187CC004E1}"/>
                    </a:ext>
                  </a:extLst>
                </p:cNvPr>
                <p:cNvPicPr/>
                <p:nvPr/>
              </p:nvPicPr>
              <p:blipFill>
                <a:blip r:embed="rId331"/>
                <a:stretch>
                  <a:fillRect/>
                </a:stretch>
              </p:blipFill>
              <p:spPr>
                <a:xfrm>
                  <a:off x="7425502" y="3602336"/>
                  <a:ext cx="13968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08" name="Ink 207">
                  <a:extLst>
                    <a:ext uri="{FF2B5EF4-FFF2-40B4-BE49-F238E27FC236}">
                      <a16:creationId xmlns:a16="http://schemas.microsoft.com/office/drawing/2014/main" id="{9A668C30-3C02-5F7F-54A5-C1F7767B59D1}"/>
                    </a:ext>
                  </a:extLst>
                </p14:cNvPr>
                <p14:cNvContentPartPr/>
                <p14:nvPr/>
              </p14:nvContentPartPr>
              <p14:xfrm>
                <a:off x="7554382" y="3737336"/>
                <a:ext cx="127080" cy="64800"/>
              </p14:xfrm>
            </p:contentPart>
          </mc:Choice>
          <mc:Fallback>
            <p:pic>
              <p:nvPicPr>
                <p:cNvPr id="208" name="Ink 207">
                  <a:extLst>
                    <a:ext uri="{FF2B5EF4-FFF2-40B4-BE49-F238E27FC236}">
                      <a16:creationId xmlns:a16="http://schemas.microsoft.com/office/drawing/2014/main" id="{9A668C30-3C02-5F7F-54A5-C1F7767B59D1}"/>
                    </a:ext>
                  </a:extLst>
                </p:cNvPr>
                <p:cNvPicPr/>
                <p:nvPr/>
              </p:nvPicPr>
              <p:blipFill>
                <a:blip r:embed="rId333"/>
                <a:stretch>
                  <a:fillRect/>
                </a:stretch>
              </p:blipFill>
              <p:spPr>
                <a:xfrm>
                  <a:off x="7545382" y="3728336"/>
                  <a:ext cx="14472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09" name="Ink 208">
                  <a:extLst>
                    <a:ext uri="{FF2B5EF4-FFF2-40B4-BE49-F238E27FC236}">
                      <a16:creationId xmlns:a16="http://schemas.microsoft.com/office/drawing/2014/main" id="{92FEDE26-D589-966B-30F2-3473E50BD5D6}"/>
                    </a:ext>
                  </a:extLst>
                </p14:cNvPr>
                <p14:cNvContentPartPr/>
                <p14:nvPr/>
              </p14:nvContentPartPr>
              <p14:xfrm>
                <a:off x="7718902" y="3636176"/>
                <a:ext cx="142200" cy="213480"/>
              </p14:xfrm>
            </p:contentPart>
          </mc:Choice>
          <mc:Fallback>
            <p:pic>
              <p:nvPicPr>
                <p:cNvPr id="209" name="Ink 208">
                  <a:extLst>
                    <a:ext uri="{FF2B5EF4-FFF2-40B4-BE49-F238E27FC236}">
                      <a16:creationId xmlns:a16="http://schemas.microsoft.com/office/drawing/2014/main" id="{92FEDE26-D589-966B-30F2-3473E50BD5D6}"/>
                    </a:ext>
                  </a:extLst>
                </p:cNvPr>
                <p:cNvPicPr/>
                <p:nvPr/>
              </p:nvPicPr>
              <p:blipFill>
                <a:blip r:embed="rId335"/>
                <a:stretch>
                  <a:fillRect/>
                </a:stretch>
              </p:blipFill>
              <p:spPr>
                <a:xfrm>
                  <a:off x="7710262" y="3627176"/>
                  <a:ext cx="15984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11" name="Ink 210">
                  <a:extLst>
                    <a:ext uri="{FF2B5EF4-FFF2-40B4-BE49-F238E27FC236}">
                      <a16:creationId xmlns:a16="http://schemas.microsoft.com/office/drawing/2014/main" id="{5E002695-AB25-A4B8-807D-F7EA909544B0}"/>
                    </a:ext>
                  </a:extLst>
                </p14:cNvPr>
                <p14:cNvContentPartPr/>
                <p14:nvPr/>
              </p14:nvContentPartPr>
              <p14:xfrm>
                <a:off x="7991782" y="3788096"/>
                <a:ext cx="89280" cy="12240"/>
              </p14:xfrm>
            </p:contentPart>
          </mc:Choice>
          <mc:Fallback>
            <p:pic>
              <p:nvPicPr>
                <p:cNvPr id="211" name="Ink 210">
                  <a:extLst>
                    <a:ext uri="{FF2B5EF4-FFF2-40B4-BE49-F238E27FC236}">
                      <a16:creationId xmlns:a16="http://schemas.microsoft.com/office/drawing/2014/main" id="{5E002695-AB25-A4B8-807D-F7EA909544B0}"/>
                    </a:ext>
                  </a:extLst>
                </p:cNvPr>
                <p:cNvPicPr/>
                <p:nvPr/>
              </p:nvPicPr>
              <p:blipFill>
                <a:blip r:embed="rId337"/>
                <a:stretch>
                  <a:fillRect/>
                </a:stretch>
              </p:blipFill>
              <p:spPr>
                <a:xfrm>
                  <a:off x="7982782" y="3779456"/>
                  <a:ext cx="10692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12" name="Ink 211">
                  <a:extLst>
                    <a:ext uri="{FF2B5EF4-FFF2-40B4-BE49-F238E27FC236}">
                      <a16:creationId xmlns:a16="http://schemas.microsoft.com/office/drawing/2014/main" id="{8FE29BA7-E094-2B0A-D57E-59973A6A8FC1}"/>
                    </a:ext>
                  </a:extLst>
                </p14:cNvPr>
                <p14:cNvContentPartPr/>
                <p14:nvPr/>
              </p14:nvContentPartPr>
              <p14:xfrm>
                <a:off x="7995382" y="3743456"/>
                <a:ext cx="85680" cy="9720"/>
              </p14:xfrm>
            </p:contentPart>
          </mc:Choice>
          <mc:Fallback>
            <p:pic>
              <p:nvPicPr>
                <p:cNvPr id="212" name="Ink 211">
                  <a:extLst>
                    <a:ext uri="{FF2B5EF4-FFF2-40B4-BE49-F238E27FC236}">
                      <a16:creationId xmlns:a16="http://schemas.microsoft.com/office/drawing/2014/main" id="{8FE29BA7-E094-2B0A-D57E-59973A6A8FC1}"/>
                    </a:ext>
                  </a:extLst>
                </p:cNvPr>
                <p:cNvPicPr/>
                <p:nvPr/>
              </p:nvPicPr>
              <p:blipFill>
                <a:blip r:embed="rId339"/>
                <a:stretch>
                  <a:fillRect/>
                </a:stretch>
              </p:blipFill>
              <p:spPr>
                <a:xfrm>
                  <a:off x="7986382" y="3734456"/>
                  <a:ext cx="10332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13" name="Ink 212">
                  <a:extLst>
                    <a:ext uri="{FF2B5EF4-FFF2-40B4-BE49-F238E27FC236}">
                      <a16:creationId xmlns:a16="http://schemas.microsoft.com/office/drawing/2014/main" id="{BDD1FCDE-8B2A-16B3-1537-D458B2B5B09E}"/>
                    </a:ext>
                  </a:extLst>
                </p14:cNvPr>
                <p14:cNvContentPartPr/>
                <p14:nvPr/>
              </p14:nvContentPartPr>
              <p14:xfrm>
                <a:off x="8242702" y="3744536"/>
                <a:ext cx="155880" cy="92160"/>
              </p14:xfrm>
            </p:contentPart>
          </mc:Choice>
          <mc:Fallback>
            <p:pic>
              <p:nvPicPr>
                <p:cNvPr id="213" name="Ink 212">
                  <a:extLst>
                    <a:ext uri="{FF2B5EF4-FFF2-40B4-BE49-F238E27FC236}">
                      <a16:creationId xmlns:a16="http://schemas.microsoft.com/office/drawing/2014/main" id="{BDD1FCDE-8B2A-16B3-1537-D458B2B5B09E}"/>
                    </a:ext>
                  </a:extLst>
                </p:cNvPr>
                <p:cNvPicPr/>
                <p:nvPr/>
              </p:nvPicPr>
              <p:blipFill>
                <a:blip r:embed="rId341"/>
                <a:stretch>
                  <a:fillRect/>
                </a:stretch>
              </p:blipFill>
              <p:spPr>
                <a:xfrm>
                  <a:off x="8234062" y="3735536"/>
                  <a:ext cx="17352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14" name="Ink 213">
                  <a:extLst>
                    <a:ext uri="{FF2B5EF4-FFF2-40B4-BE49-F238E27FC236}">
                      <a16:creationId xmlns:a16="http://schemas.microsoft.com/office/drawing/2014/main" id="{4F51D5B5-5CAF-DD77-727E-7F29DF7753A8}"/>
                    </a:ext>
                  </a:extLst>
                </p14:cNvPr>
                <p14:cNvContentPartPr/>
                <p14:nvPr/>
              </p14:nvContentPartPr>
              <p14:xfrm>
                <a:off x="8265382" y="3745976"/>
                <a:ext cx="86760" cy="86400"/>
              </p14:xfrm>
            </p:contentPart>
          </mc:Choice>
          <mc:Fallback>
            <p:pic>
              <p:nvPicPr>
                <p:cNvPr id="214" name="Ink 213">
                  <a:extLst>
                    <a:ext uri="{FF2B5EF4-FFF2-40B4-BE49-F238E27FC236}">
                      <a16:creationId xmlns:a16="http://schemas.microsoft.com/office/drawing/2014/main" id="{4F51D5B5-5CAF-DD77-727E-7F29DF7753A8}"/>
                    </a:ext>
                  </a:extLst>
                </p:cNvPr>
                <p:cNvPicPr/>
                <p:nvPr/>
              </p:nvPicPr>
              <p:blipFill>
                <a:blip r:embed="rId343"/>
                <a:stretch>
                  <a:fillRect/>
                </a:stretch>
              </p:blipFill>
              <p:spPr>
                <a:xfrm>
                  <a:off x="8256742" y="3737336"/>
                  <a:ext cx="10440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15" name="Ink 214">
                  <a:extLst>
                    <a:ext uri="{FF2B5EF4-FFF2-40B4-BE49-F238E27FC236}">
                      <a16:creationId xmlns:a16="http://schemas.microsoft.com/office/drawing/2014/main" id="{6D51487E-489E-13A6-181F-D77C6EA44657}"/>
                    </a:ext>
                  </a:extLst>
                </p14:cNvPr>
                <p14:cNvContentPartPr/>
                <p14:nvPr/>
              </p14:nvContentPartPr>
              <p14:xfrm>
                <a:off x="8465542" y="3597296"/>
                <a:ext cx="146880" cy="263880"/>
              </p14:xfrm>
            </p:contentPart>
          </mc:Choice>
          <mc:Fallback>
            <p:pic>
              <p:nvPicPr>
                <p:cNvPr id="215" name="Ink 214">
                  <a:extLst>
                    <a:ext uri="{FF2B5EF4-FFF2-40B4-BE49-F238E27FC236}">
                      <a16:creationId xmlns:a16="http://schemas.microsoft.com/office/drawing/2014/main" id="{6D51487E-489E-13A6-181F-D77C6EA44657}"/>
                    </a:ext>
                  </a:extLst>
                </p:cNvPr>
                <p:cNvPicPr/>
                <p:nvPr/>
              </p:nvPicPr>
              <p:blipFill>
                <a:blip r:embed="rId345"/>
                <a:stretch>
                  <a:fillRect/>
                </a:stretch>
              </p:blipFill>
              <p:spPr>
                <a:xfrm>
                  <a:off x="8456542" y="3588296"/>
                  <a:ext cx="16452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17" name="Ink 216">
                  <a:extLst>
                    <a:ext uri="{FF2B5EF4-FFF2-40B4-BE49-F238E27FC236}">
                      <a16:creationId xmlns:a16="http://schemas.microsoft.com/office/drawing/2014/main" id="{B341462C-49D1-B72A-E8CC-D5CBCDE32956}"/>
                    </a:ext>
                  </a:extLst>
                </p14:cNvPr>
                <p14:cNvContentPartPr/>
                <p14:nvPr/>
              </p14:nvContentPartPr>
              <p14:xfrm>
                <a:off x="8617462" y="3724736"/>
                <a:ext cx="147600" cy="71280"/>
              </p14:xfrm>
            </p:contentPart>
          </mc:Choice>
          <mc:Fallback>
            <p:pic>
              <p:nvPicPr>
                <p:cNvPr id="217" name="Ink 216">
                  <a:extLst>
                    <a:ext uri="{FF2B5EF4-FFF2-40B4-BE49-F238E27FC236}">
                      <a16:creationId xmlns:a16="http://schemas.microsoft.com/office/drawing/2014/main" id="{B341462C-49D1-B72A-E8CC-D5CBCDE32956}"/>
                    </a:ext>
                  </a:extLst>
                </p:cNvPr>
                <p:cNvPicPr/>
                <p:nvPr/>
              </p:nvPicPr>
              <p:blipFill>
                <a:blip r:embed="rId347"/>
                <a:stretch>
                  <a:fillRect/>
                </a:stretch>
              </p:blipFill>
              <p:spPr>
                <a:xfrm>
                  <a:off x="8608822" y="3716096"/>
                  <a:ext cx="16524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19" name="Ink 218">
                  <a:extLst>
                    <a:ext uri="{FF2B5EF4-FFF2-40B4-BE49-F238E27FC236}">
                      <a16:creationId xmlns:a16="http://schemas.microsoft.com/office/drawing/2014/main" id="{A56D32FA-ABE6-0086-45B5-682A9807DC8A}"/>
                    </a:ext>
                  </a:extLst>
                </p14:cNvPr>
                <p14:cNvContentPartPr/>
                <p14:nvPr/>
              </p14:nvContentPartPr>
              <p14:xfrm>
                <a:off x="8904742" y="3726536"/>
                <a:ext cx="30240" cy="82440"/>
              </p14:xfrm>
            </p:contentPart>
          </mc:Choice>
          <mc:Fallback>
            <p:pic>
              <p:nvPicPr>
                <p:cNvPr id="219" name="Ink 218">
                  <a:extLst>
                    <a:ext uri="{FF2B5EF4-FFF2-40B4-BE49-F238E27FC236}">
                      <a16:creationId xmlns:a16="http://schemas.microsoft.com/office/drawing/2014/main" id="{A56D32FA-ABE6-0086-45B5-682A9807DC8A}"/>
                    </a:ext>
                  </a:extLst>
                </p:cNvPr>
                <p:cNvPicPr/>
                <p:nvPr/>
              </p:nvPicPr>
              <p:blipFill>
                <a:blip r:embed="rId349"/>
                <a:stretch>
                  <a:fillRect/>
                </a:stretch>
              </p:blipFill>
              <p:spPr>
                <a:xfrm>
                  <a:off x="8895742" y="3717536"/>
                  <a:ext cx="4788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20" name="Ink 219">
                  <a:extLst>
                    <a:ext uri="{FF2B5EF4-FFF2-40B4-BE49-F238E27FC236}">
                      <a16:creationId xmlns:a16="http://schemas.microsoft.com/office/drawing/2014/main" id="{9BF5F574-76D6-05BF-BE31-77E18C15D4B0}"/>
                    </a:ext>
                  </a:extLst>
                </p14:cNvPr>
                <p14:cNvContentPartPr/>
                <p14:nvPr/>
              </p14:nvContentPartPr>
              <p14:xfrm>
                <a:off x="8846422" y="3769016"/>
                <a:ext cx="117000" cy="11160"/>
              </p14:xfrm>
            </p:contentPart>
          </mc:Choice>
          <mc:Fallback>
            <p:pic>
              <p:nvPicPr>
                <p:cNvPr id="220" name="Ink 219">
                  <a:extLst>
                    <a:ext uri="{FF2B5EF4-FFF2-40B4-BE49-F238E27FC236}">
                      <a16:creationId xmlns:a16="http://schemas.microsoft.com/office/drawing/2014/main" id="{9BF5F574-76D6-05BF-BE31-77E18C15D4B0}"/>
                    </a:ext>
                  </a:extLst>
                </p:cNvPr>
                <p:cNvPicPr/>
                <p:nvPr/>
              </p:nvPicPr>
              <p:blipFill>
                <a:blip r:embed="rId351"/>
                <a:stretch>
                  <a:fillRect/>
                </a:stretch>
              </p:blipFill>
              <p:spPr>
                <a:xfrm>
                  <a:off x="8837782" y="3760016"/>
                  <a:ext cx="13464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21" name="Ink 220">
                  <a:extLst>
                    <a:ext uri="{FF2B5EF4-FFF2-40B4-BE49-F238E27FC236}">
                      <a16:creationId xmlns:a16="http://schemas.microsoft.com/office/drawing/2014/main" id="{9E0B18C2-4043-50A5-BFF9-79BDC599C565}"/>
                    </a:ext>
                  </a:extLst>
                </p14:cNvPr>
                <p14:cNvContentPartPr/>
                <p14:nvPr/>
              </p14:nvContentPartPr>
              <p14:xfrm>
                <a:off x="9042622" y="3709256"/>
                <a:ext cx="53280" cy="93600"/>
              </p14:xfrm>
            </p:contentPart>
          </mc:Choice>
          <mc:Fallback>
            <p:pic>
              <p:nvPicPr>
                <p:cNvPr id="221" name="Ink 220">
                  <a:extLst>
                    <a:ext uri="{FF2B5EF4-FFF2-40B4-BE49-F238E27FC236}">
                      <a16:creationId xmlns:a16="http://schemas.microsoft.com/office/drawing/2014/main" id="{9E0B18C2-4043-50A5-BFF9-79BDC599C565}"/>
                    </a:ext>
                  </a:extLst>
                </p:cNvPr>
                <p:cNvPicPr/>
                <p:nvPr/>
              </p:nvPicPr>
              <p:blipFill>
                <a:blip r:embed="rId353"/>
                <a:stretch>
                  <a:fillRect/>
                </a:stretch>
              </p:blipFill>
              <p:spPr>
                <a:xfrm>
                  <a:off x="9033622" y="3700616"/>
                  <a:ext cx="7092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22" name="Ink 221">
                  <a:extLst>
                    <a:ext uri="{FF2B5EF4-FFF2-40B4-BE49-F238E27FC236}">
                      <a16:creationId xmlns:a16="http://schemas.microsoft.com/office/drawing/2014/main" id="{18EBB7D9-7535-5317-7643-0DEF9D5EFD7F}"/>
                    </a:ext>
                  </a:extLst>
                </p14:cNvPr>
                <p14:cNvContentPartPr/>
                <p14:nvPr/>
              </p14:nvContentPartPr>
              <p14:xfrm>
                <a:off x="9149542" y="3571736"/>
                <a:ext cx="218520" cy="235080"/>
              </p14:xfrm>
            </p:contentPart>
          </mc:Choice>
          <mc:Fallback>
            <p:pic>
              <p:nvPicPr>
                <p:cNvPr id="222" name="Ink 221">
                  <a:extLst>
                    <a:ext uri="{FF2B5EF4-FFF2-40B4-BE49-F238E27FC236}">
                      <a16:creationId xmlns:a16="http://schemas.microsoft.com/office/drawing/2014/main" id="{18EBB7D9-7535-5317-7643-0DEF9D5EFD7F}"/>
                    </a:ext>
                  </a:extLst>
                </p:cNvPr>
                <p:cNvPicPr/>
                <p:nvPr/>
              </p:nvPicPr>
              <p:blipFill>
                <a:blip r:embed="rId355"/>
                <a:stretch>
                  <a:fillRect/>
                </a:stretch>
              </p:blipFill>
              <p:spPr>
                <a:xfrm>
                  <a:off x="9140542" y="3563096"/>
                  <a:ext cx="23616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23" name="Ink 222">
                  <a:extLst>
                    <a:ext uri="{FF2B5EF4-FFF2-40B4-BE49-F238E27FC236}">
                      <a16:creationId xmlns:a16="http://schemas.microsoft.com/office/drawing/2014/main" id="{C3412423-4C93-626B-4345-8CD7FD8B89DA}"/>
                    </a:ext>
                  </a:extLst>
                </p14:cNvPr>
                <p14:cNvContentPartPr/>
                <p14:nvPr/>
              </p14:nvContentPartPr>
              <p14:xfrm>
                <a:off x="9366982" y="3569576"/>
                <a:ext cx="184320" cy="280800"/>
              </p14:xfrm>
            </p:contentPart>
          </mc:Choice>
          <mc:Fallback>
            <p:pic>
              <p:nvPicPr>
                <p:cNvPr id="223" name="Ink 222">
                  <a:extLst>
                    <a:ext uri="{FF2B5EF4-FFF2-40B4-BE49-F238E27FC236}">
                      <a16:creationId xmlns:a16="http://schemas.microsoft.com/office/drawing/2014/main" id="{C3412423-4C93-626B-4345-8CD7FD8B89DA}"/>
                    </a:ext>
                  </a:extLst>
                </p:cNvPr>
                <p:cNvPicPr/>
                <p:nvPr/>
              </p:nvPicPr>
              <p:blipFill>
                <a:blip r:embed="rId357"/>
                <a:stretch>
                  <a:fillRect/>
                </a:stretch>
              </p:blipFill>
              <p:spPr>
                <a:xfrm>
                  <a:off x="9358342" y="3560936"/>
                  <a:ext cx="201960" cy="298440"/>
                </a:xfrm>
                <a:prstGeom prst="rect">
                  <a:avLst/>
                </a:prstGeom>
              </p:spPr>
            </p:pic>
          </mc:Fallback>
        </mc:AlternateContent>
      </p:grpSp>
      <p:grpSp>
        <p:nvGrpSpPr>
          <p:cNvPr id="235" name="Group 234">
            <a:extLst>
              <a:ext uri="{FF2B5EF4-FFF2-40B4-BE49-F238E27FC236}">
                <a16:creationId xmlns:a16="http://schemas.microsoft.com/office/drawing/2014/main" id="{4F39DD34-F53D-4B65-B182-CE4BBC7DDCB2}"/>
              </a:ext>
            </a:extLst>
          </p:cNvPr>
          <p:cNvGrpSpPr/>
          <p:nvPr/>
        </p:nvGrpSpPr>
        <p:grpSpPr>
          <a:xfrm>
            <a:off x="611062" y="4444016"/>
            <a:ext cx="595800" cy="129600"/>
            <a:chOff x="611062" y="4444016"/>
            <a:chExt cx="595800" cy="129600"/>
          </a:xfrm>
        </p:grpSpPr>
        <mc:AlternateContent xmlns:mc="http://schemas.openxmlformats.org/markup-compatibility/2006">
          <mc:Choice xmlns:p14="http://schemas.microsoft.com/office/powerpoint/2010/main" Requires="p14">
            <p:contentPart p14:bwMode="auto" r:id="rId358">
              <p14:nvContentPartPr>
                <p14:cNvPr id="225" name="Ink 224">
                  <a:extLst>
                    <a:ext uri="{FF2B5EF4-FFF2-40B4-BE49-F238E27FC236}">
                      <a16:creationId xmlns:a16="http://schemas.microsoft.com/office/drawing/2014/main" id="{EC512D82-FDA8-8EE9-75BC-8CE481AE2018}"/>
                    </a:ext>
                  </a:extLst>
                </p14:cNvPr>
                <p14:cNvContentPartPr/>
                <p14:nvPr/>
              </p14:nvContentPartPr>
              <p14:xfrm>
                <a:off x="611062" y="4491896"/>
                <a:ext cx="159840" cy="74880"/>
              </p14:xfrm>
            </p:contentPart>
          </mc:Choice>
          <mc:Fallback>
            <p:pic>
              <p:nvPicPr>
                <p:cNvPr id="225" name="Ink 224">
                  <a:extLst>
                    <a:ext uri="{FF2B5EF4-FFF2-40B4-BE49-F238E27FC236}">
                      <a16:creationId xmlns:a16="http://schemas.microsoft.com/office/drawing/2014/main" id="{EC512D82-FDA8-8EE9-75BC-8CE481AE2018}"/>
                    </a:ext>
                  </a:extLst>
                </p:cNvPr>
                <p:cNvPicPr/>
                <p:nvPr/>
              </p:nvPicPr>
              <p:blipFill>
                <a:blip r:embed="rId359"/>
                <a:stretch>
                  <a:fillRect/>
                </a:stretch>
              </p:blipFill>
              <p:spPr>
                <a:xfrm>
                  <a:off x="602422" y="4483256"/>
                  <a:ext cx="17748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26" name="Ink 225">
                  <a:extLst>
                    <a:ext uri="{FF2B5EF4-FFF2-40B4-BE49-F238E27FC236}">
                      <a16:creationId xmlns:a16="http://schemas.microsoft.com/office/drawing/2014/main" id="{2EFB9065-B16A-EB14-F169-485AB1B04E78}"/>
                    </a:ext>
                  </a:extLst>
                </p14:cNvPr>
                <p14:cNvContentPartPr/>
                <p14:nvPr/>
              </p14:nvContentPartPr>
              <p14:xfrm>
                <a:off x="809422" y="4479656"/>
                <a:ext cx="101160" cy="76680"/>
              </p14:xfrm>
            </p:contentPart>
          </mc:Choice>
          <mc:Fallback>
            <p:pic>
              <p:nvPicPr>
                <p:cNvPr id="226" name="Ink 225">
                  <a:extLst>
                    <a:ext uri="{FF2B5EF4-FFF2-40B4-BE49-F238E27FC236}">
                      <a16:creationId xmlns:a16="http://schemas.microsoft.com/office/drawing/2014/main" id="{2EFB9065-B16A-EB14-F169-485AB1B04E78}"/>
                    </a:ext>
                  </a:extLst>
                </p:cNvPr>
                <p:cNvPicPr/>
                <p:nvPr/>
              </p:nvPicPr>
              <p:blipFill>
                <a:blip r:embed="rId361"/>
                <a:stretch>
                  <a:fillRect/>
                </a:stretch>
              </p:blipFill>
              <p:spPr>
                <a:xfrm>
                  <a:off x="800422" y="4471016"/>
                  <a:ext cx="11880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27" name="Ink 226">
                  <a:extLst>
                    <a:ext uri="{FF2B5EF4-FFF2-40B4-BE49-F238E27FC236}">
                      <a16:creationId xmlns:a16="http://schemas.microsoft.com/office/drawing/2014/main" id="{175C2819-A320-944D-BC7D-B31B7CFB6FC0}"/>
                    </a:ext>
                  </a:extLst>
                </p14:cNvPr>
                <p14:cNvContentPartPr/>
                <p14:nvPr/>
              </p14:nvContentPartPr>
              <p14:xfrm>
                <a:off x="951262" y="4444016"/>
                <a:ext cx="255600" cy="129600"/>
              </p14:xfrm>
            </p:contentPart>
          </mc:Choice>
          <mc:Fallback>
            <p:pic>
              <p:nvPicPr>
                <p:cNvPr id="227" name="Ink 226">
                  <a:extLst>
                    <a:ext uri="{FF2B5EF4-FFF2-40B4-BE49-F238E27FC236}">
                      <a16:creationId xmlns:a16="http://schemas.microsoft.com/office/drawing/2014/main" id="{175C2819-A320-944D-BC7D-B31B7CFB6FC0}"/>
                    </a:ext>
                  </a:extLst>
                </p:cNvPr>
                <p:cNvPicPr/>
                <p:nvPr/>
              </p:nvPicPr>
              <p:blipFill>
                <a:blip r:embed="rId363"/>
                <a:stretch>
                  <a:fillRect/>
                </a:stretch>
              </p:blipFill>
              <p:spPr>
                <a:xfrm>
                  <a:off x="942622" y="4435376"/>
                  <a:ext cx="273240" cy="147240"/>
                </a:xfrm>
                <a:prstGeom prst="rect">
                  <a:avLst/>
                </a:prstGeom>
              </p:spPr>
            </p:pic>
          </mc:Fallback>
        </mc:AlternateContent>
      </p:grpSp>
      <p:grpSp>
        <p:nvGrpSpPr>
          <p:cNvPr id="234" name="Group 233">
            <a:extLst>
              <a:ext uri="{FF2B5EF4-FFF2-40B4-BE49-F238E27FC236}">
                <a16:creationId xmlns:a16="http://schemas.microsoft.com/office/drawing/2014/main" id="{DF9E6ECD-48AE-E524-77E7-6CB9FB6E6E5B}"/>
              </a:ext>
            </a:extLst>
          </p:cNvPr>
          <p:cNvGrpSpPr/>
          <p:nvPr/>
        </p:nvGrpSpPr>
        <p:grpSpPr>
          <a:xfrm>
            <a:off x="1413862" y="4364456"/>
            <a:ext cx="1880280" cy="213840"/>
            <a:chOff x="1413862" y="4364456"/>
            <a:chExt cx="1880280" cy="213840"/>
          </a:xfrm>
        </p:grpSpPr>
        <mc:AlternateContent xmlns:mc="http://schemas.openxmlformats.org/markup-compatibility/2006">
          <mc:Choice xmlns:p14="http://schemas.microsoft.com/office/powerpoint/2010/main" Requires="p14">
            <p:contentPart p14:bwMode="auto" r:id="rId364">
              <p14:nvContentPartPr>
                <p14:cNvPr id="228" name="Ink 227">
                  <a:extLst>
                    <a:ext uri="{FF2B5EF4-FFF2-40B4-BE49-F238E27FC236}">
                      <a16:creationId xmlns:a16="http://schemas.microsoft.com/office/drawing/2014/main" id="{02C2DC61-97E8-E6AD-4245-5E35775AB0BF}"/>
                    </a:ext>
                  </a:extLst>
                </p14:cNvPr>
                <p14:cNvContentPartPr/>
                <p14:nvPr/>
              </p14:nvContentPartPr>
              <p14:xfrm>
                <a:off x="1413862" y="4453736"/>
                <a:ext cx="198000" cy="107640"/>
              </p14:xfrm>
            </p:contentPart>
          </mc:Choice>
          <mc:Fallback>
            <p:pic>
              <p:nvPicPr>
                <p:cNvPr id="228" name="Ink 227">
                  <a:extLst>
                    <a:ext uri="{FF2B5EF4-FFF2-40B4-BE49-F238E27FC236}">
                      <a16:creationId xmlns:a16="http://schemas.microsoft.com/office/drawing/2014/main" id="{02C2DC61-97E8-E6AD-4245-5E35775AB0BF}"/>
                    </a:ext>
                  </a:extLst>
                </p:cNvPr>
                <p:cNvPicPr/>
                <p:nvPr/>
              </p:nvPicPr>
              <p:blipFill>
                <a:blip r:embed="rId365"/>
                <a:stretch>
                  <a:fillRect/>
                </a:stretch>
              </p:blipFill>
              <p:spPr>
                <a:xfrm>
                  <a:off x="1405222" y="4444736"/>
                  <a:ext cx="21564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229" name="Ink 228">
                  <a:extLst>
                    <a:ext uri="{FF2B5EF4-FFF2-40B4-BE49-F238E27FC236}">
                      <a16:creationId xmlns:a16="http://schemas.microsoft.com/office/drawing/2014/main" id="{40854A67-EB13-CCC7-A40F-A87B6917C811}"/>
                    </a:ext>
                  </a:extLst>
                </p14:cNvPr>
                <p14:cNvContentPartPr/>
                <p14:nvPr/>
              </p14:nvContentPartPr>
              <p14:xfrm>
                <a:off x="1642462" y="4418456"/>
                <a:ext cx="167400" cy="159840"/>
              </p14:xfrm>
            </p:contentPart>
          </mc:Choice>
          <mc:Fallback>
            <p:pic>
              <p:nvPicPr>
                <p:cNvPr id="229" name="Ink 228">
                  <a:extLst>
                    <a:ext uri="{FF2B5EF4-FFF2-40B4-BE49-F238E27FC236}">
                      <a16:creationId xmlns:a16="http://schemas.microsoft.com/office/drawing/2014/main" id="{40854A67-EB13-CCC7-A40F-A87B6917C811}"/>
                    </a:ext>
                  </a:extLst>
                </p:cNvPr>
                <p:cNvPicPr/>
                <p:nvPr/>
              </p:nvPicPr>
              <p:blipFill>
                <a:blip r:embed="rId367"/>
                <a:stretch>
                  <a:fillRect/>
                </a:stretch>
              </p:blipFill>
              <p:spPr>
                <a:xfrm>
                  <a:off x="1633822" y="4409816"/>
                  <a:ext cx="18504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30" name="Ink 229">
                  <a:extLst>
                    <a:ext uri="{FF2B5EF4-FFF2-40B4-BE49-F238E27FC236}">
                      <a16:creationId xmlns:a16="http://schemas.microsoft.com/office/drawing/2014/main" id="{758A4351-94CE-39A5-B07F-D3970711AD82}"/>
                    </a:ext>
                  </a:extLst>
                </p14:cNvPr>
                <p14:cNvContentPartPr/>
                <p14:nvPr/>
              </p14:nvContentPartPr>
              <p14:xfrm>
                <a:off x="1996702" y="4451576"/>
                <a:ext cx="123480" cy="100440"/>
              </p14:xfrm>
            </p:contentPart>
          </mc:Choice>
          <mc:Fallback>
            <p:pic>
              <p:nvPicPr>
                <p:cNvPr id="230" name="Ink 229">
                  <a:extLst>
                    <a:ext uri="{FF2B5EF4-FFF2-40B4-BE49-F238E27FC236}">
                      <a16:creationId xmlns:a16="http://schemas.microsoft.com/office/drawing/2014/main" id="{758A4351-94CE-39A5-B07F-D3970711AD82}"/>
                    </a:ext>
                  </a:extLst>
                </p:cNvPr>
                <p:cNvPicPr/>
                <p:nvPr/>
              </p:nvPicPr>
              <p:blipFill>
                <a:blip r:embed="rId369"/>
                <a:stretch>
                  <a:fillRect/>
                </a:stretch>
              </p:blipFill>
              <p:spPr>
                <a:xfrm>
                  <a:off x="1987702" y="4442576"/>
                  <a:ext cx="14112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231" name="Ink 230">
                  <a:extLst>
                    <a:ext uri="{FF2B5EF4-FFF2-40B4-BE49-F238E27FC236}">
                      <a16:creationId xmlns:a16="http://schemas.microsoft.com/office/drawing/2014/main" id="{71BB3112-F84C-65C3-FB61-6440680592A1}"/>
                    </a:ext>
                  </a:extLst>
                </p14:cNvPr>
                <p14:cNvContentPartPr/>
                <p14:nvPr/>
              </p14:nvContentPartPr>
              <p14:xfrm>
                <a:off x="2177422" y="4438976"/>
                <a:ext cx="422280" cy="112320"/>
              </p14:xfrm>
            </p:contentPart>
          </mc:Choice>
          <mc:Fallback>
            <p:pic>
              <p:nvPicPr>
                <p:cNvPr id="231" name="Ink 230">
                  <a:extLst>
                    <a:ext uri="{FF2B5EF4-FFF2-40B4-BE49-F238E27FC236}">
                      <a16:creationId xmlns:a16="http://schemas.microsoft.com/office/drawing/2014/main" id="{71BB3112-F84C-65C3-FB61-6440680592A1}"/>
                    </a:ext>
                  </a:extLst>
                </p:cNvPr>
                <p:cNvPicPr/>
                <p:nvPr/>
              </p:nvPicPr>
              <p:blipFill>
                <a:blip r:embed="rId371"/>
                <a:stretch>
                  <a:fillRect/>
                </a:stretch>
              </p:blipFill>
              <p:spPr>
                <a:xfrm>
                  <a:off x="2168422" y="4429976"/>
                  <a:ext cx="43992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32" name="Ink 231">
                  <a:extLst>
                    <a:ext uri="{FF2B5EF4-FFF2-40B4-BE49-F238E27FC236}">
                      <a16:creationId xmlns:a16="http://schemas.microsoft.com/office/drawing/2014/main" id="{B2383BC8-1A88-A255-2335-D89D0BB768D7}"/>
                    </a:ext>
                  </a:extLst>
                </p14:cNvPr>
                <p14:cNvContentPartPr/>
                <p14:nvPr/>
              </p14:nvContentPartPr>
              <p14:xfrm>
                <a:off x="2748382" y="4446536"/>
                <a:ext cx="239400" cy="83880"/>
              </p14:xfrm>
            </p:contentPart>
          </mc:Choice>
          <mc:Fallback>
            <p:pic>
              <p:nvPicPr>
                <p:cNvPr id="232" name="Ink 231">
                  <a:extLst>
                    <a:ext uri="{FF2B5EF4-FFF2-40B4-BE49-F238E27FC236}">
                      <a16:creationId xmlns:a16="http://schemas.microsoft.com/office/drawing/2014/main" id="{B2383BC8-1A88-A255-2335-D89D0BB768D7}"/>
                    </a:ext>
                  </a:extLst>
                </p:cNvPr>
                <p:cNvPicPr/>
                <p:nvPr/>
              </p:nvPicPr>
              <p:blipFill>
                <a:blip r:embed="rId373"/>
                <a:stretch>
                  <a:fillRect/>
                </a:stretch>
              </p:blipFill>
              <p:spPr>
                <a:xfrm>
                  <a:off x="2739382" y="4437896"/>
                  <a:ext cx="25704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33" name="Ink 232">
                  <a:extLst>
                    <a:ext uri="{FF2B5EF4-FFF2-40B4-BE49-F238E27FC236}">
                      <a16:creationId xmlns:a16="http://schemas.microsoft.com/office/drawing/2014/main" id="{9CF55F0D-9F45-BF73-F5A5-EB9EB4A85412}"/>
                    </a:ext>
                  </a:extLst>
                </p14:cNvPr>
                <p14:cNvContentPartPr/>
                <p14:nvPr/>
              </p14:nvContentPartPr>
              <p14:xfrm>
                <a:off x="2964022" y="4364456"/>
                <a:ext cx="330120" cy="139680"/>
              </p14:xfrm>
            </p:contentPart>
          </mc:Choice>
          <mc:Fallback>
            <p:pic>
              <p:nvPicPr>
                <p:cNvPr id="233" name="Ink 232">
                  <a:extLst>
                    <a:ext uri="{FF2B5EF4-FFF2-40B4-BE49-F238E27FC236}">
                      <a16:creationId xmlns:a16="http://schemas.microsoft.com/office/drawing/2014/main" id="{9CF55F0D-9F45-BF73-F5A5-EB9EB4A85412}"/>
                    </a:ext>
                  </a:extLst>
                </p:cNvPr>
                <p:cNvPicPr/>
                <p:nvPr/>
              </p:nvPicPr>
              <p:blipFill>
                <a:blip r:embed="rId375"/>
                <a:stretch>
                  <a:fillRect/>
                </a:stretch>
              </p:blipFill>
              <p:spPr>
                <a:xfrm>
                  <a:off x="2955382" y="4355456"/>
                  <a:ext cx="347760" cy="157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76">
            <p14:nvContentPartPr>
              <p14:cNvPr id="236" name="Ink 235">
                <a:extLst>
                  <a:ext uri="{FF2B5EF4-FFF2-40B4-BE49-F238E27FC236}">
                    <a16:creationId xmlns:a16="http://schemas.microsoft.com/office/drawing/2014/main" id="{371E5091-5DFE-4F52-3BD5-400D0D19C82B}"/>
                  </a:ext>
                </a:extLst>
              </p14:cNvPr>
              <p14:cNvContentPartPr/>
              <p14:nvPr/>
            </p14:nvContentPartPr>
            <p14:xfrm>
              <a:off x="3576742" y="4289936"/>
              <a:ext cx="167400" cy="177840"/>
            </p14:xfrm>
          </p:contentPart>
        </mc:Choice>
        <mc:Fallback>
          <p:pic>
            <p:nvPicPr>
              <p:cNvPr id="236" name="Ink 235">
                <a:extLst>
                  <a:ext uri="{FF2B5EF4-FFF2-40B4-BE49-F238E27FC236}">
                    <a16:creationId xmlns:a16="http://schemas.microsoft.com/office/drawing/2014/main" id="{371E5091-5DFE-4F52-3BD5-400D0D19C82B}"/>
                  </a:ext>
                </a:extLst>
              </p:cNvPr>
              <p:cNvPicPr/>
              <p:nvPr/>
            </p:nvPicPr>
            <p:blipFill>
              <a:blip r:embed="rId377"/>
              <a:stretch>
                <a:fillRect/>
              </a:stretch>
            </p:blipFill>
            <p:spPr>
              <a:xfrm>
                <a:off x="3567742" y="4281296"/>
                <a:ext cx="18504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37" name="Ink 236">
                <a:extLst>
                  <a:ext uri="{FF2B5EF4-FFF2-40B4-BE49-F238E27FC236}">
                    <a16:creationId xmlns:a16="http://schemas.microsoft.com/office/drawing/2014/main" id="{6DFEE491-D154-685A-D5A2-60F709AB86F1}"/>
                  </a:ext>
                </a:extLst>
              </p14:cNvPr>
              <p14:cNvContentPartPr/>
              <p14:nvPr/>
            </p14:nvContentPartPr>
            <p14:xfrm>
              <a:off x="3795622" y="4354016"/>
              <a:ext cx="45720" cy="106560"/>
            </p14:xfrm>
          </p:contentPart>
        </mc:Choice>
        <mc:Fallback>
          <p:pic>
            <p:nvPicPr>
              <p:cNvPr id="237" name="Ink 236">
                <a:extLst>
                  <a:ext uri="{FF2B5EF4-FFF2-40B4-BE49-F238E27FC236}">
                    <a16:creationId xmlns:a16="http://schemas.microsoft.com/office/drawing/2014/main" id="{6DFEE491-D154-685A-D5A2-60F709AB86F1}"/>
                  </a:ext>
                </a:extLst>
              </p:cNvPr>
              <p:cNvPicPr/>
              <p:nvPr/>
            </p:nvPicPr>
            <p:blipFill>
              <a:blip r:embed="rId379"/>
              <a:stretch>
                <a:fillRect/>
              </a:stretch>
            </p:blipFill>
            <p:spPr>
              <a:xfrm>
                <a:off x="3786982" y="4345016"/>
                <a:ext cx="6336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38" name="Ink 237">
                <a:extLst>
                  <a:ext uri="{FF2B5EF4-FFF2-40B4-BE49-F238E27FC236}">
                    <a16:creationId xmlns:a16="http://schemas.microsoft.com/office/drawing/2014/main" id="{FF11BB84-4375-F8C7-A843-3EA0FA4728D1}"/>
                  </a:ext>
                </a:extLst>
              </p14:cNvPr>
              <p14:cNvContentPartPr/>
              <p14:nvPr/>
            </p14:nvContentPartPr>
            <p14:xfrm>
              <a:off x="3779782" y="4289936"/>
              <a:ext cx="128160" cy="16560"/>
            </p14:xfrm>
          </p:contentPart>
        </mc:Choice>
        <mc:Fallback>
          <p:pic>
            <p:nvPicPr>
              <p:cNvPr id="238" name="Ink 237">
                <a:extLst>
                  <a:ext uri="{FF2B5EF4-FFF2-40B4-BE49-F238E27FC236}">
                    <a16:creationId xmlns:a16="http://schemas.microsoft.com/office/drawing/2014/main" id="{FF11BB84-4375-F8C7-A843-3EA0FA4728D1}"/>
                  </a:ext>
                </a:extLst>
              </p:cNvPr>
              <p:cNvPicPr/>
              <p:nvPr/>
            </p:nvPicPr>
            <p:blipFill>
              <a:blip r:embed="rId381"/>
              <a:stretch>
                <a:fillRect/>
              </a:stretch>
            </p:blipFill>
            <p:spPr>
              <a:xfrm>
                <a:off x="3770782" y="4280936"/>
                <a:ext cx="14580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39" name="Ink 238">
                <a:extLst>
                  <a:ext uri="{FF2B5EF4-FFF2-40B4-BE49-F238E27FC236}">
                    <a16:creationId xmlns:a16="http://schemas.microsoft.com/office/drawing/2014/main" id="{A46C3940-D74E-84F8-D924-61209FE6AF8B}"/>
                  </a:ext>
                </a:extLst>
              </p14:cNvPr>
              <p14:cNvContentPartPr/>
              <p14:nvPr/>
            </p14:nvContentPartPr>
            <p14:xfrm>
              <a:off x="3790222" y="4359056"/>
              <a:ext cx="90360" cy="1440"/>
            </p14:xfrm>
          </p:contentPart>
        </mc:Choice>
        <mc:Fallback>
          <p:pic>
            <p:nvPicPr>
              <p:cNvPr id="239" name="Ink 238">
                <a:extLst>
                  <a:ext uri="{FF2B5EF4-FFF2-40B4-BE49-F238E27FC236}">
                    <a16:creationId xmlns:a16="http://schemas.microsoft.com/office/drawing/2014/main" id="{A46C3940-D74E-84F8-D924-61209FE6AF8B}"/>
                  </a:ext>
                </a:extLst>
              </p:cNvPr>
              <p:cNvPicPr/>
              <p:nvPr/>
            </p:nvPicPr>
            <p:blipFill>
              <a:blip r:embed="rId383"/>
              <a:stretch>
                <a:fillRect/>
              </a:stretch>
            </p:blipFill>
            <p:spPr>
              <a:xfrm>
                <a:off x="3781582" y="4350416"/>
                <a:ext cx="1080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40" name="Ink 239">
                <a:extLst>
                  <a:ext uri="{FF2B5EF4-FFF2-40B4-BE49-F238E27FC236}">
                    <a16:creationId xmlns:a16="http://schemas.microsoft.com/office/drawing/2014/main" id="{1E45740C-089C-4A1C-D3CA-88DAA8FEE146}"/>
                  </a:ext>
                </a:extLst>
              </p14:cNvPr>
              <p14:cNvContentPartPr/>
              <p14:nvPr/>
            </p14:nvContentPartPr>
            <p14:xfrm>
              <a:off x="4072102" y="4332416"/>
              <a:ext cx="43920" cy="117000"/>
            </p14:xfrm>
          </p:contentPart>
        </mc:Choice>
        <mc:Fallback>
          <p:pic>
            <p:nvPicPr>
              <p:cNvPr id="240" name="Ink 239">
                <a:extLst>
                  <a:ext uri="{FF2B5EF4-FFF2-40B4-BE49-F238E27FC236}">
                    <a16:creationId xmlns:a16="http://schemas.microsoft.com/office/drawing/2014/main" id="{1E45740C-089C-4A1C-D3CA-88DAA8FEE146}"/>
                  </a:ext>
                </a:extLst>
              </p:cNvPr>
              <p:cNvPicPr/>
              <p:nvPr/>
            </p:nvPicPr>
            <p:blipFill>
              <a:blip r:embed="rId385"/>
              <a:stretch>
                <a:fillRect/>
              </a:stretch>
            </p:blipFill>
            <p:spPr>
              <a:xfrm>
                <a:off x="4063102" y="4323776"/>
                <a:ext cx="6156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41" name="Ink 240">
                <a:extLst>
                  <a:ext uri="{FF2B5EF4-FFF2-40B4-BE49-F238E27FC236}">
                    <a16:creationId xmlns:a16="http://schemas.microsoft.com/office/drawing/2014/main" id="{93E9913B-0734-D69E-E5BB-6541A633778F}"/>
                  </a:ext>
                </a:extLst>
              </p14:cNvPr>
              <p14:cNvContentPartPr/>
              <p14:nvPr/>
            </p14:nvContentPartPr>
            <p14:xfrm>
              <a:off x="3965902" y="4296416"/>
              <a:ext cx="186480" cy="19440"/>
            </p14:xfrm>
          </p:contentPart>
        </mc:Choice>
        <mc:Fallback>
          <p:pic>
            <p:nvPicPr>
              <p:cNvPr id="241" name="Ink 240">
                <a:extLst>
                  <a:ext uri="{FF2B5EF4-FFF2-40B4-BE49-F238E27FC236}">
                    <a16:creationId xmlns:a16="http://schemas.microsoft.com/office/drawing/2014/main" id="{93E9913B-0734-D69E-E5BB-6541A633778F}"/>
                  </a:ext>
                </a:extLst>
              </p:cNvPr>
              <p:cNvPicPr/>
              <p:nvPr/>
            </p:nvPicPr>
            <p:blipFill>
              <a:blip r:embed="rId387"/>
              <a:stretch>
                <a:fillRect/>
              </a:stretch>
            </p:blipFill>
            <p:spPr>
              <a:xfrm>
                <a:off x="3956902" y="4287776"/>
                <a:ext cx="20412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42" name="Ink 241">
                <a:extLst>
                  <a:ext uri="{FF2B5EF4-FFF2-40B4-BE49-F238E27FC236}">
                    <a16:creationId xmlns:a16="http://schemas.microsoft.com/office/drawing/2014/main" id="{73D2128C-3B87-A7C8-9350-BF97DD6D6509}"/>
                  </a:ext>
                </a:extLst>
              </p14:cNvPr>
              <p14:cNvContentPartPr/>
              <p14:nvPr/>
            </p14:nvContentPartPr>
            <p14:xfrm>
              <a:off x="4290262" y="4157816"/>
              <a:ext cx="106560" cy="289800"/>
            </p14:xfrm>
          </p:contentPart>
        </mc:Choice>
        <mc:Fallback>
          <p:pic>
            <p:nvPicPr>
              <p:cNvPr id="242" name="Ink 241">
                <a:extLst>
                  <a:ext uri="{FF2B5EF4-FFF2-40B4-BE49-F238E27FC236}">
                    <a16:creationId xmlns:a16="http://schemas.microsoft.com/office/drawing/2014/main" id="{73D2128C-3B87-A7C8-9350-BF97DD6D6509}"/>
                  </a:ext>
                </a:extLst>
              </p:cNvPr>
              <p:cNvPicPr/>
              <p:nvPr/>
            </p:nvPicPr>
            <p:blipFill>
              <a:blip r:embed="rId389"/>
              <a:stretch>
                <a:fillRect/>
              </a:stretch>
            </p:blipFill>
            <p:spPr>
              <a:xfrm>
                <a:off x="4281262" y="4149176"/>
                <a:ext cx="124200" cy="307440"/>
              </a:xfrm>
              <a:prstGeom prst="rect">
                <a:avLst/>
              </a:prstGeom>
            </p:spPr>
          </p:pic>
        </mc:Fallback>
      </mc:AlternateContent>
      <p:grpSp>
        <p:nvGrpSpPr>
          <p:cNvPr id="256" name="Group 255">
            <a:extLst>
              <a:ext uri="{FF2B5EF4-FFF2-40B4-BE49-F238E27FC236}">
                <a16:creationId xmlns:a16="http://schemas.microsoft.com/office/drawing/2014/main" id="{2FF29F9D-8402-E2D1-C479-933F5E696DAB}"/>
              </a:ext>
            </a:extLst>
          </p:cNvPr>
          <p:cNvGrpSpPr/>
          <p:nvPr/>
        </p:nvGrpSpPr>
        <p:grpSpPr>
          <a:xfrm>
            <a:off x="4460182" y="4273736"/>
            <a:ext cx="542520" cy="171360"/>
            <a:chOff x="4460182" y="4273736"/>
            <a:chExt cx="542520" cy="171360"/>
          </a:xfrm>
        </p:grpSpPr>
        <mc:AlternateContent xmlns:mc="http://schemas.openxmlformats.org/markup-compatibility/2006">
          <mc:Choice xmlns:p14="http://schemas.microsoft.com/office/powerpoint/2010/main" Requires="p14">
            <p:contentPart p14:bwMode="auto" r:id="rId390">
              <p14:nvContentPartPr>
                <p14:cNvPr id="248" name="Ink 247">
                  <a:extLst>
                    <a:ext uri="{FF2B5EF4-FFF2-40B4-BE49-F238E27FC236}">
                      <a16:creationId xmlns:a16="http://schemas.microsoft.com/office/drawing/2014/main" id="{5FEC8D2E-9F66-948A-8A22-FDD304F1F0E0}"/>
                    </a:ext>
                  </a:extLst>
                </p14:cNvPr>
                <p14:cNvContentPartPr/>
                <p14:nvPr/>
              </p14:nvContentPartPr>
              <p14:xfrm>
                <a:off x="4460182" y="4284896"/>
                <a:ext cx="72360" cy="132840"/>
              </p14:xfrm>
            </p:contentPart>
          </mc:Choice>
          <mc:Fallback>
            <p:pic>
              <p:nvPicPr>
                <p:cNvPr id="248" name="Ink 247">
                  <a:extLst>
                    <a:ext uri="{FF2B5EF4-FFF2-40B4-BE49-F238E27FC236}">
                      <a16:creationId xmlns:a16="http://schemas.microsoft.com/office/drawing/2014/main" id="{5FEC8D2E-9F66-948A-8A22-FDD304F1F0E0}"/>
                    </a:ext>
                  </a:extLst>
                </p:cNvPr>
                <p:cNvPicPr/>
                <p:nvPr/>
              </p:nvPicPr>
              <p:blipFill>
                <a:blip r:embed="rId391"/>
                <a:stretch>
                  <a:fillRect/>
                </a:stretch>
              </p:blipFill>
              <p:spPr>
                <a:xfrm>
                  <a:off x="4451182" y="4275896"/>
                  <a:ext cx="9000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249" name="Ink 248">
                  <a:extLst>
                    <a:ext uri="{FF2B5EF4-FFF2-40B4-BE49-F238E27FC236}">
                      <a16:creationId xmlns:a16="http://schemas.microsoft.com/office/drawing/2014/main" id="{103B0D8D-606A-AF98-12B0-587CA28D2DDB}"/>
                    </a:ext>
                  </a:extLst>
                </p14:cNvPr>
                <p14:cNvContentPartPr/>
                <p14:nvPr/>
              </p14:nvContentPartPr>
              <p14:xfrm>
                <a:off x="4470982" y="4279496"/>
                <a:ext cx="116280" cy="37440"/>
              </p14:xfrm>
            </p:contentPart>
          </mc:Choice>
          <mc:Fallback>
            <p:pic>
              <p:nvPicPr>
                <p:cNvPr id="249" name="Ink 248">
                  <a:extLst>
                    <a:ext uri="{FF2B5EF4-FFF2-40B4-BE49-F238E27FC236}">
                      <a16:creationId xmlns:a16="http://schemas.microsoft.com/office/drawing/2014/main" id="{103B0D8D-606A-AF98-12B0-587CA28D2DDB}"/>
                    </a:ext>
                  </a:extLst>
                </p:cNvPr>
                <p:cNvPicPr/>
                <p:nvPr/>
              </p:nvPicPr>
              <p:blipFill>
                <a:blip r:embed="rId393"/>
                <a:stretch>
                  <a:fillRect/>
                </a:stretch>
              </p:blipFill>
              <p:spPr>
                <a:xfrm>
                  <a:off x="4461982" y="4270496"/>
                  <a:ext cx="13392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250" name="Ink 249">
                  <a:extLst>
                    <a:ext uri="{FF2B5EF4-FFF2-40B4-BE49-F238E27FC236}">
                      <a16:creationId xmlns:a16="http://schemas.microsoft.com/office/drawing/2014/main" id="{2FD6E6EB-F831-645B-405B-26D5899AC49F}"/>
                    </a:ext>
                  </a:extLst>
                </p14:cNvPr>
                <p14:cNvContentPartPr/>
                <p14:nvPr/>
              </p14:nvContentPartPr>
              <p14:xfrm>
                <a:off x="4502662" y="4348616"/>
                <a:ext cx="87480" cy="16920"/>
              </p14:xfrm>
            </p:contentPart>
          </mc:Choice>
          <mc:Fallback>
            <p:pic>
              <p:nvPicPr>
                <p:cNvPr id="250" name="Ink 249">
                  <a:extLst>
                    <a:ext uri="{FF2B5EF4-FFF2-40B4-BE49-F238E27FC236}">
                      <a16:creationId xmlns:a16="http://schemas.microsoft.com/office/drawing/2014/main" id="{2FD6E6EB-F831-645B-405B-26D5899AC49F}"/>
                    </a:ext>
                  </a:extLst>
                </p:cNvPr>
                <p:cNvPicPr/>
                <p:nvPr/>
              </p:nvPicPr>
              <p:blipFill>
                <a:blip r:embed="rId395"/>
                <a:stretch>
                  <a:fillRect/>
                </a:stretch>
              </p:blipFill>
              <p:spPr>
                <a:xfrm>
                  <a:off x="4494022" y="4339616"/>
                  <a:ext cx="10512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251" name="Ink 250">
                  <a:extLst>
                    <a:ext uri="{FF2B5EF4-FFF2-40B4-BE49-F238E27FC236}">
                      <a16:creationId xmlns:a16="http://schemas.microsoft.com/office/drawing/2014/main" id="{2277FB19-3C6E-391B-6F30-5658E8FB430E}"/>
                    </a:ext>
                  </a:extLst>
                </p14:cNvPr>
                <p14:cNvContentPartPr/>
                <p14:nvPr/>
              </p14:nvContentPartPr>
              <p14:xfrm>
                <a:off x="4683382" y="4327376"/>
                <a:ext cx="42480" cy="117720"/>
              </p14:xfrm>
            </p:contentPart>
          </mc:Choice>
          <mc:Fallback>
            <p:pic>
              <p:nvPicPr>
                <p:cNvPr id="251" name="Ink 250">
                  <a:extLst>
                    <a:ext uri="{FF2B5EF4-FFF2-40B4-BE49-F238E27FC236}">
                      <a16:creationId xmlns:a16="http://schemas.microsoft.com/office/drawing/2014/main" id="{2277FB19-3C6E-391B-6F30-5658E8FB430E}"/>
                    </a:ext>
                  </a:extLst>
                </p:cNvPr>
                <p:cNvPicPr/>
                <p:nvPr/>
              </p:nvPicPr>
              <p:blipFill>
                <a:blip r:embed="rId397"/>
                <a:stretch>
                  <a:fillRect/>
                </a:stretch>
              </p:blipFill>
              <p:spPr>
                <a:xfrm>
                  <a:off x="4674742" y="4318376"/>
                  <a:ext cx="6012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252" name="Ink 251">
                  <a:extLst>
                    <a:ext uri="{FF2B5EF4-FFF2-40B4-BE49-F238E27FC236}">
                      <a16:creationId xmlns:a16="http://schemas.microsoft.com/office/drawing/2014/main" id="{969B8FD8-9799-C5CB-0F53-1A657EA6B4D3}"/>
                    </a:ext>
                  </a:extLst>
                </p14:cNvPr>
                <p14:cNvContentPartPr/>
                <p14:nvPr/>
              </p14:nvContentPartPr>
              <p14:xfrm>
                <a:off x="4667542" y="4273736"/>
                <a:ext cx="69480" cy="48600"/>
              </p14:xfrm>
            </p:contentPart>
          </mc:Choice>
          <mc:Fallback>
            <p:pic>
              <p:nvPicPr>
                <p:cNvPr id="252" name="Ink 251">
                  <a:extLst>
                    <a:ext uri="{FF2B5EF4-FFF2-40B4-BE49-F238E27FC236}">
                      <a16:creationId xmlns:a16="http://schemas.microsoft.com/office/drawing/2014/main" id="{969B8FD8-9799-C5CB-0F53-1A657EA6B4D3}"/>
                    </a:ext>
                  </a:extLst>
                </p:cNvPr>
                <p:cNvPicPr/>
                <p:nvPr/>
              </p:nvPicPr>
              <p:blipFill>
                <a:blip r:embed="rId399"/>
                <a:stretch>
                  <a:fillRect/>
                </a:stretch>
              </p:blipFill>
              <p:spPr>
                <a:xfrm>
                  <a:off x="4658542" y="4264736"/>
                  <a:ext cx="8712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253" name="Ink 252">
                  <a:extLst>
                    <a:ext uri="{FF2B5EF4-FFF2-40B4-BE49-F238E27FC236}">
                      <a16:creationId xmlns:a16="http://schemas.microsoft.com/office/drawing/2014/main" id="{EB88A7A7-02AE-A11F-2A61-14EE3964ECA5}"/>
                    </a:ext>
                  </a:extLst>
                </p14:cNvPr>
                <p14:cNvContentPartPr/>
                <p14:nvPr/>
              </p14:nvContentPartPr>
              <p14:xfrm>
                <a:off x="4688782" y="4339976"/>
                <a:ext cx="79560" cy="3600"/>
              </p14:xfrm>
            </p:contentPart>
          </mc:Choice>
          <mc:Fallback>
            <p:pic>
              <p:nvPicPr>
                <p:cNvPr id="253" name="Ink 252">
                  <a:extLst>
                    <a:ext uri="{FF2B5EF4-FFF2-40B4-BE49-F238E27FC236}">
                      <a16:creationId xmlns:a16="http://schemas.microsoft.com/office/drawing/2014/main" id="{EB88A7A7-02AE-A11F-2A61-14EE3964ECA5}"/>
                    </a:ext>
                  </a:extLst>
                </p:cNvPr>
                <p:cNvPicPr/>
                <p:nvPr/>
              </p:nvPicPr>
              <p:blipFill>
                <a:blip r:embed="rId401"/>
                <a:stretch>
                  <a:fillRect/>
                </a:stretch>
              </p:blipFill>
              <p:spPr>
                <a:xfrm>
                  <a:off x="4679782" y="4330976"/>
                  <a:ext cx="9720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254" name="Ink 253">
                  <a:extLst>
                    <a:ext uri="{FF2B5EF4-FFF2-40B4-BE49-F238E27FC236}">
                      <a16:creationId xmlns:a16="http://schemas.microsoft.com/office/drawing/2014/main" id="{D439D7DF-6313-A04B-F571-422A3468355B}"/>
                    </a:ext>
                  </a:extLst>
                </p14:cNvPr>
                <p14:cNvContentPartPr/>
                <p14:nvPr/>
              </p14:nvContentPartPr>
              <p14:xfrm>
                <a:off x="4911982" y="4327376"/>
                <a:ext cx="50760" cy="92880"/>
              </p14:xfrm>
            </p:contentPart>
          </mc:Choice>
          <mc:Fallback>
            <p:pic>
              <p:nvPicPr>
                <p:cNvPr id="254" name="Ink 253">
                  <a:extLst>
                    <a:ext uri="{FF2B5EF4-FFF2-40B4-BE49-F238E27FC236}">
                      <a16:creationId xmlns:a16="http://schemas.microsoft.com/office/drawing/2014/main" id="{D439D7DF-6313-A04B-F571-422A3468355B}"/>
                    </a:ext>
                  </a:extLst>
                </p:cNvPr>
                <p:cNvPicPr/>
                <p:nvPr/>
              </p:nvPicPr>
              <p:blipFill>
                <a:blip r:embed="rId403"/>
                <a:stretch>
                  <a:fillRect/>
                </a:stretch>
              </p:blipFill>
              <p:spPr>
                <a:xfrm>
                  <a:off x="4903342" y="4318376"/>
                  <a:ext cx="6840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255" name="Ink 254">
                  <a:extLst>
                    <a:ext uri="{FF2B5EF4-FFF2-40B4-BE49-F238E27FC236}">
                      <a16:creationId xmlns:a16="http://schemas.microsoft.com/office/drawing/2014/main" id="{6490B93E-0DEF-A9E3-D80A-621A9C637049}"/>
                    </a:ext>
                  </a:extLst>
                </p14:cNvPr>
                <p14:cNvContentPartPr/>
                <p14:nvPr/>
              </p14:nvContentPartPr>
              <p14:xfrm>
                <a:off x="4778782" y="4285616"/>
                <a:ext cx="223920" cy="5040"/>
              </p14:xfrm>
            </p:contentPart>
          </mc:Choice>
          <mc:Fallback>
            <p:pic>
              <p:nvPicPr>
                <p:cNvPr id="255" name="Ink 254">
                  <a:extLst>
                    <a:ext uri="{FF2B5EF4-FFF2-40B4-BE49-F238E27FC236}">
                      <a16:creationId xmlns:a16="http://schemas.microsoft.com/office/drawing/2014/main" id="{6490B93E-0DEF-A9E3-D80A-621A9C637049}"/>
                    </a:ext>
                  </a:extLst>
                </p:cNvPr>
                <p:cNvPicPr/>
                <p:nvPr/>
              </p:nvPicPr>
              <p:blipFill>
                <a:blip r:embed="rId405"/>
                <a:stretch>
                  <a:fillRect/>
                </a:stretch>
              </p:blipFill>
              <p:spPr>
                <a:xfrm>
                  <a:off x="4770142" y="4276976"/>
                  <a:ext cx="241560" cy="22680"/>
                </a:xfrm>
                <a:prstGeom prst="rect">
                  <a:avLst/>
                </a:prstGeom>
              </p:spPr>
            </p:pic>
          </mc:Fallback>
        </mc:AlternateContent>
      </p:grpSp>
      <p:grpSp>
        <p:nvGrpSpPr>
          <p:cNvPr id="265" name="Group 264">
            <a:extLst>
              <a:ext uri="{FF2B5EF4-FFF2-40B4-BE49-F238E27FC236}">
                <a16:creationId xmlns:a16="http://schemas.microsoft.com/office/drawing/2014/main" id="{4DFAC66D-E8F9-994D-C8EB-5C4F209A23AF}"/>
              </a:ext>
            </a:extLst>
          </p:cNvPr>
          <p:cNvGrpSpPr/>
          <p:nvPr/>
        </p:nvGrpSpPr>
        <p:grpSpPr>
          <a:xfrm>
            <a:off x="5377462" y="4189136"/>
            <a:ext cx="1992240" cy="396360"/>
            <a:chOff x="5377462" y="4189136"/>
            <a:chExt cx="1992240" cy="396360"/>
          </a:xfrm>
        </p:grpSpPr>
        <mc:AlternateContent xmlns:mc="http://schemas.openxmlformats.org/markup-compatibility/2006">
          <mc:Choice xmlns:p14="http://schemas.microsoft.com/office/powerpoint/2010/main" Requires="p14">
            <p:contentPart p14:bwMode="auto" r:id="rId406">
              <p14:nvContentPartPr>
                <p14:cNvPr id="257" name="Ink 256">
                  <a:extLst>
                    <a:ext uri="{FF2B5EF4-FFF2-40B4-BE49-F238E27FC236}">
                      <a16:creationId xmlns:a16="http://schemas.microsoft.com/office/drawing/2014/main" id="{5B631165-8614-F468-0A7C-F4B837C70CA8}"/>
                    </a:ext>
                  </a:extLst>
                </p14:cNvPr>
                <p14:cNvContentPartPr/>
                <p14:nvPr/>
              </p14:nvContentPartPr>
              <p14:xfrm>
                <a:off x="5377462" y="4386056"/>
                <a:ext cx="149760" cy="75600"/>
              </p14:xfrm>
            </p:contentPart>
          </mc:Choice>
          <mc:Fallback>
            <p:pic>
              <p:nvPicPr>
                <p:cNvPr id="257" name="Ink 256">
                  <a:extLst>
                    <a:ext uri="{FF2B5EF4-FFF2-40B4-BE49-F238E27FC236}">
                      <a16:creationId xmlns:a16="http://schemas.microsoft.com/office/drawing/2014/main" id="{5B631165-8614-F468-0A7C-F4B837C70CA8}"/>
                    </a:ext>
                  </a:extLst>
                </p:cNvPr>
                <p:cNvPicPr/>
                <p:nvPr/>
              </p:nvPicPr>
              <p:blipFill>
                <a:blip r:embed="rId407"/>
                <a:stretch>
                  <a:fillRect/>
                </a:stretch>
              </p:blipFill>
              <p:spPr>
                <a:xfrm>
                  <a:off x="5368462" y="4377416"/>
                  <a:ext cx="16740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58" name="Ink 257">
                  <a:extLst>
                    <a:ext uri="{FF2B5EF4-FFF2-40B4-BE49-F238E27FC236}">
                      <a16:creationId xmlns:a16="http://schemas.microsoft.com/office/drawing/2014/main" id="{DCD2C387-C417-792D-5952-055605D13058}"/>
                    </a:ext>
                  </a:extLst>
                </p14:cNvPr>
                <p14:cNvContentPartPr/>
                <p14:nvPr/>
              </p14:nvContentPartPr>
              <p14:xfrm>
                <a:off x="5544142" y="4247096"/>
                <a:ext cx="146160" cy="338400"/>
              </p14:xfrm>
            </p:contentPart>
          </mc:Choice>
          <mc:Fallback>
            <p:pic>
              <p:nvPicPr>
                <p:cNvPr id="258" name="Ink 257">
                  <a:extLst>
                    <a:ext uri="{FF2B5EF4-FFF2-40B4-BE49-F238E27FC236}">
                      <a16:creationId xmlns:a16="http://schemas.microsoft.com/office/drawing/2014/main" id="{DCD2C387-C417-792D-5952-055605D13058}"/>
                    </a:ext>
                  </a:extLst>
                </p:cNvPr>
                <p:cNvPicPr/>
                <p:nvPr/>
              </p:nvPicPr>
              <p:blipFill>
                <a:blip r:embed="rId409"/>
                <a:stretch>
                  <a:fillRect/>
                </a:stretch>
              </p:blipFill>
              <p:spPr>
                <a:xfrm>
                  <a:off x="5535502" y="4238456"/>
                  <a:ext cx="163800" cy="35604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259" name="Ink 258">
                  <a:extLst>
                    <a:ext uri="{FF2B5EF4-FFF2-40B4-BE49-F238E27FC236}">
                      <a16:creationId xmlns:a16="http://schemas.microsoft.com/office/drawing/2014/main" id="{64B54BC7-D37F-0D4E-6403-55E84CD3F0AC}"/>
                    </a:ext>
                  </a:extLst>
                </p14:cNvPr>
                <p14:cNvContentPartPr/>
                <p14:nvPr/>
              </p14:nvContentPartPr>
              <p14:xfrm>
                <a:off x="5571862" y="4482536"/>
                <a:ext cx="84960" cy="4680"/>
              </p14:xfrm>
            </p:contentPart>
          </mc:Choice>
          <mc:Fallback>
            <p:pic>
              <p:nvPicPr>
                <p:cNvPr id="259" name="Ink 258">
                  <a:extLst>
                    <a:ext uri="{FF2B5EF4-FFF2-40B4-BE49-F238E27FC236}">
                      <a16:creationId xmlns:a16="http://schemas.microsoft.com/office/drawing/2014/main" id="{64B54BC7-D37F-0D4E-6403-55E84CD3F0AC}"/>
                    </a:ext>
                  </a:extLst>
                </p:cNvPr>
                <p:cNvPicPr/>
                <p:nvPr/>
              </p:nvPicPr>
              <p:blipFill>
                <a:blip r:embed="rId411"/>
                <a:stretch>
                  <a:fillRect/>
                </a:stretch>
              </p:blipFill>
              <p:spPr>
                <a:xfrm>
                  <a:off x="5562862" y="4473896"/>
                  <a:ext cx="10260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260" name="Ink 259">
                  <a:extLst>
                    <a:ext uri="{FF2B5EF4-FFF2-40B4-BE49-F238E27FC236}">
                      <a16:creationId xmlns:a16="http://schemas.microsoft.com/office/drawing/2014/main" id="{22810379-0C46-F1CF-DDAC-88C5AA2599BA}"/>
                    </a:ext>
                  </a:extLst>
                </p14:cNvPr>
                <p14:cNvContentPartPr/>
                <p14:nvPr/>
              </p14:nvContentPartPr>
              <p14:xfrm>
                <a:off x="5878222" y="4240256"/>
                <a:ext cx="465840" cy="252360"/>
              </p14:xfrm>
            </p:contentPart>
          </mc:Choice>
          <mc:Fallback>
            <p:pic>
              <p:nvPicPr>
                <p:cNvPr id="260" name="Ink 259">
                  <a:extLst>
                    <a:ext uri="{FF2B5EF4-FFF2-40B4-BE49-F238E27FC236}">
                      <a16:creationId xmlns:a16="http://schemas.microsoft.com/office/drawing/2014/main" id="{22810379-0C46-F1CF-DDAC-88C5AA2599BA}"/>
                    </a:ext>
                  </a:extLst>
                </p:cNvPr>
                <p:cNvPicPr/>
                <p:nvPr/>
              </p:nvPicPr>
              <p:blipFill>
                <a:blip r:embed="rId413"/>
                <a:stretch>
                  <a:fillRect/>
                </a:stretch>
              </p:blipFill>
              <p:spPr>
                <a:xfrm>
                  <a:off x="5869222" y="4231256"/>
                  <a:ext cx="48348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261" name="Ink 260">
                  <a:extLst>
                    <a:ext uri="{FF2B5EF4-FFF2-40B4-BE49-F238E27FC236}">
                      <a16:creationId xmlns:a16="http://schemas.microsoft.com/office/drawing/2014/main" id="{D430694B-7085-14A3-01C5-F1A0F6395FDF}"/>
                    </a:ext>
                  </a:extLst>
                </p14:cNvPr>
                <p14:cNvContentPartPr/>
                <p14:nvPr/>
              </p14:nvContentPartPr>
              <p14:xfrm>
                <a:off x="6401662" y="4380296"/>
                <a:ext cx="103320" cy="192960"/>
              </p14:xfrm>
            </p:contentPart>
          </mc:Choice>
          <mc:Fallback>
            <p:pic>
              <p:nvPicPr>
                <p:cNvPr id="261" name="Ink 260">
                  <a:extLst>
                    <a:ext uri="{FF2B5EF4-FFF2-40B4-BE49-F238E27FC236}">
                      <a16:creationId xmlns:a16="http://schemas.microsoft.com/office/drawing/2014/main" id="{D430694B-7085-14A3-01C5-F1A0F6395FDF}"/>
                    </a:ext>
                  </a:extLst>
                </p:cNvPr>
                <p:cNvPicPr/>
                <p:nvPr/>
              </p:nvPicPr>
              <p:blipFill>
                <a:blip r:embed="rId415"/>
                <a:stretch>
                  <a:fillRect/>
                </a:stretch>
              </p:blipFill>
              <p:spPr>
                <a:xfrm>
                  <a:off x="6393022" y="4371656"/>
                  <a:ext cx="12096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262" name="Ink 261">
                  <a:extLst>
                    <a:ext uri="{FF2B5EF4-FFF2-40B4-BE49-F238E27FC236}">
                      <a16:creationId xmlns:a16="http://schemas.microsoft.com/office/drawing/2014/main" id="{CF2C9541-2CB7-E6E5-D727-A48A98EBCC29}"/>
                    </a:ext>
                  </a:extLst>
                </p14:cNvPr>
                <p14:cNvContentPartPr/>
                <p14:nvPr/>
              </p14:nvContentPartPr>
              <p14:xfrm>
                <a:off x="6496342" y="4189136"/>
                <a:ext cx="402120" cy="245520"/>
              </p14:xfrm>
            </p:contentPart>
          </mc:Choice>
          <mc:Fallback>
            <p:pic>
              <p:nvPicPr>
                <p:cNvPr id="262" name="Ink 261">
                  <a:extLst>
                    <a:ext uri="{FF2B5EF4-FFF2-40B4-BE49-F238E27FC236}">
                      <a16:creationId xmlns:a16="http://schemas.microsoft.com/office/drawing/2014/main" id="{CF2C9541-2CB7-E6E5-D727-A48A98EBCC29}"/>
                    </a:ext>
                  </a:extLst>
                </p:cNvPr>
                <p:cNvPicPr/>
                <p:nvPr/>
              </p:nvPicPr>
              <p:blipFill>
                <a:blip r:embed="rId417"/>
                <a:stretch>
                  <a:fillRect/>
                </a:stretch>
              </p:blipFill>
              <p:spPr>
                <a:xfrm>
                  <a:off x="6487342" y="4180136"/>
                  <a:ext cx="41976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263" name="Ink 262">
                  <a:extLst>
                    <a:ext uri="{FF2B5EF4-FFF2-40B4-BE49-F238E27FC236}">
                      <a16:creationId xmlns:a16="http://schemas.microsoft.com/office/drawing/2014/main" id="{3C5C34EC-3F39-14EB-A7E7-E8E1882ABFC8}"/>
                    </a:ext>
                  </a:extLst>
                </p14:cNvPr>
                <p14:cNvContentPartPr/>
                <p14:nvPr/>
              </p14:nvContentPartPr>
              <p14:xfrm>
                <a:off x="7053982" y="4248896"/>
                <a:ext cx="315720" cy="189000"/>
              </p14:xfrm>
            </p:contentPart>
          </mc:Choice>
          <mc:Fallback>
            <p:pic>
              <p:nvPicPr>
                <p:cNvPr id="263" name="Ink 262">
                  <a:extLst>
                    <a:ext uri="{FF2B5EF4-FFF2-40B4-BE49-F238E27FC236}">
                      <a16:creationId xmlns:a16="http://schemas.microsoft.com/office/drawing/2014/main" id="{3C5C34EC-3F39-14EB-A7E7-E8E1882ABFC8}"/>
                    </a:ext>
                  </a:extLst>
                </p:cNvPr>
                <p:cNvPicPr/>
                <p:nvPr/>
              </p:nvPicPr>
              <p:blipFill>
                <a:blip r:embed="rId419"/>
                <a:stretch>
                  <a:fillRect/>
                </a:stretch>
              </p:blipFill>
              <p:spPr>
                <a:xfrm>
                  <a:off x="7045342" y="4239896"/>
                  <a:ext cx="333360" cy="206640"/>
                </a:xfrm>
                <a:prstGeom prst="rect">
                  <a:avLst/>
                </a:prstGeom>
              </p:spPr>
            </p:pic>
          </mc:Fallback>
        </mc:AlternateContent>
      </p:grpSp>
      <p:grpSp>
        <p:nvGrpSpPr>
          <p:cNvPr id="270" name="Group 269">
            <a:extLst>
              <a:ext uri="{FF2B5EF4-FFF2-40B4-BE49-F238E27FC236}">
                <a16:creationId xmlns:a16="http://schemas.microsoft.com/office/drawing/2014/main" id="{960C542E-7F7E-59B8-6E2B-368EBEE72266}"/>
              </a:ext>
            </a:extLst>
          </p:cNvPr>
          <p:cNvGrpSpPr/>
          <p:nvPr/>
        </p:nvGrpSpPr>
        <p:grpSpPr>
          <a:xfrm>
            <a:off x="7570582" y="4265456"/>
            <a:ext cx="889200" cy="211320"/>
            <a:chOff x="7570582" y="4265456"/>
            <a:chExt cx="889200" cy="211320"/>
          </a:xfrm>
        </p:grpSpPr>
        <mc:AlternateContent xmlns:mc="http://schemas.openxmlformats.org/markup-compatibility/2006">
          <mc:Choice xmlns:p14="http://schemas.microsoft.com/office/powerpoint/2010/main" Requires="p14">
            <p:contentPart p14:bwMode="auto" r:id="rId420">
              <p14:nvContentPartPr>
                <p14:cNvPr id="267" name="Ink 266">
                  <a:extLst>
                    <a:ext uri="{FF2B5EF4-FFF2-40B4-BE49-F238E27FC236}">
                      <a16:creationId xmlns:a16="http://schemas.microsoft.com/office/drawing/2014/main" id="{B44830CE-F4DB-826D-9407-F5070BFFFFE4}"/>
                    </a:ext>
                  </a:extLst>
                </p14:cNvPr>
                <p14:cNvContentPartPr/>
                <p14:nvPr/>
              </p14:nvContentPartPr>
              <p14:xfrm>
                <a:off x="7570582" y="4433576"/>
                <a:ext cx="53280" cy="43200"/>
              </p14:xfrm>
            </p:contentPart>
          </mc:Choice>
          <mc:Fallback>
            <p:pic>
              <p:nvPicPr>
                <p:cNvPr id="267" name="Ink 266">
                  <a:extLst>
                    <a:ext uri="{FF2B5EF4-FFF2-40B4-BE49-F238E27FC236}">
                      <a16:creationId xmlns:a16="http://schemas.microsoft.com/office/drawing/2014/main" id="{B44830CE-F4DB-826D-9407-F5070BFFFFE4}"/>
                    </a:ext>
                  </a:extLst>
                </p:cNvPr>
                <p:cNvPicPr/>
                <p:nvPr/>
              </p:nvPicPr>
              <p:blipFill>
                <a:blip r:embed="rId421"/>
                <a:stretch>
                  <a:fillRect/>
                </a:stretch>
              </p:blipFill>
              <p:spPr>
                <a:xfrm>
                  <a:off x="7561582" y="4424936"/>
                  <a:ext cx="7092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68" name="Ink 267">
                  <a:extLst>
                    <a:ext uri="{FF2B5EF4-FFF2-40B4-BE49-F238E27FC236}">
                      <a16:creationId xmlns:a16="http://schemas.microsoft.com/office/drawing/2014/main" id="{C579A350-01A3-33FE-7F69-4FB36090D394}"/>
                    </a:ext>
                  </a:extLst>
                </p14:cNvPr>
                <p14:cNvContentPartPr/>
                <p14:nvPr/>
              </p14:nvContentPartPr>
              <p14:xfrm>
                <a:off x="7793422" y="4273376"/>
                <a:ext cx="203760" cy="108720"/>
              </p14:xfrm>
            </p:contentPart>
          </mc:Choice>
          <mc:Fallback>
            <p:pic>
              <p:nvPicPr>
                <p:cNvPr id="268" name="Ink 267">
                  <a:extLst>
                    <a:ext uri="{FF2B5EF4-FFF2-40B4-BE49-F238E27FC236}">
                      <a16:creationId xmlns:a16="http://schemas.microsoft.com/office/drawing/2014/main" id="{C579A350-01A3-33FE-7F69-4FB36090D394}"/>
                    </a:ext>
                  </a:extLst>
                </p:cNvPr>
                <p:cNvPicPr/>
                <p:nvPr/>
              </p:nvPicPr>
              <p:blipFill>
                <a:blip r:embed="rId423"/>
                <a:stretch>
                  <a:fillRect/>
                </a:stretch>
              </p:blipFill>
              <p:spPr>
                <a:xfrm>
                  <a:off x="7784422" y="4264376"/>
                  <a:ext cx="22140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69" name="Ink 268">
                  <a:extLst>
                    <a:ext uri="{FF2B5EF4-FFF2-40B4-BE49-F238E27FC236}">
                      <a16:creationId xmlns:a16="http://schemas.microsoft.com/office/drawing/2014/main" id="{4C69F13B-3AF1-F8BB-2E98-51F7D735B049}"/>
                    </a:ext>
                  </a:extLst>
                </p14:cNvPr>
                <p14:cNvContentPartPr/>
                <p14:nvPr/>
              </p14:nvContentPartPr>
              <p14:xfrm>
                <a:off x="8096542" y="4265456"/>
                <a:ext cx="363240" cy="93960"/>
              </p14:xfrm>
            </p:contentPart>
          </mc:Choice>
          <mc:Fallback>
            <p:pic>
              <p:nvPicPr>
                <p:cNvPr id="269" name="Ink 268">
                  <a:extLst>
                    <a:ext uri="{FF2B5EF4-FFF2-40B4-BE49-F238E27FC236}">
                      <a16:creationId xmlns:a16="http://schemas.microsoft.com/office/drawing/2014/main" id="{4C69F13B-3AF1-F8BB-2E98-51F7D735B049}"/>
                    </a:ext>
                  </a:extLst>
                </p:cNvPr>
                <p:cNvPicPr/>
                <p:nvPr/>
              </p:nvPicPr>
              <p:blipFill>
                <a:blip r:embed="rId425"/>
                <a:stretch>
                  <a:fillRect/>
                </a:stretch>
              </p:blipFill>
              <p:spPr>
                <a:xfrm>
                  <a:off x="8087542" y="4256456"/>
                  <a:ext cx="380880" cy="111600"/>
                </a:xfrm>
                <a:prstGeom prst="rect">
                  <a:avLst/>
                </a:prstGeom>
              </p:spPr>
            </p:pic>
          </mc:Fallback>
        </mc:AlternateContent>
      </p:grpSp>
      <p:grpSp>
        <p:nvGrpSpPr>
          <p:cNvPr id="281" name="Group 280">
            <a:extLst>
              <a:ext uri="{FF2B5EF4-FFF2-40B4-BE49-F238E27FC236}">
                <a16:creationId xmlns:a16="http://schemas.microsoft.com/office/drawing/2014/main" id="{B47E5961-096B-C0B5-633F-DE0E3E731C54}"/>
              </a:ext>
            </a:extLst>
          </p:cNvPr>
          <p:cNvGrpSpPr/>
          <p:nvPr/>
        </p:nvGrpSpPr>
        <p:grpSpPr>
          <a:xfrm>
            <a:off x="8710702" y="4039376"/>
            <a:ext cx="700920" cy="196920"/>
            <a:chOff x="8710702" y="4039376"/>
            <a:chExt cx="700920" cy="196920"/>
          </a:xfrm>
        </p:grpSpPr>
        <mc:AlternateContent xmlns:mc="http://schemas.openxmlformats.org/markup-compatibility/2006">
          <mc:Choice xmlns:p14="http://schemas.microsoft.com/office/powerpoint/2010/main" Requires="p14">
            <p:contentPart p14:bwMode="auto" r:id="rId426">
              <p14:nvContentPartPr>
                <p14:cNvPr id="272" name="Ink 271">
                  <a:extLst>
                    <a:ext uri="{FF2B5EF4-FFF2-40B4-BE49-F238E27FC236}">
                      <a16:creationId xmlns:a16="http://schemas.microsoft.com/office/drawing/2014/main" id="{B82EAAEE-528B-59C0-D288-20E7BA534F1E}"/>
                    </a:ext>
                  </a:extLst>
                </p14:cNvPr>
                <p14:cNvContentPartPr/>
                <p14:nvPr/>
              </p14:nvContentPartPr>
              <p14:xfrm>
                <a:off x="8710702" y="4088336"/>
                <a:ext cx="221040" cy="147960"/>
              </p14:xfrm>
            </p:contentPart>
          </mc:Choice>
          <mc:Fallback>
            <p:pic>
              <p:nvPicPr>
                <p:cNvPr id="272" name="Ink 271">
                  <a:extLst>
                    <a:ext uri="{FF2B5EF4-FFF2-40B4-BE49-F238E27FC236}">
                      <a16:creationId xmlns:a16="http://schemas.microsoft.com/office/drawing/2014/main" id="{B82EAAEE-528B-59C0-D288-20E7BA534F1E}"/>
                    </a:ext>
                  </a:extLst>
                </p:cNvPr>
                <p:cNvPicPr/>
                <p:nvPr/>
              </p:nvPicPr>
              <p:blipFill>
                <a:blip r:embed="rId427"/>
                <a:stretch>
                  <a:fillRect/>
                </a:stretch>
              </p:blipFill>
              <p:spPr>
                <a:xfrm>
                  <a:off x="8702062" y="4079696"/>
                  <a:ext cx="23868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73" name="Ink 272">
                  <a:extLst>
                    <a:ext uri="{FF2B5EF4-FFF2-40B4-BE49-F238E27FC236}">
                      <a16:creationId xmlns:a16="http://schemas.microsoft.com/office/drawing/2014/main" id="{622157EA-A8D1-2080-132D-10AF9326FBF5}"/>
                    </a:ext>
                  </a:extLst>
                </p14:cNvPr>
                <p14:cNvContentPartPr/>
                <p14:nvPr/>
              </p14:nvContentPartPr>
              <p14:xfrm>
                <a:off x="9027862" y="4129016"/>
                <a:ext cx="28080" cy="93240"/>
              </p14:xfrm>
            </p:contentPart>
          </mc:Choice>
          <mc:Fallback>
            <p:pic>
              <p:nvPicPr>
                <p:cNvPr id="273" name="Ink 272">
                  <a:extLst>
                    <a:ext uri="{FF2B5EF4-FFF2-40B4-BE49-F238E27FC236}">
                      <a16:creationId xmlns:a16="http://schemas.microsoft.com/office/drawing/2014/main" id="{622157EA-A8D1-2080-132D-10AF9326FBF5}"/>
                    </a:ext>
                  </a:extLst>
                </p:cNvPr>
                <p:cNvPicPr/>
                <p:nvPr/>
              </p:nvPicPr>
              <p:blipFill>
                <a:blip r:embed="rId429"/>
                <a:stretch>
                  <a:fillRect/>
                </a:stretch>
              </p:blipFill>
              <p:spPr>
                <a:xfrm>
                  <a:off x="9018862" y="4120016"/>
                  <a:ext cx="4572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274" name="Ink 273">
                  <a:extLst>
                    <a:ext uri="{FF2B5EF4-FFF2-40B4-BE49-F238E27FC236}">
                      <a16:creationId xmlns:a16="http://schemas.microsoft.com/office/drawing/2014/main" id="{11DCE06B-6EA3-ECB4-1C3D-BAD6C44498E3}"/>
                    </a:ext>
                  </a:extLst>
                </p14:cNvPr>
                <p14:cNvContentPartPr/>
                <p14:nvPr/>
              </p14:nvContentPartPr>
              <p14:xfrm>
                <a:off x="9075742" y="4137656"/>
                <a:ext cx="54720" cy="86400"/>
              </p14:xfrm>
            </p:contentPart>
          </mc:Choice>
          <mc:Fallback>
            <p:pic>
              <p:nvPicPr>
                <p:cNvPr id="274" name="Ink 273">
                  <a:extLst>
                    <a:ext uri="{FF2B5EF4-FFF2-40B4-BE49-F238E27FC236}">
                      <a16:creationId xmlns:a16="http://schemas.microsoft.com/office/drawing/2014/main" id="{11DCE06B-6EA3-ECB4-1C3D-BAD6C44498E3}"/>
                    </a:ext>
                  </a:extLst>
                </p:cNvPr>
                <p:cNvPicPr/>
                <p:nvPr/>
              </p:nvPicPr>
              <p:blipFill>
                <a:blip r:embed="rId431"/>
                <a:stretch>
                  <a:fillRect/>
                </a:stretch>
              </p:blipFill>
              <p:spPr>
                <a:xfrm>
                  <a:off x="9066742" y="4129016"/>
                  <a:ext cx="7236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275" name="Ink 274">
                  <a:extLst>
                    <a:ext uri="{FF2B5EF4-FFF2-40B4-BE49-F238E27FC236}">
                      <a16:creationId xmlns:a16="http://schemas.microsoft.com/office/drawing/2014/main" id="{C0074674-8DD9-209F-3B69-CE1D4366479B}"/>
                    </a:ext>
                  </a:extLst>
                </p14:cNvPr>
                <p14:cNvContentPartPr/>
                <p14:nvPr/>
              </p14:nvContentPartPr>
              <p14:xfrm>
                <a:off x="8946862" y="4086536"/>
                <a:ext cx="191520" cy="22320"/>
              </p14:xfrm>
            </p:contentPart>
          </mc:Choice>
          <mc:Fallback>
            <p:pic>
              <p:nvPicPr>
                <p:cNvPr id="275" name="Ink 274">
                  <a:extLst>
                    <a:ext uri="{FF2B5EF4-FFF2-40B4-BE49-F238E27FC236}">
                      <a16:creationId xmlns:a16="http://schemas.microsoft.com/office/drawing/2014/main" id="{C0074674-8DD9-209F-3B69-CE1D4366479B}"/>
                    </a:ext>
                  </a:extLst>
                </p:cNvPr>
                <p:cNvPicPr/>
                <p:nvPr/>
              </p:nvPicPr>
              <p:blipFill>
                <a:blip r:embed="rId433"/>
                <a:stretch>
                  <a:fillRect/>
                </a:stretch>
              </p:blipFill>
              <p:spPr>
                <a:xfrm>
                  <a:off x="8937862" y="4077536"/>
                  <a:ext cx="20916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276" name="Ink 275">
                  <a:extLst>
                    <a:ext uri="{FF2B5EF4-FFF2-40B4-BE49-F238E27FC236}">
                      <a16:creationId xmlns:a16="http://schemas.microsoft.com/office/drawing/2014/main" id="{1A106594-F27C-2310-9308-530033FBD15B}"/>
                    </a:ext>
                  </a:extLst>
                </p14:cNvPr>
                <p14:cNvContentPartPr/>
                <p14:nvPr/>
              </p14:nvContentPartPr>
              <p14:xfrm>
                <a:off x="9204982" y="4039376"/>
                <a:ext cx="86040" cy="184320"/>
              </p14:xfrm>
            </p:contentPart>
          </mc:Choice>
          <mc:Fallback>
            <p:pic>
              <p:nvPicPr>
                <p:cNvPr id="276" name="Ink 275">
                  <a:extLst>
                    <a:ext uri="{FF2B5EF4-FFF2-40B4-BE49-F238E27FC236}">
                      <a16:creationId xmlns:a16="http://schemas.microsoft.com/office/drawing/2014/main" id="{1A106594-F27C-2310-9308-530033FBD15B}"/>
                    </a:ext>
                  </a:extLst>
                </p:cNvPr>
                <p:cNvPicPr/>
                <p:nvPr/>
              </p:nvPicPr>
              <p:blipFill>
                <a:blip r:embed="rId435"/>
                <a:stretch>
                  <a:fillRect/>
                </a:stretch>
              </p:blipFill>
              <p:spPr>
                <a:xfrm>
                  <a:off x="9196342" y="4030376"/>
                  <a:ext cx="10368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277" name="Ink 276">
                  <a:extLst>
                    <a:ext uri="{FF2B5EF4-FFF2-40B4-BE49-F238E27FC236}">
                      <a16:creationId xmlns:a16="http://schemas.microsoft.com/office/drawing/2014/main" id="{825E9A53-12B6-5108-366C-FF26CF186BDE}"/>
                    </a:ext>
                  </a:extLst>
                </p14:cNvPr>
                <p14:cNvContentPartPr/>
                <p14:nvPr/>
              </p14:nvContentPartPr>
              <p14:xfrm>
                <a:off x="9304702" y="4131536"/>
                <a:ext cx="106920" cy="50760"/>
              </p14:xfrm>
            </p:contentPart>
          </mc:Choice>
          <mc:Fallback>
            <p:pic>
              <p:nvPicPr>
                <p:cNvPr id="277" name="Ink 276">
                  <a:extLst>
                    <a:ext uri="{FF2B5EF4-FFF2-40B4-BE49-F238E27FC236}">
                      <a16:creationId xmlns:a16="http://schemas.microsoft.com/office/drawing/2014/main" id="{825E9A53-12B6-5108-366C-FF26CF186BDE}"/>
                    </a:ext>
                  </a:extLst>
                </p:cNvPr>
                <p:cNvPicPr/>
                <p:nvPr/>
              </p:nvPicPr>
              <p:blipFill>
                <a:blip r:embed="rId437"/>
                <a:stretch>
                  <a:fillRect/>
                </a:stretch>
              </p:blipFill>
              <p:spPr>
                <a:xfrm>
                  <a:off x="9296062" y="4122896"/>
                  <a:ext cx="124560" cy="68400"/>
                </a:xfrm>
                <a:prstGeom prst="rect">
                  <a:avLst/>
                </a:prstGeom>
              </p:spPr>
            </p:pic>
          </mc:Fallback>
        </mc:AlternateContent>
      </p:grpSp>
      <p:grpSp>
        <p:nvGrpSpPr>
          <p:cNvPr id="280" name="Group 279">
            <a:extLst>
              <a:ext uri="{FF2B5EF4-FFF2-40B4-BE49-F238E27FC236}">
                <a16:creationId xmlns:a16="http://schemas.microsoft.com/office/drawing/2014/main" id="{325AF41A-E22A-5417-2461-E00A0DC86517}"/>
              </a:ext>
            </a:extLst>
          </p:cNvPr>
          <p:cNvGrpSpPr/>
          <p:nvPr/>
        </p:nvGrpSpPr>
        <p:grpSpPr>
          <a:xfrm>
            <a:off x="8786662" y="4320896"/>
            <a:ext cx="582120" cy="188640"/>
            <a:chOff x="8786662" y="4320896"/>
            <a:chExt cx="582120" cy="188640"/>
          </a:xfrm>
        </p:grpSpPr>
        <mc:AlternateContent xmlns:mc="http://schemas.openxmlformats.org/markup-compatibility/2006">
          <mc:Choice xmlns:p14="http://schemas.microsoft.com/office/powerpoint/2010/main" Requires="p14">
            <p:contentPart p14:bwMode="auto" r:id="rId438">
              <p14:nvContentPartPr>
                <p14:cNvPr id="278" name="Ink 277">
                  <a:extLst>
                    <a:ext uri="{FF2B5EF4-FFF2-40B4-BE49-F238E27FC236}">
                      <a16:creationId xmlns:a16="http://schemas.microsoft.com/office/drawing/2014/main" id="{525C1D63-8FED-8957-EE9E-677A5F2A48A1}"/>
                    </a:ext>
                  </a:extLst>
                </p14:cNvPr>
                <p14:cNvContentPartPr/>
                <p14:nvPr/>
              </p14:nvContentPartPr>
              <p14:xfrm>
                <a:off x="8786662" y="4320896"/>
                <a:ext cx="582120" cy="31680"/>
              </p14:xfrm>
            </p:contentPart>
          </mc:Choice>
          <mc:Fallback>
            <p:pic>
              <p:nvPicPr>
                <p:cNvPr id="278" name="Ink 277">
                  <a:extLst>
                    <a:ext uri="{FF2B5EF4-FFF2-40B4-BE49-F238E27FC236}">
                      <a16:creationId xmlns:a16="http://schemas.microsoft.com/office/drawing/2014/main" id="{525C1D63-8FED-8957-EE9E-677A5F2A48A1}"/>
                    </a:ext>
                  </a:extLst>
                </p:cNvPr>
                <p:cNvPicPr/>
                <p:nvPr/>
              </p:nvPicPr>
              <p:blipFill>
                <a:blip r:embed="rId439"/>
                <a:stretch>
                  <a:fillRect/>
                </a:stretch>
              </p:blipFill>
              <p:spPr>
                <a:xfrm>
                  <a:off x="8778022" y="4312256"/>
                  <a:ext cx="59976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279" name="Ink 278">
                  <a:extLst>
                    <a:ext uri="{FF2B5EF4-FFF2-40B4-BE49-F238E27FC236}">
                      <a16:creationId xmlns:a16="http://schemas.microsoft.com/office/drawing/2014/main" id="{024A932F-9F9B-398F-6ADA-A521576E4E2B}"/>
                    </a:ext>
                  </a:extLst>
                </p14:cNvPr>
                <p14:cNvContentPartPr/>
                <p14:nvPr/>
              </p14:nvContentPartPr>
              <p14:xfrm>
                <a:off x="9040462" y="4406576"/>
                <a:ext cx="168480" cy="102960"/>
              </p14:xfrm>
            </p:contentPart>
          </mc:Choice>
          <mc:Fallback>
            <p:pic>
              <p:nvPicPr>
                <p:cNvPr id="279" name="Ink 278">
                  <a:extLst>
                    <a:ext uri="{FF2B5EF4-FFF2-40B4-BE49-F238E27FC236}">
                      <a16:creationId xmlns:a16="http://schemas.microsoft.com/office/drawing/2014/main" id="{024A932F-9F9B-398F-6ADA-A521576E4E2B}"/>
                    </a:ext>
                  </a:extLst>
                </p:cNvPr>
                <p:cNvPicPr/>
                <p:nvPr/>
              </p:nvPicPr>
              <p:blipFill>
                <a:blip r:embed="rId441"/>
                <a:stretch>
                  <a:fillRect/>
                </a:stretch>
              </p:blipFill>
              <p:spPr>
                <a:xfrm>
                  <a:off x="9031822" y="4397576"/>
                  <a:ext cx="186120" cy="120600"/>
                </a:xfrm>
                <a:prstGeom prst="rect">
                  <a:avLst/>
                </a:prstGeom>
              </p:spPr>
            </p:pic>
          </mc:Fallback>
        </mc:AlternateContent>
      </p:grpSp>
      <p:grpSp>
        <p:nvGrpSpPr>
          <p:cNvPr id="292" name="Group 291">
            <a:extLst>
              <a:ext uri="{FF2B5EF4-FFF2-40B4-BE49-F238E27FC236}">
                <a16:creationId xmlns:a16="http://schemas.microsoft.com/office/drawing/2014/main" id="{BC970D69-4CA1-4635-6DD4-F6D31B94C523}"/>
              </a:ext>
            </a:extLst>
          </p:cNvPr>
          <p:cNvGrpSpPr/>
          <p:nvPr/>
        </p:nvGrpSpPr>
        <p:grpSpPr>
          <a:xfrm>
            <a:off x="447622" y="4969256"/>
            <a:ext cx="416160" cy="180720"/>
            <a:chOff x="447622" y="4969256"/>
            <a:chExt cx="416160" cy="180720"/>
          </a:xfrm>
        </p:grpSpPr>
        <mc:AlternateContent xmlns:mc="http://schemas.openxmlformats.org/markup-compatibility/2006">
          <mc:Choice xmlns:p14="http://schemas.microsoft.com/office/powerpoint/2010/main" Requires="p14">
            <p:contentPart p14:bwMode="auto" r:id="rId442">
              <p14:nvContentPartPr>
                <p14:cNvPr id="289" name="Ink 288">
                  <a:extLst>
                    <a:ext uri="{FF2B5EF4-FFF2-40B4-BE49-F238E27FC236}">
                      <a16:creationId xmlns:a16="http://schemas.microsoft.com/office/drawing/2014/main" id="{D5824CD7-A4D7-C96D-462E-4708FCB1D477}"/>
                    </a:ext>
                  </a:extLst>
                </p14:cNvPr>
                <p14:cNvContentPartPr/>
                <p14:nvPr/>
              </p14:nvContentPartPr>
              <p14:xfrm>
                <a:off x="520342" y="5080136"/>
                <a:ext cx="264240" cy="14040"/>
              </p14:xfrm>
            </p:contentPart>
          </mc:Choice>
          <mc:Fallback>
            <p:pic>
              <p:nvPicPr>
                <p:cNvPr id="289" name="Ink 288">
                  <a:extLst>
                    <a:ext uri="{FF2B5EF4-FFF2-40B4-BE49-F238E27FC236}">
                      <a16:creationId xmlns:a16="http://schemas.microsoft.com/office/drawing/2014/main" id="{D5824CD7-A4D7-C96D-462E-4708FCB1D477}"/>
                    </a:ext>
                  </a:extLst>
                </p:cNvPr>
                <p:cNvPicPr/>
                <p:nvPr/>
              </p:nvPicPr>
              <p:blipFill>
                <a:blip r:embed="rId443"/>
                <a:stretch>
                  <a:fillRect/>
                </a:stretch>
              </p:blipFill>
              <p:spPr>
                <a:xfrm>
                  <a:off x="511702" y="5071496"/>
                  <a:ext cx="28188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290" name="Ink 289">
                  <a:extLst>
                    <a:ext uri="{FF2B5EF4-FFF2-40B4-BE49-F238E27FC236}">
                      <a16:creationId xmlns:a16="http://schemas.microsoft.com/office/drawing/2014/main" id="{39488FF4-4B35-0F99-41AE-C48AD6F15F3D}"/>
                    </a:ext>
                  </a:extLst>
                </p14:cNvPr>
                <p14:cNvContentPartPr/>
                <p14:nvPr/>
              </p14:nvContentPartPr>
              <p14:xfrm>
                <a:off x="447622" y="5015696"/>
                <a:ext cx="235440" cy="14760"/>
              </p14:xfrm>
            </p:contentPart>
          </mc:Choice>
          <mc:Fallback>
            <p:pic>
              <p:nvPicPr>
                <p:cNvPr id="290" name="Ink 289">
                  <a:extLst>
                    <a:ext uri="{FF2B5EF4-FFF2-40B4-BE49-F238E27FC236}">
                      <a16:creationId xmlns:a16="http://schemas.microsoft.com/office/drawing/2014/main" id="{39488FF4-4B35-0F99-41AE-C48AD6F15F3D}"/>
                    </a:ext>
                  </a:extLst>
                </p:cNvPr>
                <p:cNvPicPr/>
                <p:nvPr/>
              </p:nvPicPr>
              <p:blipFill>
                <a:blip r:embed="rId445"/>
                <a:stretch>
                  <a:fillRect/>
                </a:stretch>
              </p:blipFill>
              <p:spPr>
                <a:xfrm>
                  <a:off x="438982" y="5006696"/>
                  <a:ext cx="25308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291" name="Ink 290">
                  <a:extLst>
                    <a:ext uri="{FF2B5EF4-FFF2-40B4-BE49-F238E27FC236}">
                      <a16:creationId xmlns:a16="http://schemas.microsoft.com/office/drawing/2014/main" id="{634C2CBE-9840-A15B-A026-C7B68171EB8B}"/>
                    </a:ext>
                  </a:extLst>
                </p14:cNvPr>
                <p14:cNvContentPartPr/>
                <p14:nvPr/>
              </p14:nvContentPartPr>
              <p14:xfrm>
                <a:off x="620422" y="4969256"/>
                <a:ext cx="243360" cy="180720"/>
              </p14:xfrm>
            </p:contentPart>
          </mc:Choice>
          <mc:Fallback>
            <p:pic>
              <p:nvPicPr>
                <p:cNvPr id="291" name="Ink 290">
                  <a:extLst>
                    <a:ext uri="{FF2B5EF4-FFF2-40B4-BE49-F238E27FC236}">
                      <a16:creationId xmlns:a16="http://schemas.microsoft.com/office/drawing/2014/main" id="{634C2CBE-9840-A15B-A026-C7B68171EB8B}"/>
                    </a:ext>
                  </a:extLst>
                </p:cNvPr>
                <p:cNvPicPr/>
                <p:nvPr/>
              </p:nvPicPr>
              <p:blipFill>
                <a:blip r:embed="rId447"/>
                <a:stretch>
                  <a:fillRect/>
                </a:stretch>
              </p:blipFill>
              <p:spPr>
                <a:xfrm>
                  <a:off x="611782" y="4960616"/>
                  <a:ext cx="261000" cy="198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48">
            <p14:nvContentPartPr>
              <p14:cNvPr id="293" name="Ink 292">
                <a:extLst>
                  <a:ext uri="{FF2B5EF4-FFF2-40B4-BE49-F238E27FC236}">
                    <a16:creationId xmlns:a16="http://schemas.microsoft.com/office/drawing/2014/main" id="{5E2C12CA-F9FF-60FE-9670-A88157FA5BB6}"/>
                  </a:ext>
                </a:extLst>
              </p14:cNvPr>
              <p14:cNvContentPartPr/>
              <p14:nvPr/>
            </p14:nvContentPartPr>
            <p14:xfrm>
              <a:off x="980062" y="4921376"/>
              <a:ext cx="224280" cy="255240"/>
            </p14:xfrm>
          </p:contentPart>
        </mc:Choice>
        <mc:Fallback>
          <p:pic>
            <p:nvPicPr>
              <p:cNvPr id="293" name="Ink 292">
                <a:extLst>
                  <a:ext uri="{FF2B5EF4-FFF2-40B4-BE49-F238E27FC236}">
                    <a16:creationId xmlns:a16="http://schemas.microsoft.com/office/drawing/2014/main" id="{5E2C12CA-F9FF-60FE-9670-A88157FA5BB6}"/>
                  </a:ext>
                </a:extLst>
              </p:cNvPr>
              <p:cNvPicPr/>
              <p:nvPr/>
            </p:nvPicPr>
            <p:blipFill>
              <a:blip r:embed="rId449"/>
              <a:stretch>
                <a:fillRect/>
              </a:stretch>
            </p:blipFill>
            <p:spPr>
              <a:xfrm>
                <a:off x="971422" y="4912736"/>
                <a:ext cx="24192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450">
            <p14:nvContentPartPr>
              <p14:cNvPr id="294" name="Ink 293">
                <a:extLst>
                  <a:ext uri="{FF2B5EF4-FFF2-40B4-BE49-F238E27FC236}">
                    <a16:creationId xmlns:a16="http://schemas.microsoft.com/office/drawing/2014/main" id="{B6FC6979-EFD0-DA21-F0BC-102E67B0E9BD}"/>
                  </a:ext>
                </a:extLst>
              </p14:cNvPr>
              <p14:cNvContentPartPr/>
              <p14:nvPr/>
            </p14:nvContentPartPr>
            <p14:xfrm>
              <a:off x="1048462" y="4943696"/>
              <a:ext cx="81720" cy="286920"/>
            </p14:xfrm>
          </p:contentPart>
        </mc:Choice>
        <mc:Fallback>
          <p:pic>
            <p:nvPicPr>
              <p:cNvPr id="294" name="Ink 293">
                <a:extLst>
                  <a:ext uri="{FF2B5EF4-FFF2-40B4-BE49-F238E27FC236}">
                    <a16:creationId xmlns:a16="http://schemas.microsoft.com/office/drawing/2014/main" id="{B6FC6979-EFD0-DA21-F0BC-102E67B0E9BD}"/>
                  </a:ext>
                </a:extLst>
              </p:cNvPr>
              <p:cNvPicPr/>
              <p:nvPr/>
            </p:nvPicPr>
            <p:blipFill>
              <a:blip r:embed="rId451"/>
              <a:stretch>
                <a:fillRect/>
              </a:stretch>
            </p:blipFill>
            <p:spPr>
              <a:xfrm>
                <a:off x="1039462" y="4934696"/>
                <a:ext cx="99360" cy="30456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295" name="Ink 294">
                <a:extLst>
                  <a:ext uri="{FF2B5EF4-FFF2-40B4-BE49-F238E27FC236}">
                    <a16:creationId xmlns:a16="http://schemas.microsoft.com/office/drawing/2014/main" id="{694F652A-C2AA-CB77-7C3D-36200797770E}"/>
                  </a:ext>
                </a:extLst>
              </p14:cNvPr>
              <p14:cNvContentPartPr/>
              <p14:nvPr/>
            </p14:nvContentPartPr>
            <p14:xfrm>
              <a:off x="1222702" y="5129816"/>
              <a:ext cx="109080" cy="127440"/>
            </p14:xfrm>
          </p:contentPart>
        </mc:Choice>
        <mc:Fallback>
          <p:pic>
            <p:nvPicPr>
              <p:cNvPr id="295" name="Ink 294">
                <a:extLst>
                  <a:ext uri="{FF2B5EF4-FFF2-40B4-BE49-F238E27FC236}">
                    <a16:creationId xmlns:a16="http://schemas.microsoft.com/office/drawing/2014/main" id="{694F652A-C2AA-CB77-7C3D-36200797770E}"/>
                  </a:ext>
                </a:extLst>
              </p:cNvPr>
              <p:cNvPicPr/>
              <p:nvPr/>
            </p:nvPicPr>
            <p:blipFill>
              <a:blip r:embed="rId453"/>
              <a:stretch>
                <a:fillRect/>
              </a:stretch>
            </p:blipFill>
            <p:spPr>
              <a:xfrm>
                <a:off x="1213702" y="5121176"/>
                <a:ext cx="12672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297" name="Ink 296">
                <a:extLst>
                  <a:ext uri="{FF2B5EF4-FFF2-40B4-BE49-F238E27FC236}">
                    <a16:creationId xmlns:a16="http://schemas.microsoft.com/office/drawing/2014/main" id="{C4645671-7F11-D7B1-0DE5-CAFF74C00E08}"/>
                  </a:ext>
                </a:extLst>
              </p14:cNvPr>
              <p14:cNvContentPartPr/>
              <p14:nvPr/>
            </p14:nvContentPartPr>
            <p14:xfrm>
              <a:off x="1367422" y="4897256"/>
              <a:ext cx="171720" cy="355320"/>
            </p14:xfrm>
          </p:contentPart>
        </mc:Choice>
        <mc:Fallback>
          <p:pic>
            <p:nvPicPr>
              <p:cNvPr id="297" name="Ink 296">
                <a:extLst>
                  <a:ext uri="{FF2B5EF4-FFF2-40B4-BE49-F238E27FC236}">
                    <a16:creationId xmlns:a16="http://schemas.microsoft.com/office/drawing/2014/main" id="{C4645671-7F11-D7B1-0DE5-CAFF74C00E08}"/>
                  </a:ext>
                </a:extLst>
              </p:cNvPr>
              <p:cNvPicPr/>
              <p:nvPr/>
            </p:nvPicPr>
            <p:blipFill>
              <a:blip r:embed="rId455"/>
              <a:stretch>
                <a:fillRect/>
              </a:stretch>
            </p:blipFill>
            <p:spPr>
              <a:xfrm>
                <a:off x="1358422" y="4888256"/>
                <a:ext cx="189360" cy="37296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298" name="Ink 297">
                <a:extLst>
                  <a:ext uri="{FF2B5EF4-FFF2-40B4-BE49-F238E27FC236}">
                    <a16:creationId xmlns:a16="http://schemas.microsoft.com/office/drawing/2014/main" id="{05CC6BCB-9A37-0C55-9793-C873342756E0}"/>
                  </a:ext>
                </a:extLst>
              </p14:cNvPr>
              <p14:cNvContentPartPr/>
              <p14:nvPr/>
            </p14:nvContentPartPr>
            <p14:xfrm>
              <a:off x="1563262" y="4929296"/>
              <a:ext cx="64080" cy="246600"/>
            </p14:xfrm>
          </p:contentPart>
        </mc:Choice>
        <mc:Fallback>
          <p:pic>
            <p:nvPicPr>
              <p:cNvPr id="298" name="Ink 297">
                <a:extLst>
                  <a:ext uri="{FF2B5EF4-FFF2-40B4-BE49-F238E27FC236}">
                    <a16:creationId xmlns:a16="http://schemas.microsoft.com/office/drawing/2014/main" id="{05CC6BCB-9A37-0C55-9793-C873342756E0}"/>
                  </a:ext>
                </a:extLst>
              </p:cNvPr>
              <p:cNvPicPr/>
              <p:nvPr/>
            </p:nvPicPr>
            <p:blipFill>
              <a:blip r:embed="rId457"/>
              <a:stretch>
                <a:fillRect/>
              </a:stretch>
            </p:blipFill>
            <p:spPr>
              <a:xfrm>
                <a:off x="1554262" y="4920656"/>
                <a:ext cx="8172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458">
            <p14:nvContentPartPr>
              <p14:cNvPr id="299" name="Ink 298">
                <a:extLst>
                  <a:ext uri="{FF2B5EF4-FFF2-40B4-BE49-F238E27FC236}">
                    <a16:creationId xmlns:a16="http://schemas.microsoft.com/office/drawing/2014/main" id="{BE9BA5C7-C82D-61BC-6814-AB0239216A9F}"/>
                  </a:ext>
                </a:extLst>
              </p14:cNvPr>
              <p14:cNvContentPartPr/>
              <p14:nvPr/>
            </p14:nvContentPartPr>
            <p14:xfrm>
              <a:off x="1606462" y="5057096"/>
              <a:ext cx="170640" cy="85680"/>
            </p14:xfrm>
          </p:contentPart>
        </mc:Choice>
        <mc:Fallback>
          <p:pic>
            <p:nvPicPr>
              <p:cNvPr id="299" name="Ink 298">
                <a:extLst>
                  <a:ext uri="{FF2B5EF4-FFF2-40B4-BE49-F238E27FC236}">
                    <a16:creationId xmlns:a16="http://schemas.microsoft.com/office/drawing/2014/main" id="{BE9BA5C7-C82D-61BC-6814-AB0239216A9F}"/>
                  </a:ext>
                </a:extLst>
              </p:cNvPr>
              <p:cNvPicPr/>
              <p:nvPr/>
            </p:nvPicPr>
            <p:blipFill>
              <a:blip r:embed="rId459"/>
              <a:stretch>
                <a:fillRect/>
              </a:stretch>
            </p:blipFill>
            <p:spPr>
              <a:xfrm>
                <a:off x="1597822" y="5048096"/>
                <a:ext cx="18828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300" name="Ink 299">
                <a:extLst>
                  <a:ext uri="{FF2B5EF4-FFF2-40B4-BE49-F238E27FC236}">
                    <a16:creationId xmlns:a16="http://schemas.microsoft.com/office/drawing/2014/main" id="{8376564C-309A-7D54-AD4C-ACBE1D27BE5E}"/>
                  </a:ext>
                </a:extLst>
              </p14:cNvPr>
              <p14:cNvContentPartPr/>
              <p14:nvPr/>
            </p14:nvContentPartPr>
            <p14:xfrm>
              <a:off x="1730302" y="4891136"/>
              <a:ext cx="199080" cy="366480"/>
            </p14:xfrm>
          </p:contentPart>
        </mc:Choice>
        <mc:Fallback>
          <p:pic>
            <p:nvPicPr>
              <p:cNvPr id="300" name="Ink 299">
                <a:extLst>
                  <a:ext uri="{FF2B5EF4-FFF2-40B4-BE49-F238E27FC236}">
                    <a16:creationId xmlns:a16="http://schemas.microsoft.com/office/drawing/2014/main" id="{8376564C-309A-7D54-AD4C-ACBE1D27BE5E}"/>
                  </a:ext>
                </a:extLst>
              </p:cNvPr>
              <p:cNvPicPr/>
              <p:nvPr/>
            </p:nvPicPr>
            <p:blipFill>
              <a:blip r:embed="rId461"/>
              <a:stretch>
                <a:fillRect/>
              </a:stretch>
            </p:blipFill>
            <p:spPr>
              <a:xfrm>
                <a:off x="1721302" y="4882496"/>
                <a:ext cx="216720" cy="384120"/>
              </a:xfrm>
              <a:prstGeom prst="rect">
                <a:avLst/>
              </a:prstGeom>
            </p:spPr>
          </p:pic>
        </mc:Fallback>
      </mc:AlternateContent>
      <mc:AlternateContent xmlns:mc="http://schemas.openxmlformats.org/markup-compatibility/2006">
        <mc:Choice xmlns:p14="http://schemas.microsoft.com/office/powerpoint/2010/main" Requires="p14">
          <p:contentPart p14:bwMode="auto" r:id="rId462">
            <p14:nvContentPartPr>
              <p14:cNvPr id="301" name="Ink 300">
                <a:extLst>
                  <a:ext uri="{FF2B5EF4-FFF2-40B4-BE49-F238E27FC236}">
                    <a16:creationId xmlns:a16="http://schemas.microsoft.com/office/drawing/2014/main" id="{4B9AA727-4BEE-F758-923C-44CF3415788D}"/>
                  </a:ext>
                </a:extLst>
              </p14:cNvPr>
              <p14:cNvContentPartPr/>
              <p14:nvPr/>
            </p14:nvContentPartPr>
            <p14:xfrm>
              <a:off x="2060422" y="5110736"/>
              <a:ext cx="150120" cy="10080"/>
            </p14:xfrm>
          </p:contentPart>
        </mc:Choice>
        <mc:Fallback>
          <p:pic>
            <p:nvPicPr>
              <p:cNvPr id="301" name="Ink 300">
                <a:extLst>
                  <a:ext uri="{FF2B5EF4-FFF2-40B4-BE49-F238E27FC236}">
                    <a16:creationId xmlns:a16="http://schemas.microsoft.com/office/drawing/2014/main" id="{4B9AA727-4BEE-F758-923C-44CF3415788D}"/>
                  </a:ext>
                </a:extLst>
              </p:cNvPr>
              <p:cNvPicPr/>
              <p:nvPr/>
            </p:nvPicPr>
            <p:blipFill>
              <a:blip r:embed="rId463"/>
              <a:stretch>
                <a:fillRect/>
              </a:stretch>
            </p:blipFill>
            <p:spPr>
              <a:xfrm>
                <a:off x="2051422" y="5102096"/>
                <a:ext cx="16776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464">
            <p14:nvContentPartPr>
              <p14:cNvPr id="302" name="Ink 301">
                <a:extLst>
                  <a:ext uri="{FF2B5EF4-FFF2-40B4-BE49-F238E27FC236}">
                    <a16:creationId xmlns:a16="http://schemas.microsoft.com/office/drawing/2014/main" id="{3518563D-66F8-00A3-2F00-B3C8638FAF56}"/>
                  </a:ext>
                </a:extLst>
              </p14:cNvPr>
              <p14:cNvContentPartPr/>
              <p14:nvPr/>
            </p14:nvContentPartPr>
            <p14:xfrm>
              <a:off x="2060782" y="5045576"/>
              <a:ext cx="146520" cy="16200"/>
            </p14:xfrm>
          </p:contentPart>
        </mc:Choice>
        <mc:Fallback>
          <p:pic>
            <p:nvPicPr>
              <p:cNvPr id="302" name="Ink 301">
                <a:extLst>
                  <a:ext uri="{FF2B5EF4-FFF2-40B4-BE49-F238E27FC236}">
                    <a16:creationId xmlns:a16="http://schemas.microsoft.com/office/drawing/2014/main" id="{3518563D-66F8-00A3-2F00-B3C8638FAF56}"/>
                  </a:ext>
                </a:extLst>
              </p:cNvPr>
              <p:cNvPicPr/>
              <p:nvPr/>
            </p:nvPicPr>
            <p:blipFill>
              <a:blip r:embed="rId465"/>
              <a:stretch>
                <a:fillRect/>
              </a:stretch>
            </p:blipFill>
            <p:spPr>
              <a:xfrm>
                <a:off x="2052142" y="5036576"/>
                <a:ext cx="16416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466">
            <p14:nvContentPartPr>
              <p14:cNvPr id="304" name="Ink 303">
                <a:extLst>
                  <a:ext uri="{FF2B5EF4-FFF2-40B4-BE49-F238E27FC236}">
                    <a16:creationId xmlns:a16="http://schemas.microsoft.com/office/drawing/2014/main" id="{1ED8A2A1-BC5A-0A30-995E-FB078F4048EE}"/>
                  </a:ext>
                </a:extLst>
              </p14:cNvPr>
              <p14:cNvContentPartPr/>
              <p14:nvPr/>
            </p14:nvContentPartPr>
            <p14:xfrm>
              <a:off x="2373622" y="4923176"/>
              <a:ext cx="400320" cy="265320"/>
            </p14:xfrm>
          </p:contentPart>
        </mc:Choice>
        <mc:Fallback>
          <p:pic>
            <p:nvPicPr>
              <p:cNvPr id="304" name="Ink 303">
                <a:extLst>
                  <a:ext uri="{FF2B5EF4-FFF2-40B4-BE49-F238E27FC236}">
                    <a16:creationId xmlns:a16="http://schemas.microsoft.com/office/drawing/2014/main" id="{1ED8A2A1-BC5A-0A30-995E-FB078F4048EE}"/>
                  </a:ext>
                </a:extLst>
              </p:cNvPr>
              <p:cNvPicPr/>
              <p:nvPr/>
            </p:nvPicPr>
            <p:blipFill>
              <a:blip r:embed="rId467"/>
              <a:stretch>
                <a:fillRect/>
              </a:stretch>
            </p:blipFill>
            <p:spPr>
              <a:xfrm>
                <a:off x="2364622" y="4914176"/>
                <a:ext cx="417960" cy="282960"/>
              </a:xfrm>
              <a:prstGeom prst="rect">
                <a:avLst/>
              </a:prstGeom>
            </p:spPr>
          </p:pic>
        </mc:Fallback>
      </mc:AlternateContent>
      <p:grpSp>
        <p:nvGrpSpPr>
          <p:cNvPr id="316" name="Group 315">
            <a:extLst>
              <a:ext uri="{FF2B5EF4-FFF2-40B4-BE49-F238E27FC236}">
                <a16:creationId xmlns:a16="http://schemas.microsoft.com/office/drawing/2014/main" id="{198591FE-3B06-61E9-5A3F-B513B2703B59}"/>
              </a:ext>
            </a:extLst>
          </p:cNvPr>
          <p:cNvGrpSpPr/>
          <p:nvPr/>
        </p:nvGrpSpPr>
        <p:grpSpPr>
          <a:xfrm>
            <a:off x="2402422" y="5329616"/>
            <a:ext cx="506880" cy="121320"/>
            <a:chOff x="2402422" y="5329616"/>
            <a:chExt cx="506880" cy="121320"/>
          </a:xfrm>
        </p:grpSpPr>
        <mc:AlternateContent xmlns:mc="http://schemas.openxmlformats.org/markup-compatibility/2006">
          <mc:Choice xmlns:p14="http://schemas.microsoft.com/office/powerpoint/2010/main" Requires="p14">
            <p:contentPart p14:bwMode="auto" r:id="rId468">
              <p14:nvContentPartPr>
                <p14:cNvPr id="305" name="Ink 304">
                  <a:extLst>
                    <a:ext uri="{FF2B5EF4-FFF2-40B4-BE49-F238E27FC236}">
                      <a16:creationId xmlns:a16="http://schemas.microsoft.com/office/drawing/2014/main" id="{12A1B468-55C6-D679-BACE-0655952B03C0}"/>
                    </a:ext>
                  </a:extLst>
                </p14:cNvPr>
                <p14:cNvContentPartPr/>
                <p14:nvPr/>
              </p14:nvContentPartPr>
              <p14:xfrm>
                <a:off x="2402422" y="5343656"/>
                <a:ext cx="155160" cy="96480"/>
              </p14:xfrm>
            </p:contentPart>
          </mc:Choice>
          <mc:Fallback>
            <p:pic>
              <p:nvPicPr>
                <p:cNvPr id="305" name="Ink 304">
                  <a:extLst>
                    <a:ext uri="{FF2B5EF4-FFF2-40B4-BE49-F238E27FC236}">
                      <a16:creationId xmlns:a16="http://schemas.microsoft.com/office/drawing/2014/main" id="{12A1B468-55C6-D679-BACE-0655952B03C0}"/>
                    </a:ext>
                  </a:extLst>
                </p:cNvPr>
                <p:cNvPicPr/>
                <p:nvPr/>
              </p:nvPicPr>
              <p:blipFill>
                <a:blip r:embed="rId469"/>
                <a:stretch>
                  <a:fillRect/>
                </a:stretch>
              </p:blipFill>
              <p:spPr>
                <a:xfrm>
                  <a:off x="2393782" y="5335016"/>
                  <a:ext cx="17280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470">
              <p14:nvContentPartPr>
                <p14:cNvPr id="307" name="Ink 306">
                  <a:extLst>
                    <a:ext uri="{FF2B5EF4-FFF2-40B4-BE49-F238E27FC236}">
                      <a16:creationId xmlns:a16="http://schemas.microsoft.com/office/drawing/2014/main" id="{4EB71F6E-5207-7AC8-E04B-519ADA0B2ADC}"/>
                    </a:ext>
                  </a:extLst>
                </p14:cNvPr>
                <p14:cNvContentPartPr/>
                <p14:nvPr/>
              </p14:nvContentPartPr>
              <p14:xfrm>
                <a:off x="2613022" y="5400536"/>
                <a:ext cx="108360" cy="4320"/>
              </p14:xfrm>
            </p:contentPart>
          </mc:Choice>
          <mc:Fallback>
            <p:pic>
              <p:nvPicPr>
                <p:cNvPr id="307" name="Ink 306">
                  <a:extLst>
                    <a:ext uri="{FF2B5EF4-FFF2-40B4-BE49-F238E27FC236}">
                      <a16:creationId xmlns:a16="http://schemas.microsoft.com/office/drawing/2014/main" id="{4EB71F6E-5207-7AC8-E04B-519ADA0B2ADC}"/>
                    </a:ext>
                  </a:extLst>
                </p:cNvPr>
                <p:cNvPicPr/>
                <p:nvPr/>
              </p:nvPicPr>
              <p:blipFill>
                <a:blip r:embed="rId471"/>
                <a:stretch>
                  <a:fillRect/>
                </a:stretch>
              </p:blipFill>
              <p:spPr>
                <a:xfrm>
                  <a:off x="2604022" y="5391536"/>
                  <a:ext cx="1260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472">
              <p14:nvContentPartPr>
                <p14:cNvPr id="308" name="Ink 307">
                  <a:extLst>
                    <a:ext uri="{FF2B5EF4-FFF2-40B4-BE49-F238E27FC236}">
                      <a16:creationId xmlns:a16="http://schemas.microsoft.com/office/drawing/2014/main" id="{44CF3496-3930-47A1-EFDC-317FFE53D5D5}"/>
                    </a:ext>
                  </a:extLst>
                </p14:cNvPr>
                <p14:cNvContentPartPr/>
                <p14:nvPr/>
              </p14:nvContentPartPr>
              <p14:xfrm>
                <a:off x="2608702" y="5329616"/>
                <a:ext cx="79560" cy="26280"/>
              </p14:xfrm>
            </p:contentPart>
          </mc:Choice>
          <mc:Fallback>
            <p:pic>
              <p:nvPicPr>
                <p:cNvPr id="308" name="Ink 307">
                  <a:extLst>
                    <a:ext uri="{FF2B5EF4-FFF2-40B4-BE49-F238E27FC236}">
                      <a16:creationId xmlns:a16="http://schemas.microsoft.com/office/drawing/2014/main" id="{44CF3496-3930-47A1-EFDC-317FFE53D5D5}"/>
                    </a:ext>
                  </a:extLst>
                </p:cNvPr>
                <p:cNvPicPr/>
                <p:nvPr/>
              </p:nvPicPr>
              <p:blipFill>
                <a:blip r:embed="rId473"/>
                <a:stretch>
                  <a:fillRect/>
                </a:stretch>
              </p:blipFill>
              <p:spPr>
                <a:xfrm>
                  <a:off x="2600062" y="5320616"/>
                  <a:ext cx="9720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474">
              <p14:nvContentPartPr>
                <p14:cNvPr id="310" name="Ink 309">
                  <a:extLst>
                    <a:ext uri="{FF2B5EF4-FFF2-40B4-BE49-F238E27FC236}">
                      <a16:creationId xmlns:a16="http://schemas.microsoft.com/office/drawing/2014/main" id="{7924EF67-D33E-64A2-576B-835D6446C62F}"/>
                    </a:ext>
                  </a:extLst>
                </p14:cNvPr>
                <p14:cNvContentPartPr/>
                <p14:nvPr/>
              </p14:nvContentPartPr>
              <p14:xfrm>
                <a:off x="2780062" y="5336816"/>
                <a:ext cx="129240" cy="114120"/>
              </p14:xfrm>
            </p:contentPart>
          </mc:Choice>
          <mc:Fallback>
            <p:pic>
              <p:nvPicPr>
                <p:cNvPr id="310" name="Ink 309">
                  <a:extLst>
                    <a:ext uri="{FF2B5EF4-FFF2-40B4-BE49-F238E27FC236}">
                      <a16:creationId xmlns:a16="http://schemas.microsoft.com/office/drawing/2014/main" id="{7924EF67-D33E-64A2-576B-835D6446C62F}"/>
                    </a:ext>
                  </a:extLst>
                </p:cNvPr>
                <p:cNvPicPr/>
                <p:nvPr/>
              </p:nvPicPr>
              <p:blipFill>
                <a:blip r:embed="rId475"/>
                <a:stretch>
                  <a:fillRect/>
                </a:stretch>
              </p:blipFill>
              <p:spPr>
                <a:xfrm>
                  <a:off x="2771422" y="5327816"/>
                  <a:ext cx="146880" cy="131760"/>
                </a:xfrm>
                <a:prstGeom prst="rect">
                  <a:avLst/>
                </a:prstGeom>
              </p:spPr>
            </p:pic>
          </mc:Fallback>
        </mc:AlternateContent>
      </p:grpSp>
      <p:grpSp>
        <p:nvGrpSpPr>
          <p:cNvPr id="315" name="Group 314">
            <a:extLst>
              <a:ext uri="{FF2B5EF4-FFF2-40B4-BE49-F238E27FC236}">
                <a16:creationId xmlns:a16="http://schemas.microsoft.com/office/drawing/2014/main" id="{71DD3367-BA91-262A-67EC-216140052653}"/>
              </a:ext>
            </a:extLst>
          </p:cNvPr>
          <p:cNvGrpSpPr/>
          <p:nvPr/>
        </p:nvGrpSpPr>
        <p:grpSpPr>
          <a:xfrm>
            <a:off x="2266702" y="4699616"/>
            <a:ext cx="451440" cy="153000"/>
            <a:chOff x="2266702" y="4699616"/>
            <a:chExt cx="451440" cy="153000"/>
          </a:xfrm>
        </p:grpSpPr>
        <mc:AlternateContent xmlns:mc="http://schemas.openxmlformats.org/markup-compatibility/2006">
          <mc:Choice xmlns:p14="http://schemas.microsoft.com/office/powerpoint/2010/main" Requires="p14">
            <p:contentPart p14:bwMode="auto" r:id="rId476">
              <p14:nvContentPartPr>
                <p14:cNvPr id="311" name="Ink 310">
                  <a:extLst>
                    <a:ext uri="{FF2B5EF4-FFF2-40B4-BE49-F238E27FC236}">
                      <a16:creationId xmlns:a16="http://schemas.microsoft.com/office/drawing/2014/main" id="{E411D656-1B28-5455-73C5-34212525C22C}"/>
                    </a:ext>
                  </a:extLst>
                </p14:cNvPr>
                <p14:cNvContentPartPr/>
                <p14:nvPr/>
              </p14:nvContentPartPr>
              <p14:xfrm>
                <a:off x="2361022" y="4733096"/>
                <a:ext cx="39960" cy="119520"/>
              </p14:xfrm>
            </p:contentPart>
          </mc:Choice>
          <mc:Fallback>
            <p:pic>
              <p:nvPicPr>
                <p:cNvPr id="311" name="Ink 310">
                  <a:extLst>
                    <a:ext uri="{FF2B5EF4-FFF2-40B4-BE49-F238E27FC236}">
                      <a16:creationId xmlns:a16="http://schemas.microsoft.com/office/drawing/2014/main" id="{E411D656-1B28-5455-73C5-34212525C22C}"/>
                    </a:ext>
                  </a:extLst>
                </p:cNvPr>
                <p:cNvPicPr/>
                <p:nvPr/>
              </p:nvPicPr>
              <p:blipFill>
                <a:blip r:embed="rId477"/>
                <a:stretch>
                  <a:fillRect/>
                </a:stretch>
              </p:blipFill>
              <p:spPr>
                <a:xfrm>
                  <a:off x="2352022" y="4724096"/>
                  <a:ext cx="5760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478">
              <p14:nvContentPartPr>
                <p14:cNvPr id="312" name="Ink 311">
                  <a:extLst>
                    <a:ext uri="{FF2B5EF4-FFF2-40B4-BE49-F238E27FC236}">
                      <a16:creationId xmlns:a16="http://schemas.microsoft.com/office/drawing/2014/main" id="{90426522-FB67-B7B8-58B9-C2328E605D8D}"/>
                    </a:ext>
                  </a:extLst>
                </p14:cNvPr>
                <p14:cNvContentPartPr/>
                <p14:nvPr/>
              </p14:nvContentPartPr>
              <p14:xfrm>
                <a:off x="2266702" y="4699616"/>
                <a:ext cx="202320" cy="136440"/>
              </p14:xfrm>
            </p:contentPart>
          </mc:Choice>
          <mc:Fallback>
            <p:pic>
              <p:nvPicPr>
                <p:cNvPr id="312" name="Ink 311">
                  <a:extLst>
                    <a:ext uri="{FF2B5EF4-FFF2-40B4-BE49-F238E27FC236}">
                      <a16:creationId xmlns:a16="http://schemas.microsoft.com/office/drawing/2014/main" id="{90426522-FB67-B7B8-58B9-C2328E605D8D}"/>
                    </a:ext>
                  </a:extLst>
                </p:cNvPr>
                <p:cNvPicPr/>
                <p:nvPr/>
              </p:nvPicPr>
              <p:blipFill>
                <a:blip r:embed="rId479"/>
                <a:stretch>
                  <a:fillRect/>
                </a:stretch>
              </p:blipFill>
              <p:spPr>
                <a:xfrm>
                  <a:off x="2257702" y="4690976"/>
                  <a:ext cx="21996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480">
              <p14:nvContentPartPr>
                <p14:cNvPr id="313" name="Ink 312">
                  <a:extLst>
                    <a:ext uri="{FF2B5EF4-FFF2-40B4-BE49-F238E27FC236}">
                      <a16:creationId xmlns:a16="http://schemas.microsoft.com/office/drawing/2014/main" id="{134F9FFB-FEF4-3972-828B-5A743139F844}"/>
                    </a:ext>
                  </a:extLst>
                </p14:cNvPr>
                <p14:cNvContentPartPr/>
                <p14:nvPr/>
              </p14:nvContentPartPr>
              <p14:xfrm>
                <a:off x="2511862" y="4772336"/>
                <a:ext cx="115200" cy="8280"/>
              </p14:xfrm>
            </p:contentPart>
          </mc:Choice>
          <mc:Fallback>
            <p:pic>
              <p:nvPicPr>
                <p:cNvPr id="313" name="Ink 312">
                  <a:extLst>
                    <a:ext uri="{FF2B5EF4-FFF2-40B4-BE49-F238E27FC236}">
                      <a16:creationId xmlns:a16="http://schemas.microsoft.com/office/drawing/2014/main" id="{134F9FFB-FEF4-3972-828B-5A743139F844}"/>
                    </a:ext>
                  </a:extLst>
                </p:cNvPr>
                <p:cNvPicPr/>
                <p:nvPr/>
              </p:nvPicPr>
              <p:blipFill>
                <a:blip r:embed="rId481"/>
                <a:stretch>
                  <a:fillRect/>
                </a:stretch>
              </p:blipFill>
              <p:spPr>
                <a:xfrm>
                  <a:off x="2503222" y="4763696"/>
                  <a:ext cx="13284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482">
              <p14:nvContentPartPr>
                <p14:cNvPr id="314" name="Ink 313">
                  <a:extLst>
                    <a:ext uri="{FF2B5EF4-FFF2-40B4-BE49-F238E27FC236}">
                      <a16:creationId xmlns:a16="http://schemas.microsoft.com/office/drawing/2014/main" id="{60E9FF33-D0D2-ABF2-28FA-D4B964587D4F}"/>
                    </a:ext>
                  </a:extLst>
                </p14:cNvPr>
                <p14:cNvContentPartPr/>
                <p14:nvPr/>
              </p14:nvContentPartPr>
              <p14:xfrm>
                <a:off x="2669902" y="4706096"/>
                <a:ext cx="48240" cy="111240"/>
              </p14:xfrm>
            </p:contentPart>
          </mc:Choice>
          <mc:Fallback>
            <p:pic>
              <p:nvPicPr>
                <p:cNvPr id="314" name="Ink 313">
                  <a:extLst>
                    <a:ext uri="{FF2B5EF4-FFF2-40B4-BE49-F238E27FC236}">
                      <a16:creationId xmlns:a16="http://schemas.microsoft.com/office/drawing/2014/main" id="{60E9FF33-D0D2-ABF2-28FA-D4B964587D4F}"/>
                    </a:ext>
                  </a:extLst>
                </p:cNvPr>
                <p:cNvPicPr/>
                <p:nvPr/>
              </p:nvPicPr>
              <p:blipFill>
                <a:blip r:embed="rId483"/>
                <a:stretch>
                  <a:fillRect/>
                </a:stretch>
              </p:blipFill>
              <p:spPr>
                <a:xfrm>
                  <a:off x="2661262" y="4697096"/>
                  <a:ext cx="65880" cy="128880"/>
                </a:xfrm>
                <a:prstGeom prst="rect">
                  <a:avLst/>
                </a:prstGeom>
              </p:spPr>
            </p:pic>
          </mc:Fallback>
        </mc:AlternateContent>
      </p:grpSp>
      <p:grpSp>
        <p:nvGrpSpPr>
          <p:cNvPr id="337" name="Group 336">
            <a:extLst>
              <a:ext uri="{FF2B5EF4-FFF2-40B4-BE49-F238E27FC236}">
                <a16:creationId xmlns:a16="http://schemas.microsoft.com/office/drawing/2014/main" id="{844C13DA-37BB-9805-E888-4FC98C248419}"/>
              </a:ext>
            </a:extLst>
          </p:cNvPr>
          <p:cNvGrpSpPr/>
          <p:nvPr/>
        </p:nvGrpSpPr>
        <p:grpSpPr>
          <a:xfrm>
            <a:off x="3012982" y="4635536"/>
            <a:ext cx="2517840" cy="546120"/>
            <a:chOff x="3012982" y="4635536"/>
            <a:chExt cx="2517840" cy="546120"/>
          </a:xfrm>
        </p:grpSpPr>
        <mc:AlternateContent xmlns:mc="http://schemas.openxmlformats.org/markup-compatibility/2006">
          <mc:Choice xmlns:p14="http://schemas.microsoft.com/office/powerpoint/2010/main" Requires="p14">
            <p:contentPart p14:bwMode="auto" r:id="rId484">
              <p14:nvContentPartPr>
                <p14:cNvPr id="317" name="Ink 316">
                  <a:extLst>
                    <a:ext uri="{FF2B5EF4-FFF2-40B4-BE49-F238E27FC236}">
                      <a16:creationId xmlns:a16="http://schemas.microsoft.com/office/drawing/2014/main" id="{BAC1F51F-65CC-8D13-9932-1F18B6622AC5}"/>
                    </a:ext>
                  </a:extLst>
                </p14:cNvPr>
                <p14:cNvContentPartPr/>
                <p14:nvPr/>
              </p14:nvContentPartPr>
              <p14:xfrm>
                <a:off x="3012982" y="4947656"/>
                <a:ext cx="150840" cy="131400"/>
              </p14:xfrm>
            </p:contentPart>
          </mc:Choice>
          <mc:Fallback>
            <p:pic>
              <p:nvPicPr>
                <p:cNvPr id="317" name="Ink 316">
                  <a:extLst>
                    <a:ext uri="{FF2B5EF4-FFF2-40B4-BE49-F238E27FC236}">
                      <a16:creationId xmlns:a16="http://schemas.microsoft.com/office/drawing/2014/main" id="{BAC1F51F-65CC-8D13-9932-1F18B6622AC5}"/>
                    </a:ext>
                  </a:extLst>
                </p:cNvPr>
                <p:cNvPicPr/>
                <p:nvPr/>
              </p:nvPicPr>
              <p:blipFill>
                <a:blip r:embed="rId485"/>
                <a:stretch>
                  <a:fillRect/>
                </a:stretch>
              </p:blipFill>
              <p:spPr>
                <a:xfrm>
                  <a:off x="3003982" y="4938656"/>
                  <a:ext cx="1684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486">
              <p14:nvContentPartPr>
                <p14:cNvPr id="318" name="Ink 317">
                  <a:extLst>
                    <a:ext uri="{FF2B5EF4-FFF2-40B4-BE49-F238E27FC236}">
                      <a16:creationId xmlns:a16="http://schemas.microsoft.com/office/drawing/2014/main" id="{D629A997-E029-0093-4F5D-3422A66F5E0D}"/>
                    </a:ext>
                  </a:extLst>
                </p14:cNvPr>
                <p14:cNvContentPartPr/>
                <p14:nvPr/>
              </p14:nvContentPartPr>
              <p14:xfrm>
                <a:off x="3043942" y="4983296"/>
                <a:ext cx="63360" cy="128520"/>
              </p14:xfrm>
            </p:contentPart>
          </mc:Choice>
          <mc:Fallback>
            <p:pic>
              <p:nvPicPr>
                <p:cNvPr id="318" name="Ink 317">
                  <a:extLst>
                    <a:ext uri="{FF2B5EF4-FFF2-40B4-BE49-F238E27FC236}">
                      <a16:creationId xmlns:a16="http://schemas.microsoft.com/office/drawing/2014/main" id="{D629A997-E029-0093-4F5D-3422A66F5E0D}"/>
                    </a:ext>
                  </a:extLst>
                </p:cNvPr>
                <p:cNvPicPr/>
                <p:nvPr/>
              </p:nvPicPr>
              <p:blipFill>
                <a:blip r:embed="rId487"/>
                <a:stretch>
                  <a:fillRect/>
                </a:stretch>
              </p:blipFill>
              <p:spPr>
                <a:xfrm>
                  <a:off x="3035302" y="4974296"/>
                  <a:ext cx="8100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488">
              <p14:nvContentPartPr>
                <p14:cNvPr id="319" name="Ink 318">
                  <a:extLst>
                    <a:ext uri="{FF2B5EF4-FFF2-40B4-BE49-F238E27FC236}">
                      <a16:creationId xmlns:a16="http://schemas.microsoft.com/office/drawing/2014/main" id="{63AB27B4-9845-107B-B725-510AB2535209}"/>
                    </a:ext>
                  </a:extLst>
                </p14:cNvPr>
                <p14:cNvContentPartPr/>
                <p14:nvPr/>
              </p14:nvContentPartPr>
              <p14:xfrm>
                <a:off x="3186502" y="5087336"/>
                <a:ext cx="96120" cy="94320"/>
              </p14:xfrm>
            </p:contentPart>
          </mc:Choice>
          <mc:Fallback>
            <p:pic>
              <p:nvPicPr>
                <p:cNvPr id="319" name="Ink 318">
                  <a:extLst>
                    <a:ext uri="{FF2B5EF4-FFF2-40B4-BE49-F238E27FC236}">
                      <a16:creationId xmlns:a16="http://schemas.microsoft.com/office/drawing/2014/main" id="{63AB27B4-9845-107B-B725-510AB2535209}"/>
                    </a:ext>
                  </a:extLst>
                </p:cNvPr>
                <p:cNvPicPr/>
                <p:nvPr/>
              </p:nvPicPr>
              <p:blipFill>
                <a:blip r:embed="rId489"/>
                <a:stretch>
                  <a:fillRect/>
                </a:stretch>
              </p:blipFill>
              <p:spPr>
                <a:xfrm>
                  <a:off x="3177502" y="5078696"/>
                  <a:ext cx="11376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490">
              <p14:nvContentPartPr>
                <p14:cNvPr id="320" name="Ink 319">
                  <a:extLst>
                    <a:ext uri="{FF2B5EF4-FFF2-40B4-BE49-F238E27FC236}">
                      <a16:creationId xmlns:a16="http://schemas.microsoft.com/office/drawing/2014/main" id="{74476FD4-80A6-812A-31A1-0525F293BD7C}"/>
                    </a:ext>
                  </a:extLst>
                </p14:cNvPr>
                <p14:cNvContentPartPr/>
                <p14:nvPr/>
              </p14:nvContentPartPr>
              <p14:xfrm>
                <a:off x="3350302" y="4893656"/>
                <a:ext cx="153720" cy="241200"/>
              </p14:xfrm>
            </p:contentPart>
          </mc:Choice>
          <mc:Fallback>
            <p:pic>
              <p:nvPicPr>
                <p:cNvPr id="320" name="Ink 319">
                  <a:extLst>
                    <a:ext uri="{FF2B5EF4-FFF2-40B4-BE49-F238E27FC236}">
                      <a16:creationId xmlns:a16="http://schemas.microsoft.com/office/drawing/2014/main" id="{74476FD4-80A6-812A-31A1-0525F293BD7C}"/>
                    </a:ext>
                  </a:extLst>
                </p:cNvPr>
                <p:cNvPicPr/>
                <p:nvPr/>
              </p:nvPicPr>
              <p:blipFill>
                <a:blip r:embed="rId491"/>
                <a:stretch>
                  <a:fillRect/>
                </a:stretch>
              </p:blipFill>
              <p:spPr>
                <a:xfrm>
                  <a:off x="3341302" y="4885016"/>
                  <a:ext cx="17136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492">
              <p14:nvContentPartPr>
                <p14:cNvPr id="321" name="Ink 320">
                  <a:extLst>
                    <a:ext uri="{FF2B5EF4-FFF2-40B4-BE49-F238E27FC236}">
                      <a16:creationId xmlns:a16="http://schemas.microsoft.com/office/drawing/2014/main" id="{477450BC-647A-598B-EF7B-5827432ECBDF}"/>
                    </a:ext>
                  </a:extLst>
                </p14:cNvPr>
                <p14:cNvContentPartPr/>
                <p14:nvPr/>
              </p14:nvContentPartPr>
              <p14:xfrm>
                <a:off x="3478462" y="5012456"/>
                <a:ext cx="182880" cy="61920"/>
              </p14:xfrm>
            </p:contentPart>
          </mc:Choice>
          <mc:Fallback>
            <p:pic>
              <p:nvPicPr>
                <p:cNvPr id="321" name="Ink 320">
                  <a:extLst>
                    <a:ext uri="{FF2B5EF4-FFF2-40B4-BE49-F238E27FC236}">
                      <a16:creationId xmlns:a16="http://schemas.microsoft.com/office/drawing/2014/main" id="{477450BC-647A-598B-EF7B-5827432ECBDF}"/>
                    </a:ext>
                  </a:extLst>
                </p:cNvPr>
                <p:cNvPicPr/>
                <p:nvPr/>
              </p:nvPicPr>
              <p:blipFill>
                <a:blip r:embed="rId493"/>
                <a:stretch>
                  <a:fillRect/>
                </a:stretch>
              </p:blipFill>
              <p:spPr>
                <a:xfrm>
                  <a:off x="3469462" y="5003816"/>
                  <a:ext cx="20052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494">
              <p14:nvContentPartPr>
                <p14:cNvPr id="322" name="Ink 321">
                  <a:extLst>
                    <a:ext uri="{FF2B5EF4-FFF2-40B4-BE49-F238E27FC236}">
                      <a16:creationId xmlns:a16="http://schemas.microsoft.com/office/drawing/2014/main" id="{80291BE5-8A8D-D012-AD0C-16A820251B51}"/>
                    </a:ext>
                  </a:extLst>
                </p14:cNvPr>
                <p14:cNvContentPartPr/>
                <p14:nvPr/>
              </p14:nvContentPartPr>
              <p14:xfrm>
                <a:off x="3587902" y="4878896"/>
                <a:ext cx="209520" cy="264240"/>
              </p14:xfrm>
            </p:contentPart>
          </mc:Choice>
          <mc:Fallback>
            <p:pic>
              <p:nvPicPr>
                <p:cNvPr id="322" name="Ink 321">
                  <a:extLst>
                    <a:ext uri="{FF2B5EF4-FFF2-40B4-BE49-F238E27FC236}">
                      <a16:creationId xmlns:a16="http://schemas.microsoft.com/office/drawing/2014/main" id="{80291BE5-8A8D-D012-AD0C-16A820251B51}"/>
                    </a:ext>
                  </a:extLst>
                </p:cNvPr>
                <p:cNvPicPr/>
                <p:nvPr/>
              </p:nvPicPr>
              <p:blipFill>
                <a:blip r:embed="rId495"/>
                <a:stretch>
                  <a:fillRect/>
                </a:stretch>
              </p:blipFill>
              <p:spPr>
                <a:xfrm>
                  <a:off x="3578902" y="4870256"/>
                  <a:ext cx="22716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496">
              <p14:nvContentPartPr>
                <p14:cNvPr id="323" name="Ink 322">
                  <a:extLst>
                    <a:ext uri="{FF2B5EF4-FFF2-40B4-BE49-F238E27FC236}">
                      <a16:creationId xmlns:a16="http://schemas.microsoft.com/office/drawing/2014/main" id="{03954521-D8B5-F90E-4845-46DDE4E6DDB4}"/>
                    </a:ext>
                  </a:extLst>
                </p14:cNvPr>
                <p14:cNvContentPartPr/>
                <p14:nvPr/>
              </p14:nvContentPartPr>
              <p14:xfrm>
                <a:off x="3941062" y="5007416"/>
                <a:ext cx="178920" cy="145080"/>
              </p14:xfrm>
            </p:contentPart>
          </mc:Choice>
          <mc:Fallback>
            <p:pic>
              <p:nvPicPr>
                <p:cNvPr id="323" name="Ink 322">
                  <a:extLst>
                    <a:ext uri="{FF2B5EF4-FFF2-40B4-BE49-F238E27FC236}">
                      <a16:creationId xmlns:a16="http://schemas.microsoft.com/office/drawing/2014/main" id="{03954521-D8B5-F90E-4845-46DDE4E6DDB4}"/>
                    </a:ext>
                  </a:extLst>
                </p:cNvPr>
                <p:cNvPicPr/>
                <p:nvPr/>
              </p:nvPicPr>
              <p:blipFill>
                <a:blip r:embed="rId497"/>
                <a:stretch>
                  <a:fillRect/>
                </a:stretch>
              </p:blipFill>
              <p:spPr>
                <a:xfrm>
                  <a:off x="3932062" y="4998776"/>
                  <a:ext cx="19656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498">
              <p14:nvContentPartPr>
                <p14:cNvPr id="324" name="Ink 323">
                  <a:extLst>
                    <a:ext uri="{FF2B5EF4-FFF2-40B4-BE49-F238E27FC236}">
                      <a16:creationId xmlns:a16="http://schemas.microsoft.com/office/drawing/2014/main" id="{4D5490BD-7343-A915-9AC3-57D7867A79D0}"/>
                    </a:ext>
                  </a:extLst>
                </p14:cNvPr>
                <p14:cNvContentPartPr/>
                <p14:nvPr/>
              </p14:nvContentPartPr>
              <p14:xfrm>
                <a:off x="4020622" y="4863056"/>
                <a:ext cx="118800" cy="47160"/>
              </p14:xfrm>
            </p:contentPart>
          </mc:Choice>
          <mc:Fallback>
            <p:pic>
              <p:nvPicPr>
                <p:cNvPr id="324" name="Ink 323">
                  <a:extLst>
                    <a:ext uri="{FF2B5EF4-FFF2-40B4-BE49-F238E27FC236}">
                      <a16:creationId xmlns:a16="http://schemas.microsoft.com/office/drawing/2014/main" id="{4D5490BD-7343-A915-9AC3-57D7867A79D0}"/>
                    </a:ext>
                  </a:extLst>
                </p:cNvPr>
                <p:cNvPicPr/>
                <p:nvPr/>
              </p:nvPicPr>
              <p:blipFill>
                <a:blip r:embed="rId499"/>
                <a:stretch>
                  <a:fillRect/>
                </a:stretch>
              </p:blipFill>
              <p:spPr>
                <a:xfrm>
                  <a:off x="4011982" y="4854056"/>
                  <a:ext cx="13644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500">
              <p14:nvContentPartPr>
                <p14:cNvPr id="326" name="Ink 325">
                  <a:extLst>
                    <a:ext uri="{FF2B5EF4-FFF2-40B4-BE49-F238E27FC236}">
                      <a16:creationId xmlns:a16="http://schemas.microsoft.com/office/drawing/2014/main" id="{FCB832C6-CC4C-49FC-75CC-B9DF83F250D1}"/>
                    </a:ext>
                  </a:extLst>
                </p14:cNvPr>
                <p14:cNvContentPartPr/>
                <p14:nvPr/>
              </p14:nvContentPartPr>
              <p14:xfrm>
                <a:off x="4239142" y="4836416"/>
                <a:ext cx="105840" cy="202680"/>
              </p14:xfrm>
            </p:contentPart>
          </mc:Choice>
          <mc:Fallback>
            <p:pic>
              <p:nvPicPr>
                <p:cNvPr id="326" name="Ink 325">
                  <a:extLst>
                    <a:ext uri="{FF2B5EF4-FFF2-40B4-BE49-F238E27FC236}">
                      <a16:creationId xmlns:a16="http://schemas.microsoft.com/office/drawing/2014/main" id="{FCB832C6-CC4C-49FC-75CC-B9DF83F250D1}"/>
                    </a:ext>
                  </a:extLst>
                </p:cNvPr>
                <p:cNvPicPr/>
                <p:nvPr/>
              </p:nvPicPr>
              <p:blipFill>
                <a:blip r:embed="rId501"/>
                <a:stretch>
                  <a:fillRect/>
                </a:stretch>
              </p:blipFill>
              <p:spPr>
                <a:xfrm>
                  <a:off x="4230502" y="4827776"/>
                  <a:ext cx="12348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502">
              <p14:nvContentPartPr>
                <p14:cNvPr id="327" name="Ink 326">
                  <a:extLst>
                    <a:ext uri="{FF2B5EF4-FFF2-40B4-BE49-F238E27FC236}">
                      <a16:creationId xmlns:a16="http://schemas.microsoft.com/office/drawing/2014/main" id="{BDD68217-66BF-2132-B5AA-396FD2052464}"/>
                    </a:ext>
                  </a:extLst>
                </p14:cNvPr>
                <p14:cNvContentPartPr/>
                <p14:nvPr/>
              </p14:nvContentPartPr>
              <p14:xfrm>
                <a:off x="4220062" y="4746416"/>
                <a:ext cx="11520" cy="21240"/>
              </p14:xfrm>
            </p:contentPart>
          </mc:Choice>
          <mc:Fallback>
            <p:pic>
              <p:nvPicPr>
                <p:cNvPr id="327" name="Ink 326">
                  <a:extLst>
                    <a:ext uri="{FF2B5EF4-FFF2-40B4-BE49-F238E27FC236}">
                      <a16:creationId xmlns:a16="http://schemas.microsoft.com/office/drawing/2014/main" id="{BDD68217-66BF-2132-B5AA-396FD2052464}"/>
                    </a:ext>
                  </a:extLst>
                </p:cNvPr>
                <p:cNvPicPr/>
                <p:nvPr/>
              </p:nvPicPr>
              <p:blipFill>
                <a:blip r:embed="rId503"/>
                <a:stretch>
                  <a:fillRect/>
                </a:stretch>
              </p:blipFill>
              <p:spPr>
                <a:xfrm>
                  <a:off x="4211422" y="4737416"/>
                  <a:ext cx="2916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504">
              <p14:nvContentPartPr>
                <p14:cNvPr id="328" name="Ink 327">
                  <a:extLst>
                    <a:ext uri="{FF2B5EF4-FFF2-40B4-BE49-F238E27FC236}">
                      <a16:creationId xmlns:a16="http://schemas.microsoft.com/office/drawing/2014/main" id="{AE0A401D-4D56-33F4-FCA2-23A1A0FD1CF5}"/>
                    </a:ext>
                  </a:extLst>
                </p14:cNvPr>
                <p14:cNvContentPartPr/>
                <p14:nvPr/>
              </p14:nvContentPartPr>
              <p14:xfrm>
                <a:off x="4354342" y="4757576"/>
                <a:ext cx="136080" cy="113400"/>
              </p14:xfrm>
            </p:contentPart>
          </mc:Choice>
          <mc:Fallback>
            <p:pic>
              <p:nvPicPr>
                <p:cNvPr id="328" name="Ink 327">
                  <a:extLst>
                    <a:ext uri="{FF2B5EF4-FFF2-40B4-BE49-F238E27FC236}">
                      <a16:creationId xmlns:a16="http://schemas.microsoft.com/office/drawing/2014/main" id="{AE0A401D-4D56-33F4-FCA2-23A1A0FD1CF5}"/>
                    </a:ext>
                  </a:extLst>
                </p:cNvPr>
                <p:cNvPicPr/>
                <p:nvPr/>
              </p:nvPicPr>
              <p:blipFill>
                <a:blip r:embed="rId505"/>
                <a:stretch>
                  <a:fillRect/>
                </a:stretch>
              </p:blipFill>
              <p:spPr>
                <a:xfrm>
                  <a:off x="4345342" y="4748576"/>
                  <a:ext cx="15372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506">
              <p14:nvContentPartPr>
                <p14:cNvPr id="329" name="Ink 328">
                  <a:extLst>
                    <a:ext uri="{FF2B5EF4-FFF2-40B4-BE49-F238E27FC236}">
                      <a16:creationId xmlns:a16="http://schemas.microsoft.com/office/drawing/2014/main" id="{6175EBB6-7DD2-A396-CFE4-DAE5686780E7}"/>
                    </a:ext>
                  </a:extLst>
                </p14:cNvPr>
                <p14:cNvContentPartPr/>
                <p14:nvPr/>
              </p14:nvContentPartPr>
              <p14:xfrm>
                <a:off x="4518862" y="4790336"/>
                <a:ext cx="43200" cy="68400"/>
              </p14:xfrm>
            </p:contentPart>
          </mc:Choice>
          <mc:Fallback>
            <p:pic>
              <p:nvPicPr>
                <p:cNvPr id="329" name="Ink 328">
                  <a:extLst>
                    <a:ext uri="{FF2B5EF4-FFF2-40B4-BE49-F238E27FC236}">
                      <a16:creationId xmlns:a16="http://schemas.microsoft.com/office/drawing/2014/main" id="{6175EBB6-7DD2-A396-CFE4-DAE5686780E7}"/>
                    </a:ext>
                  </a:extLst>
                </p:cNvPr>
                <p:cNvPicPr/>
                <p:nvPr/>
              </p:nvPicPr>
              <p:blipFill>
                <a:blip r:embed="rId507"/>
                <a:stretch>
                  <a:fillRect/>
                </a:stretch>
              </p:blipFill>
              <p:spPr>
                <a:xfrm>
                  <a:off x="4510222" y="4781336"/>
                  <a:ext cx="6084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508">
              <p14:nvContentPartPr>
                <p14:cNvPr id="330" name="Ink 329">
                  <a:extLst>
                    <a:ext uri="{FF2B5EF4-FFF2-40B4-BE49-F238E27FC236}">
                      <a16:creationId xmlns:a16="http://schemas.microsoft.com/office/drawing/2014/main" id="{E2D5F12A-4FCA-D965-09DD-F9289225368A}"/>
                    </a:ext>
                  </a:extLst>
                </p14:cNvPr>
                <p14:cNvContentPartPr/>
                <p14:nvPr/>
              </p14:nvContentPartPr>
              <p14:xfrm>
                <a:off x="4578622" y="4771616"/>
                <a:ext cx="66240" cy="97920"/>
              </p14:xfrm>
            </p:contentPart>
          </mc:Choice>
          <mc:Fallback>
            <p:pic>
              <p:nvPicPr>
                <p:cNvPr id="330" name="Ink 329">
                  <a:extLst>
                    <a:ext uri="{FF2B5EF4-FFF2-40B4-BE49-F238E27FC236}">
                      <a16:creationId xmlns:a16="http://schemas.microsoft.com/office/drawing/2014/main" id="{E2D5F12A-4FCA-D965-09DD-F9289225368A}"/>
                    </a:ext>
                  </a:extLst>
                </p:cNvPr>
                <p:cNvPicPr/>
                <p:nvPr/>
              </p:nvPicPr>
              <p:blipFill>
                <a:blip r:embed="rId509"/>
                <a:stretch>
                  <a:fillRect/>
                </a:stretch>
              </p:blipFill>
              <p:spPr>
                <a:xfrm>
                  <a:off x="4569622" y="4762976"/>
                  <a:ext cx="8388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510">
              <p14:nvContentPartPr>
                <p14:cNvPr id="331" name="Ink 330">
                  <a:extLst>
                    <a:ext uri="{FF2B5EF4-FFF2-40B4-BE49-F238E27FC236}">
                      <a16:creationId xmlns:a16="http://schemas.microsoft.com/office/drawing/2014/main" id="{39928E0D-314D-A276-0D7B-5178DD248A93}"/>
                    </a:ext>
                  </a:extLst>
                </p14:cNvPr>
                <p14:cNvContentPartPr/>
                <p14:nvPr/>
              </p14:nvContentPartPr>
              <p14:xfrm>
                <a:off x="4416622" y="4719056"/>
                <a:ext cx="219960" cy="20520"/>
              </p14:xfrm>
            </p:contentPart>
          </mc:Choice>
          <mc:Fallback>
            <p:pic>
              <p:nvPicPr>
                <p:cNvPr id="331" name="Ink 330">
                  <a:extLst>
                    <a:ext uri="{FF2B5EF4-FFF2-40B4-BE49-F238E27FC236}">
                      <a16:creationId xmlns:a16="http://schemas.microsoft.com/office/drawing/2014/main" id="{39928E0D-314D-A276-0D7B-5178DD248A93}"/>
                    </a:ext>
                  </a:extLst>
                </p:cNvPr>
                <p:cNvPicPr/>
                <p:nvPr/>
              </p:nvPicPr>
              <p:blipFill>
                <a:blip r:embed="rId511"/>
                <a:stretch>
                  <a:fillRect/>
                </a:stretch>
              </p:blipFill>
              <p:spPr>
                <a:xfrm>
                  <a:off x="4407982" y="4710056"/>
                  <a:ext cx="23760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512">
              <p14:nvContentPartPr>
                <p14:cNvPr id="332" name="Ink 331">
                  <a:extLst>
                    <a:ext uri="{FF2B5EF4-FFF2-40B4-BE49-F238E27FC236}">
                      <a16:creationId xmlns:a16="http://schemas.microsoft.com/office/drawing/2014/main" id="{A9091FDF-19ED-33A1-02CF-04AAF7B17F50}"/>
                    </a:ext>
                  </a:extLst>
                </p14:cNvPr>
                <p14:cNvContentPartPr/>
                <p14:nvPr/>
              </p14:nvContentPartPr>
              <p14:xfrm>
                <a:off x="4665022" y="4686656"/>
                <a:ext cx="111600" cy="180360"/>
              </p14:xfrm>
            </p:contentPart>
          </mc:Choice>
          <mc:Fallback>
            <p:pic>
              <p:nvPicPr>
                <p:cNvPr id="332" name="Ink 331">
                  <a:extLst>
                    <a:ext uri="{FF2B5EF4-FFF2-40B4-BE49-F238E27FC236}">
                      <a16:creationId xmlns:a16="http://schemas.microsoft.com/office/drawing/2014/main" id="{A9091FDF-19ED-33A1-02CF-04AAF7B17F50}"/>
                    </a:ext>
                  </a:extLst>
                </p:cNvPr>
                <p:cNvPicPr/>
                <p:nvPr/>
              </p:nvPicPr>
              <p:blipFill>
                <a:blip r:embed="rId513"/>
                <a:stretch>
                  <a:fillRect/>
                </a:stretch>
              </p:blipFill>
              <p:spPr>
                <a:xfrm>
                  <a:off x="4656382" y="4677656"/>
                  <a:ext cx="12924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514">
              <p14:nvContentPartPr>
                <p14:cNvPr id="333" name="Ink 332">
                  <a:extLst>
                    <a:ext uri="{FF2B5EF4-FFF2-40B4-BE49-F238E27FC236}">
                      <a16:creationId xmlns:a16="http://schemas.microsoft.com/office/drawing/2014/main" id="{9B80B66F-76A5-01F5-E0F7-ACAC00E70C61}"/>
                    </a:ext>
                  </a:extLst>
                </p14:cNvPr>
                <p14:cNvContentPartPr/>
                <p14:nvPr/>
              </p14:nvContentPartPr>
              <p14:xfrm>
                <a:off x="4750342" y="4772336"/>
                <a:ext cx="141840" cy="75960"/>
              </p14:xfrm>
            </p:contentPart>
          </mc:Choice>
          <mc:Fallback>
            <p:pic>
              <p:nvPicPr>
                <p:cNvPr id="333" name="Ink 332">
                  <a:extLst>
                    <a:ext uri="{FF2B5EF4-FFF2-40B4-BE49-F238E27FC236}">
                      <a16:creationId xmlns:a16="http://schemas.microsoft.com/office/drawing/2014/main" id="{9B80B66F-76A5-01F5-E0F7-ACAC00E70C61}"/>
                    </a:ext>
                  </a:extLst>
                </p:cNvPr>
                <p:cNvPicPr/>
                <p:nvPr/>
              </p:nvPicPr>
              <p:blipFill>
                <a:blip r:embed="rId515"/>
                <a:stretch>
                  <a:fillRect/>
                </a:stretch>
              </p:blipFill>
              <p:spPr>
                <a:xfrm>
                  <a:off x="4741702" y="4763696"/>
                  <a:ext cx="15948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516">
              <p14:nvContentPartPr>
                <p14:cNvPr id="334" name="Ink 333">
                  <a:extLst>
                    <a:ext uri="{FF2B5EF4-FFF2-40B4-BE49-F238E27FC236}">
                      <a16:creationId xmlns:a16="http://schemas.microsoft.com/office/drawing/2014/main" id="{04AC0204-19C8-183D-9B61-149205C209EA}"/>
                    </a:ext>
                  </a:extLst>
                </p14:cNvPr>
                <p14:cNvContentPartPr/>
                <p14:nvPr/>
              </p14:nvContentPartPr>
              <p14:xfrm>
                <a:off x="4917022" y="4783856"/>
                <a:ext cx="192600" cy="86760"/>
              </p14:xfrm>
            </p:contentPart>
          </mc:Choice>
          <mc:Fallback>
            <p:pic>
              <p:nvPicPr>
                <p:cNvPr id="334" name="Ink 333">
                  <a:extLst>
                    <a:ext uri="{FF2B5EF4-FFF2-40B4-BE49-F238E27FC236}">
                      <a16:creationId xmlns:a16="http://schemas.microsoft.com/office/drawing/2014/main" id="{04AC0204-19C8-183D-9B61-149205C209EA}"/>
                    </a:ext>
                  </a:extLst>
                </p:cNvPr>
                <p:cNvPicPr/>
                <p:nvPr/>
              </p:nvPicPr>
              <p:blipFill>
                <a:blip r:embed="rId517"/>
                <a:stretch>
                  <a:fillRect/>
                </a:stretch>
              </p:blipFill>
              <p:spPr>
                <a:xfrm>
                  <a:off x="4908382" y="4775216"/>
                  <a:ext cx="21024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518">
              <p14:nvContentPartPr>
                <p14:cNvPr id="335" name="Ink 334">
                  <a:extLst>
                    <a:ext uri="{FF2B5EF4-FFF2-40B4-BE49-F238E27FC236}">
                      <a16:creationId xmlns:a16="http://schemas.microsoft.com/office/drawing/2014/main" id="{1B33701E-F7F9-B908-D372-F861CE758702}"/>
                    </a:ext>
                  </a:extLst>
                </p14:cNvPr>
                <p14:cNvContentPartPr/>
                <p14:nvPr/>
              </p14:nvContentPartPr>
              <p14:xfrm>
                <a:off x="5177302" y="4635536"/>
                <a:ext cx="126720" cy="314280"/>
              </p14:xfrm>
            </p:contentPart>
          </mc:Choice>
          <mc:Fallback>
            <p:pic>
              <p:nvPicPr>
                <p:cNvPr id="335" name="Ink 334">
                  <a:extLst>
                    <a:ext uri="{FF2B5EF4-FFF2-40B4-BE49-F238E27FC236}">
                      <a16:creationId xmlns:a16="http://schemas.microsoft.com/office/drawing/2014/main" id="{1B33701E-F7F9-B908-D372-F861CE758702}"/>
                    </a:ext>
                  </a:extLst>
                </p:cNvPr>
                <p:cNvPicPr/>
                <p:nvPr/>
              </p:nvPicPr>
              <p:blipFill>
                <a:blip r:embed="rId519"/>
                <a:stretch>
                  <a:fillRect/>
                </a:stretch>
              </p:blipFill>
              <p:spPr>
                <a:xfrm>
                  <a:off x="5168302" y="4626896"/>
                  <a:ext cx="144360" cy="331920"/>
                </a:xfrm>
                <a:prstGeom prst="rect">
                  <a:avLst/>
                </a:prstGeom>
              </p:spPr>
            </p:pic>
          </mc:Fallback>
        </mc:AlternateContent>
        <mc:AlternateContent xmlns:mc="http://schemas.openxmlformats.org/markup-compatibility/2006">
          <mc:Choice xmlns:p14="http://schemas.microsoft.com/office/powerpoint/2010/main" Requires="p14">
            <p:contentPart p14:bwMode="auto" r:id="rId520">
              <p14:nvContentPartPr>
                <p14:cNvPr id="336" name="Ink 335">
                  <a:extLst>
                    <a:ext uri="{FF2B5EF4-FFF2-40B4-BE49-F238E27FC236}">
                      <a16:creationId xmlns:a16="http://schemas.microsoft.com/office/drawing/2014/main" id="{D256129B-E6AB-48F4-FCFF-93D003A8A0FB}"/>
                    </a:ext>
                  </a:extLst>
                </p14:cNvPr>
                <p14:cNvContentPartPr/>
                <p14:nvPr/>
              </p14:nvContentPartPr>
              <p14:xfrm>
                <a:off x="5312662" y="4805456"/>
                <a:ext cx="218160" cy="163080"/>
              </p14:xfrm>
            </p:contentPart>
          </mc:Choice>
          <mc:Fallback>
            <p:pic>
              <p:nvPicPr>
                <p:cNvPr id="336" name="Ink 335">
                  <a:extLst>
                    <a:ext uri="{FF2B5EF4-FFF2-40B4-BE49-F238E27FC236}">
                      <a16:creationId xmlns:a16="http://schemas.microsoft.com/office/drawing/2014/main" id="{D256129B-E6AB-48F4-FCFF-93D003A8A0FB}"/>
                    </a:ext>
                  </a:extLst>
                </p:cNvPr>
                <p:cNvPicPr/>
                <p:nvPr/>
              </p:nvPicPr>
              <p:blipFill>
                <a:blip r:embed="rId521"/>
                <a:stretch>
                  <a:fillRect/>
                </a:stretch>
              </p:blipFill>
              <p:spPr>
                <a:xfrm>
                  <a:off x="5303662" y="4796456"/>
                  <a:ext cx="235800" cy="180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22">
            <p14:nvContentPartPr>
              <p14:cNvPr id="338" name="Ink 337">
                <a:extLst>
                  <a:ext uri="{FF2B5EF4-FFF2-40B4-BE49-F238E27FC236}">
                    <a16:creationId xmlns:a16="http://schemas.microsoft.com/office/drawing/2014/main" id="{268F7A98-4C65-2D48-222E-78C500CB4F54}"/>
                  </a:ext>
                </a:extLst>
              </p14:cNvPr>
              <p14:cNvContentPartPr/>
              <p14:nvPr/>
            </p14:nvContentPartPr>
            <p14:xfrm>
              <a:off x="8691982" y="4850456"/>
              <a:ext cx="232560" cy="273960"/>
            </p14:xfrm>
          </p:contentPart>
        </mc:Choice>
        <mc:Fallback>
          <p:pic>
            <p:nvPicPr>
              <p:cNvPr id="338" name="Ink 337">
                <a:extLst>
                  <a:ext uri="{FF2B5EF4-FFF2-40B4-BE49-F238E27FC236}">
                    <a16:creationId xmlns:a16="http://schemas.microsoft.com/office/drawing/2014/main" id="{268F7A98-4C65-2D48-222E-78C500CB4F54}"/>
                  </a:ext>
                </a:extLst>
              </p:cNvPr>
              <p:cNvPicPr/>
              <p:nvPr/>
            </p:nvPicPr>
            <p:blipFill>
              <a:blip r:embed="rId523"/>
              <a:stretch>
                <a:fillRect/>
              </a:stretch>
            </p:blipFill>
            <p:spPr>
              <a:xfrm>
                <a:off x="8682982" y="4841816"/>
                <a:ext cx="250200" cy="291600"/>
              </a:xfrm>
              <a:prstGeom prst="rect">
                <a:avLst/>
              </a:prstGeom>
            </p:spPr>
          </p:pic>
        </mc:Fallback>
      </mc:AlternateContent>
      <p:grpSp>
        <p:nvGrpSpPr>
          <p:cNvPr id="345" name="Group 344">
            <a:extLst>
              <a:ext uri="{FF2B5EF4-FFF2-40B4-BE49-F238E27FC236}">
                <a16:creationId xmlns:a16="http://schemas.microsoft.com/office/drawing/2014/main" id="{05B98B91-3296-BBCC-EF15-9E9A70B9EEA3}"/>
              </a:ext>
            </a:extLst>
          </p:cNvPr>
          <p:cNvGrpSpPr/>
          <p:nvPr/>
        </p:nvGrpSpPr>
        <p:grpSpPr>
          <a:xfrm>
            <a:off x="9114982" y="4935776"/>
            <a:ext cx="713160" cy="257040"/>
            <a:chOff x="9114982" y="4935776"/>
            <a:chExt cx="713160" cy="257040"/>
          </a:xfrm>
        </p:grpSpPr>
        <mc:AlternateContent xmlns:mc="http://schemas.openxmlformats.org/markup-compatibility/2006">
          <mc:Choice xmlns:p14="http://schemas.microsoft.com/office/powerpoint/2010/main" Requires="p14">
            <p:contentPart p14:bwMode="auto" r:id="rId524">
              <p14:nvContentPartPr>
                <p14:cNvPr id="339" name="Ink 338">
                  <a:extLst>
                    <a:ext uri="{FF2B5EF4-FFF2-40B4-BE49-F238E27FC236}">
                      <a16:creationId xmlns:a16="http://schemas.microsoft.com/office/drawing/2014/main" id="{74B8DFE7-A2AE-0739-A7E2-8A653E64CE2B}"/>
                    </a:ext>
                  </a:extLst>
                </p14:cNvPr>
                <p14:cNvContentPartPr/>
                <p14:nvPr/>
              </p14:nvContentPartPr>
              <p14:xfrm>
                <a:off x="9114982" y="4957376"/>
                <a:ext cx="210960" cy="149040"/>
              </p14:xfrm>
            </p:contentPart>
          </mc:Choice>
          <mc:Fallback>
            <p:pic>
              <p:nvPicPr>
                <p:cNvPr id="339" name="Ink 338">
                  <a:extLst>
                    <a:ext uri="{FF2B5EF4-FFF2-40B4-BE49-F238E27FC236}">
                      <a16:creationId xmlns:a16="http://schemas.microsoft.com/office/drawing/2014/main" id="{74B8DFE7-A2AE-0739-A7E2-8A653E64CE2B}"/>
                    </a:ext>
                  </a:extLst>
                </p:cNvPr>
                <p:cNvPicPr/>
                <p:nvPr/>
              </p:nvPicPr>
              <p:blipFill>
                <a:blip r:embed="rId525"/>
                <a:stretch>
                  <a:fillRect/>
                </a:stretch>
              </p:blipFill>
              <p:spPr>
                <a:xfrm>
                  <a:off x="9105982" y="4948376"/>
                  <a:ext cx="22860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526">
              <p14:nvContentPartPr>
                <p14:cNvPr id="340" name="Ink 339">
                  <a:extLst>
                    <a:ext uri="{FF2B5EF4-FFF2-40B4-BE49-F238E27FC236}">
                      <a16:creationId xmlns:a16="http://schemas.microsoft.com/office/drawing/2014/main" id="{F4103EB3-CFF9-0216-4AEC-8C0DEE8BE2FA}"/>
                    </a:ext>
                  </a:extLst>
                </p14:cNvPr>
                <p14:cNvContentPartPr/>
                <p14:nvPr/>
              </p14:nvContentPartPr>
              <p14:xfrm>
                <a:off x="9251782" y="5115056"/>
                <a:ext cx="139680" cy="37440"/>
              </p14:xfrm>
            </p:contentPart>
          </mc:Choice>
          <mc:Fallback>
            <p:pic>
              <p:nvPicPr>
                <p:cNvPr id="340" name="Ink 339">
                  <a:extLst>
                    <a:ext uri="{FF2B5EF4-FFF2-40B4-BE49-F238E27FC236}">
                      <a16:creationId xmlns:a16="http://schemas.microsoft.com/office/drawing/2014/main" id="{F4103EB3-CFF9-0216-4AEC-8C0DEE8BE2FA}"/>
                    </a:ext>
                  </a:extLst>
                </p:cNvPr>
                <p:cNvPicPr/>
                <p:nvPr/>
              </p:nvPicPr>
              <p:blipFill>
                <a:blip r:embed="rId527"/>
                <a:stretch>
                  <a:fillRect/>
                </a:stretch>
              </p:blipFill>
              <p:spPr>
                <a:xfrm>
                  <a:off x="9243142" y="5106056"/>
                  <a:ext cx="15732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528">
              <p14:nvContentPartPr>
                <p14:cNvPr id="341" name="Ink 340">
                  <a:extLst>
                    <a:ext uri="{FF2B5EF4-FFF2-40B4-BE49-F238E27FC236}">
                      <a16:creationId xmlns:a16="http://schemas.microsoft.com/office/drawing/2014/main" id="{665D2A95-60D1-FEA4-02B4-734765B8B5CD}"/>
                    </a:ext>
                  </a:extLst>
                </p14:cNvPr>
                <p14:cNvContentPartPr/>
                <p14:nvPr/>
              </p14:nvContentPartPr>
              <p14:xfrm>
                <a:off x="9558502" y="4987616"/>
                <a:ext cx="32400" cy="140400"/>
              </p14:xfrm>
            </p:contentPart>
          </mc:Choice>
          <mc:Fallback>
            <p:pic>
              <p:nvPicPr>
                <p:cNvPr id="341" name="Ink 340">
                  <a:extLst>
                    <a:ext uri="{FF2B5EF4-FFF2-40B4-BE49-F238E27FC236}">
                      <a16:creationId xmlns:a16="http://schemas.microsoft.com/office/drawing/2014/main" id="{665D2A95-60D1-FEA4-02B4-734765B8B5CD}"/>
                    </a:ext>
                  </a:extLst>
                </p:cNvPr>
                <p:cNvPicPr/>
                <p:nvPr/>
              </p:nvPicPr>
              <p:blipFill>
                <a:blip r:embed="rId529"/>
                <a:stretch>
                  <a:fillRect/>
                </a:stretch>
              </p:blipFill>
              <p:spPr>
                <a:xfrm>
                  <a:off x="9549862" y="4978976"/>
                  <a:ext cx="5004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530">
              <p14:nvContentPartPr>
                <p14:cNvPr id="342" name="Ink 341">
                  <a:extLst>
                    <a:ext uri="{FF2B5EF4-FFF2-40B4-BE49-F238E27FC236}">
                      <a16:creationId xmlns:a16="http://schemas.microsoft.com/office/drawing/2014/main" id="{695ECE2D-D424-23F3-1EA9-3DF10B746496}"/>
                    </a:ext>
                  </a:extLst>
                </p14:cNvPr>
                <p14:cNvContentPartPr/>
                <p14:nvPr/>
              </p14:nvContentPartPr>
              <p14:xfrm>
                <a:off x="9527542" y="4935776"/>
                <a:ext cx="300600" cy="224280"/>
              </p14:xfrm>
            </p:contentPart>
          </mc:Choice>
          <mc:Fallback>
            <p:pic>
              <p:nvPicPr>
                <p:cNvPr id="342" name="Ink 341">
                  <a:extLst>
                    <a:ext uri="{FF2B5EF4-FFF2-40B4-BE49-F238E27FC236}">
                      <a16:creationId xmlns:a16="http://schemas.microsoft.com/office/drawing/2014/main" id="{695ECE2D-D424-23F3-1EA9-3DF10B746496}"/>
                    </a:ext>
                  </a:extLst>
                </p:cNvPr>
                <p:cNvPicPr/>
                <p:nvPr/>
              </p:nvPicPr>
              <p:blipFill>
                <a:blip r:embed="rId531"/>
                <a:stretch>
                  <a:fillRect/>
                </a:stretch>
              </p:blipFill>
              <p:spPr>
                <a:xfrm>
                  <a:off x="9518902" y="4927136"/>
                  <a:ext cx="3182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532">
              <p14:nvContentPartPr>
                <p14:cNvPr id="343" name="Ink 342">
                  <a:extLst>
                    <a:ext uri="{FF2B5EF4-FFF2-40B4-BE49-F238E27FC236}">
                      <a16:creationId xmlns:a16="http://schemas.microsoft.com/office/drawing/2014/main" id="{4A88A410-4E61-0E5E-145D-BA30A2FB5CEE}"/>
                    </a:ext>
                  </a:extLst>
                </p14:cNvPr>
                <p14:cNvContentPartPr/>
                <p14:nvPr/>
              </p14:nvContentPartPr>
              <p14:xfrm>
                <a:off x="9646702" y="5079776"/>
                <a:ext cx="51840" cy="98640"/>
              </p14:xfrm>
            </p:contentPart>
          </mc:Choice>
          <mc:Fallback>
            <p:pic>
              <p:nvPicPr>
                <p:cNvPr id="343" name="Ink 342">
                  <a:extLst>
                    <a:ext uri="{FF2B5EF4-FFF2-40B4-BE49-F238E27FC236}">
                      <a16:creationId xmlns:a16="http://schemas.microsoft.com/office/drawing/2014/main" id="{4A88A410-4E61-0E5E-145D-BA30A2FB5CEE}"/>
                    </a:ext>
                  </a:extLst>
                </p:cNvPr>
                <p:cNvPicPr/>
                <p:nvPr/>
              </p:nvPicPr>
              <p:blipFill>
                <a:blip r:embed="rId533"/>
                <a:stretch>
                  <a:fillRect/>
                </a:stretch>
              </p:blipFill>
              <p:spPr>
                <a:xfrm>
                  <a:off x="9637702" y="5070776"/>
                  <a:ext cx="6948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534">
              <p14:nvContentPartPr>
                <p14:cNvPr id="344" name="Ink 343">
                  <a:extLst>
                    <a:ext uri="{FF2B5EF4-FFF2-40B4-BE49-F238E27FC236}">
                      <a16:creationId xmlns:a16="http://schemas.microsoft.com/office/drawing/2014/main" id="{43C68875-35F4-A926-6200-0B68783D754F}"/>
                    </a:ext>
                  </a:extLst>
                </p14:cNvPr>
                <p14:cNvContentPartPr/>
                <p14:nvPr/>
              </p14:nvContentPartPr>
              <p14:xfrm>
                <a:off x="9680902" y="5157896"/>
                <a:ext cx="20520" cy="34920"/>
              </p14:xfrm>
            </p:contentPart>
          </mc:Choice>
          <mc:Fallback>
            <p:pic>
              <p:nvPicPr>
                <p:cNvPr id="344" name="Ink 343">
                  <a:extLst>
                    <a:ext uri="{FF2B5EF4-FFF2-40B4-BE49-F238E27FC236}">
                      <a16:creationId xmlns:a16="http://schemas.microsoft.com/office/drawing/2014/main" id="{43C68875-35F4-A926-6200-0B68783D754F}"/>
                    </a:ext>
                  </a:extLst>
                </p:cNvPr>
                <p:cNvPicPr/>
                <p:nvPr/>
              </p:nvPicPr>
              <p:blipFill>
                <a:blip r:embed="rId535"/>
                <a:stretch>
                  <a:fillRect/>
                </a:stretch>
              </p:blipFill>
              <p:spPr>
                <a:xfrm>
                  <a:off x="9671902" y="5148896"/>
                  <a:ext cx="38160" cy="52560"/>
                </a:xfrm>
                <a:prstGeom prst="rect">
                  <a:avLst/>
                </a:prstGeom>
              </p:spPr>
            </p:pic>
          </mc:Fallback>
        </mc:AlternateContent>
      </p:grpSp>
      <p:grpSp>
        <p:nvGrpSpPr>
          <p:cNvPr id="358" name="Group 357">
            <a:extLst>
              <a:ext uri="{FF2B5EF4-FFF2-40B4-BE49-F238E27FC236}">
                <a16:creationId xmlns:a16="http://schemas.microsoft.com/office/drawing/2014/main" id="{A5BF0516-E06A-0D88-52E3-91A33BE7DFC4}"/>
              </a:ext>
            </a:extLst>
          </p:cNvPr>
          <p:cNvGrpSpPr/>
          <p:nvPr/>
        </p:nvGrpSpPr>
        <p:grpSpPr>
          <a:xfrm>
            <a:off x="464542" y="5876456"/>
            <a:ext cx="2291040" cy="366120"/>
            <a:chOff x="464542" y="5876456"/>
            <a:chExt cx="2291040" cy="366120"/>
          </a:xfrm>
        </p:grpSpPr>
        <mc:AlternateContent xmlns:mc="http://schemas.openxmlformats.org/markup-compatibility/2006">
          <mc:Choice xmlns:p14="http://schemas.microsoft.com/office/powerpoint/2010/main" Requires="p14">
            <p:contentPart p14:bwMode="auto" r:id="rId536">
              <p14:nvContentPartPr>
                <p14:cNvPr id="346" name="Ink 345">
                  <a:extLst>
                    <a:ext uri="{FF2B5EF4-FFF2-40B4-BE49-F238E27FC236}">
                      <a16:creationId xmlns:a16="http://schemas.microsoft.com/office/drawing/2014/main" id="{83176B7C-11DA-288F-236A-CF7C4E897764}"/>
                    </a:ext>
                  </a:extLst>
                </p14:cNvPr>
                <p14:cNvContentPartPr/>
                <p14:nvPr/>
              </p14:nvContentPartPr>
              <p14:xfrm>
                <a:off x="464542" y="6011456"/>
                <a:ext cx="184320" cy="142560"/>
              </p14:xfrm>
            </p:contentPart>
          </mc:Choice>
          <mc:Fallback>
            <p:pic>
              <p:nvPicPr>
                <p:cNvPr id="346" name="Ink 345">
                  <a:extLst>
                    <a:ext uri="{FF2B5EF4-FFF2-40B4-BE49-F238E27FC236}">
                      <a16:creationId xmlns:a16="http://schemas.microsoft.com/office/drawing/2014/main" id="{83176B7C-11DA-288F-236A-CF7C4E897764}"/>
                    </a:ext>
                  </a:extLst>
                </p:cNvPr>
                <p:cNvPicPr/>
                <p:nvPr/>
              </p:nvPicPr>
              <p:blipFill>
                <a:blip r:embed="rId537"/>
                <a:stretch>
                  <a:fillRect/>
                </a:stretch>
              </p:blipFill>
              <p:spPr>
                <a:xfrm>
                  <a:off x="455902" y="6002456"/>
                  <a:ext cx="20196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538">
              <p14:nvContentPartPr>
                <p14:cNvPr id="347" name="Ink 346">
                  <a:extLst>
                    <a:ext uri="{FF2B5EF4-FFF2-40B4-BE49-F238E27FC236}">
                      <a16:creationId xmlns:a16="http://schemas.microsoft.com/office/drawing/2014/main" id="{8BB26678-625D-6C20-C9CE-83B5D86EF7F8}"/>
                    </a:ext>
                  </a:extLst>
                </p14:cNvPr>
                <p14:cNvContentPartPr/>
                <p14:nvPr/>
              </p14:nvContentPartPr>
              <p14:xfrm>
                <a:off x="633382" y="6053576"/>
                <a:ext cx="173160" cy="114120"/>
              </p14:xfrm>
            </p:contentPart>
          </mc:Choice>
          <mc:Fallback>
            <p:pic>
              <p:nvPicPr>
                <p:cNvPr id="347" name="Ink 346">
                  <a:extLst>
                    <a:ext uri="{FF2B5EF4-FFF2-40B4-BE49-F238E27FC236}">
                      <a16:creationId xmlns:a16="http://schemas.microsoft.com/office/drawing/2014/main" id="{8BB26678-625D-6C20-C9CE-83B5D86EF7F8}"/>
                    </a:ext>
                  </a:extLst>
                </p:cNvPr>
                <p:cNvPicPr/>
                <p:nvPr/>
              </p:nvPicPr>
              <p:blipFill>
                <a:blip r:embed="rId539"/>
                <a:stretch>
                  <a:fillRect/>
                </a:stretch>
              </p:blipFill>
              <p:spPr>
                <a:xfrm>
                  <a:off x="624382" y="6044936"/>
                  <a:ext cx="19080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540">
              <p14:nvContentPartPr>
                <p14:cNvPr id="348" name="Ink 347">
                  <a:extLst>
                    <a:ext uri="{FF2B5EF4-FFF2-40B4-BE49-F238E27FC236}">
                      <a16:creationId xmlns:a16="http://schemas.microsoft.com/office/drawing/2014/main" id="{EA3A24F4-8F18-0431-E27E-3B0F01A95B7B}"/>
                    </a:ext>
                  </a:extLst>
                </p14:cNvPr>
                <p14:cNvContentPartPr/>
                <p14:nvPr/>
              </p14:nvContentPartPr>
              <p14:xfrm>
                <a:off x="844342" y="6017216"/>
                <a:ext cx="65880" cy="141120"/>
              </p14:xfrm>
            </p:contentPart>
          </mc:Choice>
          <mc:Fallback>
            <p:pic>
              <p:nvPicPr>
                <p:cNvPr id="348" name="Ink 347">
                  <a:extLst>
                    <a:ext uri="{FF2B5EF4-FFF2-40B4-BE49-F238E27FC236}">
                      <a16:creationId xmlns:a16="http://schemas.microsoft.com/office/drawing/2014/main" id="{EA3A24F4-8F18-0431-E27E-3B0F01A95B7B}"/>
                    </a:ext>
                  </a:extLst>
                </p:cNvPr>
                <p:cNvPicPr/>
                <p:nvPr/>
              </p:nvPicPr>
              <p:blipFill>
                <a:blip r:embed="rId541"/>
                <a:stretch>
                  <a:fillRect/>
                </a:stretch>
              </p:blipFill>
              <p:spPr>
                <a:xfrm>
                  <a:off x="835702" y="6008216"/>
                  <a:ext cx="8352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542">
              <p14:nvContentPartPr>
                <p14:cNvPr id="349" name="Ink 348">
                  <a:extLst>
                    <a:ext uri="{FF2B5EF4-FFF2-40B4-BE49-F238E27FC236}">
                      <a16:creationId xmlns:a16="http://schemas.microsoft.com/office/drawing/2014/main" id="{A428122E-D453-4155-D06B-B0C65CD2EE31}"/>
                    </a:ext>
                  </a:extLst>
                </p14:cNvPr>
                <p14:cNvContentPartPr/>
                <p14:nvPr/>
              </p14:nvContentPartPr>
              <p14:xfrm>
                <a:off x="937222" y="6074096"/>
                <a:ext cx="280440" cy="74160"/>
              </p14:xfrm>
            </p:contentPart>
          </mc:Choice>
          <mc:Fallback>
            <p:pic>
              <p:nvPicPr>
                <p:cNvPr id="349" name="Ink 348">
                  <a:extLst>
                    <a:ext uri="{FF2B5EF4-FFF2-40B4-BE49-F238E27FC236}">
                      <a16:creationId xmlns:a16="http://schemas.microsoft.com/office/drawing/2014/main" id="{A428122E-D453-4155-D06B-B0C65CD2EE31}"/>
                    </a:ext>
                  </a:extLst>
                </p:cNvPr>
                <p:cNvPicPr/>
                <p:nvPr/>
              </p:nvPicPr>
              <p:blipFill>
                <a:blip r:embed="rId543"/>
                <a:stretch>
                  <a:fillRect/>
                </a:stretch>
              </p:blipFill>
              <p:spPr>
                <a:xfrm>
                  <a:off x="928222" y="6065096"/>
                  <a:ext cx="29808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544">
              <p14:nvContentPartPr>
                <p14:cNvPr id="350" name="Ink 349">
                  <a:extLst>
                    <a:ext uri="{FF2B5EF4-FFF2-40B4-BE49-F238E27FC236}">
                      <a16:creationId xmlns:a16="http://schemas.microsoft.com/office/drawing/2014/main" id="{344FB0B4-09BE-CB28-7E5F-9B1D47CDD555}"/>
                    </a:ext>
                  </a:extLst>
                </p14:cNvPr>
                <p14:cNvContentPartPr/>
                <p14:nvPr/>
              </p14:nvContentPartPr>
              <p14:xfrm>
                <a:off x="1281382" y="5876456"/>
                <a:ext cx="415440" cy="330480"/>
              </p14:xfrm>
            </p:contentPart>
          </mc:Choice>
          <mc:Fallback>
            <p:pic>
              <p:nvPicPr>
                <p:cNvPr id="350" name="Ink 349">
                  <a:extLst>
                    <a:ext uri="{FF2B5EF4-FFF2-40B4-BE49-F238E27FC236}">
                      <a16:creationId xmlns:a16="http://schemas.microsoft.com/office/drawing/2014/main" id="{344FB0B4-09BE-CB28-7E5F-9B1D47CDD555}"/>
                    </a:ext>
                  </a:extLst>
                </p:cNvPr>
                <p:cNvPicPr/>
                <p:nvPr/>
              </p:nvPicPr>
              <p:blipFill>
                <a:blip r:embed="rId545"/>
                <a:stretch>
                  <a:fillRect/>
                </a:stretch>
              </p:blipFill>
              <p:spPr>
                <a:xfrm>
                  <a:off x="1272742" y="5867456"/>
                  <a:ext cx="43308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546">
              <p14:nvContentPartPr>
                <p14:cNvPr id="351" name="Ink 350">
                  <a:extLst>
                    <a:ext uri="{FF2B5EF4-FFF2-40B4-BE49-F238E27FC236}">
                      <a16:creationId xmlns:a16="http://schemas.microsoft.com/office/drawing/2014/main" id="{35883496-FDB0-F217-41C9-03400A4ABD5C}"/>
                    </a:ext>
                  </a:extLst>
                </p14:cNvPr>
                <p14:cNvContentPartPr/>
                <p14:nvPr/>
              </p14:nvContentPartPr>
              <p14:xfrm>
                <a:off x="1574782" y="5955296"/>
                <a:ext cx="6120" cy="19440"/>
              </p14:xfrm>
            </p:contentPart>
          </mc:Choice>
          <mc:Fallback>
            <p:pic>
              <p:nvPicPr>
                <p:cNvPr id="351" name="Ink 350">
                  <a:extLst>
                    <a:ext uri="{FF2B5EF4-FFF2-40B4-BE49-F238E27FC236}">
                      <a16:creationId xmlns:a16="http://schemas.microsoft.com/office/drawing/2014/main" id="{35883496-FDB0-F217-41C9-03400A4ABD5C}"/>
                    </a:ext>
                  </a:extLst>
                </p:cNvPr>
                <p:cNvPicPr/>
                <p:nvPr/>
              </p:nvPicPr>
              <p:blipFill>
                <a:blip r:embed="rId547"/>
                <a:stretch>
                  <a:fillRect/>
                </a:stretch>
              </p:blipFill>
              <p:spPr>
                <a:xfrm>
                  <a:off x="1566142" y="5946656"/>
                  <a:ext cx="2376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548">
              <p14:nvContentPartPr>
                <p14:cNvPr id="352" name="Ink 351">
                  <a:extLst>
                    <a:ext uri="{FF2B5EF4-FFF2-40B4-BE49-F238E27FC236}">
                      <a16:creationId xmlns:a16="http://schemas.microsoft.com/office/drawing/2014/main" id="{0ECA6151-9223-AC3F-C323-CCE22F25C9B4}"/>
                    </a:ext>
                  </a:extLst>
                </p14:cNvPr>
                <p14:cNvContentPartPr/>
                <p14:nvPr/>
              </p14:nvContentPartPr>
              <p14:xfrm>
                <a:off x="1693942" y="6082376"/>
                <a:ext cx="299880" cy="160200"/>
              </p14:xfrm>
            </p:contentPart>
          </mc:Choice>
          <mc:Fallback>
            <p:pic>
              <p:nvPicPr>
                <p:cNvPr id="352" name="Ink 351">
                  <a:extLst>
                    <a:ext uri="{FF2B5EF4-FFF2-40B4-BE49-F238E27FC236}">
                      <a16:creationId xmlns:a16="http://schemas.microsoft.com/office/drawing/2014/main" id="{0ECA6151-9223-AC3F-C323-CCE22F25C9B4}"/>
                    </a:ext>
                  </a:extLst>
                </p:cNvPr>
                <p:cNvPicPr/>
                <p:nvPr/>
              </p:nvPicPr>
              <p:blipFill>
                <a:blip r:embed="rId549"/>
                <a:stretch>
                  <a:fillRect/>
                </a:stretch>
              </p:blipFill>
              <p:spPr>
                <a:xfrm>
                  <a:off x="1684942" y="6073736"/>
                  <a:ext cx="31752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550">
              <p14:nvContentPartPr>
                <p14:cNvPr id="353" name="Ink 352">
                  <a:extLst>
                    <a:ext uri="{FF2B5EF4-FFF2-40B4-BE49-F238E27FC236}">
                      <a16:creationId xmlns:a16="http://schemas.microsoft.com/office/drawing/2014/main" id="{AB49E770-D1C9-1000-203F-BF2D674B5D14}"/>
                    </a:ext>
                  </a:extLst>
                </p14:cNvPr>
                <p14:cNvContentPartPr/>
                <p14:nvPr/>
              </p14:nvContentPartPr>
              <p14:xfrm>
                <a:off x="1795102" y="6161216"/>
                <a:ext cx="245880" cy="20160"/>
              </p14:xfrm>
            </p:contentPart>
          </mc:Choice>
          <mc:Fallback>
            <p:pic>
              <p:nvPicPr>
                <p:cNvPr id="353" name="Ink 352">
                  <a:extLst>
                    <a:ext uri="{FF2B5EF4-FFF2-40B4-BE49-F238E27FC236}">
                      <a16:creationId xmlns:a16="http://schemas.microsoft.com/office/drawing/2014/main" id="{AB49E770-D1C9-1000-203F-BF2D674B5D14}"/>
                    </a:ext>
                  </a:extLst>
                </p:cNvPr>
                <p:cNvPicPr/>
                <p:nvPr/>
              </p:nvPicPr>
              <p:blipFill>
                <a:blip r:embed="rId551"/>
                <a:stretch>
                  <a:fillRect/>
                </a:stretch>
              </p:blipFill>
              <p:spPr>
                <a:xfrm>
                  <a:off x="1786102" y="6152216"/>
                  <a:ext cx="26352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552">
              <p14:nvContentPartPr>
                <p14:cNvPr id="354" name="Ink 353">
                  <a:extLst>
                    <a:ext uri="{FF2B5EF4-FFF2-40B4-BE49-F238E27FC236}">
                      <a16:creationId xmlns:a16="http://schemas.microsoft.com/office/drawing/2014/main" id="{B49461E8-C131-D029-E19B-1074D3CBD22D}"/>
                    </a:ext>
                  </a:extLst>
                </p14:cNvPr>
                <p14:cNvContentPartPr/>
                <p14:nvPr/>
              </p14:nvContentPartPr>
              <p14:xfrm>
                <a:off x="2023702" y="6097496"/>
                <a:ext cx="180360" cy="107640"/>
              </p14:xfrm>
            </p:contentPart>
          </mc:Choice>
          <mc:Fallback>
            <p:pic>
              <p:nvPicPr>
                <p:cNvPr id="354" name="Ink 353">
                  <a:extLst>
                    <a:ext uri="{FF2B5EF4-FFF2-40B4-BE49-F238E27FC236}">
                      <a16:creationId xmlns:a16="http://schemas.microsoft.com/office/drawing/2014/main" id="{B49461E8-C131-D029-E19B-1074D3CBD22D}"/>
                    </a:ext>
                  </a:extLst>
                </p:cNvPr>
                <p:cNvPicPr/>
                <p:nvPr/>
              </p:nvPicPr>
              <p:blipFill>
                <a:blip r:embed="rId553"/>
                <a:stretch>
                  <a:fillRect/>
                </a:stretch>
              </p:blipFill>
              <p:spPr>
                <a:xfrm>
                  <a:off x="2014702" y="6088856"/>
                  <a:ext cx="19800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554">
              <p14:nvContentPartPr>
                <p14:cNvPr id="355" name="Ink 354">
                  <a:extLst>
                    <a:ext uri="{FF2B5EF4-FFF2-40B4-BE49-F238E27FC236}">
                      <a16:creationId xmlns:a16="http://schemas.microsoft.com/office/drawing/2014/main" id="{2D92B773-D240-9F94-5AB9-838D947D7FDC}"/>
                    </a:ext>
                  </a:extLst>
                </p14:cNvPr>
                <p14:cNvContentPartPr/>
                <p14:nvPr/>
              </p14:nvContentPartPr>
              <p14:xfrm>
                <a:off x="2127742" y="5893376"/>
                <a:ext cx="237240" cy="284040"/>
              </p14:xfrm>
            </p:contentPart>
          </mc:Choice>
          <mc:Fallback>
            <p:pic>
              <p:nvPicPr>
                <p:cNvPr id="355" name="Ink 354">
                  <a:extLst>
                    <a:ext uri="{FF2B5EF4-FFF2-40B4-BE49-F238E27FC236}">
                      <a16:creationId xmlns:a16="http://schemas.microsoft.com/office/drawing/2014/main" id="{2D92B773-D240-9F94-5AB9-838D947D7FDC}"/>
                    </a:ext>
                  </a:extLst>
                </p:cNvPr>
                <p:cNvPicPr/>
                <p:nvPr/>
              </p:nvPicPr>
              <p:blipFill>
                <a:blip r:embed="rId555"/>
                <a:stretch>
                  <a:fillRect/>
                </a:stretch>
              </p:blipFill>
              <p:spPr>
                <a:xfrm>
                  <a:off x="2119102" y="5884736"/>
                  <a:ext cx="25488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556">
              <p14:nvContentPartPr>
                <p14:cNvPr id="356" name="Ink 355">
                  <a:extLst>
                    <a:ext uri="{FF2B5EF4-FFF2-40B4-BE49-F238E27FC236}">
                      <a16:creationId xmlns:a16="http://schemas.microsoft.com/office/drawing/2014/main" id="{CF784A7F-D625-41C6-38C1-AB16F68DF5DF}"/>
                    </a:ext>
                  </a:extLst>
                </p14:cNvPr>
                <p14:cNvContentPartPr/>
                <p14:nvPr/>
              </p14:nvContentPartPr>
              <p14:xfrm>
                <a:off x="2265982" y="5930816"/>
                <a:ext cx="14760" cy="58320"/>
              </p14:xfrm>
            </p:contentPart>
          </mc:Choice>
          <mc:Fallback>
            <p:pic>
              <p:nvPicPr>
                <p:cNvPr id="356" name="Ink 355">
                  <a:extLst>
                    <a:ext uri="{FF2B5EF4-FFF2-40B4-BE49-F238E27FC236}">
                      <a16:creationId xmlns:a16="http://schemas.microsoft.com/office/drawing/2014/main" id="{CF784A7F-D625-41C6-38C1-AB16F68DF5DF}"/>
                    </a:ext>
                  </a:extLst>
                </p:cNvPr>
                <p:cNvPicPr/>
                <p:nvPr/>
              </p:nvPicPr>
              <p:blipFill>
                <a:blip r:embed="rId557"/>
                <a:stretch>
                  <a:fillRect/>
                </a:stretch>
              </p:blipFill>
              <p:spPr>
                <a:xfrm>
                  <a:off x="2257342" y="5922176"/>
                  <a:ext cx="3240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558">
              <p14:nvContentPartPr>
                <p14:cNvPr id="357" name="Ink 356">
                  <a:extLst>
                    <a:ext uri="{FF2B5EF4-FFF2-40B4-BE49-F238E27FC236}">
                      <a16:creationId xmlns:a16="http://schemas.microsoft.com/office/drawing/2014/main" id="{CD36022B-6EFA-334C-4FA5-D6CF5FF6048D}"/>
                    </a:ext>
                  </a:extLst>
                </p14:cNvPr>
                <p14:cNvContentPartPr/>
                <p14:nvPr/>
              </p14:nvContentPartPr>
              <p14:xfrm>
                <a:off x="2424022" y="6094976"/>
                <a:ext cx="331560" cy="93240"/>
              </p14:xfrm>
            </p:contentPart>
          </mc:Choice>
          <mc:Fallback>
            <p:pic>
              <p:nvPicPr>
                <p:cNvPr id="357" name="Ink 356">
                  <a:extLst>
                    <a:ext uri="{FF2B5EF4-FFF2-40B4-BE49-F238E27FC236}">
                      <a16:creationId xmlns:a16="http://schemas.microsoft.com/office/drawing/2014/main" id="{CD36022B-6EFA-334C-4FA5-D6CF5FF6048D}"/>
                    </a:ext>
                  </a:extLst>
                </p:cNvPr>
                <p:cNvPicPr/>
                <p:nvPr/>
              </p:nvPicPr>
              <p:blipFill>
                <a:blip r:embed="rId559"/>
                <a:stretch>
                  <a:fillRect/>
                </a:stretch>
              </p:blipFill>
              <p:spPr>
                <a:xfrm>
                  <a:off x="2415382" y="6085976"/>
                  <a:ext cx="349200" cy="110880"/>
                </a:xfrm>
                <a:prstGeom prst="rect">
                  <a:avLst/>
                </a:prstGeom>
              </p:spPr>
            </p:pic>
          </mc:Fallback>
        </mc:AlternateContent>
      </p:grpSp>
      <p:grpSp>
        <p:nvGrpSpPr>
          <p:cNvPr id="384" name="Group 383">
            <a:extLst>
              <a:ext uri="{FF2B5EF4-FFF2-40B4-BE49-F238E27FC236}">
                <a16:creationId xmlns:a16="http://schemas.microsoft.com/office/drawing/2014/main" id="{20C38EA5-B8B9-929E-2270-40F4FB4AA628}"/>
              </a:ext>
            </a:extLst>
          </p:cNvPr>
          <p:cNvGrpSpPr/>
          <p:nvPr/>
        </p:nvGrpSpPr>
        <p:grpSpPr>
          <a:xfrm>
            <a:off x="3408622" y="5400536"/>
            <a:ext cx="2770560" cy="847440"/>
            <a:chOff x="3408622" y="5400536"/>
            <a:chExt cx="2770560" cy="847440"/>
          </a:xfrm>
        </p:grpSpPr>
        <mc:AlternateContent xmlns:mc="http://schemas.openxmlformats.org/markup-compatibility/2006">
          <mc:Choice xmlns:p14="http://schemas.microsoft.com/office/powerpoint/2010/main" Requires="p14">
            <p:contentPart p14:bwMode="auto" r:id="rId560">
              <p14:nvContentPartPr>
                <p14:cNvPr id="359" name="Ink 358">
                  <a:extLst>
                    <a:ext uri="{FF2B5EF4-FFF2-40B4-BE49-F238E27FC236}">
                      <a16:creationId xmlns:a16="http://schemas.microsoft.com/office/drawing/2014/main" id="{2FDCDA0A-F741-9CBC-6E25-90E7BFBC4566}"/>
                    </a:ext>
                  </a:extLst>
                </p14:cNvPr>
                <p14:cNvContentPartPr/>
                <p14:nvPr/>
              </p14:nvContentPartPr>
              <p14:xfrm>
                <a:off x="3458302" y="5881856"/>
                <a:ext cx="89280" cy="290880"/>
              </p14:xfrm>
            </p:contentPart>
          </mc:Choice>
          <mc:Fallback>
            <p:pic>
              <p:nvPicPr>
                <p:cNvPr id="359" name="Ink 358">
                  <a:extLst>
                    <a:ext uri="{FF2B5EF4-FFF2-40B4-BE49-F238E27FC236}">
                      <a16:creationId xmlns:a16="http://schemas.microsoft.com/office/drawing/2014/main" id="{2FDCDA0A-F741-9CBC-6E25-90E7BFBC4566}"/>
                    </a:ext>
                  </a:extLst>
                </p:cNvPr>
                <p:cNvPicPr/>
                <p:nvPr/>
              </p:nvPicPr>
              <p:blipFill>
                <a:blip r:embed="rId561"/>
                <a:stretch>
                  <a:fillRect/>
                </a:stretch>
              </p:blipFill>
              <p:spPr>
                <a:xfrm>
                  <a:off x="3449662" y="5873216"/>
                  <a:ext cx="10692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562">
              <p14:nvContentPartPr>
                <p14:cNvPr id="360" name="Ink 359">
                  <a:extLst>
                    <a:ext uri="{FF2B5EF4-FFF2-40B4-BE49-F238E27FC236}">
                      <a16:creationId xmlns:a16="http://schemas.microsoft.com/office/drawing/2014/main" id="{A531BB63-E9FC-2001-BFEB-3D9DF0718714}"/>
                    </a:ext>
                  </a:extLst>
                </p14:cNvPr>
                <p14:cNvContentPartPr/>
                <p14:nvPr/>
              </p14:nvContentPartPr>
              <p14:xfrm>
                <a:off x="3408622" y="5882216"/>
                <a:ext cx="242640" cy="145800"/>
              </p14:xfrm>
            </p:contentPart>
          </mc:Choice>
          <mc:Fallback>
            <p:pic>
              <p:nvPicPr>
                <p:cNvPr id="360" name="Ink 359">
                  <a:extLst>
                    <a:ext uri="{FF2B5EF4-FFF2-40B4-BE49-F238E27FC236}">
                      <a16:creationId xmlns:a16="http://schemas.microsoft.com/office/drawing/2014/main" id="{A531BB63-E9FC-2001-BFEB-3D9DF0718714}"/>
                    </a:ext>
                  </a:extLst>
                </p:cNvPr>
                <p:cNvPicPr/>
                <p:nvPr/>
              </p:nvPicPr>
              <p:blipFill>
                <a:blip r:embed="rId563"/>
                <a:stretch>
                  <a:fillRect/>
                </a:stretch>
              </p:blipFill>
              <p:spPr>
                <a:xfrm>
                  <a:off x="3399982" y="5873576"/>
                  <a:ext cx="26028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564">
              <p14:nvContentPartPr>
                <p14:cNvPr id="361" name="Ink 360">
                  <a:extLst>
                    <a:ext uri="{FF2B5EF4-FFF2-40B4-BE49-F238E27FC236}">
                      <a16:creationId xmlns:a16="http://schemas.microsoft.com/office/drawing/2014/main" id="{F3D23E9E-F2BB-8D2D-0D0A-EDE6804A1066}"/>
                    </a:ext>
                  </a:extLst>
                </p14:cNvPr>
                <p14:cNvContentPartPr/>
                <p14:nvPr/>
              </p14:nvContentPartPr>
              <p14:xfrm>
                <a:off x="3650902" y="6140696"/>
                <a:ext cx="95040" cy="107280"/>
              </p14:xfrm>
            </p:contentPart>
          </mc:Choice>
          <mc:Fallback>
            <p:pic>
              <p:nvPicPr>
                <p:cNvPr id="361" name="Ink 360">
                  <a:extLst>
                    <a:ext uri="{FF2B5EF4-FFF2-40B4-BE49-F238E27FC236}">
                      <a16:creationId xmlns:a16="http://schemas.microsoft.com/office/drawing/2014/main" id="{F3D23E9E-F2BB-8D2D-0D0A-EDE6804A1066}"/>
                    </a:ext>
                  </a:extLst>
                </p:cNvPr>
                <p:cNvPicPr/>
                <p:nvPr/>
              </p:nvPicPr>
              <p:blipFill>
                <a:blip r:embed="rId565"/>
                <a:stretch>
                  <a:fillRect/>
                </a:stretch>
              </p:blipFill>
              <p:spPr>
                <a:xfrm>
                  <a:off x="3642262" y="6132056"/>
                  <a:ext cx="11268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566">
              <p14:nvContentPartPr>
                <p14:cNvPr id="362" name="Ink 361">
                  <a:extLst>
                    <a:ext uri="{FF2B5EF4-FFF2-40B4-BE49-F238E27FC236}">
                      <a16:creationId xmlns:a16="http://schemas.microsoft.com/office/drawing/2014/main" id="{5D0475F0-AEDA-B09D-804D-A07ED1417FCB}"/>
                    </a:ext>
                  </a:extLst>
                </p14:cNvPr>
                <p14:cNvContentPartPr/>
                <p14:nvPr/>
              </p14:nvContentPartPr>
              <p14:xfrm>
                <a:off x="3797062" y="5869256"/>
                <a:ext cx="158400" cy="330840"/>
              </p14:xfrm>
            </p:contentPart>
          </mc:Choice>
          <mc:Fallback>
            <p:pic>
              <p:nvPicPr>
                <p:cNvPr id="362" name="Ink 361">
                  <a:extLst>
                    <a:ext uri="{FF2B5EF4-FFF2-40B4-BE49-F238E27FC236}">
                      <a16:creationId xmlns:a16="http://schemas.microsoft.com/office/drawing/2014/main" id="{5D0475F0-AEDA-B09D-804D-A07ED1417FCB}"/>
                    </a:ext>
                  </a:extLst>
                </p:cNvPr>
                <p:cNvPicPr/>
                <p:nvPr/>
              </p:nvPicPr>
              <p:blipFill>
                <a:blip r:embed="rId567"/>
                <a:stretch>
                  <a:fillRect/>
                </a:stretch>
              </p:blipFill>
              <p:spPr>
                <a:xfrm>
                  <a:off x="3788422" y="5860616"/>
                  <a:ext cx="176040" cy="348480"/>
                </a:xfrm>
                <a:prstGeom prst="rect">
                  <a:avLst/>
                </a:prstGeom>
              </p:spPr>
            </p:pic>
          </mc:Fallback>
        </mc:AlternateContent>
        <mc:AlternateContent xmlns:mc="http://schemas.openxmlformats.org/markup-compatibility/2006">
          <mc:Choice xmlns:p14="http://schemas.microsoft.com/office/powerpoint/2010/main" Requires="p14">
            <p:contentPart p14:bwMode="auto" r:id="rId568">
              <p14:nvContentPartPr>
                <p14:cNvPr id="363" name="Ink 362">
                  <a:extLst>
                    <a:ext uri="{FF2B5EF4-FFF2-40B4-BE49-F238E27FC236}">
                      <a16:creationId xmlns:a16="http://schemas.microsoft.com/office/drawing/2014/main" id="{D0630137-91CA-08F9-590E-E3A4498A5AEC}"/>
                    </a:ext>
                  </a:extLst>
                </p14:cNvPr>
                <p14:cNvContentPartPr/>
                <p14:nvPr/>
              </p14:nvContentPartPr>
              <p14:xfrm>
                <a:off x="3948982" y="5914256"/>
                <a:ext cx="73800" cy="235800"/>
              </p14:xfrm>
            </p:contentPart>
          </mc:Choice>
          <mc:Fallback>
            <p:pic>
              <p:nvPicPr>
                <p:cNvPr id="363" name="Ink 362">
                  <a:extLst>
                    <a:ext uri="{FF2B5EF4-FFF2-40B4-BE49-F238E27FC236}">
                      <a16:creationId xmlns:a16="http://schemas.microsoft.com/office/drawing/2014/main" id="{D0630137-91CA-08F9-590E-E3A4498A5AEC}"/>
                    </a:ext>
                  </a:extLst>
                </p:cNvPr>
                <p:cNvPicPr/>
                <p:nvPr/>
              </p:nvPicPr>
              <p:blipFill>
                <a:blip r:embed="rId569"/>
                <a:stretch>
                  <a:fillRect/>
                </a:stretch>
              </p:blipFill>
              <p:spPr>
                <a:xfrm>
                  <a:off x="3940342" y="5905616"/>
                  <a:ext cx="9144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570">
              <p14:nvContentPartPr>
                <p14:cNvPr id="364" name="Ink 363">
                  <a:extLst>
                    <a:ext uri="{FF2B5EF4-FFF2-40B4-BE49-F238E27FC236}">
                      <a16:creationId xmlns:a16="http://schemas.microsoft.com/office/drawing/2014/main" id="{B5731E65-E91A-2E7E-FB58-46D34F4B759A}"/>
                    </a:ext>
                  </a:extLst>
                </p14:cNvPr>
                <p14:cNvContentPartPr/>
                <p14:nvPr/>
              </p14:nvContentPartPr>
              <p14:xfrm>
                <a:off x="4033582" y="6059336"/>
                <a:ext cx="149040" cy="74880"/>
              </p14:xfrm>
            </p:contentPart>
          </mc:Choice>
          <mc:Fallback>
            <p:pic>
              <p:nvPicPr>
                <p:cNvPr id="364" name="Ink 363">
                  <a:extLst>
                    <a:ext uri="{FF2B5EF4-FFF2-40B4-BE49-F238E27FC236}">
                      <a16:creationId xmlns:a16="http://schemas.microsoft.com/office/drawing/2014/main" id="{B5731E65-E91A-2E7E-FB58-46D34F4B759A}"/>
                    </a:ext>
                  </a:extLst>
                </p:cNvPr>
                <p:cNvPicPr/>
                <p:nvPr/>
              </p:nvPicPr>
              <p:blipFill>
                <a:blip r:embed="rId571"/>
                <a:stretch>
                  <a:fillRect/>
                </a:stretch>
              </p:blipFill>
              <p:spPr>
                <a:xfrm>
                  <a:off x="4024942" y="6050696"/>
                  <a:ext cx="16668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572">
              <p14:nvContentPartPr>
                <p14:cNvPr id="365" name="Ink 364">
                  <a:extLst>
                    <a:ext uri="{FF2B5EF4-FFF2-40B4-BE49-F238E27FC236}">
                      <a16:creationId xmlns:a16="http://schemas.microsoft.com/office/drawing/2014/main" id="{156102F6-B31C-73CE-3619-A33ED9D778AC}"/>
                    </a:ext>
                  </a:extLst>
                </p14:cNvPr>
                <p14:cNvContentPartPr/>
                <p14:nvPr/>
              </p14:nvContentPartPr>
              <p14:xfrm>
                <a:off x="4104142" y="5835776"/>
                <a:ext cx="182520" cy="407160"/>
              </p14:xfrm>
            </p:contentPart>
          </mc:Choice>
          <mc:Fallback>
            <p:pic>
              <p:nvPicPr>
                <p:cNvPr id="365" name="Ink 364">
                  <a:extLst>
                    <a:ext uri="{FF2B5EF4-FFF2-40B4-BE49-F238E27FC236}">
                      <a16:creationId xmlns:a16="http://schemas.microsoft.com/office/drawing/2014/main" id="{156102F6-B31C-73CE-3619-A33ED9D778AC}"/>
                    </a:ext>
                  </a:extLst>
                </p:cNvPr>
                <p:cNvPicPr/>
                <p:nvPr/>
              </p:nvPicPr>
              <p:blipFill>
                <a:blip r:embed="rId573"/>
                <a:stretch>
                  <a:fillRect/>
                </a:stretch>
              </p:blipFill>
              <p:spPr>
                <a:xfrm>
                  <a:off x="4095142" y="5827136"/>
                  <a:ext cx="200160" cy="424800"/>
                </a:xfrm>
                <a:prstGeom prst="rect">
                  <a:avLst/>
                </a:prstGeom>
              </p:spPr>
            </p:pic>
          </mc:Fallback>
        </mc:AlternateContent>
        <mc:AlternateContent xmlns:mc="http://schemas.openxmlformats.org/markup-compatibility/2006">
          <mc:Choice xmlns:p14="http://schemas.microsoft.com/office/powerpoint/2010/main" Requires="p14">
            <p:contentPart p14:bwMode="auto" r:id="rId574">
              <p14:nvContentPartPr>
                <p14:cNvPr id="366" name="Ink 365">
                  <a:extLst>
                    <a:ext uri="{FF2B5EF4-FFF2-40B4-BE49-F238E27FC236}">
                      <a16:creationId xmlns:a16="http://schemas.microsoft.com/office/drawing/2014/main" id="{4436DBDB-3447-39D1-CA2E-196D84EDA8AE}"/>
                    </a:ext>
                  </a:extLst>
                </p14:cNvPr>
                <p14:cNvContentPartPr/>
                <p14:nvPr/>
              </p14:nvContentPartPr>
              <p14:xfrm>
                <a:off x="4449022" y="6117296"/>
                <a:ext cx="118440" cy="12960"/>
              </p14:xfrm>
            </p:contentPart>
          </mc:Choice>
          <mc:Fallback>
            <p:pic>
              <p:nvPicPr>
                <p:cNvPr id="366" name="Ink 365">
                  <a:extLst>
                    <a:ext uri="{FF2B5EF4-FFF2-40B4-BE49-F238E27FC236}">
                      <a16:creationId xmlns:a16="http://schemas.microsoft.com/office/drawing/2014/main" id="{4436DBDB-3447-39D1-CA2E-196D84EDA8AE}"/>
                    </a:ext>
                  </a:extLst>
                </p:cNvPr>
                <p:cNvPicPr/>
                <p:nvPr/>
              </p:nvPicPr>
              <p:blipFill>
                <a:blip r:embed="rId575"/>
                <a:stretch>
                  <a:fillRect/>
                </a:stretch>
              </p:blipFill>
              <p:spPr>
                <a:xfrm>
                  <a:off x="4440382" y="6108296"/>
                  <a:ext cx="13608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576">
              <p14:nvContentPartPr>
                <p14:cNvPr id="367" name="Ink 366">
                  <a:extLst>
                    <a:ext uri="{FF2B5EF4-FFF2-40B4-BE49-F238E27FC236}">
                      <a16:creationId xmlns:a16="http://schemas.microsoft.com/office/drawing/2014/main" id="{9D8EF9C9-C81B-4410-9EEB-B7B0E8F9ABE5}"/>
                    </a:ext>
                  </a:extLst>
                </p14:cNvPr>
                <p14:cNvContentPartPr/>
                <p14:nvPr/>
              </p14:nvContentPartPr>
              <p14:xfrm>
                <a:off x="4420582" y="6045296"/>
                <a:ext cx="105120" cy="14760"/>
              </p14:xfrm>
            </p:contentPart>
          </mc:Choice>
          <mc:Fallback>
            <p:pic>
              <p:nvPicPr>
                <p:cNvPr id="367" name="Ink 366">
                  <a:extLst>
                    <a:ext uri="{FF2B5EF4-FFF2-40B4-BE49-F238E27FC236}">
                      <a16:creationId xmlns:a16="http://schemas.microsoft.com/office/drawing/2014/main" id="{9D8EF9C9-C81B-4410-9EEB-B7B0E8F9ABE5}"/>
                    </a:ext>
                  </a:extLst>
                </p:cNvPr>
                <p:cNvPicPr/>
                <p:nvPr/>
              </p:nvPicPr>
              <p:blipFill>
                <a:blip r:embed="rId577"/>
                <a:stretch>
                  <a:fillRect/>
                </a:stretch>
              </p:blipFill>
              <p:spPr>
                <a:xfrm>
                  <a:off x="4411942" y="6036296"/>
                  <a:ext cx="12276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578">
              <p14:nvContentPartPr>
                <p14:cNvPr id="369" name="Ink 368">
                  <a:extLst>
                    <a:ext uri="{FF2B5EF4-FFF2-40B4-BE49-F238E27FC236}">
                      <a16:creationId xmlns:a16="http://schemas.microsoft.com/office/drawing/2014/main" id="{D27D1CB5-10CC-6245-0044-AB08B982CA27}"/>
                    </a:ext>
                  </a:extLst>
                </p14:cNvPr>
                <p14:cNvContentPartPr/>
                <p14:nvPr/>
              </p14:nvContentPartPr>
              <p14:xfrm>
                <a:off x="4817662" y="5615456"/>
                <a:ext cx="205200" cy="236880"/>
              </p14:xfrm>
            </p:contentPart>
          </mc:Choice>
          <mc:Fallback>
            <p:pic>
              <p:nvPicPr>
                <p:cNvPr id="369" name="Ink 368">
                  <a:extLst>
                    <a:ext uri="{FF2B5EF4-FFF2-40B4-BE49-F238E27FC236}">
                      <a16:creationId xmlns:a16="http://schemas.microsoft.com/office/drawing/2014/main" id="{D27D1CB5-10CC-6245-0044-AB08B982CA27}"/>
                    </a:ext>
                  </a:extLst>
                </p:cNvPr>
                <p:cNvPicPr/>
                <p:nvPr/>
              </p:nvPicPr>
              <p:blipFill>
                <a:blip r:embed="rId579"/>
                <a:stretch>
                  <a:fillRect/>
                </a:stretch>
              </p:blipFill>
              <p:spPr>
                <a:xfrm>
                  <a:off x="4809022" y="5606456"/>
                  <a:ext cx="22284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580">
              <p14:nvContentPartPr>
                <p14:cNvPr id="370" name="Ink 369">
                  <a:extLst>
                    <a:ext uri="{FF2B5EF4-FFF2-40B4-BE49-F238E27FC236}">
                      <a16:creationId xmlns:a16="http://schemas.microsoft.com/office/drawing/2014/main" id="{1D5CCEFB-0DF2-90A7-C117-D38512779695}"/>
                    </a:ext>
                  </a:extLst>
                </p14:cNvPr>
                <p14:cNvContentPartPr/>
                <p14:nvPr/>
              </p14:nvContentPartPr>
              <p14:xfrm>
                <a:off x="4898302" y="5598896"/>
                <a:ext cx="68400" cy="288720"/>
              </p14:xfrm>
            </p:contentPart>
          </mc:Choice>
          <mc:Fallback>
            <p:pic>
              <p:nvPicPr>
                <p:cNvPr id="370" name="Ink 369">
                  <a:extLst>
                    <a:ext uri="{FF2B5EF4-FFF2-40B4-BE49-F238E27FC236}">
                      <a16:creationId xmlns:a16="http://schemas.microsoft.com/office/drawing/2014/main" id="{1D5CCEFB-0DF2-90A7-C117-D38512779695}"/>
                    </a:ext>
                  </a:extLst>
                </p:cNvPr>
                <p:cNvPicPr/>
                <p:nvPr/>
              </p:nvPicPr>
              <p:blipFill>
                <a:blip r:embed="rId581"/>
                <a:stretch>
                  <a:fillRect/>
                </a:stretch>
              </p:blipFill>
              <p:spPr>
                <a:xfrm>
                  <a:off x="4889302" y="5589896"/>
                  <a:ext cx="86040" cy="306360"/>
                </a:xfrm>
                <a:prstGeom prst="rect">
                  <a:avLst/>
                </a:prstGeom>
              </p:spPr>
            </p:pic>
          </mc:Fallback>
        </mc:AlternateContent>
        <mc:AlternateContent xmlns:mc="http://schemas.openxmlformats.org/markup-compatibility/2006">
          <mc:Choice xmlns:p14="http://schemas.microsoft.com/office/powerpoint/2010/main" Requires="p14">
            <p:contentPart p14:bwMode="auto" r:id="rId582">
              <p14:nvContentPartPr>
                <p14:cNvPr id="371" name="Ink 370">
                  <a:extLst>
                    <a:ext uri="{FF2B5EF4-FFF2-40B4-BE49-F238E27FC236}">
                      <a16:creationId xmlns:a16="http://schemas.microsoft.com/office/drawing/2014/main" id="{CA6E9F8B-BD09-11A3-C9B9-B788B2EBF1E5}"/>
                    </a:ext>
                  </a:extLst>
                </p14:cNvPr>
                <p14:cNvContentPartPr/>
                <p14:nvPr/>
              </p14:nvContentPartPr>
              <p14:xfrm>
                <a:off x="5072542" y="5786816"/>
                <a:ext cx="101520" cy="96480"/>
              </p14:xfrm>
            </p:contentPart>
          </mc:Choice>
          <mc:Fallback>
            <p:pic>
              <p:nvPicPr>
                <p:cNvPr id="371" name="Ink 370">
                  <a:extLst>
                    <a:ext uri="{FF2B5EF4-FFF2-40B4-BE49-F238E27FC236}">
                      <a16:creationId xmlns:a16="http://schemas.microsoft.com/office/drawing/2014/main" id="{CA6E9F8B-BD09-11A3-C9B9-B788B2EBF1E5}"/>
                    </a:ext>
                  </a:extLst>
                </p:cNvPr>
                <p:cNvPicPr/>
                <p:nvPr/>
              </p:nvPicPr>
              <p:blipFill>
                <a:blip r:embed="rId583"/>
                <a:stretch>
                  <a:fillRect/>
                </a:stretch>
              </p:blipFill>
              <p:spPr>
                <a:xfrm>
                  <a:off x="5063542" y="5777816"/>
                  <a:ext cx="11916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584">
              <p14:nvContentPartPr>
                <p14:cNvPr id="372" name="Ink 371">
                  <a:extLst>
                    <a:ext uri="{FF2B5EF4-FFF2-40B4-BE49-F238E27FC236}">
                      <a16:creationId xmlns:a16="http://schemas.microsoft.com/office/drawing/2014/main" id="{5824ABC5-F369-6FA2-552B-B1D5B4BB82C2}"/>
                    </a:ext>
                  </a:extLst>
                </p14:cNvPr>
                <p14:cNvContentPartPr/>
                <p14:nvPr/>
              </p14:nvContentPartPr>
              <p14:xfrm>
                <a:off x="5243902" y="5542376"/>
                <a:ext cx="170280" cy="343440"/>
              </p14:xfrm>
            </p:contentPart>
          </mc:Choice>
          <mc:Fallback>
            <p:pic>
              <p:nvPicPr>
                <p:cNvPr id="372" name="Ink 371">
                  <a:extLst>
                    <a:ext uri="{FF2B5EF4-FFF2-40B4-BE49-F238E27FC236}">
                      <a16:creationId xmlns:a16="http://schemas.microsoft.com/office/drawing/2014/main" id="{5824ABC5-F369-6FA2-552B-B1D5B4BB82C2}"/>
                    </a:ext>
                  </a:extLst>
                </p:cNvPr>
                <p:cNvPicPr/>
                <p:nvPr/>
              </p:nvPicPr>
              <p:blipFill>
                <a:blip r:embed="rId585"/>
                <a:stretch>
                  <a:fillRect/>
                </a:stretch>
              </p:blipFill>
              <p:spPr>
                <a:xfrm>
                  <a:off x="5234902" y="5533376"/>
                  <a:ext cx="187920" cy="361080"/>
                </a:xfrm>
                <a:prstGeom prst="rect">
                  <a:avLst/>
                </a:prstGeom>
              </p:spPr>
            </p:pic>
          </mc:Fallback>
        </mc:AlternateContent>
        <mc:AlternateContent xmlns:mc="http://schemas.openxmlformats.org/markup-compatibility/2006">
          <mc:Choice xmlns:p14="http://schemas.microsoft.com/office/powerpoint/2010/main" Requires="p14">
            <p:contentPart p14:bwMode="auto" r:id="rId586">
              <p14:nvContentPartPr>
                <p14:cNvPr id="373" name="Ink 372">
                  <a:extLst>
                    <a:ext uri="{FF2B5EF4-FFF2-40B4-BE49-F238E27FC236}">
                      <a16:creationId xmlns:a16="http://schemas.microsoft.com/office/drawing/2014/main" id="{02D7A0A8-E81D-FE9B-73ED-8A02F00BEB66}"/>
                    </a:ext>
                  </a:extLst>
                </p14:cNvPr>
                <p14:cNvContentPartPr/>
                <p14:nvPr/>
              </p14:nvContentPartPr>
              <p14:xfrm>
                <a:off x="5398702" y="5600336"/>
                <a:ext cx="80640" cy="231120"/>
              </p14:xfrm>
            </p:contentPart>
          </mc:Choice>
          <mc:Fallback>
            <p:pic>
              <p:nvPicPr>
                <p:cNvPr id="373" name="Ink 372">
                  <a:extLst>
                    <a:ext uri="{FF2B5EF4-FFF2-40B4-BE49-F238E27FC236}">
                      <a16:creationId xmlns:a16="http://schemas.microsoft.com/office/drawing/2014/main" id="{02D7A0A8-E81D-FE9B-73ED-8A02F00BEB66}"/>
                    </a:ext>
                  </a:extLst>
                </p:cNvPr>
                <p:cNvPicPr/>
                <p:nvPr/>
              </p:nvPicPr>
              <p:blipFill>
                <a:blip r:embed="rId587"/>
                <a:stretch>
                  <a:fillRect/>
                </a:stretch>
              </p:blipFill>
              <p:spPr>
                <a:xfrm>
                  <a:off x="5389702" y="5591696"/>
                  <a:ext cx="9828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588">
              <p14:nvContentPartPr>
                <p14:cNvPr id="374" name="Ink 373">
                  <a:extLst>
                    <a:ext uri="{FF2B5EF4-FFF2-40B4-BE49-F238E27FC236}">
                      <a16:creationId xmlns:a16="http://schemas.microsoft.com/office/drawing/2014/main" id="{7146B61C-F980-C71A-FBC7-00C7E0D47123}"/>
                    </a:ext>
                  </a:extLst>
                </p14:cNvPr>
                <p14:cNvContentPartPr/>
                <p14:nvPr/>
              </p14:nvContentPartPr>
              <p14:xfrm>
                <a:off x="5463862" y="5727056"/>
                <a:ext cx="177480" cy="65520"/>
              </p14:xfrm>
            </p:contentPart>
          </mc:Choice>
          <mc:Fallback>
            <p:pic>
              <p:nvPicPr>
                <p:cNvPr id="374" name="Ink 373">
                  <a:extLst>
                    <a:ext uri="{FF2B5EF4-FFF2-40B4-BE49-F238E27FC236}">
                      <a16:creationId xmlns:a16="http://schemas.microsoft.com/office/drawing/2014/main" id="{7146B61C-F980-C71A-FBC7-00C7E0D47123}"/>
                    </a:ext>
                  </a:extLst>
                </p:cNvPr>
                <p:cNvPicPr/>
                <p:nvPr/>
              </p:nvPicPr>
              <p:blipFill>
                <a:blip r:embed="rId589"/>
                <a:stretch>
                  <a:fillRect/>
                </a:stretch>
              </p:blipFill>
              <p:spPr>
                <a:xfrm>
                  <a:off x="5455222" y="5718416"/>
                  <a:ext cx="19512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590">
              <p14:nvContentPartPr>
                <p14:cNvPr id="375" name="Ink 374">
                  <a:extLst>
                    <a:ext uri="{FF2B5EF4-FFF2-40B4-BE49-F238E27FC236}">
                      <a16:creationId xmlns:a16="http://schemas.microsoft.com/office/drawing/2014/main" id="{0DF6983A-3829-783B-07BB-71E0AAC3FDFA}"/>
                    </a:ext>
                  </a:extLst>
                </p14:cNvPr>
                <p14:cNvContentPartPr/>
                <p14:nvPr/>
              </p14:nvContentPartPr>
              <p14:xfrm>
                <a:off x="5601022" y="5517176"/>
                <a:ext cx="221040" cy="325080"/>
              </p14:xfrm>
            </p:contentPart>
          </mc:Choice>
          <mc:Fallback>
            <p:pic>
              <p:nvPicPr>
                <p:cNvPr id="375" name="Ink 374">
                  <a:extLst>
                    <a:ext uri="{FF2B5EF4-FFF2-40B4-BE49-F238E27FC236}">
                      <a16:creationId xmlns:a16="http://schemas.microsoft.com/office/drawing/2014/main" id="{0DF6983A-3829-783B-07BB-71E0AAC3FDFA}"/>
                    </a:ext>
                  </a:extLst>
                </p:cNvPr>
                <p:cNvPicPr/>
                <p:nvPr/>
              </p:nvPicPr>
              <p:blipFill>
                <a:blip r:embed="rId591"/>
                <a:stretch>
                  <a:fillRect/>
                </a:stretch>
              </p:blipFill>
              <p:spPr>
                <a:xfrm>
                  <a:off x="5592022" y="5508536"/>
                  <a:ext cx="238680" cy="342720"/>
                </a:xfrm>
                <a:prstGeom prst="rect">
                  <a:avLst/>
                </a:prstGeom>
              </p:spPr>
            </p:pic>
          </mc:Fallback>
        </mc:AlternateContent>
        <mc:AlternateContent xmlns:mc="http://schemas.openxmlformats.org/markup-compatibility/2006">
          <mc:Choice xmlns:p14="http://schemas.microsoft.com/office/powerpoint/2010/main" Requires="p14">
            <p:contentPart p14:bwMode="auto" r:id="rId592">
              <p14:nvContentPartPr>
                <p14:cNvPr id="376" name="Ink 375">
                  <a:extLst>
                    <a:ext uri="{FF2B5EF4-FFF2-40B4-BE49-F238E27FC236}">
                      <a16:creationId xmlns:a16="http://schemas.microsoft.com/office/drawing/2014/main" id="{47E1D0F0-405F-48E2-2766-E2016FC298A5}"/>
                    </a:ext>
                  </a:extLst>
                </p14:cNvPr>
                <p14:cNvContentPartPr/>
                <p14:nvPr/>
              </p14:nvContentPartPr>
              <p14:xfrm>
                <a:off x="5482942" y="5713376"/>
                <a:ext cx="95760" cy="57960"/>
              </p14:xfrm>
            </p:contentPart>
          </mc:Choice>
          <mc:Fallback>
            <p:pic>
              <p:nvPicPr>
                <p:cNvPr id="376" name="Ink 375">
                  <a:extLst>
                    <a:ext uri="{FF2B5EF4-FFF2-40B4-BE49-F238E27FC236}">
                      <a16:creationId xmlns:a16="http://schemas.microsoft.com/office/drawing/2014/main" id="{47E1D0F0-405F-48E2-2766-E2016FC298A5}"/>
                    </a:ext>
                  </a:extLst>
                </p:cNvPr>
                <p:cNvPicPr/>
                <p:nvPr/>
              </p:nvPicPr>
              <p:blipFill>
                <a:blip r:embed="rId593"/>
                <a:stretch>
                  <a:fillRect/>
                </a:stretch>
              </p:blipFill>
              <p:spPr>
                <a:xfrm>
                  <a:off x="5474302" y="5704736"/>
                  <a:ext cx="11340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594">
              <p14:nvContentPartPr>
                <p14:cNvPr id="378" name="Ink 377">
                  <a:extLst>
                    <a:ext uri="{FF2B5EF4-FFF2-40B4-BE49-F238E27FC236}">
                      <a16:creationId xmlns:a16="http://schemas.microsoft.com/office/drawing/2014/main" id="{8517D936-6F2A-9971-1D5A-670EC01AC5B4}"/>
                    </a:ext>
                  </a:extLst>
                </p14:cNvPr>
                <p14:cNvContentPartPr/>
                <p14:nvPr/>
              </p14:nvContentPartPr>
              <p14:xfrm>
                <a:off x="4664662" y="5585576"/>
                <a:ext cx="60480" cy="361440"/>
              </p14:xfrm>
            </p:contentPart>
          </mc:Choice>
          <mc:Fallback>
            <p:pic>
              <p:nvPicPr>
                <p:cNvPr id="378" name="Ink 377">
                  <a:extLst>
                    <a:ext uri="{FF2B5EF4-FFF2-40B4-BE49-F238E27FC236}">
                      <a16:creationId xmlns:a16="http://schemas.microsoft.com/office/drawing/2014/main" id="{8517D936-6F2A-9971-1D5A-670EC01AC5B4}"/>
                    </a:ext>
                  </a:extLst>
                </p:cNvPr>
                <p:cNvPicPr/>
                <p:nvPr/>
              </p:nvPicPr>
              <p:blipFill>
                <a:blip r:embed="rId595"/>
                <a:stretch>
                  <a:fillRect/>
                </a:stretch>
              </p:blipFill>
              <p:spPr>
                <a:xfrm>
                  <a:off x="4655662" y="5576936"/>
                  <a:ext cx="78120" cy="379080"/>
                </a:xfrm>
                <a:prstGeom prst="rect">
                  <a:avLst/>
                </a:prstGeom>
              </p:spPr>
            </p:pic>
          </mc:Fallback>
        </mc:AlternateContent>
        <mc:AlternateContent xmlns:mc="http://schemas.openxmlformats.org/markup-compatibility/2006">
          <mc:Choice xmlns:p14="http://schemas.microsoft.com/office/powerpoint/2010/main" Requires="p14">
            <p:contentPart p14:bwMode="auto" r:id="rId596">
              <p14:nvContentPartPr>
                <p14:cNvPr id="380" name="Ink 379">
                  <a:extLst>
                    <a:ext uri="{FF2B5EF4-FFF2-40B4-BE49-F238E27FC236}">
                      <a16:creationId xmlns:a16="http://schemas.microsoft.com/office/drawing/2014/main" id="{65C66E9A-1880-FC21-4EB3-25490B4DE70B}"/>
                    </a:ext>
                  </a:extLst>
                </p14:cNvPr>
                <p14:cNvContentPartPr/>
                <p14:nvPr/>
              </p14:nvContentPartPr>
              <p14:xfrm>
                <a:off x="5910262" y="5537696"/>
                <a:ext cx="70920" cy="308160"/>
              </p14:xfrm>
            </p:contentPart>
          </mc:Choice>
          <mc:Fallback>
            <p:pic>
              <p:nvPicPr>
                <p:cNvPr id="380" name="Ink 379">
                  <a:extLst>
                    <a:ext uri="{FF2B5EF4-FFF2-40B4-BE49-F238E27FC236}">
                      <a16:creationId xmlns:a16="http://schemas.microsoft.com/office/drawing/2014/main" id="{65C66E9A-1880-FC21-4EB3-25490B4DE70B}"/>
                    </a:ext>
                  </a:extLst>
                </p:cNvPr>
                <p:cNvPicPr/>
                <p:nvPr/>
              </p:nvPicPr>
              <p:blipFill>
                <a:blip r:embed="rId597"/>
                <a:stretch>
                  <a:fillRect/>
                </a:stretch>
              </p:blipFill>
              <p:spPr>
                <a:xfrm>
                  <a:off x="5901262" y="5529056"/>
                  <a:ext cx="88560" cy="325800"/>
                </a:xfrm>
                <a:prstGeom prst="rect">
                  <a:avLst/>
                </a:prstGeom>
              </p:spPr>
            </p:pic>
          </mc:Fallback>
        </mc:AlternateContent>
        <mc:AlternateContent xmlns:mc="http://schemas.openxmlformats.org/markup-compatibility/2006">
          <mc:Choice xmlns:p14="http://schemas.microsoft.com/office/powerpoint/2010/main" Requires="p14">
            <p:contentPart p14:bwMode="auto" r:id="rId598">
              <p14:nvContentPartPr>
                <p14:cNvPr id="381" name="Ink 380">
                  <a:extLst>
                    <a:ext uri="{FF2B5EF4-FFF2-40B4-BE49-F238E27FC236}">
                      <a16:creationId xmlns:a16="http://schemas.microsoft.com/office/drawing/2014/main" id="{C89E964F-29AB-3720-F001-866F3FE701BE}"/>
                    </a:ext>
                  </a:extLst>
                </p14:cNvPr>
                <p14:cNvContentPartPr/>
                <p14:nvPr/>
              </p14:nvContentPartPr>
              <p14:xfrm>
                <a:off x="5989462" y="5400536"/>
                <a:ext cx="189720" cy="116280"/>
              </p14:xfrm>
            </p:contentPart>
          </mc:Choice>
          <mc:Fallback>
            <p:pic>
              <p:nvPicPr>
                <p:cNvPr id="381" name="Ink 380">
                  <a:extLst>
                    <a:ext uri="{FF2B5EF4-FFF2-40B4-BE49-F238E27FC236}">
                      <a16:creationId xmlns:a16="http://schemas.microsoft.com/office/drawing/2014/main" id="{C89E964F-29AB-3720-F001-866F3FE701BE}"/>
                    </a:ext>
                  </a:extLst>
                </p:cNvPr>
                <p:cNvPicPr/>
                <p:nvPr/>
              </p:nvPicPr>
              <p:blipFill>
                <a:blip r:embed="rId599"/>
                <a:stretch>
                  <a:fillRect/>
                </a:stretch>
              </p:blipFill>
              <p:spPr>
                <a:xfrm>
                  <a:off x="5980462" y="5391536"/>
                  <a:ext cx="20736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600">
              <p14:nvContentPartPr>
                <p14:cNvPr id="383" name="Ink 382">
                  <a:extLst>
                    <a:ext uri="{FF2B5EF4-FFF2-40B4-BE49-F238E27FC236}">
                      <a16:creationId xmlns:a16="http://schemas.microsoft.com/office/drawing/2014/main" id="{A8ED58AD-BEF5-CD0D-D253-A480F84DFAF8}"/>
                    </a:ext>
                  </a:extLst>
                </p14:cNvPr>
                <p14:cNvContentPartPr/>
                <p14:nvPr/>
              </p14:nvContentPartPr>
              <p14:xfrm>
                <a:off x="4650262" y="6056096"/>
                <a:ext cx="1461600" cy="91440"/>
              </p14:xfrm>
            </p:contentPart>
          </mc:Choice>
          <mc:Fallback>
            <p:pic>
              <p:nvPicPr>
                <p:cNvPr id="383" name="Ink 382">
                  <a:extLst>
                    <a:ext uri="{FF2B5EF4-FFF2-40B4-BE49-F238E27FC236}">
                      <a16:creationId xmlns:a16="http://schemas.microsoft.com/office/drawing/2014/main" id="{A8ED58AD-BEF5-CD0D-D253-A480F84DFAF8}"/>
                    </a:ext>
                  </a:extLst>
                </p:cNvPr>
                <p:cNvPicPr/>
                <p:nvPr/>
              </p:nvPicPr>
              <p:blipFill>
                <a:blip r:embed="rId601"/>
                <a:stretch>
                  <a:fillRect/>
                </a:stretch>
              </p:blipFill>
              <p:spPr>
                <a:xfrm>
                  <a:off x="4641262" y="6047456"/>
                  <a:ext cx="1479240" cy="109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02">
            <p14:nvContentPartPr>
              <p14:cNvPr id="385" name="Ink 384">
                <a:extLst>
                  <a:ext uri="{FF2B5EF4-FFF2-40B4-BE49-F238E27FC236}">
                    <a16:creationId xmlns:a16="http://schemas.microsoft.com/office/drawing/2014/main" id="{6A5DD340-4256-6ACD-680A-536A76EFEE01}"/>
                  </a:ext>
                </a:extLst>
              </p14:cNvPr>
              <p14:cNvContentPartPr/>
              <p14:nvPr/>
            </p14:nvContentPartPr>
            <p14:xfrm>
              <a:off x="4725862" y="6299096"/>
              <a:ext cx="306000" cy="253800"/>
            </p14:xfrm>
          </p:contentPart>
        </mc:Choice>
        <mc:Fallback>
          <p:pic>
            <p:nvPicPr>
              <p:cNvPr id="385" name="Ink 384">
                <a:extLst>
                  <a:ext uri="{FF2B5EF4-FFF2-40B4-BE49-F238E27FC236}">
                    <a16:creationId xmlns:a16="http://schemas.microsoft.com/office/drawing/2014/main" id="{6A5DD340-4256-6ACD-680A-536A76EFEE01}"/>
                  </a:ext>
                </a:extLst>
              </p:cNvPr>
              <p:cNvPicPr/>
              <p:nvPr/>
            </p:nvPicPr>
            <p:blipFill>
              <a:blip r:embed="rId603"/>
              <a:stretch>
                <a:fillRect/>
              </a:stretch>
            </p:blipFill>
            <p:spPr>
              <a:xfrm>
                <a:off x="4717222" y="6290456"/>
                <a:ext cx="323640" cy="271440"/>
              </a:xfrm>
              <a:prstGeom prst="rect">
                <a:avLst/>
              </a:prstGeom>
            </p:spPr>
          </p:pic>
        </mc:Fallback>
      </mc:AlternateContent>
      <p:grpSp>
        <p:nvGrpSpPr>
          <p:cNvPr id="400" name="Group 399">
            <a:extLst>
              <a:ext uri="{FF2B5EF4-FFF2-40B4-BE49-F238E27FC236}">
                <a16:creationId xmlns:a16="http://schemas.microsoft.com/office/drawing/2014/main" id="{B41145F1-A206-F1E9-6106-86B897924B5D}"/>
              </a:ext>
            </a:extLst>
          </p:cNvPr>
          <p:cNvGrpSpPr/>
          <p:nvPr/>
        </p:nvGrpSpPr>
        <p:grpSpPr>
          <a:xfrm>
            <a:off x="5365222" y="6257696"/>
            <a:ext cx="766080" cy="273240"/>
            <a:chOff x="5365222" y="6257696"/>
            <a:chExt cx="766080" cy="273240"/>
          </a:xfrm>
        </p:grpSpPr>
        <mc:AlternateContent xmlns:mc="http://schemas.openxmlformats.org/markup-compatibility/2006">
          <mc:Choice xmlns:p14="http://schemas.microsoft.com/office/powerpoint/2010/main" Requires="p14">
            <p:contentPart p14:bwMode="auto" r:id="rId604">
              <p14:nvContentPartPr>
                <p14:cNvPr id="396" name="Ink 395">
                  <a:extLst>
                    <a:ext uri="{FF2B5EF4-FFF2-40B4-BE49-F238E27FC236}">
                      <a16:creationId xmlns:a16="http://schemas.microsoft.com/office/drawing/2014/main" id="{1D53EB42-E169-9797-09D2-3559309FE0CB}"/>
                    </a:ext>
                  </a:extLst>
                </p14:cNvPr>
                <p14:cNvContentPartPr/>
                <p14:nvPr/>
              </p14:nvContentPartPr>
              <p14:xfrm>
                <a:off x="5365222" y="6340496"/>
                <a:ext cx="182520" cy="156240"/>
              </p14:xfrm>
            </p:contentPart>
          </mc:Choice>
          <mc:Fallback>
            <p:pic>
              <p:nvPicPr>
                <p:cNvPr id="396" name="Ink 395">
                  <a:extLst>
                    <a:ext uri="{FF2B5EF4-FFF2-40B4-BE49-F238E27FC236}">
                      <a16:creationId xmlns:a16="http://schemas.microsoft.com/office/drawing/2014/main" id="{1D53EB42-E169-9797-09D2-3559309FE0CB}"/>
                    </a:ext>
                  </a:extLst>
                </p:cNvPr>
                <p:cNvPicPr/>
                <p:nvPr/>
              </p:nvPicPr>
              <p:blipFill>
                <a:blip r:embed="rId605"/>
                <a:stretch>
                  <a:fillRect/>
                </a:stretch>
              </p:blipFill>
              <p:spPr>
                <a:xfrm>
                  <a:off x="5356222" y="6331496"/>
                  <a:ext cx="20016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606">
              <p14:nvContentPartPr>
                <p14:cNvPr id="397" name="Ink 396">
                  <a:extLst>
                    <a:ext uri="{FF2B5EF4-FFF2-40B4-BE49-F238E27FC236}">
                      <a16:creationId xmlns:a16="http://schemas.microsoft.com/office/drawing/2014/main" id="{ECF02638-5770-27D7-1B4A-C2E0A359E8B2}"/>
                    </a:ext>
                  </a:extLst>
                </p14:cNvPr>
                <p14:cNvContentPartPr/>
                <p14:nvPr/>
              </p14:nvContentPartPr>
              <p14:xfrm>
                <a:off x="5631622" y="6281096"/>
                <a:ext cx="190080" cy="249840"/>
              </p14:xfrm>
            </p:contentPart>
          </mc:Choice>
          <mc:Fallback>
            <p:pic>
              <p:nvPicPr>
                <p:cNvPr id="397" name="Ink 396">
                  <a:extLst>
                    <a:ext uri="{FF2B5EF4-FFF2-40B4-BE49-F238E27FC236}">
                      <a16:creationId xmlns:a16="http://schemas.microsoft.com/office/drawing/2014/main" id="{ECF02638-5770-27D7-1B4A-C2E0A359E8B2}"/>
                    </a:ext>
                  </a:extLst>
                </p:cNvPr>
                <p:cNvPicPr/>
                <p:nvPr/>
              </p:nvPicPr>
              <p:blipFill>
                <a:blip r:embed="rId607"/>
                <a:stretch>
                  <a:fillRect/>
                </a:stretch>
              </p:blipFill>
              <p:spPr>
                <a:xfrm>
                  <a:off x="5622622" y="6272096"/>
                  <a:ext cx="20772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608">
              <p14:nvContentPartPr>
                <p14:cNvPr id="398" name="Ink 397">
                  <a:extLst>
                    <a:ext uri="{FF2B5EF4-FFF2-40B4-BE49-F238E27FC236}">
                      <a16:creationId xmlns:a16="http://schemas.microsoft.com/office/drawing/2014/main" id="{11A12EF6-2357-93E8-1497-0479E38A4951}"/>
                    </a:ext>
                  </a:extLst>
                </p14:cNvPr>
                <p14:cNvContentPartPr/>
                <p14:nvPr/>
              </p14:nvContentPartPr>
              <p14:xfrm>
                <a:off x="5798302" y="6380816"/>
                <a:ext cx="179280" cy="61560"/>
              </p14:xfrm>
            </p:contentPart>
          </mc:Choice>
          <mc:Fallback>
            <p:pic>
              <p:nvPicPr>
                <p:cNvPr id="398" name="Ink 397">
                  <a:extLst>
                    <a:ext uri="{FF2B5EF4-FFF2-40B4-BE49-F238E27FC236}">
                      <a16:creationId xmlns:a16="http://schemas.microsoft.com/office/drawing/2014/main" id="{11A12EF6-2357-93E8-1497-0479E38A4951}"/>
                    </a:ext>
                  </a:extLst>
                </p:cNvPr>
                <p:cNvPicPr/>
                <p:nvPr/>
              </p:nvPicPr>
              <p:blipFill>
                <a:blip r:embed="rId609"/>
                <a:stretch>
                  <a:fillRect/>
                </a:stretch>
              </p:blipFill>
              <p:spPr>
                <a:xfrm>
                  <a:off x="5789302" y="6371816"/>
                  <a:ext cx="19692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610">
              <p14:nvContentPartPr>
                <p14:cNvPr id="399" name="Ink 398">
                  <a:extLst>
                    <a:ext uri="{FF2B5EF4-FFF2-40B4-BE49-F238E27FC236}">
                      <a16:creationId xmlns:a16="http://schemas.microsoft.com/office/drawing/2014/main" id="{E6771A6F-5736-1E25-005C-702149AD22BE}"/>
                    </a:ext>
                  </a:extLst>
                </p14:cNvPr>
                <p14:cNvContentPartPr/>
                <p14:nvPr/>
              </p14:nvContentPartPr>
              <p14:xfrm>
                <a:off x="5950582" y="6257696"/>
                <a:ext cx="180720" cy="218160"/>
              </p14:xfrm>
            </p:contentPart>
          </mc:Choice>
          <mc:Fallback>
            <p:pic>
              <p:nvPicPr>
                <p:cNvPr id="399" name="Ink 398">
                  <a:extLst>
                    <a:ext uri="{FF2B5EF4-FFF2-40B4-BE49-F238E27FC236}">
                      <a16:creationId xmlns:a16="http://schemas.microsoft.com/office/drawing/2014/main" id="{E6771A6F-5736-1E25-005C-702149AD22BE}"/>
                    </a:ext>
                  </a:extLst>
                </p:cNvPr>
                <p:cNvPicPr/>
                <p:nvPr/>
              </p:nvPicPr>
              <p:blipFill>
                <a:blip r:embed="rId611"/>
                <a:stretch>
                  <a:fillRect/>
                </a:stretch>
              </p:blipFill>
              <p:spPr>
                <a:xfrm>
                  <a:off x="5941942" y="6248696"/>
                  <a:ext cx="198360" cy="235800"/>
                </a:xfrm>
                <a:prstGeom prst="rect">
                  <a:avLst/>
                </a:prstGeom>
              </p:spPr>
            </p:pic>
          </mc:Fallback>
        </mc:AlternateContent>
      </p:grpSp>
      <p:grpSp>
        <p:nvGrpSpPr>
          <p:cNvPr id="405" name="Group 404">
            <a:extLst>
              <a:ext uri="{FF2B5EF4-FFF2-40B4-BE49-F238E27FC236}">
                <a16:creationId xmlns:a16="http://schemas.microsoft.com/office/drawing/2014/main" id="{9C89DB69-897F-7648-7598-F5ADD645583C}"/>
              </a:ext>
            </a:extLst>
          </p:cNvPr>
          <p:cNvGrpSpPr/>
          <p:nvPr/>
        </p:nvGrpSpPr>
        <p:grpSpPr>
          <a:xfrm>
            <a:off x="4724062" y="6185696"/>
            <a:ext cx="588240" cy="562680"/>
            <a:chOff x="4724062" y="6185696"/>
            <a:chExt cx="588240" cy="562680"/>
          </a:xfrm>
        </p:grpSpPr>
        <mc:AlternateContent xmlns:mc="http://schemas.openxmlformats.org/markup-compatibility/2006">
          <mc:Choice xmlns:p14="http://schemas.microsoft.com/office/powerpoint/2010/main" Requires="p14">
            <p:contentPart p14:bwMode="auto" r:id="rId612">
              <p14:nvContentPartPr>
                <p14:cNvPr id="386" name="Ink 385">
                  <a:extLst>
                    <a:ext uri="{FF2B5EF4-FFF2-40B4-BE49-F238E27FC236}">
                      <a16:creationId xmlns:a16="http://schemas.microsoft.com/office/drawing/2014/main" id="{FEFDAC08-20AF-F5B3-576C-A543E372C734}"/>
                    </a:ext>
                  </a:extLst>
                </p14:cNvPr>
                <p14:cNvContentPartPr/>
                <p14:nvPr/>
              </p14:nvContentPartPr>
              <p14:xfrm>
                <a:off x="4734502" y="6683576"/>
                <a:ext cx="119880" cy="64800"/>
              </p14:xfrm>
            </p:contentPart>
          </mc:Choice>
          <mc:Fallback>
            <p:pic>
              <p:nvPicPr>
                <p:cNvPr id="386" name="Ink 385">
                  <a:extLst>
                    <a:ext uri="{FF2B5EF4-FFF2-40B4-BE49-F238E27FC236}">
                      <a16:creationId xmlns:a16="http://schemas.microsoft.com/office/drawing/2014/main" id="{FEFDAC08-20AF-F5B3-576C-A543E372C734}"/>
                    </a:ext>
                  </a:extLst>
                </p:cNvPr>
                <p:cNvPicPr/>
                <p:nvPr/>
              </p:nvPicPr>
              <p:blipFill>
                <a:blip r:embed="rId613"/>
                <a:stretch>
                  <a:fillRect/>
                </a:stretch>
              </p:blipFill>
              <p:spPr>
                <a:xfrm>
                  <a:off x="4725862" y="6674936"/>
                  <a:ext cx="13752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614">
              <p14:nvContentPartPr>
                <p14:cNvPr id="387" name="Ink 386">
                  <a:extLst>
                    <a:ext uri="{FF2B5EF4-FFF2-40B4-BE49-F238E27FC236}">
                      <a16:creationId xmlns:a16="http://schemas.microsoft.com/office/drawing/2014/main" id="{4E07944C-B009-E883-22EB-31F08FECB004}"/>
                    </a:ext>
                  </a:extLst>
                </p14:cNvPr>
                <p14:cNvContentPartPr/>
                <p14:nvPr/>
              </p14:nvContentPartPr>
              <p14:xfrm>
                <a:off x="4896862" y="6737936"/>
                <a:ext cx="73080" cy="3240"/>
              </p14:xfrm>
            </p:contentPart>
          </mc:Choice>
          <mc:Fallback>
            <p:pic>
              <p:nvPicPr>
                <p:cNvPr id="387" name="Ink 386">
                  <a:extLst>
                    <a:ext uri="{FF2B5EF4-FFF2-40B4-BE49-F238E27FC236}">
                      <a16:creationId xmlns:a16="http://schemas.microsoft.com/office/drawing/2014/main" id="{4E07944C-B009-E883-22EB-31F08FECB004}"/>
                    </a:ext>
                  </a:extLst>
                </p:cNvPr>
                <p:cNvPicPr/>
                <p:nvPr/>
              </p:nvPicPr>
              <p:blipFill>
                <a:blip r:embed="rId615"/>
                <a:stretch>
                  <a:fillRect/>
                </a:stretch>
              </p:blipFill>
              <p:spPr>
                <a:xfrm>
                  <a:off x="4888222" y="6728936"/>
                  <a:ext cx="9072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616">
              <p14:nvContentPartPr>
                <p14:cNvPr id="388" name="Ink 387">
                  <a:extLst>
                    <a:ext uri="{FF2B5EF4-FFF2-40B4-BE49-F238E27FC236}">
                      <a16:creationId xmlns:a16="http://schemas.microsoft.com/office/drawing/2014/main" id="{FC86123F-55D3-7AB6-A7FB-C4CA67E4C9D1}"/>
                    </a:ext>
                  </a:extLst>
                </p14:cNvPr>
                <p14:cNvContentPartPr/>
                <p14:nvPr/>
              </p14:nvContentPartPr>
              <p14:xfrm>
                <a:off x="4917022" y="6699416"/>
                <a:ext cx="64080" cy="7200"/>
              </p14:xfrm>
            </p:contentPart>
          </mc:Choice>
          <mc:Fallback>
            <p:pic>
              <p:nvPicPr>
                <p:cNvPr id="388" name="Ink 387">
                  <a:extLst>
                    <a:ext uri="{FF2B5EF4-FFF2-40B4-BE49-F238E27FC236}">
                      <a16:creationId xmlns:a16="http://schemas.microsoft.com/office/drawing/2014/main" id="{FC86123F-55D3-7AB6-A7FB-C4CA67E4C9D1}"/>
                    </a:ext>
                  </a:extLst>
                </p:cNvPr>
                <p:cNvPicPr/>
                <p:nvPr/>
              </p:nvPicPr>
              <p:blipFill>
                <a:blip r:embed="rId617"/>
                <a:stretch>
                  <a:fillRect/>
                </a:stretch>
              </p:blipFill>
              <p:spPr>
                <a:xfrm>
                  <a:off x="4908382" y="6690776"/>
                  <a:ext cx="817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618">
              <p14:nvContentPartPr>
                <p14:cNvPr id="389" name="Ink 388">
                  <a:extLst>
                    <a:ext uri="{FF2B5EF4-FFF2-40B4-BE49-F238E27FC236}">
                      <a16:creationId xmlns:a16="http://schemas.microsoft.com/office/drawing/2014/main" id="{F902B2C5-7DFD-FACD-18C3-E39435C7BEC6}"/>
                    </a:ext>
                  </a:extLst>
                </p14:cNvPr>
                <p14:cNvContentPartPr/>
                <p14:nvPr/>
              </p14:nvContentPartPr>
              <p14:xfrm>
                <a:off x="5008102" y="6624536"/>
                <a:ext cx="114120" cy="97560"/>
              </p14:xfrm>
            </p:contentPart>
          </mc:Choice>
          <mc:Fallback>
            <p:pic>
              <p:nvPicPr>
                <p:cNvPr id="389" name="Ink 388">
                  <a:extLst>
                    <a:ext uri="{FF2B5EF4-FFF2-40B4-BE49-F238E27FC236}">
                      <a16:creationId xmlns:a16="http://schemas.microsoft.com/office/drawing/2014/main" id="{F902B2C5-7DFD-FACD-18C3-E39435C7BEC6}"/>
                    </a:ext>
                  </a:extLst>
                </p:cNvPr>
                <p:cNvPicPr/>
                <p:nvPr/>
              </p:nvPicPr>
              <p:blipFill>
                <a:blip r:embed="rId619"/>
                <a:stretch>
                  <a:fillRect/>
                </a:stretch>
              </p:blipFill>
              <p:spPr>
                <a:xfrm>
                  <a:off x="4999102" y="6615896"/>
                  <a:ext cx="13176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620">
              <p14:nvContentPartPr>
                <p14:cNvPr id="390" name="Ink 389">
                  <a:extLst>
                    <a:ext uri="{FF2B5EF4-FFF2-40B4-BE49-F238E27FC236}">
                      <a16:creationId xmlns:a16="http://schemas.microsoft.com/office/drawing/2014/main" id="{971914D1-33B2-FED7-ABB1-60E701E7919B}"/>
                    </a:ext>
                  </a:extLst>
                </p14:cNvPr>
                <p14:cNvContentPartPr/>
                <p14:nvPr/>
              </p14:nvContentPartPr>
              <p14:xfrm>
                <a:off x="4735222" y="6202256"/>
                <a:ext cx="31680" cy="54720"/>
              </p14:xfrm>
            </p:contentPart>
          </mc:Choice>
          <mc:Fallback>
            <p:pic>
              <p:nvPicPr>
                <p:cNvPr id="390" name="Ink 389">
                  <a:extLst>
                    <a:ext uri="{FF2B5EF4-FFF2-40B4-BE49-F238E27FC236}">
                      <a16:creationId xmlns:a16="http://schemas.microsoft.com/office/drawing/2014/main" id="{971914D1-33B2-FED7-ABB1-60E701E7919B}"/>
                    </a:ext>
                  </a:extLst>
                </p:cNvPr>
                <p:cNvPicPr/>
                <p:nvPr/>
              </p:nvPicPr>
              <p:blipFill>
                <a:blip r:embed="rId621"/>
                <a:stretch>
                  <a:fillRect/>
                </a:stretch>
              </p:blipFill>
              <p:spPr>
                <a:xfrm>
                  <a:off x="4726222" y="6193256"/>
                  <a:ext cx="4932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622">
              <p14:nvContentPartPr>
                <p14:cNvPr id="391" name="Ink 390">
                  <a:extLst>
                    <a:ext uri="{FF2B5EF4-FFF2-40B4-BE49-F238E27FC236}">
                      <a16:creationId xmlns:a16="http://schemas.microsoft.com/office/drawing/2014/main" id="{95547435-914A-388D-41EB-02945CE5EB54}"/>
                    </a:ext>
                  </a:extLst>
                </p14:cNvPr>
                <p14:cNvContentPartPr/>
                <p14:nvPr/>
              </p14:nvContentPartPr>
              <p14:xfrm>
                <a:off x="4724062" y="6185696"/>
                <a:ext cx="149400" cy="87480"/>
              </p14:xfrm>
            </p:contentPart>
          </mc:Choice>
          <mc:Fallback>
            <p:pic>
              <p:nvPicPr>
                <p:cNvPr id="391" name="Ink 390">
                  <a:extLst>
                    <a:ext uri="{FF2B5EF4-FFF2-40B4-BE49-F238E27FC236}">
                      <a16:creationId xmlns:a16="http://schemas.microsoft.com/office/drawing/2014/main" id="{95547435-914A-388D-41EB-02945CE5EB54}"/>
                    </a:ext>
                  </a:extLst>
                </p:cNvPr>
                <p:cNvPicPr/>
                <p:nvPr/>
              </p:nvPicPr>
              <p:blipFill>
                <a:blip r:embed="rId623"/>
                <a:stretch>
                  <a:fillRect/>
                </a:stretch>
              </p:blipFill>
              <p:spPr>
                <a:xfrm>
                  <a:off x="4715422" y="6176696"/>
                  <a:ext cx="16704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624">
              <p14:nvContentPartPr>
                <p14:cNvPr id="392" name="Ink 391">
                  <a:extLst>
                    <a:ext uri="{FF2B5EF4-FFF2-40B4-BE49-F238E27FC236}">
                      <a16:creationId xmlns:a16="http://schemas.microsoft.com/office/drawing/2014/main" id="{5FE2F030-C452-EC11-7986-3BBD4CB40B44}"/>
                    </a:ext>
                  </a:extLst>
                </p14:cNvPr>
                <p14:cNvContentPartPr/>
                <p14:nvPr/>
              </p14:nvContentPartPr>
              <p14:xfrm>
                <a:off x="4908382" y="6228536"/>
                <a:ext cx="78840" cy="20880"/>
              </p14:xfrm>
            </p:contentPart>
          </mc:Choice>
          <mc:Fallback>
            <p:pic>
              <p:nvPicPr>
                <p:cNvPr id="392" name="Ink 391">
                  <a:extLst>
                    <a:ext uri="{FF2B5EF4-FFF2-40B4-BE49-F238E27FC236}">
                      <a16:creationId xmlns:a16="http://schemas.microsoft.com/office/drawing/2014/main" id="{5FE2F030-C452-EC11-7986-3BBD4CB40B44}"/>
                    </a:ext>
                  </a:extLst>
                </p:cNvPr>
                <p:cNvPicPr/>
                <p:nvPr/>
              </p:nvPicPr>
              <p:blipFill>
                <a:blip r:embed="rId625"/>
                <a:stretch>
                  <a:fillRect/>
                </a:stretch>
              </p:blipFill>
              <p:spPr>
                <a:xfrm>
                  <a:off x="4899742" y="6219536"/>
                  <a:ext cx="9648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626">
              <p14:nvContentPartPr>
                <p14:cNvPr id="393" name="Ink 392">
                  <a:extLst>
                    <a:ext uri="{FF2B5EF4-FFF2-40B4-BE49-F238E27FC236}">
                      <a16:creationId xmlns:a16="http://schemas.microsoft.com/office/drawing/2014/main" id="{A1E7FF81-0324-CA1A-2D7A-B09342A7D33F}"/>
                    </a:ext>
                  </a:extLst>
                </p14:cNvPr>
                <p14:cNvContentPartPr/>
                <p14:nvPr/>
              </p14:nvContentPartPr>
              <p14:xfrm>
                <a:off x="5040862" y="6199376"/>
                <a:ext cx="56160" cy="60840"/>
              </p14:xfrm>
            </p:contentPart>
          </mc:Choice>
          <mc:Fallback>
            <p:pic>
              <p:nvPicPr>
                <p:cNvPr id="393" name="Ink 392">
                  <a:extLst>
                    <a:ext uri="{FF2B5EF4-FFF2-40B4-BE49-F238E27FC236}">
                      <a16:creationId xmlns:a16="http://schemas.microsoft.com/office/drawing/2014/main" id="{A1E7FF81-0324-CA1A-2D7A-B09342A7D33F}"/>
                    </a:ext>
                  </a:extLst>
                </p:cNvPr>
                <p:cNvPicPr/>
                <p:nvPr/>
              </p:nvPicPr>
              <p:blipFill>
                <a:blip r:embed="rId627"/>
                <a:stretch>
                  <a:fillRect/>
                </a:stretch>
              </p:blipFill>
              <p:spPr>
                <a:xfrm>
                  <a:off x="5032222" y="6190736"/>
                  <a:ext cx="7380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628">
              <p14:nvContentPartPr>
                <p14:cNvPr id="401" name="Ink 400">
                  <a:extLst>
                    <a:ext uri="{FF2B5EF4-FFF2-40B4-BE49-F238E27FC236}">
                      <a16:creationId xmlns:a16="http://schemas.microsoft.com/office/drawing/2014/main" id="{C23E447B-D16C-76FA-B849-6098FAA25CAF}"/>
                    </a:ext>
                  </a:extLst>
                </p14:cNvPr>
                <p14:cNvContentPartPr/>
                <p14:nvPr/>
              </p14:nvContentPartPr>
              <p14:xfrm>
                <a:off x="5257582" y="6314216"/>
                <a:ext cx="54720" cy="259920"/>
              </p14:xfrm>
            </p:contentPart>
          </mc:Choice>
          <mc:Fallback>
            <p:pic>
              <p:nvPicPr>
                <p:cNvPr id="401" name="Ink 400">
                  <a:extLst>
                    <a:ext uri="{FF2B5EF4-FFF2-40B4-BE49-F238E27FC236}">
                      <a16:creationId xmlns:a16="http://schemas.microsoft.com/office/drawing/2014/main" id="{C23E447B-D16C-76FA-B849-6098FAA25CAF}"/>
                    </a:ext>
                  </a:extLst>
                </p:cNvPr>
                <p:cNvPicPr/>
                <p:nvPr/>
              </p:nvPicPr>
              <p:blipFill>
                <a:blip r:embed="rId629"/>
                <a:stretch>
                  <a:fillRect/>
                </a:stretch>
              </p:blipFill>
              <p:spPr>
                <a:xfrm>
                  <a:off x="5248942" y="6305576"/>
                  <a:ext cx="72360" cy="277560"/>
                </a:xfrm>
                <a:prstGeom prst="rect">
                  <a:avLst/>
                </a:prstGeom>
              </p:spPr>
            </p:pic>
          </mc:Fallback>
        </mc:AlternateContent>
      </p:grpSp>
      <p:grpSp>
        <p:nvGrpSpPr>
          <p:cNvPr id="404" name="Group 403">
            <a:extLst>
              <a:ext uri="{FF2B5EF4-FFF2-40B4-BE49-F238E27FC236}">
                <a16:creationId xmlns:a16="http://schemas.microsoft.com/office/drawing/2014/main" id="{56E8E5FE-C35D-6435-6716-ACAAF4FFC3DE}"/>
              </a:ext>
            </a:extLst>
          </p:cNvPr>
          <p:cNvGrpSpPr/>
          <p:nvPr/>
        </p:nvGrpSpPr>
        <p:grpSpPr>
          <a:xfrm>
            <a:off x="6193942" y="6201896"/>
            <a:ext cx="217440" cy="331200"/>
            <a:chOff x="6193942" y="6201896"/>
            <a:chExt cx="217440" cy="331200"/>
          </a:xfrm>
        </p:grpSpPr>
        <mc:AlternateContent xmlns:mc="http://schemas.openxmlformats.org/markup-compatibility/2006">
          <mc:Choice xmlns:p14="http://schemas.microsoft.com/office/powerpoint/2010/main" Requires="p14">
            <p:contentPart p14:bwMode="auto" r:id="rId630">
              <p14:nvContentPartPr>
                <p14:cNvPr id="402" name="Ink 401">
                  <a:extLst>
                    <a:ext uri="{FF2B5EF4-FFF2-40B4-BE49-F238E27FC236}">
                      <a16:creationId xmlns:a16="http://schemas.microsoft.com/office/drawing/2014/main" id="{0CF3E3DB-45B2-468F-7E3D-FD5651EAB2F2}"/>
                    </a:ext>
                  </a:extLst>
                </p14:cNvPr>
                <p14:cNvContentPartPr/>
                <p14:nvPr/>
              </p14:nvContentPartPr>
              <p14:xfrm>
                <a:off x="6193942" y="6295136"/>
                <a:ext cx="46080" cy="237960"/>
              </p14:xfrm>
            </p:contentPart>
          </mc:Choice>
          <mc:Fallback>
            <p:pic>
              <p:nvPicPr>
                <p:cNvPr id="402" name="Ink 401">
                  <a:extLst>
                    <a:ext uri="{FF2B5EF4-FFF2-40B4-BE49-F238E27FC236}">
                      <a16:creationId xmlns:a16="http://schemas.microsoft.com/office/drawing/2014/main" id="{0CF3E3DB-45B2-468F-7E3D-FD5651EAB2F2}"/>
                    </a:ext>
                  </a:extLst>
                </p:cNvPr>
                <p:cNvPicPr/>
                <p:nvPr/>
              </p:nvPicPr>
              <p:blipFill>
                <a:blip r:embed="rId631"/>
                <a:stretch>
                  <a:fillRect/>
                </a:stretch>
              </p:blipFill>
              <p:spPr>
                <a:xfrm>
                  <a:off x="6185302" y="6286136"/>
                  <a:ext cx="6372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632">
              <p14:nvContentPartPr>
                <p14:cNvPr id="403" name="Ink 402">
                  <a:extLst>
                    <a:ext uri="{FF2B5EF4-FFF2-40B4-BE49-F238E27FC236}">
                      <a16:creationId xmlns:a16="http://schemas.microsoft.com/office/drawing/2014/main" id="{5AE77465-532A-BAD3-5559-136444449F7E}"/>
                    </a:ext>
                  </a:extLst>
                </p14:cNvPr>
                <p14:cNvContentPartPr/>
                <p14:nvPr/>
              </p14:nvContentPartPr>
              <p14:xfrm>
                <a:off x="6259102" y="6201896"/>
                <a:ext cx="152280" cy="105840"/>
              </p14:xfrm>
            </p:contentPart>
          </mc:Choice>
          <mc:Fallback>
            <p:pic>
              <p:nvPicPr>
                <p:cNvPr id="403" name="Ink 402">
                  <a:extLst>
                    <a:ext uri="{FF2B5EF4-FFF2-40B4-BE49-F238E27FC236}">
                      <a16:creationId xmlns:a16="http://schemas.microsoft.com/office/drawing/2014/main" id="{5AE77465-532A-BAD3-5559-136444449F7E}"/>
                    </a:ext>
                  </a:extLst>
                </p:cNvPr>
                <p:cNvPicPr/>
                <p:nvPr/>
              </p:nvPicPr>
              <p:blipFill>
                <a:blip r:embed="rId633"/>
                <a:stretch>
                  <a:fillRect/>
                </a:stretch>
              </p:blipFill>
              <p:spPr>
                <a:xfrm>
                  <a:off x="6250462" y="6193256"/>
                  <a:ext cx="169920" cy="123480"/>
                </a:xfrm>
                <a:prstGeom prst="rect">
                  <a:avLst/>
                </a:prstGeom>
              </p:spPr>
            </p:pic>
          </mc:Fallback>
        </mc:AlternateContent>
      </p:grpSp>
      <p:grpSp>
        <p:nvGrpSpPr>
          <p:cNvPr id="416" name="Group 415">
            <a:extLst>
              <a:ext uri="{FF2B5EF4-FFF2-40B4-BE49-F238E27FC236}">
                <a16:creationId xmlns:a16="http://schemas.microsoft.com/office/drawing/2014/main" id="{2F57D6D5-C394-9A3E-C5A9-90A3ADFE4309}"/>
              </a:ext>
            </a:extLst>
          </p:cNvPr>
          <p:cNvGrpSpPr/>
          <p:nvPr/>
        </p:nvGrpSpPr>
        <p:grpSpPr>
          <a:xfrm>
            <a:off x="7517302" y="5500976"/>
            <a:ext cx="1627560" cy="415800"/>
            <a:chOff x="7517302" y="5500976"/>
            <a:chExt cx="1627560" cy="415800"/>
          </a:xfrm>
        </p:grpSpPr>
        <mc:AlternateContent xmlns:mc="http://schemas.openxmlformats.org/markup-compatibility/2006">
          <mc:Choice xmlns:p14="http://schemas.microsoft.com/office/powerpoint/2010/main" Requires="p14">
            <p:contentPart p14:bwMode="auto" r:id="rId634">
              <p14:nvContentPartPr>
                <p14:cNvPr id="406" name="Ink 405">
                  <a:extLst>
                    <a:ext uri="{FF2B5EF4-FFF2-40B4-BE49-F238E27FC236}">
                      <a16:creationId xmlns:a16="http://schemas.microsoft.com/office/drawing/2014/main" id="{C1C9C311-7830-E28E-4995-B7C093436B62}"/>
                    </a:ext>
                  </a:extLst>
                </p14:cNvPr>
                <p14:cNvContentPartPr/>
                <p14:nvPr/>
              </p14:nvContentPartPr>
              <p14:xfrm>
                <a:off x="7517302" y="5712656"/>
                <a:ext cx="276480" cy="104400"/>
              </p14:xfrm>
            </p:contentPart>
          </mc:Choice>
          <mc:Fallback>
            <p:pic>
              <p:nvPicPr>
                <p:cNvPr id="406" name="Ink 405">
                  <a:extLst>
                    <a:ext uri="{FF2B5EF4-FFF2-40B4-BE49-F238E27FC236}">
                      <a16:creationId xmlns:a16="http://schemas.microsoft.com/office/drawing/2014/main" id="{C1C9C311-7830-E28E-4995-B7C093436B62}"/>
                    </a:ext>
                  </a:extLst>
                </p:cNvPr>
                <p:cNvPicPr/>
                <p:nvPr/>
              </p:nvPicPr>
              <p:blipFill>
                <a:blip r:embed="rId635"/>
                <a:stretch>
                  <a:fillRect/>
                </a:stretch>
              </p:blipFill>
              <p:spPr>
                <a:xfrm>
                  <a:off x="7508662" y="5703656"/>
                  <a:ext cx="29412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636">
              <p14:nvContentPartPr>
                <p14:cNvPr id="407" name="Ink 406">
                  <a:extLst>
                    <a:ext uri="{FF2B5EF4-FFF2-40B4-BE49-F238E27FC236}">
                      <a16:creationId xmlns:a16="http://schemas.microsoft.com/office/drawing/2014/main" id="{FA7B1220-D9DE-1828-6C2E-3444145DDA19}"/>
                    </a:ext>
                  </a:extLst>
                </p14:cNvPr>
                <p14:cNvContentPartPr/>
                <p14:nvPr/>
              </p14:nvContentPartPr>
              <p14:xfrm>
                <a:off x="7855342" y="5721296"/>
                <a:ext cx="154440" cy="87120"/>
              </p14:xfrm>
            </p:contentPart>
          </mc:Choice>
          <mc:Fallback>
            <p:pic>
              <p:nvPicPr>
                <p:cNvPr id="407" name="Ink 406">
                  <a:extLst>
                    <a:ext uri="{FF2B5EF4-FFF2-40B4-BE49-F238E27FC236}">
                      <a16:creationId xmlns:a16="http://schemas.microsoft.com/office/drawing/2014/main" id="{FA7B1220-D9DE-1828-6C2E-3444145DDA19}"/>
                    </a:ext>
                  </a:extLst>
                </p:cNvPr>
                <p:cNvPicPr/>
                <p:nvPr/>
              </p:nvPicPr>
              <p:blipFill>
                <a:blip r:embed="rId637"/>
                <a:stretch>
                  <a:fillRect/>
                </a:stretch>
              </p:blipFill>
              <p:spPr>
                <a:xfrm>
                  <a:off x="7846342" y="5712656"/>
                  <a:ext cx="17208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638">
              <p14:nvContentPartPr>
                <p14:cNvPr id="408" name="Ink 407">
                  <a:extLst>
                    <a:ext uri="{FF2B5EF4-FFF2-40B4-BE49-F238E27FC236}">
                      <a16:creationId xmlns:a16="http://schemas.microsoft.com/office/drawing/2014/main" id="{15B407EF-807F-C619-BE9A-6F1A67B545DB}"/>
                    </a:ext>
                  </a:extLst>
                </p14:cNvPr>
                <p14:cNvContentPartPr/>
                <p14:nvPr/>
              </p14:nvContentPartPr>
              <p14:xfrm>
                <a:off x="8112382" y="5550296"/>
                <a:ext cx="304920" cy="282240"/>
              </p14:xfrm>
            </p:contentPart>
          </mc:Choice>
          <mc:Fallback>
            <p:pic>
              <p:nvPicPr>
                <p:cNvPr id="408" name="Ink 407">
                  <a:extLst>
                    <a:ext uri="{FF2B5EF4-FFF2-40B4-BE49-F238E27FC236}">
                      <a16:creationId xmlns:a16="http://schemas.microsoft.com/office/drawing/2014/main" id="{15B407EF-807F-C619-BE9A-6F1A67B545DB}"/>
                    </a:ext>
                  </a:extLst>
                </p:cNvPr>
                <p:cNvPicPr/>
                <p:nvPr/>
              </p:nvPicPr>
              <p:blipFill>
                <a:blip r:embed="rId639"/>
                <a:stretch>
                  <a:fillRect/>
                </a:stretch>
              </p:blipFill>
              <p:spPr>
                <a:xfrm>
                  <a:off x="8103742" y="5541656"/>
                  <a:ext cx="32256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640">
              <p14:nvContentPartPr>
                <p14:cNvPr id="409" name="Ink 408">
                  <a:extLst>
                    <a:ext uri="{FF2B5EF4-FFF2-40B4-BE49-F238E27FC236}">
                      <a16:creationId xmlns:a16="http://schemas.microsoft.com/office/drawing/2014/main" id="{1DF07194-35A4-E02A-AE3D-832C204EFE54}"/>
                    </a:ext>
                  </a:extLst>
                </p14:cNvPr>
                <p14:cNvContentPartPr/>
                <p14:nvPr/>
              </p14:nvContentPartPr>
              <p14:xfrm>
                <a:off x="8299942" y="5598176"/>
                <a:ext cx="49320" cy="55800"/>
              </p14:xfrm>
            </p:contentPart>
          </mc:Choice>
          <mc:Fallback>
            <p:pic>
              <p:nvPicPr>
                <p:cNvPr id="409" name="Ink 408">
                  <a:extLst>
                    <a:ext uri="{FF2B5EF4-FFF2-40B4-BE49-F238E27FC236}">
                      <a16:creationId xmlns:a16="http://schemas.microsoft.com/office/drawing/2014/main" id="{1DF07194-35A4-E02A-AE3D-832C204EFE54}"/>
                    </a:ext>
                  </a:extLst>
                </p:cNvPr>
                <p:cNvPicPr/>
                <p:nvPr/>
              </p:nvPicPr>
              <p:blipFill>
                <a:blip r:embed="rId641"/>
                <a:stretch>
                  <a:fillRect/>
                </a:stretch>
              </p:blipFill>
              <p:spPr>
                <a:xfrm>
                  <a:off x="8291302" y="5589536"/>
                  <a:ext cx="6696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642">
              <p14:nvContentPartPr>
                <p14:cNvPr id="410" name="Ink 409">
                  <a:extLst>
                    <a:ext uri="{FF2B5EF4-FFF2-40B4-BE49-F238E27FC236}">
                      <a16:creationId xmlns:a16="http://schemas.microsoft.com/office/drawing/2014/main" id="{BFA85CBA-DF6F-2E21-03AF-30604987B722}"/>
                    </a:ext>
                  </a:extLst>
                </p14:cNvPr>
                <p14:cNvContentPartPr/>
                <p14:nvPr/>
              </p14:nvContentPartPr>
              <p14:xfrm>
                <a:off x="8516662" y="5536256"/>
                <a:ext cx="110520" cy="380520"/>
              </p14:xfrm>
            </p:contentPart>
          </mc:Choice>
          <mc:Fallback>
            <p:pic>
              <p:nvPicPr>
                <p:cNvPr id="410" name="Ink 409">
                  <a:extLst>
                    <a:ext uri="{FF2B5EF4-FFF2-40B4-BE49-F238E27FC236}">
                      <a16:creationId xmlns:a16="http://schemas.microsoft.com/office/drawing/2014/main" id="{BFA85CBA-DF6F-2E21-03AF-30604987B722}"/>
                    </a:ext>
                  </a:extLst>
                </p:cNvPr>
                <p:cNvPicPr/>
                <p:nvPr/>
              </p:nvPicPr>
              <p:blipFill>
                <a:blip r:embed="rId643"/>
                <a:stretch>
                  <a:fillRect/>
                </a:stretch>
              </p:blipFill>
              <p:spPr>
                <a:xfrm>
                  <a:off x="8507662" y="5527616"/>
                  <a:ext cx="128160" cy="398160"/>
                </a:xfrm>
                <a:prstGeom prst="rect">
                  <a:avLst/>
                </a:prstGeom>
              </p:spPr>
            </p:pic>
          </mc:Fallback>
        </mc:AlternateContent>
        <mc:AlternateContent xmlns:mc="http://schemas.openxmlformats.org/markup-compatibility/2006">
          <mc:Choice xmlns:p14="http://schemas.microsoft.com/office/powerpoint/2010/main" Requires="p14">
            <p:contentPart p14:bwMode="auto" r:id="rId644">
              <p14:nvContentPartPr>
                <p14:cNvPr id="411" name="Ink 410">
                  <a:extLst>
                    <a:ext uri="{FF2B5EF4-FFF2-40B4-BE49-F238E27FC236}">
                      <a16:creationId xmlns:a16="http://schemas.microsoft.com/office/drawing/2014/main" id="{1ED47531-AE23-DB02-7825-F28F3CC39BBE}"/>
                    </a:ext>
                  </a:extLst>
                </p14:cNvPr>
                <p14:cNvContentPartPr/>
                <p14:nvPr/>
              </p14:nvContentPartPr>
              <p14:xfrm>
                <a:off x="8495782" y="5739656"/>
                <a:ext cx="135000" cy="47160"/>
              </p14:xfrm>
            </p:contentPart>
          </mc:Choice>
          <mc:Fallback>
            <p:pic>
              <p:nvPicPr>
                <p:cNvPr id="411" name="Ink 410">
                  <a:extLst>
                    <a:ext uri="{FF2B5EF4-FFF2-40B4-BE49-F238E27FC236}">
                      <a16:creationId xmlns:a16="http://schemas.microsoft.com/office/drawing/2014/main" id="{1ED47531-AE23-DB02-7825-F28F3CC39BBE}"/>
                    </a:ext>
                  </a:extLst>
                </p:cNvPr>
                <p:cNvPicPr/>
                <p:nvPr/>
              </p:nvPicPr>
              <p:blipFill>
                <a:blip r:embed="rId645"/>
                <a:stretch>
                  <a:fillRect/>
                </a:stretch>
              </p:blipFill>
              <p:spPr>
                <a:xfrm>
                  <a:off x="8487142" y="5731016"/>
                  <a:ext cx="15264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646">
              <p14:nvContentPartPr>
                <p14:cNvPr id="412" name="Ink 411">
                  <a:extLst>
                    <a:ext uri="{FF2B5EF4-FFF2-40B4-BE49-F238E27FC236}">
                      <a16:creationId xmlns:a16="http://schemas.microsoft.com/office/drawing/2014/main" id="{AC0DB6CB-EB60-E636-0122-014C8C1B4038}"/>
                    </a:ext>
                  </a:extLst>
                </p14:cNvPr>
                <p14:cNvContentPartPr/>
                <p14:nvPr/>
              </p14:nvContentPartPr>
              <p14:xfrm>
                <a:off x="8650222" y="5756576"/>
                <a:ext cx="64800" cy="67680"/>
              </p14:xfrm>
            </p:contentPart>
          </mc:Choice>
          <mc:Fallback>
            <p:pic>
              <p:nvPicPr>
                <p:cNvPr id="412" name="Ink 411">
                  <a:extLst>
                    <a:ext uri="{FF2B5EF4-FFF2-40B4-BE49-F238E27FC236}">
                      <a16:creationId xmlns:a16="http://schemas.microsoft.com/office/drawing/2014/main" id="{AC0DB6CB-EB60-E636-0122-014C8C1B4038}"/>
                    </a:ext>
                  </a:extLst>
                </p:cNvPr>
                <p:cNvPicPr/>
                <p:nvPr/>
              </p:nvPicPr>
              <p:blipFill>
                <a:blip r:embed="rId647"/>
                <a:stretch>
                  <a:fillRect/>
                </a:stretch>
              </p:blipFill>
              <p:spPr>
                <a:xfrm>
                  <a:off x="8641582" y="5747936"/>
                  <a:ext cx="8244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648">
              <p14:nvContentPartPr>
                <p14:cNvPr id="413" name="Ink 412">
                  <a:extLst>
                    <a:ext uri="{FF2B5EF4-FFF2-40B4-BE49-F238E27FC236}">
                      <a16:creationId xmlns:a16="http://schemas.microsoft.com/office/drawing/2014/main" id="{E2AEF958-96FD-A266-EF8C-D3011240B3A8}"/>
                    </a:ext>
                  </a:extLst>
                </p14:cNvPr>
                <p14:cNvContentPartPr/>
                <p14:nvPr/>
              </p14:nvContentPartPr>
              <p14:xfrm>
                <a:off x="8650942" y="5598896"/>
                <a:ext cx="12960" cy="41400"/>
              </p14:xfrm>
            </p:contentPart>
          </mc:Choice>
          <mc:Fallback>
            <p:pic>
              <p:nvPicPr>
                <p:cNvPr id="413" name="Ink 412">
                  <a:extLst>
                    <a:ext uri="{FF2B5EF4-FFF2-40B4-BE49-F238E27FC236}">
                      <a16:creationId xmlns:a16="http://schemas.microsoft.com/office/drawing/2014/main" id="{E2AEF958-96FD-A266-EF8C-D3011240B3A8}"/>
                    </a:ext>
                  </a:extLst>
                </p:cNvPr>
                <p:cNvPicPr/>
                <p:nvPr/>
              </p:nvPicPr>
              <p:blipFill>
                <a:blip r:embed="rId649"/>
                <a:stretch>
                  <a:fillRect/>
                </a:stretch>
              </p:blipFill>
              <p:spPr>
                <a:xfrm>
                  <a:off x="8641942" y="5589896"/>
                  <a:ext cx="3060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650">
              <p14:nvContentPartPr>
                <p14:cNvPr id="414" name="Ink 413">
                  <a:extLst>
                    <a:ext uri="{FF2B5EF4-FFF2-40B4-BE49-F238E27FC236}">
                      <a16:creationId xmlns:a16="http://schemas.microsoft.com/office/drawing/2014/main" id="{02EB5F34-5CDE-4FC3-0CE2-E5CD22A3FF2A}"/>
                    </a:ext>
                  </a:extLst>
                </p14:cNvPr>
                <p14:cNvContentPartPr/>
                <p14:nvPr/>
              </p14:nvContentPartPr>
              <p14:xfrm>
                <a:off x="8786662" y="5661536"/>
                <a:ext cx="139680" cy="128520"/>
              </p14:xfrm>
            </p:contentPart>
          </mc:Choice>
          <mc:Fallback>
            <p:pic>
              <p:nvPicPr>
                <p:cNvPr id="414" name="Ink 413">
                  <a:extLst>
                    <a:ext uri="{FF2B5EF4-FFF2-40B4-BE49-F238E27FC236}">
                      <a16:creationId xmlns:a16="http://schemas.microsoft.com/office/drawing/2014/main" id="{02EB5F34-5CDE-4FC3-0CE2-E5CD22A3FF2A}"/>
                    </a:ext>
                  </a:extLst>
                </p:cNvPr>
                <p:cNvPicPr/>
                <p:nvPr/>
              </p:nvPicPr>
              <p:blipFill>
                <a:blip r:embed="rId651"/>
                <a:stretch>
                  <a:fillRect/>
                </a:stretch>
              </p:blipFill>
              <p:spPr>
                <a:xfrm>
                  <a:off x="8778022" y="5652536"/>
                  <a:ext cx="1573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652">
              <p14:nvContentPartPr>
                <p14:cNvPr id="415" name="Ink 414">
                  <a:extLst>
                    <a:ext uri="{FF2B5EF4-FFF2-40B4-BE49-F238E27FC236}">
                      <a16:creationId xmlns:a16="http://schemas.microsoft.com/office/drawing/2014/main" id="{DACF7D08-144F-7C34-32D2-A91AC62FBBC8}"/>
                    </a:ext>
                  </a:extLst>
                </p14:cNvPr>
                <p14:cNvContentPartPr/>
                <p14:nvPr/>
              </p14:nvContentPartPr>
              <p14:xfrm>
                <a:off x="9004462" y="5500976"/>
                <a:ext cx="140400" cy="297000"/>
              </p14:xfrm>
            </p:contentPart>
          </mc:Choice>
          <mc:Fallback>
            <p:pic>
              <p:nvPicPr>
                <p:cNvPr id="415" name="Ink 414">
                  <a:extLst>
                    <a:ext uri="{FF2B5EF4-FFF2-40B4-BE49-F238E27FC236}">
                      <a16:creationId xmlns:a16="http://schemas.microsoft.com/office/drawing/2014/main" id="{DACF7D08-144F-7C34-32D2-A91AC62FBBC8}"/>
                    </a:ext>
                  </a:extLst>
                </p:cNvPr>
                <p:cNvPicPr/>
                <p:nvPr/>
              </p:nvPicPr>
              <p:blipFill>
                <a:blip r:embed="rId653"/>
                <a:stretch>
                  <a:fillRect/>
                </a:stretch>
              </p:blipFill>
              <p:spPr>
                <a:xfrm>
                  <a:off x="8995822" y="5492336"/>
                  <a:ext cx="158040" cy="314640"/>
                </a:xfrm>
                <a:prstGeom prst="rect">
                  <a:avLst/>
                </a:prstGeom>
              </p:spPr>
            </p:pic>
          </mc:Fallback>
        </mc:AlternateContent>
      </p:grpSp>
      <p:grpSp>
        <p:nvGrpSpPr>
          <p:cNvPr id="424" name="Group 423">
            <a:extLst>
              <a:ext uri="{FF2B5EF4-FFF2-40B4-BE49-F238E27FC236}">
                <a16:creationId xmlns:a16="http://schemas.microsoft.com/office/drawing/2014/main" id="{949669E3-DF8F-0D87-793E-C7E2D1B669FF}"/>
              </a:ext>
            </a:extLst>
          </p:cNvPr>
          <p:cNvGrpSpPr/>
          <p:nvPr/>
        </p:nvGrpSpPr>
        <p:grpSpPr>
          <a:xfrm>
            <a:off x="9503422" y="5470016"/>
            <a:ext cx="1059480" cy="447120"/>
            <a:chOff x="9503422" y="5470016"/>
            <a:chExt cx="1059480" cy="447120"/>
          </a:xfrm>
        </p:grpSpPr>
        <mc:AlternateContent xmlns:mc="http://schemas.openxmlformats.org/markup-compatibility/2006">
          <mc:Choice xmlns:p14="http://schemas.microsoft.com/office/powerpoint/2010/main" Requires="p14">
            <p:contentPart p14:bwMode="auto" r:id="rId654">
              <p14:nvContentPartPr>
                <p14:cNvPr id="417" name="Ink 416">
                  <a:extLst>
                    <a:ext uri="{FF2B5EF4-FFF2-40B4-BE49-F238E27FC236}">
                      <a16:creationId xmlns:a16="http://schemas.microsoft.com/office/drawing/2014/main" id="{DA3B042F-E965-AE20-DA73-65ADC12A702A}"/>
                    </a:ext>
                  </a:extLst>
                </p14:cNvPr>
                <p14:cNvContentPartPr/>
                <p14:nvPr/>
              </p14:nvContentPartPr>
              <p14:xfrm>
                <a:off x="9532942" y="5748296"/>
                <a:ext cx="67320" cy="168840"/>
              </p14:xfrm>
            </p:contentPart>
          </mc:Choice>
          <mc:Fallback>
            <p:pic>
              <p:nvPicPr>
                <p:cNvPr id="417" name="Ink 416">
                  <a:extLst>
                    <a:ext uri="{FF2B5EF4-FFF2-40B4-BE49-F238E27FC236}">
                      <a16:creationId xmlns:a16="http://schemas.microsoft.com/office/drawing/2014/main" id="{DA3B042F-E965-AE20-DA73-65ADC12A702A}"/>
                    </a:ext>
                  </a:extLst>
                </p:cNvPr>
                <p:cNvPicPr/>
                <p:nvPr/>
              </p:nvPicPr>
              <p:blipFill>
                <a:blip r:embed="rId655"/>
                <a:stretch>
                  <a:fillRect/>
                </a:stretch>
              </p:blipFill>
              <p:spPr>
                <a:xfrm>
                  <a:off x="9523942" y="5739656"/>
                  <a:ext cx="8496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656">
              <p14:nvContentPartPr>
                <p14:cNvPr id="418" name="Ink 417">
                  <a:extLst>
                    <a:ext uri="{FF2B5EF4-FFF2-40B4-BE49-F238E27FC236}">
                      <a16:creationId xmlns:a16="http://schemas.microsoft.com/office/drawing/2014/main" id="{C4A2B703-2864-D8A6-E1B2-DF289B9E7CFC}"/>
                    </a:ext>
                  </a:extLst>
                </p14:cNvPr>
                <p14:cNvContentPartPr/>
                <p14:nvPr/>
              </p14:nvContentPartPr>
              <p14:xfrm>
                <a:off x="9503422" y="5718776"/>
                <a:ext cx="111240" cy="73800"/>
              </p14:xfrm>
            </p:contentPart>
          </mc:Choice>
          <mc:Fallback>
            <p:pic>
              <p:nvPicPr>
                <p:cNvPr id="418" name="Ink 417">
                  <a:extLst>
                    <a:ext uri="{FF2B5EF4-FFF2-40B4-BE49-F238E27FC236}">
                      <a16:creationId xmlns:a16="http://schemas.microsoft.com/office/drawing/2014/main" id="{C4A2B703-2864-D8A6-E1B2-DF289B9E7CFC}"/>
                    </a:ext>
                  </a:extLst>
                </p:cNvPr>
                <p:cNvPicPr/>
                <p:nvPr/>
              </p:nvPicPr>
              <p:blipFill>
                <a:blip r:embed="rId657"/>
                <a:stretch>
                  <a:fillRect/>
                </a:stretch>
              </p:blipFill>
              <p:spPr>
                <a:xfrm>
                  <a:off x="9494422" y="5709776"/>
                  <a:ext cx="12888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658">
              <p14:nvContentPartPr>
                <p14:cNvPr id="419" name="Ink 418">
                  <a:extLst>
                    <a:ext uri="{FF2B5EF4-FFF2-40B4-BE49-F238E27FC236}">
                      <a16:creationId xmlns:a16="http://schemas.microsoft.com/office/drawing/2014/main" id="{4F210909-185E-B562-BFD6-954E83FC1EF5}"/>
                    </a:ext>
                  </a:extLst>
                </p14:cNvPr>
                <p14:cNvContentPartPr/>
                <p14:nvPr/>
              </p14:nvContentPartPr>
              <p14:xfrm>
                <a:off x="9725542" y="5659376"/>
                <a:ext cx="230400" cy="122040"/>
              </p14:xfrm>
            </p:contentPart>
          </mc:Choice>
          <mc:Fallback>
            <p:pic>
              <p:nvPicPr>
                <p:cNvPr id="419" name="Ink 418">
                  <a:extLst>
                    <a:ext uri="{FF2B5EF4-FFF2-40B4-BE49-F238E27FC236}">
                      <a16:creationId xmlns:a16="http://schemas.microsoft.com/office/drawing/2014/main" id="{4F210909-185E-B562-BFD6-954E83FC1EF5}"/>
                    </a:ext>
                  </a:extLst>
                </p:cNvPr>
                <p:cNvPicPr/>
                <p:nvPr/>
              </p:nvPicPr>
              <p:blipFill>
                <a:blip r:embed="rId659"/>
                <a:stretch>
                  <a:fillRect/>
                </a:stretch>
              </p:blipFill>
              <p:spPr>
                <a:xfrm>
                  <a:off x="9716542" y="5650376"/>
                  <a:ext cx="24804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660">
              <p14:nvContentPartPr>
                <p14:cNvPr id="420" name="Ink 419">
                  <a:extLst>
                    <a:ext uri="{FF2B5EF4-FFF2-40B4-BE49-F238E27FC236}">
                      <a16:creationId xmlns:a16="http://schemas.microsoft.com/office/drawing/2014/main" id="{0D70CA1C-83EF-10AA-102C-2BDDBFDDF0A9}"/>
                    </a:ext>
                  </a:extLst>
                </p14:cNvPr>
                <p14:cNvContentPartPr/>
                <p14:nvPr/>
              </p14:nvContentPartPr>
              <p14:xfrm>
                <a:off x="10020022" y="5704376"/>
                <a:ext cx="60480" cy="84600"/>
              </p14:xfrm>
            </p:contentPart>
          </mc:Choice>
          <mc:Fallback>
            <p:pic>
              <p:nvPicPr>
                <p:cNvPr id="420" name="Ink 419">
                  <a:extLst>
                    <a:ext uri="{FF2B5EF4-FFF2-40B4-BE49-F238E27FC236}">
                      <a16:creationId xmlns:a16="http://schemas.microsoft.com/office/drawing/2014/main" id="{0D70CA1C-83EF-10AA-102C-2BDDBFDDF0A9}"/>
                    </a:ext>
                  </a:extLst>
                </p:cNvPr>
                <p:cNvPicPr/>
                <p:nvPr/>
              </p:nvPicPr>
              <p:blipFill>
                <a:blip r:embed="rId661"/>
                <a:stretch>
                  <a:fillRect/>
                </a:stretch>
              </p:blipFill>
              <p:spPr>
                <a:xfrm>
                  <a:off x="10011382" y="5695736"/>
                  <a:ext cx="7812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662">
              <p14:nvContentPartPr>
                <p14:cNvPr id="421" name="Ink 420">
                  <a:extLst>
                    <a:ext uri="{FF2B5EF4-FFF2-40B4-BE49-F238E27FC236}">
                      <a16:creationId xmlns:a16="http://schemas.microsoft.com/office/drawing/2014/main" id="{F531B992-D0B7-D6AA-53AF-15F2DA116903}"/>
                    </a:ext>
                  </a:extLst>
                </p14:cNvPr>
                <p14:cNvContentPartPr/>
                <p14:nvPr/>
              </p14:nvContentPartPr>
              <p14:xfrm>
                <a:off x="10017862" y="5558936"/>
                <a:ext cx="16200" cy="54000"/>
              </p14:xfrm>
            </p:contentPart>
          </mc:Choice>
          <mc:Fallback>
            <p:pic>
              <p:nvPicPr>
                <p:cNvPr id="421" name="Ink 420">
                  <a:extLst>
                    <a:ext uri="{FF2B5EF4-FFF2-40B4-BE49-F238E27FC236}">
                      <a16:creationId xmlns:a16="http://schemas.microsoft.com/office/drawing/2014/main" id="{F531B992-D0B7-D6AA-53AF-15F2DA116903}"/>
                    </a:ext>
                  </a:extLst>
                </p:cNvPr>
                <p:cNvPicPr/>
                <p:nvPr/>
              </p:nvPicPr>
              <p:blipFill>
                <a:blip r:embed="rId663"/>
                <a:stretch>
                  <a:fillRect/>
                </a:stretch>
              </p:blipFill>
              <p:spPr>
                <a:xfrm>
                  <a:off x="10008862" y="5550296"/>
                  <a:ext cx="3384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664">
              <p14:nvContentPartPr>
                <p14:cNvPr id="422" name="Ink 421">
                  <a:extLst>
                    <a:ext uri="{FF2B5EF4-FFF2-40B4-BE49-F238E27FC236}">
                      <a16:creationId xmlns:a16="http://schemas.microsoft.com/office/drawing/2014/main" id="{C4502384-22B9-6B32-FCA6-C1520614B906}"/>
                    </a:ext>
                  </a:extLst>
                </p14:cNvPr>
                <p14:cNvContentPartPr/>
                <p14:nvPr/>
              </p14:nvContentPartPr>
              <p14:xfrm>
                <a:off x="10189222" y="5686016"/>
                <a:ext cx="90000" cy="91080"/>
              </p14:xfrm>
            </p:contentPart>
          </mc:Choice>
          <mc:Fallback>
            <p:pic>
              <p:nvPicPr>
                <p:cNvPr id="422" name="Ink 421">
                  <a:extLst>
                    <a:ext uri="{FF2B5EF4-FFF2-40B4-BE49-F238E27FC236}">
                      <a16:creationId xmlns:a16="http://schemas.microsoft.com/office/drawing/2014/main" id="{C4502384-22B9-6B32-FCA6-C1520614B906}"/>
                    </a:ext>
                  </a:extLst>
                </p:cNvPr>
                <p:cNvPicPr/>
                <p:nvPr/>
              </p:nvPicPr>
              <p:blipFill>
                <a:blip r:embed="rId665"/>
                <a:stretch>
                  <a:fillRect/>
                </a:stretch>
              </p:blipFill>
              <p:spPr>
                <a:xfrm>
                  <a:off x="10180222" y="5677376"/>
                  <a:ext cx="10764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666">
              <p14:nvContentPartPr>
                <p14:cNvPr id="423" name="Ink 422">
                  <a:extLst>
                    <a:ext uri="{FF2B5EF4-FFF2-40B4-BE49-F238E27FC236}">
                      <a16:creationId xmlns:a16="http://schemas.microsoft.com/office/drawing/2014/main" id="{B63A34BA-3F35-9929-E3A8-8EAAE6C1B16D}"/>
                    </a:ext>
                  </a:extLst>
                </p14:cNvPr>
                <p14:cNvContentPartPr/>
                <p14:nvPr/>
              </p14:nvContentPartPr>
              <p14:xfrm>
                <a:off x="10439422" y="5470016"/>
                <a:ext cx="123480" cy="307800"/>
              </p14:xfrm>
            </p:contentPart>
          </mc:Choice>
          <mc:Fallback>
            <p:pic>
              <p:nvPicPr>
                <p:cNvPr id="423" name="Ink 422">
                  <a:extLst>
                    <a:ext uri="{FF2B5EF4-FFF2-40B4-BE49-F238E27FC236}">
                      <a16:creationId xmlns:a16="http://schemas.microsoft.com/office/drawing/2014/main" id="{B63A34BA-3F35-9929-E3A8-8EAAE6C1B16D}"/>
                    </a:ext>
                  </a:extLst>
                </p:cNvPr>
                <p:cNvPicPr/>
                <p:nvPr/>
              </p:nvPicPr>
              <p:blipFill>
                <a:blip r:embed="rId667"/>
                <a:stretch>
                  <a:fillRect/>
                </a:stretch>
              </p:blipFill>
              <p:spPr>
                <a:xfrm>
                  <a:off x="10430782" y="5461376"/>
                  <a:ext cx="141120" cy="325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68">
            <p14:nvContentPartPr>
              <p14:cNvPr id="425" name="Ink 424">
                <a:extLst>
                  <a:ext uri="{FF2B5EF4-FFF2-40B4-BE49-F238E27FC236}">
                    <a16:creationId xmlns:a16="http://schemas.microsoft.com/office/drawing/2014/main" id="{B262D6F2-8297-4EA4-A75E-87897E2E5C99}"/>
                  </a:ext>
                </a:extLst>
              </p14:cNvPr>
              <p14:cNvContentPartPr/>
              <p14:nvPr/>
            </p14:nvContentPartPr>
            <p14:xfrm>
              <a:off x="10675942" y="5653256"/>
              <a:ext cx="86400" cy="104400"/>
            </p14:xfrm>
          </p:contentPart>
        </mc:Choice>
        <mc:Fallback>
          <p:pic>
            <p:nvPicPr>
              <p:cNvPr id="425" name="Ink 424">
                <a:extLst>
                  <a:ext uri="{FF2B5EF4-FFF2-40B4-BE49-F238E27FC236}">
                    <a16:creationId xmlns:a16="http://schemas.microsoft.com/office/drawing/2014/main" id="{B262D6F2-8297-4EA4-A75E-87897E2E5C99}"/>
                  </a:ext>
                </a:extLst>
              </p:cNvPr>
              <p:cNvPicPr/>
              <p:nvPr/>
            </p:nvPicPr>
            <p:blipFill>
              <a:blip r:embed="rId669"/>
              <a:stretch>
                <a:fillRect/>
              </a:stretch>
            </p:blipFill>
            <p:spPr>
              <a:xfrm>
                <a:off x="10666942" y="5644256"/>
                <a:ext cx="104040" cy="122040"/>
              </a:xfrm>
              <a:prstGeom prst="rect">
                <a:avLst/>
              </a:prstGeom>
            </p:spPr>
          </p:pic>
        </mc:Fallback>
      </mc:AlternateContent>
      <p:grpSp>
        <p:nvGrpSpPr>
          <p:cNvPr id="435" name="Group 434">
            <a:extLst>
              <a:ext uri="{FF2B5EF4-FFF2-40B4-BE49-F238E27FC236}">
                <a16:creationId xmlns:a16="http://schemas.microsoft.com/office/drawing/2014/main" id="{3FFE2FD1-143F-F2CA-4643-28ACEC5FFE82}"/>
              </a:ext>
            </a:extLst>
          </p:cNvPr>
          <p:cNvGrpSpPr/>
          <p:nvPr/>
        </p:nvGrpSpPr>
        <p:grpSpPr>
          <a:xfrm>
            <a:off x="10944862" y="5626616"/>
            <a:ext cx="841320" cy="321120"/>
            <a:chOff x="10944862" y="5626616"/>
            <a:chExt cx="841320" cy="321120"/>
          </a:xfrm>
        </p:grpSpPr>
        <mc:AlternateContent xmlns:mc="http://schemas.openxmlformats.org/markup-compatibility/2006">
          <mc:Choice xmlns:p14="http://schemas.microsoft.com/office/powerpoint/2010/main" Requires="p14">
            <p:contentPart p14:bwMode="auto" r:id="rId670">
              <p14:nvContentPartPr>
                <p14:cNvPr id="426" name="Ink 425">
                  <a:extLst>
                    <a:ext uri="{FF2B5EF4-FFF2-40B4-BE49-F238E27FC236}">
                      <a16:creationId xmlns:a16="http://schemas.microsoft.com/office/drawing/2014/main" id="{85B9CB9A-94A7-2B87-0ED7-2DFC2AA64525}"/>
                    </a:ext>
                  </a:extLst>
                </p14:cNvPr>
                <p14:cNvContentPartPr/>
                <p14:nvPr/>
              </p14:nvContentPartPr>
              <p14:xfrm>
                <a:off x="10944862" y="5676296"/>
                <a:ext cx="164520" cy="271440"/>
              </p14:xfrm>
            </p:contentPart>
          </mc:Choice>
          <mc:Fallback>
            <p:pic>
              <p:nvPicPr>
                <p:cNvPr id="426" name="Ink 425">
                  <a:extLst>
                    <a:ext uri="{FF2B5EF4-FFF2-40B4-BE49-F238E27FC236}">
                      <a16:creationId xmlns:a16="http://schemas.microsoft.com/office/drawing/2014/main" id="{85B9CB9A-94A7-2B87-0ED7-2DFC2AA64525}"/>
                    </a:ext>
                  </a:extLst>
                </p:cNvPr>
                <p:cNvPicPr/>
                <p:nvPr/>
              </p:nvPicPr>
              <p:blipFill>
                <a:blip r:embed="rId671"/>
                <a:stretch>
                  <a:fillRect/>
                </a:stretch>
              </p:blipFill>
              <p:spPr>
                <a:xfrm>
                  <a:off x="10935862" y="5667656"/>
                  <a:ext cx="18216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672">
              <p14:nvContentPartPr>
                <p14:cNvPr id="427" name="Ink 426">
                  <a:extLst>
                    <a:ext uri="{FF2B5EF4-FFF2-40B4-BE49-F238E27FC236}">
                      <a16:creationId xmlns:a16="http://schemas.microsoft.com/office/drawing/2014/main" id="{BB2DCC6E-DBE1-9443-06D5-CFCFA31F18DF}"/>
                    </a:ext>
                  </a:extLst>
                </p14:cNvPr>
                <p14:cNvContentPartPr/>
                <p14:nvPr/>
              </p14:nvContentPartPr>
              <p14:xfrm>
                <a:off x="11161582" y="5626616"/>
                <a:ext cx="56520" cy="155160"/>
              </p14:xfrm>
            </p:contentPart>
          </mc:Choice>
          <mc:Fallback>
            <p:pic>
              <p:nvPicPr>
                <p:cNvPr id="427" name="Ink 426">
                  <a:extLst>
                    <a:ext uri="{FF2B5EF4-FFF2-40B4-BE49-F238E27FC236}">
                      <a16:creationId xmlns:a16="http://schemas.microsoft.com/office/drawing/2014/main" id="{BB2DCC6E-DBE1-9443-06D5-CFCFA31F18DF}"/>
                    </a:ext>
                  </a:extLst>
                </p:cNvPr>
                <p:cNvPicPr/>
                <p:nvPr/>
              </p:nvPicPr>
              <p:blipFill>
                <a:blip r:embed="rId673"/>
                <a:stretch>
                  <a:fillRect/>
                </a:stretch>
              </p:blipFill>
              <p:spPr>
                <a:xfrm>
                  <a:off x="11152942" y="5617616"/>
                  <a:ext cx="7416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674">
              <p14:nvContentPartPr>
                <p14:cNvPr id="428" name="Ink 427">
                  <a:extLst>
                    <a:ext uri="{FF2B5EF4-FFF2-40B4-BE49-F238E27FC236}">
                      <a16:creationId xmlns:a16="http://schemas.microsoft.com/office/drawing/2014/main" id="{A6455505-8040-1388-75C6-F70592EA7BEF}"/>
                    </a:ext>
                  </a:extLst>
                </p14:cNvPr>
                <p14:cNvContentPartPr/>
                <p14:nvPr/>
              </p14:nvContentPartPr>
              <p14:xfrm>
                <a:off x="11310622" y="5646056"/>
                <a:ext cx="82440" cy="105480"/>
              </p14:xfrm>
            </p:contentPart>
          </mc:Choice>
          <mc:Fallback>
            <p:pic>
              <p:nvPicPr>
                <p:cNvPr id="428" name="Ink 427">
                  <a:extLst>
                    <a:ext uri="{FF2B5EF4-FFF2-40B4-BE49-F238E27FC236}">
                      <a16:creationId xmlns:a16="http://schemas.microsoft.com/office/drawing/2014/main" id="{A6455505-8040-1388-75C6-F70592EA7BEF}"/>
                    </a:ext>
                  </a:extLst>
                </p:cNvPr>
                <p:cNvPicPr/>
                <p:nvPr/>
              </p:nvPicPr>
              <p:blipFill>
                <a:blip r:embed="rId675"/>
                <a:stretch>
                  <a:fillRect/>
                </a:stretch>
              </p:blipFill>
              <p:spPr>
                <a:xfrm>
                  <a:off x="11301622" y="5637056"/>
                  <a:ext cx="1000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676">
              <p14:nvContentPartPr>
                <p14:cNvPr id="429" name="Ink 428">
                  <a:extLst>
                    <a:ext uri="{FF2B5EF4-FFF2-40B4-BE49-F238E27FC236}">
                      <a16:creationId xmlns:a16="http://schemas.microsoft.com/office/drawing/2014/main" id="{67108113-75A1-7676-541E-70FCE11DD49E}"/>
                    </a:ext>
                  </a:extLst>
                </p14:cNvPr>
                <p14:cNvContentPartPr/>
                <p14:nvPr/>
              </p14:nvContentPartPr>
              <p14:xfrm>
                <a:off x="11479462" y="5641736"/>
                <a:ext cx="306720" cy="98280"/>
              </p14:xfrm>
            </p:contentPart>
          </mc:Choice>
          <mc:Fallback>
            <p:pic>
              <p:nvPicPr>
                <p:cNvPr id="429" name="Ink 428">
                  <a:extLst>
                    <a:ext uri="{FF2B5EF4-FFF2-40B4-BE49-F238E27FC236}">
                      <a16:creationId xmlns:a16="http://schemas.microsoft.com/office/drawing/2014/main" id="{67108113-75A1-7676-541E-70FCE11DD49E}"/>
                    </a:ext>
                  </a:extLst>
                </p:cNvPr>
                <p:cNvPicPr/>
                <p:nvPr/>
              </p:nvPicPr>
              <p:blipFill>
                <a:blip r:embed="rId677"/>
                <a:stretch>
                  <a:fillRect/>
                </a:stretch>
              </p:blipFill>
              <p:spPr>
                <a:xfrm>
                  <a:off x="11470462" y="5632736"/>
                  <a:ext cx="32436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678">
              <p14:nvContentPartPr>
                <p14:cNvPr id="433" name="Ink 432">
                  <a:extLst>
                    <a:ext uri="{FF2B5EF4-FFF2-40B4-BE49-F238E27FC236}">
                      <a16:creationId xmlns:a16="http://schemas.microsoft.com/office/drawing/2014/main" id="{A811BDB6-524B-573E-5319-5A27F4D88BF8}"/>
                    </a:ext>
                  </a:extLst>
                </p14:cNvPr>
                <p14:cNvContentPartPr/>
                <p14:nvPr/>
              </p14:nvContentPartPr>
              <p14:xfrm>
                <a:off x="11437342" y="5758736"/>
                <a:ext cx="16560" cy="21240"/>
              </p14:xfrm>
            </p:contentPart>
          </mc:Choice>
          <mc:Fallback>
            <p:pic>
              <p:nvPicPr>
                <p:cNvPr id="433" name="Ink 432">
                  <a:extLst>
                    <a:ext uri="{FF2B5EF4-FFF2-40B4-BE49-F238E27FC236}">
                      <a16:creationId xmlns:a16="http://schemas.microsoft.com/office/drawing/2014/main" id="{A811BDB6-524B-573E-5319-5A27F4D88BF8}"/>
                    </a:ext>
                  </a:extLst>
                </p:cNvPr>
                <p:cNvPicPr/>
                <p:nvPr/>
              </p:nvPicPr>
              <p:blipFill>
                <a:blip r:embed="rId679"/>
                <a:stretch>
                  <a:fillRect/>
                </a:stretch>
              </p:blipFill>
              <p:spPr>
                <a:xfrm>
                  <a:off x="11428342" y="5750096"/>
                  <a:ext cx="3420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680">
              <p14:nvContentPartPr>
                <p14:cNvPr id="434" name="Ink 433">
                  <a:extLst>
                    <a:ext uri="{FF2B5EF4-FFF2-40B4-BE49-F238E27FC236}">
                      <a16:creationId xmlns:a16="http://schemas.microsoft.com/office/drawing/2014/main" id="{3458C837-1715-4A31-1F86-AEBC7E2A2FE2}"/>
                    </a:ext>
                  </a:extLst>
                </p14:cNvPr>
                <p14:cNvContentPartPr/>
                <p14:nvPr/>
              </p14:nvContentPartPr>
              <p14:xfrm>
                <a:off x="11406022" y="5721656"/>
                <a:ext cx="15840" cy="56880"/>
              </p14:xfrm>
            </p:contentPart>
          </mc:Choice>
          <mc:Fallback>
            <p:pic>
              <p:nvPicPr>
                <p:cNvPr id="434" name="Ink 433">
                  <a:extLst>
                    <a:ext uri="{FF2B5EF4-FFF2-40B4-BE49-F238E27FC236}">
                      <a16:creationId xmlns:a16="http://schemas.microsoft.com/office/drawing/2014/main" id="{3458C837-1715-4A31-1F86-AEBC7E2A2FE2}"/>
                    </a:ext>
                  </a:extLst>
                </p:cNvPr>
                <p:cNvPicPr/>
                <p:nvPr/>
              </p:nvPicPr>
              <p:blipFill>
                <a:blip r:embed="rId681"/>
                <a:stretch>
                  <a:fillRect/>
                </a:stretch>
              </p:blipFill>
              <p:spPr>
                <a:xfrm>
                  <a:off x="11397022" y="5713016"/>
                  <a:ext cx="33480" cy="74520"/>
                </a:xfrm>
                <a:prstGeom prst="rect">
                  <a:avLst/>
                </a:prstGeom>
              </p:spPr>
            </p:pic>
          </mc:Fallback>
        </mc:AlternateContent>
      </p:grpSp>
      <p:grpSp>
        <p:nvGrpSpPr>
          <p:cNvPr id="449" name="Group 448">
            <a:extLst>
              <a:ext uri="{FF2B5EF4-FFF2-40B4-BE49-F238E27FC236}">
                <a16:creationId xmlns:a16="http://schemas.microsoft.com/office/drawing/2014/main" id="{0517B63B-9247-2943-7485-54A916F3C25F}"/>
              </a:ext>
            </a:extLst>
          </p:cNvPr>
          <p:cNvGrpSpPr/>
          <p:nvPr/>
        </p:nvGrpSpPr>
        <p:grpSpPr>
          <a:xfrm>
            <a:off x="3290542" y="237776"/>
            <a:ext cx="1735200" cy="442800"/>
            <a:chOff x="3290542" y="237776"/>
            <a:chExt cx="1735200" cy="442800"/>
          </a:xfrm>
        </p:grpSpPr>
        <mc:AlternateContent xmlns:mc="http://schemas.openxmlformats.org/markup-compatibility/2006">
          <mc:Choice xmlns:p14="http://schemas.microsoft.com/office/powerpoint/2010/main" Requires="p14">
            <p:contentPart p14:bwMode="auto" r:id="rId682">
              <p14:nvContentPartPr>
                <p14:cNvPr id="436" name="Ink 435">
                  <a:extLst>
                    <a:ext uri="{FF2B5EF4-FFF2-40B4-BE49-F238E27FC236}">
                      <a16:creationId xmlns:a16="http://schemas.microsoft.com/office/drawing/2014/main" id="{724BC871-E376-9BC4-33FE-6C9F6B8A9AD5}"/>
                    </a:ext>
                  </a:extLst>
                </p14:cNvPr>
                <p14:cNvContentPartPr/>
                <p14:nvPr/>
              </p14:nvContentPartPr>
              <p14:xfrm>
                <a:off x="3404662" y="410576"/>
                <a:ext cx="259200" cy="232920"/>
              </p14:xfrm>
            </p:contentPart>
          </mc:Choice>
          <mc:Fallback>
            <p:pic>
              <p:nvPicPr>
                <p:cNvPr id="436" name="Ink 435">
                  <a:extLst>
                    <a:ext uri="{FF2B5EF4-FFF2-40B4-BE49-F238E27FC236}">
                      <a16:creationId xmlns:a16="http://schemas.microsoft.com/office/drawing/2014/main" id="{724BC871-E376-9BC4-33FE-6C9F6B8A9AD5}"/>
                    </a:ext>
                  </a:extLst>
                </p:cNvPr>
                <p:cNvPicPr/>
                <p:nvPr/>
              </p:nvPicPr>
              <p:blipFill>
                <a:blip r:embed="rId683"/>
                <a:stretch>
                  <a:fillRect/>
                </a:stretch>
              </p:blipFill>
              <p:spPr>
                <a:xfrm>
                  <a:off x="3395662" y="401576"/>
                  <a:ext cx="27684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684">
              <p14:nvContentPartPr>
                <p14:cNvPr id="437" name="Ink 436">
                  <a:extLst>
                    <a:ext uri="{FF2B5EF4-FFF2-40B4-BE49-F238E27FC236}">
                      <a16:creationId xmlns:a16="http://schemas.microsoft.com/office/drawing/2014/main" id="{1350962F-C9D6-FB1A-CAF4-547F703C98EF}"/>
                    </a:ext>
                  </a:extLst>
                </p14:cNvPr>
                <p14:cNvContentPartPr/>
                <p14:nvPr/>
              </p14:nvContentPartPr>
              <p14:xfrm>
                <a:off x="3456142" y="399056"/>
                <a:ext cx="127800" cy="259560"/>
              </p14:xfrm>
            </p:contentPart>
          </mc:Choice>
          <mc:Fallback>
            <p:pic>
              <p:nvPicPr>
                <p:cNvPr id="437" name="Ink 436">
                  <a:extLst>
                    <a:ext uri="{FF2B5EF4-FFF2-40B4-BE49-F238E27FC236}">
                      <a16:creationId xmlns:a16="http://schemas.microsoft.com/office/drawing/2014/main" id="{1350962F-C9D6-FB1A-CAF4-547F703C98EF}"/>
                    </a:ext>
                  </a:extLst>
                </p:cNvPr>
                <p:cNvPicPr/>
                <p:nvPr/>
              </p:nvPicPr>
              <p:blipFill>
                <a:blip r:embed="rId685"/>
                <a:stretch>
                  <a:fillRect/>
                </a:stretch>
              </p:blipFill>
              <p:spPr>
                <a:xfrm>
                  <a:off x="3447142" y="390056"/>
                  <a:ext cx="14544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686">
              <p14:nvContentPartPr>
                <p14:cNvPr id="439" name="Ink 438">
                  <a:extLst>
                    <a:ext uri="{FF2B5EF4-FFF2-40B4-BE49-F238E27FC236}">
                      <a16:creationId xmlns:a16="http://schemas.microsoft.com/office/drawing/2014/main" id="{21787A17-B83F-5027-5CD5-11714E3739CF}"/>
                    </a:ext>
                  </a:extLst>
                </p14:cNvPr>
                <p14:cNvContentPartPr/>
                <p14:nvPr/>
              </p14:nvContentPartPr>
              <p14:xfrm>
                <a:off x="3762862" y="324176"/>
                <a:ext cx="88920" cy="297000"/>
              </p14:xfrm>
            </p:contentPart>
          </mc:Choice>
          <mc:Fallback>
            <p:pic>
              <p:nvPicPr>
                <p:cNvPr id="439" name="Ink 438">
                  <a:extLst>
                    <a:ext uri="{FF2B5EF4-FFF2-40B4-BE49-F238E27FC236}">
                      <a16:creationId xmlns:a16="http://schemas.microsoft.com/office/drawing/2014/main" id="{21787A17-B83F-5027-5CD5-11714E3739CF}"/>
                    </a:ext>
                  </a:extLst>
                </p:cNvPr>
                <p:cNvPicPr/>
                <p:nvPr/>
              </p:nvPicPr>
              <p:blipFill>
                <a:blip r:embed="rId687"/>
                <a:stretch>
                  <a:fillRect/>
                </a:stretch>
              </p:blipFill>
              <p:spPr>
                <a:xfrm>
                  <a:off x="3753862" y="315176"/>
                  <a:ext cx="106560" cy="314640"/>
                </a:xfrm>
                <a:prstGeom prst="rect">
                  <a:avLst/>
                </a:prstGeom>
              </p:spPr>
            </p:pic>
          </mc:Fallback>
        </mc:AlternateContent>
        <mc:AlternateContent xmlns:mc="http://schemas.openxmlformats.org/markup-compatibility/2006">
          <mc:Choice xmlns:p14="http://schemas.microsoft.com/office/powerpoint/2010/main" Requires="p14">
            <p:contentPart p14:bwMode="auto" r:id="rId688">
              <p14:nvContentPartPr>
                <p14:cNvPr id="440" name="Ink 439">
                  <a:extLst>
                    <a:ext uri="{FF2B5EF4-FFF2-40B4-BE49-F238E27FC236}">
                      <a16:creationId xmlns:a16="http://schemas.microsoft.com/office/drawing/2014/main" id="{684E5447-C0F6-D9B1-AA19-F59A306E7382}"/>
                    </a:ext>
                  </a:extLst>
                </p14:cNvPr>
                <p14:cNvContentPartPr/>
                <p14:nvPr/>
              </p14:nvContentPartPr>
              <p14:xfrm>
                <a:off x="3915502" y="493016"/>
                <a:ext cx="75600" cy="106200"/>
              </p14:xfrm>
            </p:contentPart>
          </mc:Choice>
          <mc:Fallback>
            <p:pic>
              <p:nvPicPr>
                <p:cNvPr id="440" name="Ink 439">
                  <a:extLst>
                    <a:ext uri="{FF2B5EF4-FFF2-40B4-BE49-F238E27FC236}">
                      <a16:creationId xmlns:a16="http://schemas.microsoft.com/office/drawing/2014/main" id="{684E5447-C0F6-D9B1-AA19-F59A306E7382}"/>
                    </a:ext>
                  </a:extLst>
                </p:cNvPr>
                <p:cNvPicPr/>
                <p:nvPr/>
              </p:nvPicPr>
              <p:blipFill>
                <a:blip r:embed="rId689"/>
                <a:stretch>
                  <a:fillRect/>
                </a:stretch>
              </p:blipFill>
              <p:spPr>
                <a:xfrm>
                  <a:off x="3906862" y="484016"/>
                  <a:ext cx="9324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690">
              <p14:nvContentPartPr>
                <p14:cNvPr id="441" name="Ink 440">
                  <a:extLst>
                    <a:ext uri="{FF2B5EF4-FFF2-40B4-BE49-F238E27FC236}">
                      <a16:creationId xmlns:a16="http://schemas.microsoft.com/office/drawing/2014/main" id="{6F0F08F1-6568-170D-DF23-4ED632266AA4}"/>
                    </a:ext>
                  </a:extLst>
                </p14:cNvPr>
                <p14:cNvContentPartPr/>
                <p14:nvPr/>
              </p14:nvContentPartPr>
              <p14:xfrm>
                <a:off x="4073542" y="595256"/>
                <a:ext cx="30600" cy="85320"/>
              </p14:xfrm>
            </p:contentPart>
          </mc:Choice>
          <mc:Fallback>
            <p:pic>
              <p:nvPicPr>
                <p:cNvPr id="441" name="Ink 440">
                  <a:extLst>
                    <a:ext uri="{FF2B5EF4-FFF2-40B4-BE49-F238E27FC236}">
                      <a16:creationId xmlns:a16="http://schemas.microsoft.com/office/drawing/2014/main" id="{6F0F08F1-6568-170D-DF23-4ED632266AA4}"/>
                    </a:ext>
                  </a:extLst>
                </p:cNvPr>
                <p:cNvPicPr/>
                <p:nvPr/>
              </p:nvPicPr>
              <p:blipFill>
                <a:blip r:embed="rId691"/>
                <a:stretch>
                  <a:fillRect/>
                </a:stretch>
              </p:blipFill>
              <p:spPr>
                <a:xfrm>
                  <a:off x="4064902" y="586256"/>
                  <a:ext cx="4824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692">
              <p14:nvContentPartPr>
                <p14:cNvPr id="442" name="Ink 441">
                  <a:extLst>
                    <a:ext uri="{FF2B5EF4-FFF2-40B4-BE49-F238E27FC236}">
                      <a16:creationId xmlns:a16="http://schemas.microsoft.com/office/drawing/2014/main" id="{291738EC-8196-2652-C1C7-5E2B6928C104}"/>
                    </a:ext>
                  </a:extLst>
                </p14:cNvPr>
                <p14:cNvContentPartPr/>
                <p14:nvPr/>
              </p14:nvContentPartPr>
              <p14:xfrm>
                <a:off x="4162462" y="472496"/>
                <a:ext cx="262080" cy="112680"/>
              </p14:xfrm>
            </p:contentPart>
          </mc:Choice>
          <mc:Fallback>
            <p:pic>
              <p:nvPicPr>
                <p:cNvPr id="442" name="Ink 441">
                  <a:extLst>
                    <a:ext uri="{FF2B5EF4-FFF2-40B4-BE49-F238E27FC236}">
                      <a16:creationId xmlns:a16="http://schemas.microsoft.com/office/drawing/2014/main" id="{291738EC-8196-2652-C1C7-5E2B6928C104}"/>
                    </a:ext>
                  </a:extLst>
                </p:cNvPr>
                <p:cNvPicPr/>
                <p:nvPr/>
              </p:nvPicPr>
              <p:blipFill>
                <a:blip r:embed="rId693"/>
                <a:stretch>
                  <a:fillRect/>
                </a:stretch>
              </p:blipFill>
              <p:spPr>
                <a:xfrm>
                  <a:off x="4153822" y="463856"/>
                  <a:ext cx="27972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694">
              <p14:nvContentPartPr>
                <p14:cNvPr id="444" name="Ink 443">
                  <a:extLst>
                    <a:ext uri="{FF2B5EF4-FFF2-40B4-BE49-F238E27FC236}">
                      <a16:creationId xmlns:a16="http://schemas.microsoft.com/office/drawing/2014/main" id="{46C90F22-E68C-E449-B600-7B95BD2DE7A6}"/>
                    </a:ext>
                  </a:extLst>
                </p14:cNvPr>
                <p14:cNvContentPartPr/>
                <p14:nvPr/>
              </p14:nvContentPartPr>
              <p14:xfrm>
                <a:off x="4428142" y="366656"/>
                <a:ext cx="162000" cy="241560"/>
              </p14:xfrm>
            </p:contentPart>
          </mc:Choice>
          <mc:Fallback>
            <p:pic>
              <p:nvPicPr>
                <p:cNvPr id="444" name="Ink 443">
                  <a:extLst>
                    <a:ext uri="{FF2B5EF4-FFF2-40B4-BE49-F238E27FC236}">
                      <a16:creationId xmlns:a16="http://schemas.microsoft.com/office/drawing/2014/main" id="{46C90F22-E68C-E449-B600-7B95BD2DE7A6}"/>
                    </a:ext>
                  </a:extLst>
                </p:cNvPr>
                <p:cNvPicPr/>
                <p:nvPr/>
              </p:nvPicPr>
              <p:blipFill>
                <a:blip r:embed="rId695"/>
                <a:stretch>
                  <a:fillRect/>
                </a:stretch>
              </p:blipFill>
              <p:spPr>
                <a:xfrm>
                  <a:off x="4419502" y="357656"/>
                  <a:ext cx="17964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696">
              <p14:nvContentPartPr>
                <p14:cNvPr id="445" name="Ink 444">
                  <a:extLst>
                    <a:ext uri="{FF2B5EF4-FFF2-40B4-BE49-F238E27FC236}">
                      <a16:creationId xmlns:a16="http://schemas.microsoft.com/office/drawing/2014/main" id="{D3517B91-B446-B6CA-4A33-823C22456D0B}"/>
                    </a:ext>
                  </a:extLst>
                </p14:cNvPr>
                <p14:cNvContentPartPr/>
                <p14:nvPr/>
              </p14:nvContentPartPr>
              <p14:xfrm>
                <a:off x="4694182" y="330656"/>
                <a:ext cx="59040" cy="339480"/>
              </p14:xfrm>
            </p:contentPart>
          </mc:Choice>
          <mc:Fallback>
            <p:pic>
              <p:nvPicPr>
                <p:cNvPr id="445" name="Ink 444">
                  <a:extLst>
                    <a:ext uri="{FF2B5EF4-FFF2-40B4-BE49-F238E27FC236}">
                      <a16:creationId xmlns:a16="http://schemas.microsoft.com/office/drawing/2014/main" id="{D3517B91-B446-B6CA-4A33-823C22456D0B}"/>
                    </a:ext>
                  </a:extLst>
                </p:cNvPr>
                <p:cNvPicPr/>
                <p:nvPr/>
              </p:nvPicPr>
              <p:blipFill>
                <a:blip r:embed="rId697"/>
                <a:stretch>
                  <a:fillRect/>
                </a:stretch>
              </p:blipFill>
              <p:spPr>
                <a:xfrm>
                  <a:off x="4685182" y="321656"/>
                  <a:ext cx="76680" cy="357120"/>
                </a:xfrm>
                <a:prstGeom prst="rect">
                  <a:avLst/>
                </a:prstGeom>
              </p:spPr>
            </p:pic>
          </mc:Fallback>
        </mc:AlternateContent>
        <mc:AlternateContent xmlns:mc="http://schemas.openxmlformats.org/markup-compatibility/2006">
          <mc:Choice xmlns:p14="http://schemas.microsoft.com/office/powerpoint/2010/main" Requires="p14">
            <p:contentPart p14:bwMode="auto" r:id="rId698">
              <p14:nvContentPartPr>
                <p14:cNvPr id="447" name="Ink 446">
                  <a:extLst>
                    <a:ext uri="{FF2B5EF4-FFF2-40B4-BE49-F238E27FC236}">
                      <a16:creationId xmlns:a16="http://schemas.microsoft.com/office/drawing/2014/main" id="{5C90C384-D342-80B6-AC2A-90C7E7119EB6}"/>
                    </a:ext>
                  </a:extLst>
                </p14:cNvPr>
                <p14:cNvContentPartPr/>
                <p14:nvPr/>
              </p14:nvContentPartPr>
              <p14:xfrm>
                <a:off x="3290542" y="365216"/>
                <a:ext cx="42120" cy="304920"/>
              </p14:xfrm>
            </p:contentPart>
          </mc:Choice>
          <mc:Fallback>
            <p:pic>
              <p:nvPicPr>
                <p:cNvPr id="447" name="Ink 446">
                  <a:extLst>
                    <a:ext uri="{FF2B5EF4-FFF2-40B4-BE49-F238E27FC236}">
                      <a16:creationId xmlns:a16="http://schemas.microsoft.com/office/drawing/2014/main" id="{5C90C384-D342-80B6-AC2A-90C7E7119EB6}"/>
                    </a:ext>
                  </a:extLst>
                </p:cNvPr>
                <p:cNvPicPr/>
                <p:nvPr/>
              </p:nvPicPr>
              <p:blipFill>
                <a:blip r:embed="rId699"/>
                <a:stretch>
                  <a:fillRect/>
                </a:stretch>
              </p:blipFill>
              <p:spPr>
                <a:xfrm>
                  <a:off x="3281542" y="356576"/>
                  <a:ext cx="5976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700">
              <p14:nvContentPartPr>
                <p14:cNvPr id="448" name="Ink 447">
                  <a:extLst>
                    <a:ext uri="{FF2B5EF4-FFF2-40B4-BE49-F238E27FC236}">
                      <a16:creationId xmlns:a16="http://schemas.microsoft.com/office/drawing/2014/main" id="{1B178B8E-93E9-E812-9C8F-CA0F57C7F153}"/>
                    </a:ext>
                  </a:extLst>
                </p14:cNvPr>
                <p14:cNvContentPartPr/>
                <p14:nvPr/>
              </p14:nvContentPartPr>
              <p14:xfrm>
                <a:off x="4837462" y="237776"/>
                <a:ext cx="188280" cy="117720"/>
              </p14:xfrm>
            </p:contentPart>
          </mc:Choice>
          <mc:Fallback>
            <p:pic>
              <p:nvPicPr>
                <p:cNvPr id="448" name="Ink 447">
                  <a:extLst>
                    <a:ext uri="{FF2B5EF4-FFF2-40B4-BE49-F238E27FC236}">
                      <a16:creationId xmlns:a16="http://schemas.microsoft.com/office/drawing/2014/main" id="{1B178B8E-93E9-E812-9C8F-CA0F57C7F153}"/>
                    </a:ext>
                  </a:extLst>
                </p:cNvPr>
                <p:cNvPicPr/>
                <p:nvPr/>
              </p:nvPicPr>
              <p:blipFill>
                <a:blip r:embed="rId701"/>
                <a:stretch>
                  <a:fillRect/>
                </a:stretch>
              </p:blipFill>
              <p:spPr>
                <a:xfrm>
                  <a:off x="4828822" y="229136"/>
                  <a:ext cx="205920" cy="135360"/>
                </a:xfrm>
                <a:prstGeom prst="rect">
                  <a:avLst/>
                </a:prstGeom>
              </p:spPr>
            </p:pic>
          </mc:Fallback>
        </mc:AlternateContent>
      </p:grpSp>
    </p:spTree>
    <p:extLst>
      <p:ext uri="{BB962C8B-B14F-4D97-AF65-F5344CB8AC3E}">
        <p14:creationId xmlns:p14="http://schemas.microsoft.com/office/powerpoint/2010/main" val="2100600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BBCE0E8-26AD-E039-B716-109982E51B84}"/>
                  </a:ext>
                </a:extLst>
              </p14:cNvPr>
              <p14:cNvContentPartPr/>
              <p14:nvPr/>
            </p14:nvContentPartPr>
            <p14:xfrm>
              <a:off x="456982" y="1295808"/>
              <a:ext cx="184320" cy="142560"/>
            </p14:xfrm>
          </p:contentPart>
        </mc:Choice>
        <mc:Fallback>
          <p:pic>
            <p:nvPicPr>
              <p:cNvPr id="2" name="Ink 1">
                <a:extLst>
                  <a:ext uri="{FF2B5EF4-FFF2-40B4-BE49-F238E27FC236}">
                    <a16:creationId xmlns:a16="http://schemas.microsoft.com/office/drawing/2014/main" id="{6BBCE0E8-26AD-E039-B716-109982E51B84}"/>
                  </a:ext>
                </a:extLst>
              </p:cNvPr>
              <p:cNvPicPr/>
              <p:nvPr/>
            </p:nvPicPr>
            <p:blipFill>
              <a:blip r:embed="rId3"/>
              <a:stretch>
                <a:fillRect/>
              </a:stretch>
            </p:blipFill>
            <p:spPr>
              <a:xfrm>
                <a:off x="448342" y="1286808"/>
                <a:ext cx="20196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392C8648-6992-132C-34CD-C5D57C9A2A84}"/>
                  </a:ext>
                </a:extLst>
              </p14:cNvPr>
              <p14:cNvContentPartPr/>
              <p14:nvPr/>
            </p14:nvContentPartPr>
            <p14:xfrm>
              <a:off x="625822" y="1337928"/>
              <a:ext cx="173160" cy="114120"/>
            </p14:xfrm>
          </p:contentPart>
        </mc:Choice>
        <mc:Fallback>
          <p:pic>
            <p:nvPicPr>
              <p:cNvPr id="3" name="Ink 2">
                <a:extLst>
                  <a:ext uri="{FF2B5EF4-FFF2-40B4-BE49-F238E27FC236}">
                    <a16:creationId xmlns:a16="http://schemas.microsoft.com/office/drawing/2014/main" id="{392C8648-6992-132C-34CD-C5D57C9A2A84}"/>
                  </a:ext>
                </a:extLst>
              </p:cNvPr>
              <p:cNvPicPr/>
              <p:nvPr/>
            </p:nvPicPr>
            <p:blipFill>
              <a:blip r:embed="rId5"/>
              <a:stretch>
                <a:fillRect/>
              </a:stretch>
            </p:blipFill>
            <p:spPr>
              <a:xfrm>
                <a:off x="616822" y="1329288"/>
                <a:ext cx="19080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408FB4E4-15DF-F981-38D8-655418EE7548}"/>
                  </a:ext>
                </a:extLst>
              </p14:cNvPr>
              <p14:cNvContentPartPr/>
              <p14:nvPr/>
            </p14:nvContentPartPr>
            <p14:xfrm>
              <a:off x="836782" y="1301568"/>
              <a:ext cx="65880" cy="141120"/>
            </p14:xfrm>
          </p:contentPart>
        </mc:Choice>
        <mc:Fallback>
          <p:pic>
            <p:nvPicPr>
              <p:cNvPr id="4" name="Ink 3">
                <a:extLst>
                  <a:ext uri="{FF2B5EF4-FFF2-40B4-BE49-F238E27FC236}">
                    <a16:creationId xmlns:a16="http://schemas.microsoft.com/office/drawing/2014/main" id="{408FB4E4-15DF-F981-38D8-655418EE7548}"/>
                  </a:ext>
                </a:extLst>
              </p:cNvPr>
              <p:cNvPicPr/>
              <p:nvPr/>
            </p:nvPicPr>
            <p:blipFill>
              <a:blip r:embed="rId7"/>
              <a:stretch>
                <a:fillRect/>
              </a:stretch>
            </p:blipFill>
            <p:spPr>
              <a:xfrm>
                <a:off x="828142" y="1292568"/>
                <a:ext cx="8352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61CDACD9-7EE9-5918-7D0E-8F662940651A}"/>
                  </a:ext>
                </a:extLst>
              </p14:cNvPr>
              <p14:cNvContentPartPr/>
              <p14:nvPr/>
            </p14:nvContentPartPr>
            <p14:xfrm>
              <a:off x="929662" y="1358448"/>
              <a:ext cx="280440" cy="74160"/>
            </p14:xfrm>
          </p:contentPart>
        </mc:Choice>
        <mc:Fallback>
          <p:pic>
            <p:nvPicPr>
              <p:cNvPr id="5" name="Ink 4">
                <a:extLst>
                  <a:ext uri="{FF2B5EF4-FFF2-40B4-BE49-F238E27FC236}">
                    <a16:creationId xmlns:a16="http://schemas.microsoft.com/office/drawing/2014/main" id="{61CDACD9-7EE9-5918-7D0E-8F662940651A}"/>
                  </a:ext>
                </a:extLst>
              </p:cNvPr>
              <p:cNvPicPr/>
              <p:nvPr/>
            </p:nvPicPr>
            <p:blipFill>
              <a:blip r:embed="rId9"/>
              <a:stretch>
                <a:fillRect/>
              </a:stretch>
            </p:blipFill>
            <p:spPr>
              <a:xfrm>
                <a:off x="920662" y="1349448"/>
                <a:ext cx="29808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C6B8BE6A-F401-83BB-10DC-5AD53314BC59}"/>
                  </a:ext>
                </a:extLst>
              </p14:cNvPr>
              <p14:cNvContentPartPr/>
              <p14:nvPr/>
            </p14:nvContentPartPr>
            <p14:xfrm>
              <a:off x="1273822" y="1160808"/>
              <a:ext cx="415440" cy="330480"/>
            </p14:xfrm>
          </p:contentPart>
        </mc:Choice>
        <mc:Fallback>
          <p:pic>
            <p:nvPicPr>
              <p:cNvPr id="6" name="Ink 5">
                <a:extLst>
                  <a:ext uri="{FF2B5EF4-FFF2-40B4-BE49-F238E27FC236}">
                    <a16:creationId xmlns:a16="http://schemas.microsoft.com/office/drawing/2014/main" id="{C6B8BE6A-F401-83BB-10DC-5AD53314BC59}"/>
                  </a:ext>
                </a:extLst>
              </p:cNvPr>
              <p:cNvPicPr/>
              <p:nvPr/>
            </p:nvPicPr>
            <p:blipFill>
              <a:blip r:embed="rId11"/>
              <a:stretch>
                <a:fillRect/>
              </a:stretch>
            </p:blipFill>
            <p:spPr>
              <a:xfrm>
                <a:off x="1265182" y="1151808"/>
                <a:ext cx="43308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F5867502-2741-65AB-A0D3-FE041359E4B7}"/>
                  </a:ext>
                </a:extLst>
              </p14:cNvPr>
              <p14:cNvContentPartPr/>
              <p14:nvPr/>
            </p14:nvContentPartPr>
            <p14:xfrm>
              <a:off x="1567222" y="1239648"/>
              <a:ext cx="6120" cy="19440"/>
            </p14:xfrm>
          </p:contentPart>
        </mc:Choice>
        <mc:Fallback>
          <p:pic>
            <p:nvPicPr>
              <p:cNvPr id="7" name="Ink 6">
                <a:extLst>
                  <a:ext uri="{FF2B5EF4-FFF2-40B4-BE49-F238E27FC236}">
                    <a16:creationId xmlns:a16="http://schemas.microsoft.com/office/drawing/2014/main" id="{F5867502-2741-65AB-A0D3-FE041359E4B7}"/>
                  </a:ext>
                </a:extLst>
              </p:cNvPr>
              <p:cNvPicPr/>
              <p:nvPr/>
            </p:nvPicPr>
            <p:blipFill>
              <a:blip r:embed="rId13"/>
              <a:stretch>
                <a:fillRect/>
              </a:stretch>
            </p:blipFill>
            <p:spPr>
              <a:xfrm>
                <a:off x="1558582" y="1231008"/>
                <a:ext cx="2376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01F62FE9-4C10-5D89-5A69-2B7E81DBF38D}"/>
                  </a:ext>
                </a:extLst>
              </p14:cNvPr>
              <p14:cNvContentPartPr/>
              <p14:nvPr/>
            </p14:nvContentPartPr>
            <p14:xfrm>
              <a:off x="1686382" y="1366728"/>
              <a:ext cx="299880" cy="160200"/>
            </p14:xfrm>
          </p:contentPart>
        </mc:Choice>
        <mc:Fallback>
          <p:pic>
            <p:nvPicPr>
              <p:cNvPr id="8" name="Ink 7">
                <a:extLst>
                  <a:ext uri="{FF2B5EF4-FFF2-40B4-BE49-F238E27FC236}">
                    <a16:creationId xmlns:a16="http://schemas.microsoft.com/office/drawing/2014/main" id="{01F62FE9-4C10-5D89-5A69-2B7E81DBF38D}"/>
                  </a:ext>
                </a:extLst>
              </p:cNvPr>
              <p:cNvPicPr/>
              <p:nvPr/>
            </p:nvPicPr>
            <p:blipFill>
              <a:blip r:embed="rId15"/>
              <a:stretch>
                <a:fillRect/>
              </a:stretch>
            </p:blipFill>
            <p:spPr>
              <a:xfrm>
                <a:off x="1677382" y="1358088"/>
                <a:ext cx="31752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1A723275-6DB5-B8E1-BF7D-FBB8AD6A36F7}"/>
                  </a:ext>
                </a:extLst>
              </p14:cNvPr>
              <p14:cNvContentPartPr/>
              <p14:nvPr/>
            </p14:nvContentPartPr>
            <p14:xfrm>
              <a:off x="1787542" y="1445568"/>
              <a:ext cx="245880" cy="20160"/>
            </p14:xfrm>
          </p:contentPart>
        </mc:Choice>
        <mc:Fallback>
          <p:pic>
            <p:nvPicPr>
              <p:cNvPr id="9" name="Ink 8">
                <a:extLst>
                  <a:ext uri="{FF2B5EF4-FFF2-40B4-BE49-F238E27FC236}">
                    <a16:creationId xmlns:a16="http://schemas.microsoft.com/office/drawing/2014/main" id="{1A723275-6DB5-B8E1-BF7D-FBB8AD6A36F7}"/>
                  </a:ext>
                </a:extLst>
              </p:cNvPr>
              <p:cNvPicPr/>
              <p:nvPr/>
            </p:nvPicPr>
            <p:blipFill>
              <a:blip r:embed="rId17"/>
              <a:stretch>
                <a:fillRect/>
              </a:stretch>
            </p:blipFill>
            <p:spPr>
              <a:xfrm>
                <a:off x="1778542" y="1436568"/>
                <a:ext cx="26352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FF2A1ECF-9777-E351-DD36-69F139E774F3}"/>
                  </a:ext>
                </a:extLst>
              </p14:cNvPr>
              <p14:cNvContentPartPr/>
              <p14:nvPr/>
            </p14:nvContentPartPr>
            <p14:xfrm>
              <a:off x="2016142" y="1381848"/>
              <a:ext cx="180360" cy="107640"/>
            </p14:xfrm>
          </p:contentPart>
        </mc:Choice>
        <mc:Fallback>
          <p:pic>
            <p:nvPicPr>
              <p:cNvPr id="10" name="Ink 9">
                <a:extLst>
                  <a:ext uri="{FF2B5EF4-FFF2-40B4-BE49-F238E27FC236}">
                    <a16:creationId xmlns:a16="http://schemas.microsoft.com/office/drawing/2014/main" id="{FF2A1ECF-9777-E351-DD36-69F139E774F3}"/>
                  </a:ext>
                </a:extLst>
              </p:cNvPr>
              <p:cNvPicPr/>
              <p:nvPr/>
            </p:nvPicPr>
            <p:blipFill>
              <a:blip r:embed="rId19"/>
              <a:stretch>
                <a:fillRect/>
              </a:stretch>
            </p:blipFill>
            <p:spPr>
              <a:xfrm>
                <a:off x="2007142" y="1373208"/>
                <a:ext cx="19800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4EE9A7A3-B38E-D12A-6BB5-6F23507C5021}"/>
                  </a:ext>
                </a:extLst>
              </p14:cNvPr>
              <p14:cNvContentPartPr/>
              <p14:nvPr/>
            </p14:nvContentPartPr>
            <p14:xfrm>
              <a:off x="2120182" y="1177728"/>
              <a:ext cx="237240" cy="284040"/>
            </p14:xfrm>
          </p:contentPart>
        </mc:Choice>
        <mc:Fallback>
          <p:pic>
            <p:nvPicPr>
              <p:cNvPr id="11" name="Ink 10">
                <a:extLst>
                  <a:ext uri="{FF2B5EF4-FFF2-40B4-BE49-F238E27FC236}">
                    <a16:creationId xmlns:a16="http://schemas.microsoft.com/office/drawing/2014/main" id="{4EE9A7A3-B38E-D12A-6BB5-6F23507C5021}"/>
                  </a:ext>
                </a:extLst>
              </p:cNvPr>
              <p:cNvPicPr/>
              <p:nvPr/>
            </p:nvPicPr>
            <p:blipFill>
              <a:blip r:embed="rId21"/>
              <a:stretch>
                <a:fillRect/>
              </a:stretch>
            </p:blipFill>
            <p:spPr>
              <a:xfrm>
                <a:off x="2111542" y="1169088"/>
                <a:ext cx="25488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0DB9FF20-20DF-5E3E-DBFA-59A9FD119D7B}"/>
                  </a:ext>
                </a:extLst>
              </p14:cNvPr>
              <p14:cNvContentPartPr/>
              <p14:nvPr/>
            </p14:nvContentPartPr>
            <p14:xfrm>
              <a:off x="2258422" y="1215168"/>
              <a:ext cx="14760" cy="58320"/>
            </p14:xfrm>
          </p:contentPart>
        </mc:Choice>
        <mc:Fallback>
          <p:pic>
            <p:nvPicPr>
              <p:cNvPr id="12" name="Ink 11">
                <a:extLst>
                  <a:ext uri="{FF2B5EF4-FFF2-40B4-BE49-F238E27FC236}">
                    <a16:creationId xmlns:a16="http://schemas.microsoft.com/office/drawing/2014/main" id="{0DB9FF20-20DF-5E3E-DBFA-59A9FD119D7B}"/>
                  </a:ext>
                </a:extLst>
              </p:cNvPr>
              <p:cNvPicPr/>
              <p:nvPr/>
            </p:nvPicPr>
            <p:blipFill>
              <a:blip r:embed="rId23"/>
              <a:stretch>
                <a:fillRect/>
              </a:stretch>
            </p:blipFill>
            <p:spPr>
              <a:xfrm>
                <a:off x="2249782" y="1206528"/>
                <a:ext cx="3240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Ink 12">
                <a:extLst>
                  <a:ext uri="{FF2B5EF4-FFF2-40B4-BE49-F238E27FC236}">
                    <a16:creationId xmlns:a16="http://schemas.microsoft.com/office/drawing/2014/main" id="{811664FB-8E4E-C9DE-09BD-DE21B7161BC1}"/>
                  </a:ext>
                </a:extLst>
              </p14:cNvPr>
              <p14:cNvContentPartPr/>
              <p14:nvPr/>
            </p14:nvContentPartPr>
            <p14:xfrm>
              <a:off x="2416462" y="1379328"/>
              <a:ext cx="331560" cy="93240"/>
            </p14:xfrm>
          </p:contentPart>
        </mc:Choice>
        <mc:Fallback>
          <p:pic>
            <p:nvPicPr>
              <p:cNvPr id="13" name="Ink 12">
                <a:extLst>
                  <a:ext uri="{FF2B5EF4-FFF2-40B4-BE49-F238E27FC236}">
                    <a16:creationId xmlns:a16="http://schemas.microsoft.com/office/drawing/2014/main" id="{811664FB-8E4E-C9DE-09BD-DE21B7161BC1}"/>
                  </a:ext>
                </a:extLst>
              </p:cNvPr>
              <p:cNvPicPr/>
              <p:nvPr/>
            </p:nvPicPr>
            <p:blipFill>
              <a:blip r:embed="rId25"/>
              <a:stretch>
                <a:fillRect/>
              </a:stretch>
            </p:blipFill>
            <p:spPr>
              <a:xfrm>
                <a:off x="2407822" y="1370328"/>
                <a:ext cx="34920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Ink 13">
                <a:extLst>
                  <a:ext uri="{FF2B5EF4-FFF2-40B4-BE49-F238E27FC236}">
                    <a16:creationId xmlns:a16="http://schemas.microsoft.com/office/drawing/2014/main" id="{6C464A67-F0E5-4C53-B080-FDF8603F0744}"/>
                  </a:ext>
                </a:extLst>
              </p14:cNvPr>
              <p14:cNvContentPartPr/>
              <p14:nvPr/>
            </p14:nvContentPartPr>
            <p14:xfrm>
              <a:off x="3450742" y="1166208"/>
              <a:ext cx="89280" cy="290880"/>
            </p14:xfrm>
          </p:contentPart>
        </mc:Choice>
        <mc:Fallback>
          <p:pic>
            <p:nvPicPr>
              <p:cNvPr id="14" name="Ink 13">
                <a:extLst>
                  <a:ext uri="{FF2B5EF4-FFF2-40B4-BE49-F238E27FC236}">
                    <a16:creationId xmlns:a16="http://schemas.microsoft.com/office/drawing/2014/main" id="{6C464A67-F0E5-4C53-B080-FDF8603F0744}"/>
                  </a:ext>
                </a:extLst>
              </p:cNvPr>
              <p:cNvPicPr/>
              <p:nvPr/>
            </p:nvPicPr>
            <p:blipFill>
              <a:blip r:embed="rId27"/>
              <a:stretch>
                <a:fillRect/>
              </a:stretch>
            </p:blipFill>
            <p:spPr>
              <a:xfrm>
                <a:off x="3442102" y="1157568"/>
                <a:ext cx="10692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5" name="Ink 14">
                <a:extLst>
                  <a:ext uri="{FF2B5EF4-FFF2-40B4-BE49-F238E27FC236}">
                    <a16:creationId xmlns:a16="http://schemas.microsoft.com/office/drawing/2014/main" id="{3429EA38-068D-3B8C-A353-FF599C1F3BE4}"/>
                  </a:ext>
                </a:extLst>
              </p14:cNvPr>
              <p14:cNvContentPartPr/>
              <p14:nvPr/>
            </p14:nvContentPartPr>
            <p14:xfrm>
              <a:off x="3401062" y="1166568"/>
              <a:ext cx="242640" cy="145800"/>
            </p14:xfrm>
          </p:contentPart>
        </mc:Choice>
        <mc:Fallback>
          <p:pic>
            <p:nvPicPr>
              <p:cNvPr id="15" name="Ink 14">
                <a:extLst>
                  <a:ext uri="{FF2B5EF4-FFF2-40B4-BE49-F238E27FC236}">
                    <a16:creationId xmlns:a16="http://schemas.microsoft.com/office/drawing/2014/main" id="{3429EA38-068D-3B8C-A353-FF599C1F3BE4}"/>
                  </a:ext>
                </a:extLst>
              </p:cNvPr>
              <p:cNvPicPr/>
              <p:nvPr/>
            </p:nvPicPr>
            <p:blipFill>
              <a:blip r:embed="rId29"/>
              <a:stretch>
                <a:fillRect/>
              </a:stretch>
            </p:blipFill>
            <p:spPr>
              <a:xfrm>
                <a:off x="3392422" y="1157928"/>
                <a:ext cx="26028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6" name="Ink 15">
                <a:extLst>
                  <a:ext uri="{FF2B5EF4-FFF2-40B4-BE49-F238E27FC236}">
                    <a16:creationId xmlns:a16="http://schemas.microsoft.com/office/drawing/2014/main" id="{AC08B72D-5210-6C01-2FDD-B7BF56835CB4}"/>
                  </a:ext>
                </a:extLst>
              </p14:cNvPr>
              <p14:cNvContentPartPr/>
              <p14:nvPr/>
            </p14:nvContentPartPr>
            <p14:xfrm>
              <a:off x="3643342" y="1425048"/>
              <a:ext cx="95040" cy="107280"/>
            </p14:xfrm>
          </p:contentPart>
        </mc:Choice>
        <mc:Fallback>
          <p:pic>
            <p:nvPicPr>
              <p:cNvPr id="16" name="Ink 15">
                <a:extLst>
                  <a:ext uri="{FF2B5EF4-FFF2-40B4-BE49-F238E27FC236}">
                    <a16:creationId xmlns:a16="http://schemas.microsoft.com/office/drawing/2014/main" id="{AC08B72D-5210-6C01-2FDD-B7BF56835CB4}"/>
                  </a:ext>
                </a:extLst>
              </p:cNvPr>
              <p:cNvPicPr/>
              <p:nvPr/>
            </p:nvPicPr>
            <p:blipFill>
              <a:blip r:embed="rId31"/>
              <a:stretch>
                <a:fillRect/>
              </a:stretch>
            </p:blipFill>
            <p:spPr>
              <a:xfrm>
                <a:off x="3634702" y="1416408"/>
                <a:ext cx="11268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7" name="Ink 16">
                <a:extLst>
                  <a:ext uri="{FF2B5EF4-FFF2-40B4-BE49-F238E27FC236}">
                    <a16:creationId xmlns:a16="http://schemas.microsoft.com/office/drawing/2014/main" id="{DBA35EDD-0800-CC1C-EBA1-266E08DB69EF}"/>
                  </a:ext>
                </a:extLst>
              </p14:cNvPr>
              <p14:cNvContentPartPr/>
              <p14:nvPr/>
            </p14:nvContentPartPr>
            <p14:xfrm>
              <a:off x="3789502" y="1153608"/>
              <a:ext cx="158400" cy="330840"/>
            </p14:xfrm>
          </p:contentPart>
        </mc:Choice>
        <mc:Fallback>
          <p:pic>
            <p:nvPicPr>
              <p:cNvPr id="17" name="Ink 16">
                <a:extLst>
                  <a:ext uri="{FF2B5EF4-FFF2-40B4-BE49-F238E27FC236}">
                    <a16:creationId xmlns:a16="http://schemas.microsoft.com/office/drawing/2014/main" id="{DBA35EDD-0800-CC1C-EBA1-266E08DB69EF}"/>
                  </a:ext>
                </a:extLst>
              </p:cNvPr>
              <p:cNvPicPr/>
              <p:nvPr/>
            </p:nvPicPr>
            <p:blipFill>
              <a:blip r:embed="rId33"/>
              <a:stretch>
                <a:fillRect/>
              </a:stretch>
            </p:blipFill>
            <p:spPr>
              <a:xfrm>
                <a:off x="3780862" y="1144968"/>
                <a:ext cx="176040" cy="3484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8" name="Ink 17">
                <a:extLst>
                  <a:ext uri="{FF2B5EF4-FFF2-40B4-BE49-F238E27FC236}">
                    <a16:creationId xmlns:a16="http://schemas.microsoft.com/office/drawing/2014/main" id="{CAF07F74-3575-1F42-B767-2A7286642384}"/>
                  </a:ext>
                </a:extLst>
              </p14:cNvPr>
              <p14:cNvContentPartPr/>
              <p14:nvPr/>
            </p14:nvContentPartPr>
            <p14:xfrm>
              <a:off x="3941422" y="1198608"/>
              <a:ext cx="73800" cy="235800"/>
            </p14:xfrm>
          </p:contentPart>
        </mc:Choice>
        <mc:Fallback>
          <p:pic>
            <p:nvPicPr>
              <p:cNvPr id="18" name="Ink 17">
                <a:extLst>
                  <a:ext uri="{FF2B5EF4-FFF2-40B4-BE49-F238E27FC236}">
                    <a16:creationId xmlns:a16="http://schemas.microsoft.com/office/drawing/2014/main" id="{CAF07F74-3575-1F42-B767-2A7286642384}"/>
                  </a:ext>
                </a:extLst>
              </p:cNvPr>
              <p:cNvPicPr/>
              <p:nvPr/>
            </p:nvPicPr>
            <p:blipFill>
              <a:blip r:embed="rId35"/>
              <a:stretch>
                <a:fillRect/>
              </a:stretch>
            </p:blipFill>
            <p:spPr>
              <a:xfrm>
                <a:off x="3932782" y="1189968"/>
                <a:ext cx="9144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9" name="Ink 18">
                <a:extLst>
                  <a:ext uri="{FF2B5EF4-FFF2-40B4-BE49-F238E27FC236}">
                    <a16:creationId xmlns:a16="http://schemas.microsoft.com/office/drawing/2014/main" id="{2E5F81EB-771F-37DE-8D27-7FAC43EB594A}"/>
                  </a:ext>
                </a:extLst>
              </p14:cNvPr>
              <p14:cNvContentPartPr/>
              <p14:nvPr/>
            </p14:nvContentPartPr>
            <p14:xfrm>
              <a:off x="4026022" y="1343688"/>
              <a:ext cx="149040" cy="74880"/>
            </p14:xfrm>
          </p:contentPart>
        </mc:Choice>
        <mc:Fallback>
          <p:pic>
            <p:nvPicPr>
              <p:cNvPr id="19" name="Ink 18">
                <a:extLst>
                  <a:ext uri="{FF2B5EF4-FFF2-40B4-BE49-F238E27FC236}">
                    <a16:creationId xmlns:a16="http://schemas.microsoft.com/office/drawing/2014/main" id="{2E5F81EB-771F-37DE-8D27-7FAC43EB594A}"/>
                  </a:ext>
                </a:extLst>
              </p:cNvPr>
              <p:cNvPicPr/>
              <p:nvPr/>
            </p:nvPicPr>
            <p:blipFill>
              <a:blip r:embed="rId37"/>
              <a:stretch>
                <a:fillRect/>
              </a:stretch>
            </p:blipFill>
            <p:spPr>
              <a:xfrm>
                <a:off x="4017382" y="1335048"/>
                <a:ext cx="16668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0" name="Ink 19">
                <a:extLst>
                  <a:ext uri="{FF2B5EF4-FFF2-40B4-BE49-F238E27FC236}">
                    <a16:creationId xmlns:a16="http://schemas.microsoft.com/office/drawing/2014/main" id="{CBC584F1-9352-18C5-D474-278E21750EBF}"/>
                  </a:ext>
                </a:extLst>
              </p14:cNvPr>
              <p14:cNvContentPartPr/>
              <p14:nvPr/>
            </p14:nvContentPartPr>
            <p14:xfrm>
              <a:off x="4096582" y="1120128"/>
              <a:ext cx="182520" cy="407160"/>
            </p14:xfrm>
          </p:contentPart>
        </mc:Choice>
        <mc:Fallback>
          <p:pic>
            <p:nvPicPr>
              <p:cNvPr id="20" name="Ink 19">
                <a:extLst>
                  <a:ext uri="{FF2B5EF4-FFF2-40B4-BE49-F238E27FC236}">
                    <a16:creationId xmlns:a16="http://schemas.microsoft.com/office/drawing/2014/main" id="{CBC584F1-9352-18C5-D474-278E21750EBF}"/>
                  </a:ext>
                </a:extLst>
              </p:cNvPr>
              <p:cNvPicPr/>
              <p:nvPr/>
            </p:nvPicPr>
            <p:blipFill>
              <a:blip r:embed="rId39"/>
              <a:stretch>
                <a:fillRect/>
              </a:stretch>
            </p:blipFill>
            <p:spPr>
              <a:xfrm>
                <a:off x="4087582" y="1111488"/>
                <a:ext cx="200160" cy="424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1" name="Ink 20">
                <a:extLst>
                  <a:ext uri="{FF2B5EF4-FFF2-40B4-BE49-F238E27FC236}">
                    <a16:creationId xmlns:a16="http://schemas.microsoft.com/office/drawing/2014/main" id="{E9EC6B5A-D179-2912-5D74-A2E1041D46C6}"/>
                  </a:ext>
                </a:extLst>
              </p14:cNvPr>
              <p14:cNvContentPartPr/>
              <p14:nvPr/>
            </p14:nvContentPartPr>
            <p14:xfrm>
              <a:off x="4441462" y="1401648"/>
              <a:ext cx="118440" cy="12960"/>
            </p14:xfrm>
          </p:contentPart>
        </mc:Choice>
        <mc:Fallback>
          <p:pic>
            <p:nvPicPr>
              <p:cNvPr id="21" name="Ink 20">
                <a:extLst>
                  <a:ext uri="{FF2B5EF4-FFF2-40B4-BE49-F238E27FC236}">
                    <a16:creationId xmlns:a16="http://schemas.microsoft.com/office/drawing/2014/main" id="{E9EC6B5A-D179-2912-5D74-A2E1041D46C6}"/>
                  </a:ext>
                </a:extLst>
              </p:cNvPr>
              <p:cNvPicPr/>
              <p:nvPr/>
            </p:nvPicPr>
            <p:blipFill>
              <a:blip r:embed="rId41"/>
              <a:stretch>
                <a:fillRect/>
              </a:stretch>
            </p:blipFill>
            <p:spPr>
              <a:xfrm>
                <a:off x="4432822" y="1392648"/>
                <a:ext cx="13608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2" name="Ink 21">
                <a:extLst>
                  <a:ext uri="{FF2B5EF4-FFF2-40B4-BE49-F238E27FC236}">
                    <a16:creationId xmlns:a16="http://schemas.microsoft.com/office/drawing/2014/main" id="{AAAE6671-2064-962F-5F34-B930B13599DE}"/>
                  </a:ext>
                </a:extLst>
              </p14:cNvPr>
              <p14:cNvContentPartPr/>
              <p14:nvPr/>
            </p14:nvContentPartPr>
            <p14:xfrm>
              <a:off x="4413022" y="1329648"/>
              <a:ext cx="105120" cy="14760"/>
            </p14:xfrm>
          </p:contentPart>
        </mc:Choice>
        <mc:Fallback>
          <p:pic>
            <p:nvPicPr>
              <p:cNvPr id="22" name="Ink 21">
                <a:extLst>
                  <a:ext uri="{FF2B5EF4-FFF2-40B4-BE49-F238E27FC236}">
                    <a16:creationId xmlns:a16="http://schemas.microsoft.com/office/drawing/2014/main" id="{AAAE6671-2064-962F-5F34-B930B13599DE}"/>
                  </a:ext>
                </a:extLst>
              </p:cNvPr>
              <p:cNvPicPr/>
              <p:nvPr/>
            </p:nvPicPr>
            <p:blipFill>
              <a:blip r:embed="rId43"/>
              <a:stretch>
                <a:fillRect/>
              </a:stretch>
            </p:blipFill>
            <p:spPr>
              <a:xfrm>
                <a:off x="4404382" y="1320648"/>
                <a:ext cx="12276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3" name="Ink 22">
                <a:extLst>
                  <a:ext uri="{FF2B5EF4-FFF2-40B4-BE49-F238E27FC236}">
                    <a16:creationId xmlns:a16="http://schemas.microsoft.com/office/drawing/2014/main" id="{893C5058-B782-18BC-0103-9A2B83520BCB}"/>
                  </a:ext>
                </a:extLst>
              </p14:cNvPr>
              <p14:cNvContentPartPr/>
              <p14:nvPr/>
            </p14:nvContentPartPr>
            <p14:xfrm>
              <a:off x="4810102" y="899808"/>
              <a:ext cx="205200" cy="236880"/>
            </p14:xfrm>
          </p:contentPart>
        </mc:Choice>
        <mc:Fallback>
          <p:pic>
            <p:nvPicPr>
              <p:cNvPr id="23" name="Ink 22">
                <a:extLst>
                  <a:ext uri="{FF2B5EF4-FFF2-40B4-BE49-F238E27FC236}">
                    <a16:creationId xmlns:a16="http://schemas.microsoft.com/office/drawing/2014/main" id="{893C5058-B782-18BC-0103-9A2B83520BCB}"/>
                  </a:ext>
                </a:extLst>
              </p:cNvPr>
              <p:cNvPicPr/>
              <p:nvPr/>
            </p:nvPicPr>
            <p:blipFill>
              <a:blip r:embed="rId45"/>
              <a:stretch>
                <a:fillRect/>
              </a:stretch>
            </p:blipFill>
            <p:spPr>
              <a:xfrm>
                <a:off x="4801462" y="890808"/>
                <a:ext cx="22284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4" name="Ink 23">
                <a:extLst>
                  <a:ext uri="{FF2B5EF4-FFF2-40B4-BE49-F238E27FC236}">
                    <a16:creationId xmlns:a16="http://schemas.microsoft.com/office/drawing/2014/main" id="{0CE7D33B-6985-3215-56D8-94AB879413E6}"/>
                  </a:ext>
                </a:extLst>
              </p14:cNvPr>
              <p14:cNvContentPartPr/>
              <p14:nvPr/>
            </p14:nvContentPartPr>
            <p14:xfrm>
              <a:off x="4890742" y="883248"/>
              <a:ext cx="68400" cy="288720"/>
            </p14:xfrm>
          </p:contentPart>
        </mc:Choice>
        <mc:Fallback>
          <p:pic>
            <p:nvPicPr>
              <p:cNvPr id="24" name="Ink 23">
                <a:extLst>
                  <a:ext uri="{FF2B5EF4-FFF2-40B4-BE49-F238E27FC236}">
                    <a16:creationId xmlns:a16="http://schemas.microsoft.com/office/drawing/2014/main" id="{0CE7D33B-6985-3215-56D8-94AB879413E6}"/>
                  </a:ext>
                </a:extLst>
              </p:cNvPr>
              <p:cNvPicPr/>
              <p:nvPr/>
            </p:nvPicPr>
            <p:blipFill>
              <a:blip r:embed="rId47"/>
              <a:stretch>
                <a:fillRect/>
              </a:stretch>
            </p:blipFill>
            <p:spPr>
              <a:xfrm>
                <a:off x="4881742" y="874248"/>
                <a:ext cx="86040" cy="3063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5" name="Ink 24">
                <a:extLst>
                  <a:ext uri="{FF2B5EF4-FFF2-40B4-BE49-F238E27FC236}">
                    <a16:creationId xmlns:a16="http://schemas.microsoft.com/office/drawing/2014/main" id="{4DE3CC93-CC41-FEB7-CD78-A53D3372AC43}"/>
                  </a:ext>
                </a:extLst>
              </p14:cNvPr>
              <p14:cNvContentPartPr/>
              <p14:nvPr/>
            </p14:nvContentPartPr>
            <p14:xfrm>
              <a:off x="5064982" y="1071168"/>
              <a:ext cx="101520" cy="96480"/>
            </p14:xfrm>
          </p:contentPart>
        </mc:Choice>
        <mc:Fallback>
          <p:pic>
            <p:nvPicPr>
              <p:cNvPr id="25" name="Ink 24">
                <a:extLst>
                  <a:ext uri="{FF2B5EF4-FFF2-40B4-BE49-F238E27FC236}">
                    <a16:creationId xmlns:a16="http://schemas.microsoft.com/office/drawing/2014/main" id="{4DE3CC93-CC41-FEB7-CD78-A53D3372AC43}"/>
                  </a:ext>
                </a:extLst>
              </p:cNvPr>
              <p:cNvPicPr/>
              <p:nvPr/>
            </p:nvPicPr>
            <p:blipFill>
              <a:blip r:embed="rId49"/>
              <a:stretch>
                <a:fillRect/>
              </a:stretch>
            </p:blipFill>
            <p:spPr>
              <a:xfrm>
                <a:off x="5055982" y="1062168"/>
                <a:ext cx="11916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6" name="Ink 25">
                <a:extLst>
                  <a:ext uri="{FF2B5EF4-FFF2-40B4-BE49-F238E27FC236}">
                    <a16:creationId xmlns:a16="http://schemas.microsoft.com/office/drawing/2014/main" id="{E8653644-4AAF-B82D-3D1E-424C2C68DA2D}"/>
                  </a:ext>
                </a:extLst>
              </p14:cNvPr>
              <p14:cNvContentPartPr/>
              <p14:nvPr/>
            </p14:nvContentPartPr>
            <p14:xfrm>
              <a:off x="5236342" y="826728"/>
              <a:ext cx="170280" cy="343440"/>
            </p14:xfrm>
          </p:contentPart>
        </mc:Choice>
        <mc:Fallback>
          <p:pic>
            <p:nvPicPr>
              <p:cNvPr id="26" name="Ink 25">
                <a:extLst>
                  <a:ext uri="{FF2B5EF4-FFF2-40B4-BE49-F238E27FC236}">
                    <a16:creationId xmlns:a16="http://schemas.microsoft.com/office/drawing/2014/main" id="{E8653644-4AAF-B82D-3D1E-424C2C68DA2D}"/>
                  </a:ext>
                </a:extLst>
              </p:cNvPr>
              <p:cNvPicPr/>
              <p:nvPr/>
            </p:nvPicPr>
            <p:blipFill>
              <a:blip r:embed="rId51"/>
              <a:stretch>
                <a:fillRect/>
              </a:stretch>
            </p:blipFill>
            <p:spPr>
              <a:xfrm>
                <a:off x="5227342" y="817728"/>
                <a:ext cx="187920" cy="3610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7" name="Ink 26">
                <a:extLst>
                  <a:ext uri="{FF2B5EF4-FFF2-40B4-BE49-F238E27FC236}">
                    <a16:creationId xmlns:a16="http://schemas.microsoft.com/office/drawing/2014/main" id="{C5BDF9D6-5C46-D7B5-713B-64948565E9DD}"/>
                  </a:ext>
                </a:extLst>
              </p14:cNvPr>
              <p14:cNvContentPartPr/>
              <p14:nvPr/>
            </p14:nvContentPartPr>
            <p14:xfrm>
              <a:off x="5391142" y="884688"/>
              <a:ext cx="80640" cy="231120"/>
            </p14:xfrm>
          </p:contentPart>
        </mc:Choice>
        <mc:Fallback>
          <p:pic>
            <p:nvPicPr>
              <p:cNvPr id="27" name="Ink 26">
                <a:extLst>
                  <a:ext uri="{FF2B5EF4-FFF2-40B4-BE49-F238E27FC236}">
                    <a16:creationId xmlns:a16="http://schemas.microsoft.com/office/drawing/2014/main" id="{C5BDF9D6-5C46-D7B5-713B-64948565E9DD}"/>
                  </a:ext>
                </a:extLst>
              </p:cNvPr>
              <p:cNvPicPr/>
              <p:nvPr/>
            </p:nvPicPr>
            <p:blipFill>
              <a:blip r:embed="rId53"/>
              <a:stretch>
                <a:fillRect/>
              </a:stretch>
            </p:blipFill>
            <p:spPr>
              <a:xfrm>
                <a:off x="5382142" y="876048"/>
                <a:ext cx="9828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8" name="Ink 27">
                <a:extLst>
                  <a:ext uri="{FF2B5EF4-FFF2-40B4-BE49-F238E27FC236}">
                    <a16:creationId xmlns:a16="http://schemas.microsoft.com/office/drawing/2014/main" id="{6809D7FB-A868-19EB-A8A2-5BA2449FD1B7}"/>
                  </a:ext>
                </a:extLst>
              </p14:cNvPr>
              <p14:cNvContentPartPr/>
              <p14:nvPr/>
            </p14:nvContentPartPr>
            <p14:xfrm>
              <a:off x="5456302" y="1011408"/>
              <a:ext cx="177480" cy="65520"/>
            </p14:xfrm>
          </p:contentPart>
        </mc:Choice>
        <mc:Fallback>
          <p:pic>
            <p:nvPicPr>
              <p:cNvPr id="28" name="Ink 27">
                <a:extLst>
                  <a:ext uri="{FF2B5EF4-FFF2-40B4-BE49-F238E27FC236}">
                    <a16:creationId xmlns:a16="http://schemas.microsoft.com/office/drawing/2014/main" id="{6809D7FB-A868-19EB-A8A2-5BA2449FD1B7}"/>
                  </a:ext>
                </a:extLst>
              </p:cNvPr>
              <p:cNvPicPr/>
              <p:nvPr/>
            </p:nvPicPr>
            <p:blipFill>
              <a:blip r:embed="rId55"/>
              <a:stretch>
                <a:fillRect/>
              </a:stretch>
            </p:blipFill>
            <p:spPr>
              <a:xfrm>
                <a:off x="5447662" y="1002768"/>
                <a:ext cx="19512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29" name="Ink 28">
                <a:extLst>
                  <a:ext uri="{FF2B5EF4-FFF2-40B4-BE49-F238E27FC236}">
                    <a16:creationId xmlns:a16="http://schemas.microsoft.com/office/drawing/2014/main" id="{EE054A6E-63E7-4B87-35B2-E0613A74A4F4}"/>
                  </a:ext>
                </a:extLst>
              </p14:cNvPr>
              <p14:cNvContentPartPr/>
              <p14:nvPr/>
            </p14:nvContentPartPr>
            <p14:xfrm>
              <a:off x="5593462" y="801528"/>
              <a:ext cx="221040" cy="325080"/>
            </p14:xfrm>
          </p:contentPart>
        </mc:Choice>
        <mc:Fallback>
          <p:pic>
            <p:nvPicPr>
              <p:cNvPr id="29" name="Ink 28">
                <a:extLst>
                  <a:ext uri="{FF2B5EF4-FFF2-40B4-BE49-F238E27FC236}">
                    <a16:creationId xmlns:a16="http://schemas.microsoft.com/office/drawing/2014/main" id="{EE054A6E-63E7-4B87-35B2-E0613A74A4F4}"/>
                  </a:ext>
                </a:extLst>
              </p:cNvPr>
              <p:cNvPicPr/>
              <p:nvPr/>
            </p:nvPicPr>
            <p:blipFill>
              <a:blip r:embed="rId57"/>
              <a:stretch>
                <a:fillRect/>
              </a:stretch>
            </p:blipFill>
            <p:spPr>
              <a:xfrm>
                <a:off x="5584462" y="792888"/>
                <a:ext cx="238680" cy="3427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0" name="Ink 29">
                <a:extLst>
                  <a:ext uri="{FF2B5EF4-FFF2-40B4-BE49-F238E27FC236}">
                    <a16:creationId xmlns:a16="http://schemas.microsoft.com/office/drawing/2014/main" id="{48AC5FEB-E897-A698-31AE-092B80E0FDB9}"/>
                  </a:ext>
                </a:extLst>
              </p14:cNvPr>
              <p14:cNvContentPartPr/>
              <p14:nvPr/>
            </p14:nvContentPartPr>
            <p14:xfrm>
              <a:off x="5475382" y="997728"/>
              <a:ext cx="95760" cy="57960"/>
            </p14:xfrm>
          </p:contentPart>
        </mc:Choice>
        <mc:Fallback>
          <p:pic>
            <p:nvPicPr>
              <p:cNvPr id="30" name="Ink 29">
                <a:extLst>
                  <a:ext uri="{FF2B5EF4-FFF2-40B4-BE49-F238E27FC236}">
                    <a16:creationId xmlns:a16="http://schemas.microsoft.com/office/drawing/2014/main" id="{48AC5FEB-E897-A698-31AE-092B80E0FDB9}"/>
                  </a:ext>
                </a:extLst>
              </p:cNvPr>
              <p:cNvPicPr/>
              <p:nvPr/>
            </p:nvPicPr>
            <p:blipFill>
              <a:blip r:embed="rId59"/>
              <a:stretch>
                <a:fillRect/>
              </a:stretch>
            </p:blipFill>
            <p:spPr>
              <a:xfrm>
                <a:off x="5466742" y="989088"/>
                <a:ext cx="11340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1" name="Ink 30">
                <a:extLst>
                  <a:ext uri="{FF2B5EF4-FFF2-40B4-BE49-F238E27FC236}">
                    <a16:creationId xmlns:a16="http://schemas.microsoft.com/office/drawing/2014/main" id="{00C9168B-D301-815B-E852-C3E85AC059A8}"/>
                  </a:ext>
                </a:extLst>
              </p14:cNvPr>
              <p14:cNvContentPartPr/>
              <p14:nvPr/>
            </p14:nvContentPartPr>
            <p14:xfrm>
              <a:off x="4657102" y="869928"/>
              <a:ext cx="60480" cy="361440"/>
            </p14:xfrm>
          </p:contentPart>
        </mc:Choice>
        <mc:Fallback>
          <p:pic>
            <p:nvPicPr>
              <p:cNvPr id="31" name="Ink 30">
                <a:extLst>
                  <a:ext uri="{FF2B5EF4-FFF2-40B4-BE49-F238E27FC236}">
                    <a16:creationId xmlns:a16="http://schemas.microsoft.com/office/drawing/2014/main" id="{00C9168B-D301-815B-E852-C3E85AC059A8}"/>
                  </a:ext>
                </a:extLst>
              </p:cNvPr>
              <p:cNvPicPr/>
              <p:nvPr/>
            </p:nvPicPr>
            <p:blipFill>
              <a:blip r:embed="rId61"/>
              <a:stretch>
                <a:fillRect/>
              </a:stretch>
            </p:blipFill>
            <p:spPr>
              <a:xfrm>
                <a:off x="4648102" y="861288"/>
                <a:ext cx="78120" cy="3790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2" name="Ink 31">
                <a:extLst>
                  <a:ext uri="{FF2B5EF4-FFF2-40B4-BE49-F238E27FC236}">
                    <a16:creationId xmlns:a16="http://schemas.microsoft.com/office/drawing/2014/main" id="{1C95E2CF-30FD-3DE5-96C6-0F6708DCC4AB}"/>
                  </a:ext>
                </a:extLst>
              </p14:cNvPr>
              <p14:cNvContentPartPr/>
              <p14:nvPr/>
            </p14:nvContentPartPr>
            <p14:xfrm>
              <a:off x="5902702" y="822048"/>
              <a:ext cx="70920" cy="308160"/>
            </p14:xfrm>
          </p:contentPart>
        </mc:Choice>
        <mc:Fallback>
          <p:pic>
            <p:nvPicPr>
              <p:cNvPr id="32" name="Ink 31">
                <a:extLst>
                  <a:ext uri="{FF2B5EF4-FFF2-40B4-BE49-F238E27FC236}">
                    <a16:creationId xmlns:a16="http://schemas.microsoft.com/office/drawing/2014/main" id="{1C95E2CF-30FD-3DE5-96C6-0F6708DCC4AB}"/>
                  </a:ext>
                </a:extLst>
              </p:cNvPr>
              <p:cNvPicPr/>
              <p:nvPr/>
            </p:nvPicPr>
            <p:blipFill>
              <a:blip r:embed="rId63"/>
              <a:stretch>
                <a:fillRect/>
              </a:stretch>
            </p:blipFill>
            <p:spPr>
              <a:xfrm>
                <a:off x="5893702" y="813408"/>
                <a:ext cx="88560" cy="3258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3" name="Ink 32">
                <a:extLst>
                  <a:ext uri="{FF2B5EF4-FFF2-40B4-BE49-F238E27FC236}">
                    <a16:creationId xmlns:a16="http://schemas.microsoft.com/office/drawing/2014/main" id="{863554A6-864F-A69E-8359-76B10B5AB048}"/>
                  </a:ext>
                </a:extLst>
              </p14:cNvPr>
              <p14:cNvContentPartPr/>
              <p14:nvPr/>
            </p14:nvContentPartPr>
            <p14:xfrm>
              <a:off x="5981902" y="684888"/>
              <a:ext cx="189720" cy="116280"/>
            </p14:xfrm>
          </p:contentPart>
        </mc:Choice>
        <mc:Fallback>
          <p:pic>
            <p:nvPicPr>
              <p:cNvPr id="33" name="Ink 32">
                <a:extLst>
                  <a:ext uri="{FF2B5EF4-FFF2-40B4-BE49-F238E27FC236}">
                    <a16:creationId xmlns:a16="http://schemas.microsoft.com/office/drawing/2014/main" id="{863554A6-864F-A69E-8359-76B10B5AB048}"/>
                  </a:ext>
                </a:extLst>
              </p:cNvPr>
              <p:cNvPicPr/>
              <p:nvPr/>
            </p:nvPicPr>
            <p:blipFill>
              <a:blip r:embed="rId65"/>
              <a:stretch>
                <a:fillRect/>
              </a:stretch>
            </p:blipFill>
            <p:spPr>
              <a:xfrm>
                <a:off x="5972902" y="675888"/>
                <a:ext cx="20736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4" name="Ink 33">
                <a:extLst>
                  <a:ext uri="{FF2B5EF4-FFF2-40B4-BE49-F238E27FC236}">
                    <a16:creationId xmlns:a16="http://schemas.microsoft.com/office/drawing/2014/main" id="{EF31115A-854D-622A-6F9D-80A2C76D0534}"/>
                  </a:ext>
                </a:extLst>
              </p14:cNvPr>
              <p14:cNvContentPartPr/>
              <p14:nvPr/>
            </p14:nvContentPartPr>
            <p14:xfrm>
              <a:off x="4642702" y="1340448"/>
              <a:ext cx="1461600" cy="91440"/>
            </p14:xfrm>
          </p:contentPart>
        </mc:Choice>
        <mc:Fallback>
          <p:pic>
            <p:nvPicPr>
              <p:cNvPr id="34" name="Ink 33">
                <a:extLst>
                  <a:ext uri="{FF2B5EF4-FFF2-40B4-BE49-F238E27FC236}">
                    <a16:creationId xmlns:a16="http://schemas.microsoft.com/office/drawing/2014/main" id="{EF31115A-854D-622A-6F9D-80A2C76D0534}"/>
                  </a:ext>
                </a:extLst>
              </p:cNvPr>
              <p:cNvPicPr/>
              <p:nvPr/>
            </p:nvPicPr>
            <p:blipFill>
              <a:blip r:embed="rId67"/>
              <a:stretch>
                <a:fillRect/>
              </a:stretch>
            </p:blipFill>
            <p:spPr>
              <a:xfrm>
                <a:off x="4633702" y="1331808"/>
                <a:ext cx="147924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5" name="Ink 34">
                <a:extLst>
                  <a:ext uri="{FF2B5EF4-FFF2-40B4-BE49-F238E27FC236}">
                    <a16:creationId xmlns:a16="http://schemas.microsoft.com/office/drawing/2014/main" id="{986EB1FE-E54B-B37B-9089-4B3F8DAA3E33}"/>
                  </a:ext>
                </a:extLst>
              </p14:cNvPr>
              <p14:cNvContentPartPr/>
              <p14:nvPr/>
            </p14:nvContentPartPr>
            <p14:xfrm>
              <a:off x="4718302" y="1583448"/>
              <a:ext cx="306000" cy="253800"/>
            </p14:xfrm>
          </p:contentPart>
        </mc:Choice>
        <mc:Fallback>
          <p:pic>
            <p:nvPicPr>
              <p:cNvPr id="35" name="Ink 34">
                <a:extLst>
                  <a:ext uri="{FF2B5EF4-FFF2-40B4-BE49-F238E27FC236}">
                    <a16:creationId xmlns:a16="http://schemas.microsoft.com/office/drawing/2014/main" id="{986EB1FE-E54B-B37B-9089-4B3F8DAA3E33}"/>
                  </a:ext>
                </a:extLst>
              </p:cNvPr>
              <p:cNvPicPr/>
              <p:nvPr/>
            </p:nvPicPr>
            <p:blipFill>
              <a:blip r:embed="rId69"/>
              <a:stretch>
                <a:fillRect/>
              </a:stretch>
            </p:blipFill>
            <p:spPr>
              <a:xfrm>
                <a:off x="4709662" y="1574808"/>
                <a:ext cx="323640" cy="2714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6" name="Ink 35">
                <a:extLst>
                  <a:ext uri="{FF2B5EF4-FFF2-40B4-BE49-F238E27FC236}">
                    <a16:creationId xmlns:a16="http://schemas.microsoft.com/office/drawing/2014/main" id="{BABD8C0E-DBCF-85A8-0ACA-FC2D90C3FE68}"/>
                  </a:ext>
                </a:extLst>
              </p14:cNvPr>
              <p14:cNvContentPartPr/>
              <p14:nvPr/>
            </p14:nvContentPartPr>
            <p14:xfrm>
              <a:off x="5357662" y="1624848"/>
              <a:ext cx="182520" cy="156240"/>
            </p14:xfrm>
          </p:contentPart>
        </mc:Choice>
        <mc:Fallback>
          <p:pic>
            <p:nvPicPr>
              <p:cNvPr id="36" name="Ink 35">
                <a:extLst>
                  <a:ext uri="{FF2B5EF4-FFF2-40B4-BE49-F238E27FC236}">
                    <a16:creationId xmlns:a16="http://schemas.microsoft.com/office/drawing/2014/main" id="{BABD8C0E-DBCF-85A8-0ACA-FC2D90C3FE68}"/>
                  </a:ext>
                </a:extLst>
              </p:cNvPr>
              <p:cNvPicPr/>
              <p:nvPr/>
            </p:nvPicPr>
            <p:blipFill>
              <a:blip r:embed="rId71"/>
              <a:stretch>
                <a:fillRect/>
              </a:stretch>
            </p:blipFill>
            <p:spPr>
              <a:xfrm>
                <a:off x="5348662" y="1615848"/>
                <a:ext cx="20016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37" name="Ink 36">
                <a:extLst>
                  <a:ext uri="{FF2B5EF4-FFF2-40B4-BE49-F238E27FC236}">
                    <a16:creationId xmlns:a16="http://schemas.microsoft.com/office/drawing/2014/main" id="{DDB709FC-90B0-5FB6-8FE8-90CB0E033D0D}"/>
                  </a:ext>
                </a:extLst>
              </p14:cNvPr>
              <p14:cNvContentPartPr/>
              <p14:nvPr/>
            </p14:nvContentPartPr>
            <p14:xfrm>
              <a:off x="5624062" y="1565448"/>
              <a:ext cx="190080" cy="249840"/>
            </p14:xfrm>
          </p:contentPart>
        </mc:Choice>
        <mc:Fallback>
          <p:pic>
            <p:nvPicPr>
              <p:cNvPr id="37" name="Ink 36">
                <a:extLst>
                  <a:ext uri="{FF2B5EF4-FFF2-40B4-BE49-F238E27FC236}">
                    <a16:creationId xmlns:a16="http://schemas.microsoft.com/office/drawing/2014/main" id="{DDB709FC-90B0-5FB6-8FE8-90CB0E033D0D}"/>
                  </a:ext>
                </a:extLst>
              </p:cNvPr>
              <p:cNvPicPr/>
              <p:nvPr/>
            </p:nvPicPr>
            <p:blipFill>
              <a:blip r:embed="rId73"/>
              <a:stretch>
                <a:fillRect/>
              </a:stretch>
            </p:blipFill>
            <p:spPr>
              <a:xfrm>
                <a:off x="5615062" y="1556448"/>
                <a:ext cx="20772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38" name="Ink 37">
                <a:extLst>
                  <a:ext uri="{FF2B5EF4-FFF2-40B4-BE49-F238E27FC236}">
                    <a16:creationId xmlns:a16="http://schemas.microsoft.com/office/drawing/2014/main" id="{221E70EE-B0D3-BE2C-5802-0DFC1F28B773}"/>
                  </a:ext>
                </a:extLst>
              </p14:cNvPr>
              <p14:cNvContentPartPr/>
              <p14:nvPr/>
            </p14:nvContentPartPr>
            <p14:xfrm>
              <a:off x="5790742" y="1665168"/>
              <a:ext cx="179280" cy="61560"/>
            </p14:xfrm>
          </p:contentPart>
        </mc:Choice>
        <mc:Fallback>
          <p:pic>
            <p:nvPicPr>
              <p:cNvPr id="38" name="Ink 37">
                <a:extLst>
                  <a:ext uri="{FF2B5EF4-FFF2-40B4-BE49-F238E27FC236}">
                    <a16:creationId xmlns:a16="http://schemas.microsoft.com/office/drawing/2014/main" id="{221E70EE-B0D3-BE2C-5802-0DFC1F28B773}"/>
                  </a:ext>
                </a:extLst>
              </p:cNvPr>
              <p:cNvPicPr/>
              <p:nvPr/>
            </p:nvPicPr>
            <p:blipFill>
              <a:blip r:embed="rId75"/>
              <a:stretch>
                <a:fillRect/>
              </a:stretch>
            </p:blipFill>
            <p:spPr>
              <a:xfrm>
                <a:off x="5781742" y="1656168"/>
                <a:ext cx="19692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39" name="Ink 38">
                <a:extLst>
                  <a:ext uri="{FF2B5EF4-FFF2-40B4-BE49-F238E27FC236}">
                    <a16:creationId xmlns:a16="http://schemas.microsoft.com/office/drawing/2014/main" id="{3F4F2C9F-51BA-5BCA-1314-D1BF7D8F08A9}"/>
                  </a:ext>
                </a:extLst>
              </p14:cNvPr>
              <p14:cNvContentPartPr/>
              <p14:nvPr/>
            </p14:nvContentPartPr>
            <p14:xfrm>
              <a:off x="5943022" y="1542048"/>
              <a:ext cx="180720" cy="218160"/>
            </p14:xfrm>
          </p:contentPart>
        </mc:Choice>
        <mc:Fallback>
          <p:pic>
            <p:nvPicPr>
              <p:cNvPr id="39" name="Ink 38">
                <a:extLst>
                  <a:ext uri="{FF2B5EF4-FFF2-40B4-BE49-F238E27FC236}">
                    <a16:creationId xmlns:a16="http://schemas.microsoft.com/office/drawing/2014/main" id="{3F4F2C9F-51BA-5BCA-1314-D1BF7D8F08A9}"/>
                  </a:ext>
                </a:extLst>
              </p:cNvPr>
              <p:cNvPicPr/>
              <p:nvPr/>
            </p:nvPicPr>
            <p:blipFill>
              <a:blip r:embed="rId77"/>
              <a:stretch>
                <a:fillRect/>
              </a:stretch>
            </p:blipFill>
            <p:spPr>
              <a:xfrm>
                <a:off x="5934382" y="1533048"/>
                <a:ext cx="19836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0" name="Ink 39">
                <a:extLst>
                  <a:ext uri="{FF2B5EF4-FFF2-40B4-BE49-F238E27FC236}">
                    <a16:creationId xmlns:a16="http://schemas.microsoft.com/office/drawing/2014/main" id="{762A0F7A-7C38-8408-6442-BB7906D13867}"/>
                  </a:ext>
                </a:extLst>
              </p14:cNvPr>
              <p14:cNvContentPartPr/>
              <p14:nvPr/>
            </p14:nvContentPartPr>
            <p14:xfrm>
              <a:off x="4726942" y="1967928"/>
              <a:ext cx="119880" cy="64800"/>
            </p14:xfrm>
          </p:contentPart>
        </mc:Choice>
        <mc:Fallback>
          <p:pic>
            <p:nvPicPr>
              <p:cNvPr id="40" name="Ink 39">
                <a:extLst>
                  <a:ext uri="{FF2B5EF4-FFF2-40B4-BE49-F238E27FC236}">
                    <a16:creationId xmlns:a16="http://schemas.microsoft.com/office/drawing/2014/main" id="{762A0F7A-7C38-8408-6442-BB7906D13867}"/>
                  </a:ext>
                </a:extLst>
              </p:cNvPr>
              <p:cNvPicPr/>
              <p:nvPr/>
            </p:nvPicPr>
            <p:blipFill>
              <a:blip r:embed="rId79"/>
              <a:stretch>
                <a:fillRect/>
              </a:stretch>
            </p:blipFill>
            <p:spPr>
              <a:xfrm>
                <a:off x="4718302" y="1959288"/>
                <a:ext cx="13752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1" name="Ink 40">
                <a:extLst>
                  <a:ext uri="{FF2B5EF4-FFF2-40B4-BE49-F238E27FC236}">
                    <a16:creationId xmlns:a16="http://schemas.microsoft.com/office/drawing/2014/main" id="{B122B42E-D7F6-6939-A72D-C64418AED3C9}"/>
                  </a:ext>
                </a:extLst>
              </p14:cNvPr>
              <p14:cNvContentPartPr/>
              <p14:nvPr/>
            </p14:nvContentPartPr>
            <p14:xfrm>
              <a:off x="4889302" y="2022288"/>
              <a:ext cx="73080" cy="3240"/>
            </p14:xfrm>
          </p:contentPart>
        </mc:Choice>
        <mc:Fallback>
          <p:pic>
            <p:nvPicPr>
              <p:cNvPr id="41" name="Ink 40">
                <a:extLst>
                  <a:ext uri="{FF2B5EF4-FFF2-40B4-BE49-F238E27FC236}">
                    <a16:creationId xmlns:a16="http://schemas.microsoft.com/office/drawing/2014/main" id="{B122B42E-D7F6-6939-A72D-C64418AED3C9}"/>
                  </a:ext>
                </a:extLst>
              </p:cNvPr>
              <p:cNvPicPr/>
              <p:nvPr/>
            </p:nvPicPr>
            <p:blipFill>
              <a:blip r:embed="rId81"/>
              <a:stretch>
                <a:fillRect/>
              </a:stretch>
            </p:blipFill>
            <p:spPr>
              <a:xfrm>
                <a:off x="4880662" y="2013288"/>
                <a:ext cx="9072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2" name="Ink 41">
                <a:extLst>
                  <a:ext uri="{FF2B5EF4-FFF2-40B4-BE49-F238E27FC236}">
                    <a16:creationId xmlns:a16="http://schemas.microsoft.com/office/drawing/2014/main" id="{42350509-BF01-10DF-CCC8-203E8644C8AA}"/>
                  </a:ext>
                </a:extLst>
              </p14:cNvPr>
              <p14:cNvContentPartPr/>
              <p14:nvPr/>
            </p14:nvContentPartPr>
            <p14:xfrm>
              <a:off x="4909462" y="1983768"/>
              <a:ext cx="64080" cy="7200"/>
            </p14:xfrm>
          </p:contentPart>
        </mc:Choice>
        <mc:Fallback>
          <p:pic>
            <p:nvPicPr>
              <p:cNvPr id="42" name="Ink 41">
                <a:extLst>
                  <a:ext uri="{FF2B5EF4-FFF2-40B4-BE49-F238E27FC236}">
                    <a16:creationId xmlns:a16="http://schemas.microsoft.com/office/drawing/2014/main" id="{42350509-BF01-10DF-CCC8-203E8644C8AA}"/>
                  </a:ext>
                </a:extLst>
              </p:cNvPr>
              <p:cNvPicPr/>
              <p:nvPr/>
            </p:nvPicPr>
            <p:blipFill>
              <a:blip r:embed="rId83"/>
              <a:stretch>
                <a:fillRect/>
              </a:stretch>
            </p:blipFill>
            <p:spPr>
              <a:xfrm>
                <a:off x="4900822" y="1975128"/>
                <a:ext cx="817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3" name="Ink 42">
                <a:extLst>
                  <a:ext uri="{FF2B5EF4-FFF2-40B4-BE49-F238E27FC236}">
                    <a16:creationId xmlns:a16="http://schemas.microsoft.com/office/drawing/2014/main" id="{F9FC4C73-E36E-C8C2-166F-AF451A7807B9}"/>
                  </a:ext>
                </a:extLst>
              </p14:cNvPr>
              <p14:cNvContentPartPr/>
              <p14:nvPr/>
            </p14:nvContentPartPr>
            <p14:xfrm>
              <a:off x="5000542" y="1908888"/>
              <a:ext cx="114120" cy="97560"/>
            </p14:xfrm>
          </p:contentPart>
        </mc:Choice>
        <mc:Fallback>
          <p:pic>
            <p:nvPicPr>
              <p:cNvPr id="43" name="Ink 42">
                <a:extLst>
                  <a:ext uri="{FF2B5EF4-FFF2-40B4-BE49-F238E27FC236}">
                    <a16:creationId xmlns:a16="http://schemas.microsoft.com/office/drawing/2014/main" id="{F9FC4C73-E36E-C8C2-166F-AF451A7807B9}"/>
                  </a:ext>
                </a:extLst>
              </p:cNvPr>
              <p:cNvPicPr/>
              <p:nvPr/>
            </p:nvPicPr>
            <p:blipFill>
              <a:blip r:embed="rId85"/>
              <a:stretch>
                <a:fillRect/>
              </a:stretch>
            </p:blipFill>
            <p:spPr>
              <a:xfrm>
                <a:off x="4991542" y="1900248"/>
                <a:ext cx="13176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4" name="Ink 43">
                <a:extLst>
                  <a:ext uri="{FF2B5EF4-FFF2-40B4-BE49-F238E27FC236}">
                    <a16:creationId xmlns:a16="http://schemas.microsoft.com/office/drawing/2014/main" id="{5323ED04-B79E-D398-1D31-8B61FC19FB13}"/>
                  </a:ext>
                </a:extLst>
              </p14:cNvPr>
              <p14:cNvContentPartPr/>
              <p14:nvPr/>
            </p14:nvContentPartPr>
            <p14:xfrm>
              <a:off x="4727662" y="1486608"/>
              <a:ext cx="31680" cy="54720"/>
            </p14:xfrm>
          </p:contentPart>
        </mc:Choice>
        <mc:Fallback>
          <p:pic>
            <p:nvPicPr>
              <p:cNvPr id="44" name="Ink 43">
                <a:extLst>
                  <a:ext uri="{FF2B5EF4-FFF2-40B4-BE49-F238E27FC236}">
                    <a16:creationId xmlns:a16="http://schemas.microsoft.com/office/drawing/2014/main" id="{5323ED04-B79E-D398-1D31-8B61FC19FB13}"/>
                  </a:ext>
                </a:extLst>
              </p:cNvPr>
              <p:cNvPicPr/>
              <p:nvPr/>
            </p:nvPicPr>
            <p:blipFill>
              <a:blip r:embed="rId87"/>
              <a:stretch>
                <a:fillRect/>
              </a:stretch>
            </p:blipFill>
            <p:spPr>
              <a:xfrm>
                <a:off x="4718662" y="1477608"/>
                <a:ext cx="4932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5" name="Ink 44">
                <a:extLst>
                  <a:ext uri="{FF2B5EF4-FFF2-40B4-BE49-F238E27FC236}">
                    <a16:creationId xmlns:a16="http://schemas.microsoft.com/office/drawing/2014/main" id="{3ABBE2DA-1C47-854F-E7C3-38BF8CF962F9}"/>
                  </a:ext>
                </a:extLst>
              </p14:cNvPr>
              <p14:cNvContentPartPr/>
              <p14:nvPr/>
            </p14:nvContentPartPr>
            <p14:xfrm>
              <a:off x="4716502" y="1470048"/>
              <a:ext cx="149400" cy="87480"/>
            </p14:xfrm>
          </p:contentPart>
        </mc:Choice>
        <mc:Fallback>
          <p:pic>
            <p:nvPicPr>
              <p:cNvPr id="45" name="Ink 44">
                <a:extLst>
                  <a:ext uri="{FF2B5EF4-FFF2-40B4-BE49-F238E27FC236}">
                    <a16:creationId xmlns:a16="http://schemas.microsoft.com/office/drawing/2014/main" id="{3ABBE2DA-1C47-854F-E7C3-38BF8CF962F9}"/>
                  </a:ext>
                </a:extLst>
              </p:cNvPr>
              <p:cNvPicPr/>
              <p:nvPr/>
            </p:nvPicPr>
            <p:blipFill>
              <a:blip r:embed="rId89"/>
              <a:stretch>
                <a:fillRect/>
              </a:stretch>
            </p:blipFill>
            <p:spPr>
              <a:xfrm>
                <a:off x="4707862" y="1461048"/>
                <a:ext cx="16704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46" name="Ink 45">
                <a:extLst>
                  <a:ext uri="{FF2B5EF4-FFF2-40B4-BE49-F238E27FC236}">
                    <a16:creationId xmlns:a16="http://schemas.microsoft.com/office/drawing/2014/main" id="{58573496-45B3-A315-E297-6C384EC90AB1}"/>
                  </a:ext>
                </a:extLst>
              </p14:cNvPr>
              <p14:cNvContentPartPr/>
              <p14:nvPr/>
            </p14:nvContentPartPr>
            <p14:xfrm>
              <a:off x="4900822" y="1512888"/>
              <a:ext cx="78840" cy="20880"/>
            </p14:xfrm>
          </p:contentPart>
        </mc:Choice>
        <mc:Fallback>
          <p:pic>
            <p:nvPicPr>
              <p:cNvPr id="46" name="Ink 45">
                <a:extLst>
                  <a:ext uri="{FF2B5EF4-FFF2-40B4-BE49-F238E27FC236}">
                    <a16:creationId xmlns:a16="http://schemas.microsoft.com/office/drawing/2014/main" id="{58573496-45B3-A315-E297-6C384EC90AB1}"/>
                  </a:ext>
                </a:extLst>
              </p:cNvPr>
              <p:cNvPicPr/>
              <p:nvPr/>
            </p:nvPicPr>
            <p:blipFill>
              <a:blip r:embed="rId91"/>
              <a:stretch>
                <a:fillRect/>
              </a:stretch>
            </p:blipFill>
            <p:spPr>
              <a:xfrm>
                <a:off x="4892182" y="1503888"/>
                <a:ext cx="9648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47" name="Ink 46">
                <a:extLst>
                  <a:ext uri="{FF2B5EF4-FFF2-40B4-BE49-F238E27FC236}">
                    <a16:creationId xmlns:a16="http://schemas.microsoft.com/office/drawing/2014/main" id="{904C4F0D-E658-8181-4917-32BDBBF4A919}"/>
                  </a:ext>
                </a:extLst>
              </p14:cNvPr>
              <p14:cNvContentPartPr/>
              <p14:nvPr/>
            </p14:nvContentPartPr>
            <p14:xfrm>
              <a:off x="5033302" y="1483728"/>
              <a:ext cx="56160" cy="60840"/>
            </p14:xfrm>
          </p:contentPart>
        </mc:Choice>
        <mc:Fallback>
          <p:pic>
            <p:nvPicPr>
              <p:cNvPr id="47" name="Ink 46">
                <a:extLst>
                  <a:ext uri="{FF2B5EF4-FFF2-40B4-BE49-F238E27FC236}">
                    <a16:creationId xmlns:a16="http://schemas.microsoft.com/office/drawing/2014/main" id="{904C4F0D-E658-8181-4917-32BDBBF4A919}"/>
                  </a:ext>
                </a:extLst>
              </p:cNvPr>
              <p:cNvPicPr/>
              <p:nvPr/>
            </p:nvPicPr>
            <p:blipFill>
              <a:blip r:embed="rId93"/>
              <a:stretch>
                <a:fillRect/>
              </a:stretch>
            </p:blipFill>
            <p:spPr>
              <a:xfrm>
                <a:off x="5024662" y="1475088"/>
                <a:ext cx="7380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48" name="Ink 47">
                <a:extLst>
                  <a:ext uri="{FF2B5EF4-FFF2-40B4-BE49-F238E27FC236}">
                    <a16:creationId xmlns:a16="http://schemas.microsoft.com/office/drawing/2014/main" id="{A42E60A6-A070-86B3-3A4B-419A7B39EAEE}"/>
                  </a:ext>
                </a:extLst>
              </p14:cNvPr>
              <p14:cNvContentPartPr/>
              <p14:nvPr/>
            </p14:nvContentPartPr>
            <p14:xfrm>
              <a:off x="5250022" y="1598568"/>
              <a:ext cx="54720" cy="259920"/>
            </p14:xfrm>
          </p:contentPart>
        </mc:Choice>
        <mc:Fallback>
          <p:pic>
            <p:nvPicPr>
              <p:cNvPr id="48" name="Ink 47">
                <a:extLst>
                  <a:ext uri="{FF2B5EF4-FFF2-40B4-BE49-F238E27FC236}">
                    <a16:creationId xmlns:a16="http://schemas.microsoft.com/office/drawing/2014/main" id="{A42E60A6-A070-86B3-3A4B-419A7B39EAEE}"/>
                  </a:ext>
                </a:extLst>
              </p:cNvPr>
              <p:cNvPicPr/>
              <p:nvPr/>
            </p:nvPicPr>
            <p:blipFill>
              <a:blip r:embed="rId95"/>
              <a:stretch>
                <a:fillRect/>
              </a:stretch>
            </p:blipFill>
            <p:spPr>
              <a:xfrm>
                <a:off x="5241382" y="1589928"/>
                <a:ext cx="72360" cy="2775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49" name="Ink 48">
                <a:extLst>
                  <a:ext uri="{FF2B5EF4-FFF2-40B4-BE49-F238E27FC236}">
                    <a16:creationId xmlns:a16="http://schemas.microsoft.com/office/drawing/2014/main" id="{CDEAD753-25CB-D2B8-7752-F1133BA01914}"/>
                  </a:ext>
                </a:extLst>
              </p14:cNvPr>
              <p14:cNvContentPartPr/>
              <p14:nvPr/>
            </p14:nvContentPartPr>
            <p14:xfrm>
              <a:off x="6186382" y="1579488"/>
              <a:ext cx="46080" cy="237960"/>
            </p14:xfrm>
          </p:contentPart>
        </mc:Choice>
        <mc:Fallback>
          <p:pic>
            <p:nvPicPr>
              <p:cNvPr id="49" name="Ink 48">
                <a:extLst>
                  <a:ext uri="{FF2B5EF4-FFF2-40B4-BE49-F238E27FC236}">
                    <a16:creationId xmlns:a16="http://schemas.microsoft.com/office/drawing/2014/main" id="{CDEAD753-25CB-D2B8-7752-F1133BA01914}"/>
                  </a:ext>
                </a:extLst>
              </p:cNvPr>
              <p:cNvPicPr/>
              <p:nvPr/>
            </p:nvPicPr>
            <p:blipFill>
              <a:blip r:embed="rId97"/>
              <a:stretch>
                <a:fillRect/>
              </a:stretch>
            </p:blipFill>
            <p:spPr>
              <a:xfrm>
                <a:off x="6177742" y="1570488"/>
                <a:ext cx="6372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0" name="Ink 49">
                <a:extLst>
                  <a:ext uri="{FF2B5EF4-FFF2-40B4-BE49-F238E27FC236}">
                    <a16:creationId xmlns:a16="http://schemas.microsoft.com/office/drawing/2014/main" id="{645CA3A6-695E-307E-3745-FC78F025E099}"/>
                  </a:ext>
                </a:extLst>
              </p14:cNvPr>
              <p14:cNvContentPartPr/>
              <p14:nvPr/>
            </p14:nvContentPartPr>
            <p14:xfrm>
              <a:off x="6251542" y="1486248"/>
              <a:ext cx="152280" cy="105840"/>
            </p14:xfrm>
          </p:contentPart>
        </mc:Choice>
        <mc:Fallback>
          <p:pic>
            <p:nvPicPr>
              <p:cNvPr id="50" name="Ink 49">
                <a:extLst>
                  <a:ext uri="{FF2B5EF4-FFF2-40B4-BE49-F238E27FC236}">
                    <a16:creationId xmlns:a16="http://schemas.microsoft.com/office/drawing/2014/main" id="{645CA3A6-695E-307E-3745-FC78F025E099}"/>
                  </a:ext>
                </a:extLst>
              </p:cNvPr>
              <p:cNvPicPr/>
              <p:nvPr/>
            </p:nvPicPr>
            <p:blipFill>
              <a:blip r:embed="rId99"/>
              <a:stretch>
                <a:fillRect/>
              </a:stretch>
            </p:blipFill>
            <p:spPr>
              <a:xfrm>
                <a:off x="6242902" y="1477608"/>
                <a:ext cx="16992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1" name="Ink 50">
                <a:extLst>
                  <a:ext uri="{FF2B5EF4-FFF2-40B4-BE49-F238E27FC236}">
                    <a16:creationId xmlns:a16="http://schemas.microsoft.com/office/drawing/2014/main" id="{4414CBB4-8924-0ED3-AAFA-5349B14066B8}"/>
                  </a:ext>
                </a:extLst>
              </p14:cNvPr>
              <p14:cNvContentPartPr/>
              <p14:nvPr/>
            </p14:nvContentPartPr>
            <p14:xfrm>
              <a:off x="7509742" y="997008"/>
              <a:ext cx="276480" cy="104400"/>
            </p14:xfrm>
          </p:contentPart>
        </mc:Choice>
        <mc:Fallback>
          <p:pic>
            <p:nvPicPr>
              <p:cNvPr id="51" name="Ink 50">
                <a:extLst>
                  <a:ext uri="{FF2B5EF4-FFF2-40B4-BE49-F238E27FC236}">
                    <a16:creationId xmlns:a16="http://schemas.microsoft.com/office/drawing/2014/main" id="{4414CBB4-8924-0ED3-AAFA-5349B14066B8}"/>
                  </a:ext>
                </a:extLst>
              </p:cNvPr>
              <p:cNvPicPr/>
              <p:nvPr/>
            </p:nvPicPr>
            <p:blipFill>
              <a:blip r:embed="rId101"/>
              <a:stretch>
                <a:fillRect/>
              </a:stretch>
            </p:blipFill>
            <p:spPr>
              <a:xfrm>
                <a:off x="7501102" y="988008"/>
                <a:ext cx="29412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2" name="Ink 51">
                <a:extLst>
                  <a:ext uri="{FF2B5EF4-FFF2-40B4-BE49-F238E27FC236}">
                    <a16:creationId xmlns:a16="http://schemas.microsoft.com/office/drawing/2014/main" id="{272F14F5-C0A3-1617-611D-3805B19122BC}"/>
                  </a:ext>
                </a:extLst>
              </p14:cNvPr>
              <p14:cNvContentPartPr/>
              <p14:nvPr/>
            </p14:nvContentPartPr>
            <p14:xfrm>
              <a:off x="7847782" y="1005648"/>
              <a:ext cx="154440" cy="87120"/>
            </p14:xfrm>
          </p:contentPart>
        </mc:Choice>
        <mc:Fallback>
          <p:pic>
            <p:nvPicPr>
              <p:cNvPr id="52" name="Ink 51">
                <a:extLst>
                  <a:ext uri="{FF2B5EF4-FFF2-40B4-BE49-F238E27FC236}">
                    <a16:creationId xmlns:a16="http://schemas.microsoft.com/office/drawing/2014/main" id="{272F14F5-C0A3-1617-611D-3805B19122BC}"/>
                  </a:ext>
                </a:extLst>
              </p:cNvPr>
              <p:cNvPicPr/>
              <p:nvPr/>
            </p:nvPicPr>
            <p:blipFill>
              <a:blip r:embed="rId103"/>
              <a:stretch>
                <a:fillRect/>
              </a:stretch>
            </p:blipFill>
            <p:spPr>
              <a:xfrm>
                <a:off x="7838782" y="997008"/>
                <a:ext cx="17208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53" name="Ink 52">
                <a:extLst>
                  <a:ext uri="{FF2B5EF4-FFF2-40B4-BE49-F238E27FC236}">
                    <a16:creationId xmlns:a16="http://schemas.microsoft.com/office/drawing/2014/main" id="{C12F5E47-550A-65BC-35B8-EFEC815A2081}"/>
                  </a:ext>
                </a:extLst>
              </p14:cNvPr>
              <p14:cNvContentPartPr/>
              <p14:nvPr/>
            </p14:nvContentPartPr>
            <p14:xfrm>
              <a:off x="8104822" y="834648"/>
              <a:ext cx="304920" cy="282240"/>
            </p14:xfrm>
          </p:contentPart>
        </mc:Choice>
        <mc:Fallback>
          <p:pic>
            <p:nvPicPr>
              <p:cNvPr id="53" name="Ink 52">
                <a:extLst>
                  <a:ext uri="{FF2B5EF4-FFF2-40B4-BE49-F238E27FC236}">
                    <a16:creationId xmlns:a16="http://schemas.microsoft.com/office/drawing/2014/main" id="{C12F5E47-550A-65BC-35B8-EFEC815A2081}"/>
                  </a:ext>
                </a:extLst>
              </p:cNvPr>
              <p:cNvPicPr/>
              <p:nvPr/>
            </p:nvPicPr>
            <p:blipFill>
              <a:blip r:embed="rId105"/>
              <a:stretch>
                <a:fillRect/>
              </a:stretch>
            </p:blipFill>
            <p:spPr>
              <a:xfrm>
                <a:off x="8096182" y="826008"/>
                <a:ext cx="32256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54" name="Ink 53">
                <a:extLst>
                  <a:ext uri="{FF2B5EF4-FFF2-40B4-BE49-F238E27FC236}">
                    <a16:creationId xmlns:a16="http://schemas.microsoft.com/office/drawing/2014/main" id="{E7E7AF72-FABB-3186-C48D-5F633D0558D3}"/>
                  </a:ext>
                </a:extLst>
              </p14:cNvPr>
              <p14:cNvContentPartPr/>
              <p14:nvPr/>
            </p14:nvContentPartPr>
            <p14:xfrm>
              <a:off x="8292382" y="882528"/>
              <a:ext cx="49320" cy="55800"/>
            </p14:xfrm>
          </p:contentPart>
        </mc:Choice>
        <mc:Fallback>
          <p:pic>
            <p:nvPicPr>
              <p:cNvPr id="54" name="Ink 53">
                <a:extLst>
                  <a:ext uri="{FF2B5EF4-FFF2-40B4-BE49-F238E27FC236}">
                    <a16:creationId xmlns:a16="http://schemas.microsoft.com/office/drawing/2014/main" id="{E7E7AF72-FABB-3186-C48D-5F633D0558D3}"/>
                  </a:ext>
                </a:extLst>
              </p:cNvPr>
              <p:cNvPicPr/>
              <p:nvPr/>
            </p:nvPicPr>
            <p:blipFill>
              <a:blip r:embed="rId107"/>
              <a:stretch>
                <a:fillRect/>
              </a:stretch>
            </p:blipFill>
            <p:spPr>
              <a:xfrm>
                <a:off x="8283742" y="873888"/>
                <a:ext cx="6696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55" name="Ink 54">
                <a:extLst>
                  <a:ext uri="{FF2B5EF4-FFF2-40B4-BE49-F238E27FC236}">
                    <a16:creationId xmlns:a16="http://schemas.microsoft.com/office/drawing/2014/main" id="{665691ED-EFE9-D8A2-FA61-B4155C5B83F6}"/>
                  </a:ext>
                </a:extLst>
              </p14:cNvPr>
              <p14:cNvContentPartPr/>
              <p14:nvPr/>
            </p14:nvContentPartPr>
            <p14:xfrm>
              <a:off x="8509102" y="820608"/>
              <a:ext cx="110520" cy="380520"/>
            </p14:xfrm>
          </p:contentPart>
        </mc:Choice>
        <mc:Fallback>
          <p:pic>
            <p:nvPicPr>
              <p:cNvPr id="55" name="Ink 54">
                <a:extLst>
                  <a:ext uri="{FF2B5EF4-FFF2-40B4-BE49-F238E27FC236}">
                    <a16:creationId xmlns:a16="http://schemas.microsoft.com/office/drawing/2014/main" id="{665691ED-EFE9-D8A2-FA61-B4155C5B83F6}"/>
                  </a:ext>
                </a:extLst>
              </p:cNvPr>
              <p:cNvPicPr/>
              <p:nvPr/>
            </p:nvPicPr>
            <p:blipFill>
              <a:blip r:embed="rId109"/>
              <a:stretch>
                <a:fillRect/>
              </a:stretch>
            </p:blipFill>
            <p:spPr>
              <a:xfrm>
                <a:off x="8500102" y="811968"/>
                <a:ext cx="128160" cy="3981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56" name="Ink 55">
                <a:extLst>
                  <a:ext uri="{FF2B5EF4-FFF2-40B4-BE49-F238E27FC236}">
                    <a16:creationId xmlns:a16="http://schemas.microsoft.com/office/drawing/2014/main" id="{55A0B144-985B-4586-FFFF-42D6CCC182A4}"/>
                  </a:ext>
                </a:extLst>
              </p14:cNvPr>
              <p14:cNvContentPartPr/>
              <p14:nvPr/>
            </p14:nvContentPartPr>
            <p14:xfrm>
              <a:off x="8488222" y="1024008"/>
              <a:ext cx="135000" cy="47160"/>
            </p14:xfrm>
          </p:contentPart>
        </mc:Choice>
        <mc:Fallback>
          <p:pic>
            <p:nvPicPr>
              <p:cNvPr id="56" name="Ink 55">
                <a:extLst>
                  <a:ext uri="{FF2B5EF4-FFF2-40B4-BE49-F238E27FC236}">
                    <a16:creationId xmlns:a16="http://schemas.microsoft.com/office/drawing/2014/main" id="{55A0B144-985B-4586-FFFF-42D6CCC182A4}"/>
                  </a:ext>
                </a:extLst>
              </p:cNvPr>
              <p:cNvPicPr/>
              <p:nvPr/>
            </p:nvPicPr>
            <p:blipFill>
              <a:blip r:embed="rId111"/>
              <a:stretch>
                <a:fillRect/>
              </a:stretch>
            </p:blipFill>
            <p:spPr>
              <a:xfrm>
                <a:off x="8479582" y="1015368"/>
                <a:ext cx="15264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57" name="Ink 56">
                <a:extLst>
                  <a:ext uri="{FF2B5EF4-FFF2-40B4-BE49-F238E27FC236}">
                    <a16:creationId xmlns:a16="http://schemas.microsoft.com/office/drawing/2014/main" id="{2B1446D4-4BDA-180E-1AAC-AEA377548F93}"/>
                  </a:ext>
                </a:extLst>
              </p14:cNvPr>
              <p14:cNvContentPartPr/>
              <p14:nvPr/>
            </p14:nvContentPartPr>
            <p14:xfrm>
              <a:off x="8642662" y="1040928"/>
              <a:ext cx="64800" cy="67680"/>
            </p14:xfrm>
          </p:contentPart>
        </mc:Choice>
        <mc:Fallback>
          <p:pic>
            <p:nvPicPr>
              <p:cNvPr id="57" name="Ink 56">
                <a:extLst>
                  <a:ext uri="{FF2B5EF4-FFF2-40B4-BE49-F238E27FC236}">
                    <a16:creationId xmlns:a16="http://schemas.microsoft.com/office/drawing/2014/main" id="{2B1446D4-4BDA-180E-1AAC-AEA377548F93}"/>
                  </a:ext>
                </a:extLst>
              </p:cNvPr>
              <p:cNvPicPr/>
              <p:nvPr/>
            </p:nvPicPr>
            <p:blipFill>
              <a:blip r:embed="rId113"/>
              <a:stretch>
                <a:fillRect/>
              </a:stretch>
            </p:blipFill>
            <p:spPr>
              <a:xfrm>
                <a:off x="8634022" y="1032288"/>
                <a:ext cx="8244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8" name="Ink 57">
                <a:extLst>
                  <a:ext uri="{FF2B5EF4-FFF2-40B4-BE49-F238E27FC236}">
                    <a16:creationId xmlns:a16="http://schemas.microsoft.com/office/drawing/2014/main" id="{53CCA16F-8116-74A7-80AE-74D298E96BC8}"/>
                  </a:ext>
                </a:extLst>
              </p14:cNvPr>
              <p14:cNvContentPartPr/>
              <p14:nvPr/>
            </p14:nvContentPartPr>
            <p14:xfrm>
              <a:off x="8643382" y="883248"/>
              <a:ext cx="12960" cy="41400"/>
            </p14:xfrm>
          </p:contentPart>
        </mc:Choice>
        <mc:Fallback>
          <p:pic>
            <p:nvPicPr>
              <p:cNvPr id="58" name="Ink 57">
                <a:extLst>
                  <a:ext uri="{FF2B5EF4-FFF2-40B4-BE49-F238E27FC236}">
                    <a16:creationId xmlns:a16="http://schemas.microsoft.com/office/drawing/2014/main" id="{53CCA16F-8116-74A7-80AE-74D298E96BC8}"/>
                  </a:ext>
                </a:extLst>
              </p:cNvPr>
              <p:cNvPicPr/>
              <p:nvPr/>
            </p:nvPicPr>
            <p:blipFill>
              <a:blip r:embed="rId115"/>
              <a:stretch>
                <a:fillRect/>
              </a:stretch>
            </p:blipFill>
            <p:spPr>
              <a:xfrm>
                <a:off x="8634382" y="874248"/>
                <a:ext cx="3060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9" name="Ink 58">
                <a:extLst>
                  <a:ext uri="{FF2B5EF4-FFF2-40B4-BE49-F238E27FC236}">
                    <a16:creationId xmlns:a16="http://schemas.microsoft.com/office/drawing/2014/main" id="{3D593A2D-6C3A-F102-F30C-E63A5A002D0B}"/>
                  </a:ext>
                </a:extLst>
              </p14:cNvPr>
              <p14:cNvContentPartPr/>
              <p14:nvPr/>
            </p14:nvContentPartPr>
            <p14:xfrm>
              <a:off x="8779102" y="945888"/>
              <a:ext cx="139680" cy="128520"/>
            </p14:xfrm>
          </p:contentPart>
        </mc:Choice>
        <mc:Fallback>
          <p:pic>
            <p:nvPicPr>
              <p:cNvPr id="59" name="Ink 58">
                <a:extLst>
                  <a:ext uri="{FF2B5EF4-FFF2-40B4-BE49-F238E27FC236}">
                    <a16:creationId xmlns:a16="http://schemas.microsoft.com/office/drawing/2014/main" id="{3D593A2D-6C3A-F102-F30C-E63A5A002D0B}"/>
                  </a:ext>
                </a:extLst>
              </p:cNvPr>
              <p:cNvPicPr/>
              <p:nvPr/>
            </p:nvPicPr>
            <p:blipFill>
              <a:blip r:embed="rId117"/>
              <a:stretch>
                <a:fillRect/>
              </a:stretch>
            </p:blipFill>
            <p:spPr>
              <a:xfrm>
                <a:off x="8770462" y="936888"/>
                <a:ext cx="1573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0" name="Ink 59">
                <a:extLst>
                  <a:ext uri="{FF2B5EF4-FFF2-40B4-BE49-F238E27FC236}">
                    <a16:creationId xmlns:a16="http://schemas.microsoft.com/office/drawing/2014/main" id="{3659E34E-DF40-0F9A-62C0-E709C006E2BF}"/>
                  </a:ext>
                </a:extLst>
              </p14:cNvPr>
              <p14:cNvContentPartPr/>
              <p14:nvPr/>
            </p14:nvContentPartPr>
            <p14:xfrm>
              <a:off x="8996902" y="785328"/>
              <a:ext cx="140400" cy="297000"/>
            </p14:xfrm>
          </p:contentPart>
        </mc:Choice>
        <mc:Fallback>
          <p:pic>
            <p:nvPicPr>
              <p:cNvPr id="60" name="Ink 59">
                <a:extLst>
                  <a:ext uri="{FF2B5EF4-FFF2-40B4-BE49-F238E27FC236}">
                    <a16:creationId xmlns:a16="http://schemas.microsoft.com/office/drawing/2014/main" id="{3659E34E-DF40-0F9A-62C0-E709C006E2BF}"/>
                  </a:ext>
                </a:extLst>
              </p:cNvPr>
              <p:cNvPicPr/>
              <p:nvPr/>
            </p:nvPicPr>
            <p:blipFill>
              <a:blip r:embed="rId119"/>
              <a:stretch>
                <a:fillRect/>
              </a:stretch>
            </p:blipFill>
            <p:spPr>
              <a:xfrm>
                <a:off x="8988262" y="776688"/>
                <a:ext cx="158040" cy="3146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1" name="Ink 60">
                <a:extLst>
                  <a:ext uri="{FF2B5EF4-FFF2-40B4-BE49-F238E27FC236}">
                    <a16:creationId xmlns:a16="http://schemas.microsoft.com/office/drawing/2014/main" id="{46A8A922-7145-2571-4C77-16140D53C290}"/>
                  </a:ext>
                </a:extLst>
              </p14:cNvPr>
              <p14:cNvContentPartPr/>
              <p14:nvPr/>
            </p14:nvContentPartPr>
            <p14:xfrm>
              <a:off x="9525382" y="1032648"/>
              <a:ext cx="67320" cy="168840"/>
            </p14:xfrm>
          </p:contentPart>
        </mc:Choice>
        <mc:Fallback>
          <p:pic>
            <p:nvPicPr>
              <p:cNvPr id="61" name="Ink 60">
                <a:extLst>
                  <a:ext uri="{FF2B5EF4-FFF2-40B4-BE49-F238E27FC236}">
                    <a16:creationId xmlns:a16="http://schemas.microsoft.com/office/drawing/2014/main" id="{46A8A922-7145-2571-4C77-16140D53C290}"/>
                  </a:ext>
                </a:extLst>
              </p:cNvPr>
              <p:cNvPicPr/>
              <p:nvPr/>
            </p:nvPicPr>
            <p:blipFill>
              <a:blip r:embed="rId121"/>
              <a:stretch>
                <a:fillRect/>
              </a:stretch>
            </p:blipFill>
            <p:spPr>
              <a:xfrm>
                <a:off x="9516382" y="1024008"/>
                <a:ext cx="8496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62" name="Ink 61">
                <a:extLst>
                  <a:ext uri="{FF2B5EF4-FFF2-40B4-BE49-F238E27FC236}">
                    <a16:creationId xmlns:a16="http://schemas.microsoft.com/office/drawing/2014/main" id="{7772FD28-B6E0-C36A-8D0D-06AEA08FF1A3}"/>
                  </a:ext>
                </a:extLst>
              </p14:cNvPr>
              <p14:cNvContentPartPr/>
              <p14:nvPr/>
            </p14:nvContentPartPr>
            <p14:xfrm>
              <a:off x="9495862" y="1003128"/>
              <a:ext cx="111240" cy="73800"/>
            </p14:xfrm>
          </p:contentPart>
        </mc:Choice>
        <mc:Fallback>
          <p:pic>
            <p:nvPicPr>
              <p:cNvPr id="62" name="Ink 61">
                <a:extLst>
                  <a:ext uri="{FF2B5EF4-FFF2-40B4-BE49-F238E27FC236}">
                    <a16:creationId xmlns:a16="http://schemas.microsoft.com/office/drawing/2014/main" id="{7772FD28-B6E0-C36A-8D0D-06AEA08FF1A3}"/>
                  </a:ext>
                </a:extLst>
              </p:cNvPr>
              <p:cNvPicPr/>
              <p:nvPr/>
            </p:nvPicPr>
            <p:blipFill>
              <a:blip r:embed="rId123"/>
              <a:stretch>
                <a:fillRect/>
              </a:stretch>
            </p:blipFill>
            <p:spPr>
              <a:xfrm>
                <a:off x="9486862" y="994128"/>
                <a:ext cx="12888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63" name="Ink 62">
                <a:extLst>
                  <a:ext uri="{FF2B5EF4-FFF2-40B4-BE49-F238E27FC236}">
                    <a16:creationId xmlns:a16="http://schemas.microsoft.com/office/drawing/2014/main" id="{8C4DDF32-FBAF-2AEF-F6DE-08651DB8446B}"/>
                  </a:ext>
                </a:extLst>
              </p14:cNvPr>
              <p14:cNvContentPartPr/>
              <p14:nvPr/>
            </p14:nvContentPartPr>
            <p14:xfrm>
              <a:off x="9717982" y="943728"/>
              <a:ext cx="230400" cy="122040"/>
            </p14:xfrm>
          </p:contentPart>
        </mc:Choice>
        <mc:Fallback>
          <p:pic>
            <p:nvPicPr>
              <p:cNvPr id="63" name="Ink 62">
                <a:extLst>
                  <a:ext uri="{FF2B5EF4-FFF2-40B4-BE49-F238E27FC236}">
                    <a16:creationId xmlns:a16="http://schemas.microsoft.com/office/drawing/2014/main" id="{8C4DDF32-FBAF-2AEF-F6DE-08651DB8446B}"/>
                  </a:ext>
                </a:extLst>
              </p:cNvPr>
              <p:cNvPicPr/>
              <p:nvPr/>
            </p:nvPicPr>
            <p:blipFill>
              <a:blip r:embed="rId125"/>
              <a:stretch>
                <a:fillRect/>
              </a:stretch>
            </p:blipFill>
            <p:spPr>
              <a:xfrm>
                <a:off x="9708982" y="934728"/>
                <a:ext cx="24804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64" name="Ink 63">
                <a:extLst>
                  <a:ext uri="{FF2B5EF4-FFF2-40B4-BE49-F238E27FC236}">
                    <a16:creationId xmlns:a16="http://schemas.microsoft.com/office/drawing/2014/main" id="{40D3346A-B4D7-FEDE-AB41-F050DBC4F8EC}"/>
                  </a:ext>
                </a:extLst>
              </p14:cNvPr>
              <p14:cNvContentPartPr/>
              <p14:nvPr/>
            </p14:nvContentPartPr>
            <p14:xfrm>
              <a:off x="10012462" y="988728"/>
              <a:ext cx="60480" cy="84600"/>
            </p14:xfrm>
          </p:contentPart>
        </mc:Choice>
        <mc:Fallback>
          <p:pic>
            <p:nvPicPr>
              <p:cNvPr id="64" name="Ink 63">
                <a:extLst>
                  <a:ext uri="{FF2B5EF4-FFF2-40B4-BE49-F238E27FC236}">
                    <a16:creationId xmlns:a16="http://schemas.microsoft.com/office/drawing/2014/main" id="{40D3346A-B4D7-FEDE-AB41-F050DBC4F8EC}"/>
                  </a:ext>
                </a:extLst>
              </p:cNvPr>
              <p:cNvPicPr/>
              <p:nvPr/>
            </p:nvPicPr>
            <p:blipFill>
              <a:blip r:embed="rId127"/>
              <a:stretch>
                <a:fillRect/>
              </a:stretch>
            </p:blipFill>
            <p:spPr>
              <a:xfrm>
                <a:off x="10003822" y="980088"/>
                <a:ext cx="7812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65" name="Ink 64">
                <a:extLst>
                  <a:ext uri="{FF2B5EF4-FFF2-40B4-BE49-F238E27FC236}">
                    <a16:creationId xmlns:a16="http://schemas.microsoft.com/office/drawing/2014/main" id="{568CA873-2759-588C-5804-1DBD8D2FACF0}"/>
                  </a:ext>
                </a:extLst>
              </p14:cNvPr>
              <p14:cNvContentPartPr/>
              <p14:nvPr/>
            </p14:nvContentPartPr>
            <p14:xfrm>
              <a:off x="10010302" y="843288"/>
              <a:ext cx="16200" cy="54000"/>
            </p14:xfrm>
          </p:contentPart>
        </mc:Choice>
        <mc:Fallback>
          <p:pic>
            <p:nvPicPr>
              <p:cNvPr id="65" name="Ink 64">
                <a:extLst>
                  <a:ext uri="{FF2B5EF4-FFF2-40B4-BE49-F238E27FC236}">
                    <a16:creationId xmlns:a16="http://schemas.microsoft.com/office/drawing/2014/main" id="{568CA873-2759-588C-5804-1DBD8D2FACF0}"/>
                  </a:ext>
                </a:extLst>
              </p:cNvPr>
              <p:cNvPicPr/>
              <p:nvPr/>
            </p:nvPicPr>
            <p:blipFill>
              <a:blip r:embed="rId129"/>
              <a:stretch>
                <a:fillRect/>
              </a:stretch>
            </p:blipFill>
            <p:spPr>
              <a:xfrm>
                <a:off x="10001302" y="834648"/>
                <a:ext cx="3384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66" name="Ink 65">
                <a:extLst>
                  <a:ext uri="{FF2B5EF4-FFF2-40B4-BE49-F238E27FC236}">
                    <a16:creationId xmlns:a16="http://schemas.microsoft.com/office/drawing/2014/main" id="{F38FFEE3-AB2D-DBBA-EBD0-637BDE707FD6}"/>
                  </a:ext>
                </a:extLst>
              </p14:cNvPr>
              <p14:cNvContentPartPr/>
              <p14:nvPr/>
            </p14:nvContentPartPr>
            <p14:xfrm>
              <a:off x="10181662" y="970368"/>
              <a:ext cx="90000" cy="91080"/>
            </p14:xfrm>
          </p:contentPart>
        </mc:Choice>
        <mc:Fallback>
          <p:pic>
            <p:nvPicPr>
              <p:cNvPr id="66" name="Ink 65">
                <a:extLst>
                  <a:ext uri="{FF2B5EF4-FFF2-40B4-BE49-F238E27FC236}">
                    <a16:creationId xmlns:a16="http://schemas.microsoft.com/office/drawing/2014/main" id="{F38FFEE3-AB2D-DBBA-EBD0-637BDE707FD6}"/>
                  </a:ext>
                </a:extLst>
              </p:cNvPr>
              <p:cNvPicPr/>
              <p:nvPr/>
            </p:nvPicPr>
            <p:blipFill>
              <a:blip r:embed="rId131"/>
              <a:stretch>
                <a:fillRect/>
              </a:stretch>
            </p:blipFill>
            <p:spPr>
              <a:xfrm>
                <a:off x="10172662" y="961728"/>
                <a:ext cx="10764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67" name="Ink 66">
                <a:extLst>
                  <a:ext uri="{FF2B5EF4-FFF2-40B4-BE49-F238E27FC236}">
                    <a16:creationId xmlns:a16="http://schemas.microsoft.com/office/drawing/2014/main" id="{F9739C8D-EA41-DB21-0359-50DE4F10DE94}"/>
                  </a:ext>
                </a:extLst>
              </p14:cNvPr>
              <p14:cNvContentPartPr/>
              <p14:nvPr/>
            </p14:nvContentPartPr>
            <p14:xfrm>
              <a:off x="10431862" y="754368"/>
              <a:ext cx="123480" cy="307800"/>
            </p14:xfrm>
          </p:contentPart>
        </mc:Choice>
        <mc:Fallback>
          <p:pic>
            <p:nvPicPr>
              <p:cNvPr id="67" name="Ink 66">
                <a:extLst>
                  <a:ext uri="{FF2B5EF4-FFF2-40B4-BE49-F238E27FC236}">
                    <a16:creationId xmlns:a16="http://schemas.microsoft.com/office/drawing/2014/main" id="{F9739C8D-EA41-DB21-0359-50DE4F10DE94}"/>
                  </a:ext>
                </a:extLst>
              </p:cNvPr>
              <p:cNvPicPr/>
              <p:nvPr/>
            </p:nvPicPr>
            <p:blipFill>
              <a:blip r:embed="rId133"/>
              <a:stretch>
                <a:fillRect/>
              </a:stretch>
            </p:blipFill>
            <p:spPr>
              <a:xfrm>
                <a:off x="10423222" y="745728"/>
                <a:ext cx="14112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8" name="Ink 67">
                <a:extLst>
                  <a:ext uri="{FF2B5EF4-FFF2-40B4-BE49-F238E27FC236}">
                    <a16:creationId xmlns:a16="http://schemas.microsoft.com/office/drawing/2014/main" id="{DC4F5A59-E097-2331-A628-6EA163A04D8E}"/>
                  </a:ext>
                </a:extLst>
              </p14:cNvPr>
              <p14:cNvContentPartPr/>
              <p14:nvPr/>
            </p14:nvContentPartPr>
            <p14:xfrm>
              <a:off x="10668382" y="937608"/>
              <a:ext cx="86400" cy="104400"/>
            </p14:xfrm>
          </p:contentPart>
        </mc:Choice>
        <mc:Fallback>
          <p:pic>
            <p:nvPicPr>
              <p:cNvPr id="68" name="Ink 67">
                <a:extLst>
                  <a:ext uri="{FF2B5EF4-FFF2-40B4-BE49-F238E27FC236}">
                    <a16:creationId xmlns:a16="http://schemas.microsoft.com/office/drawing/2014/main" id="{DC4F5A59-E097-2331-A628-6EA163A04D8E}"/>
                  </a:ext>
                </a:extLst>
              </p:cNvPr>
              <p:cNvPicPr/>
              <p:nvPr/>
            </p:nvPicPr>
            <p:blipFill>
              <a:blip r:embed="rId135"/>
              <a:stretch>
                <a:fillRect/>
              </a:stretch>
            </p:blipFill>
            <p:spPr>
              <a:xfrm>
                <a:off x="10659382" y="928608"/>
                <a:ext cx="10404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69" name="Ink 68">
                <a:extLst>
                  <a:ext uri="{FF2B5EF4-FFF2-40B4-BE49-F238E27FC236}">
                    <a16:creationId xmlns:a16="http://schemas.microsoft.com/office/drawing/2014/main" id="{8335B1A8-30BB-1687-6B28-28567A701502}"/>
                  </a:ext>
                </a:extLst>
              </p14:cNvPr>
              <p14:cNvContentPartPr/>
              <p14:nvPr/>
            </p14:nvContentPartPr>
            <p14:xfrm>
              <a:off x="10937302" y="960648"/>
              <a:ext cx="164520" cy="271440"/>
            </p14:xfrm>
          </p:contentPart>
        </mc:Choice>
        <mc:Fallback>
          <p:pic>
            <p:nvPicPr>
              <p:cNvPr id="69" name="Ink 68">
                <a:extLst>
                  <a:ext uri="{FF2B5EF4-FFF2-40B4-BE49-F238E27FC236}">
                    <a16:creationId xmlns:a16="http://schemas.microsoft.com/office/drawing/2014/main" id="{8335B1A8-30BB-1687-6B28-28567A701502}"/>
                  </a:ext>
                </a:extLst>
              </p:cNvPr>
              <p:cNvPicPr/>
              <p:nvPr/>
            </p:nvPicPr>
            <p:blipFill>
              <a:blip r:embed="rId137"/>
              <a:stretch>
                <a:fillRect/>
              </a:stretch>
            </p:blipFill>
            <p:spPr>
              <a:xfrm>
                <a:off x="10928302" y="952008"/>
                <a:ext cx="18216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70" name="Ink 69">
                <a:extLst>
                  <a:ext uri="{FF2B5EF4-FFF2-40B4-BE49-F238E27FC236}">
                    <a16:creationId xmlns:a16="http://schemas.microsoft.com/office/drawing/2014/main" id="{0FE09727-B1FF-B90C-7F52-D88A8C88C78E}"/>
                  </a:ext>
                </a:extLst>
              </p14:cNvPr>
              <p14:cNvContentPartPr/>
              <p14:nvPr/>
            </p14:nvContentPartPr>
            <p14:xfrm>
              <a:off x="11154022" y="910968"/>
              <a:ext cx="56520" cy="155160"/>
            </p14:xfrm>
          </p:contentPart>
        </mc:Choice>
        <mc:Fallback>
          <p:pic>
            <p:nvPicPr>
              <p:cNvPr id="70" name="Ink 69">
                <a:extLst>
                  <a:ext uri="{FF2B5EF4-FFF2-40B4-BE49-F238E27FC236}">
                    <a16:creationId xmlns:a16="http://schemas.microsoft.com/office/drawing/2014/main" id="{0FE09727-B1FF-B90C-7F52-D88A8C88C78E}"/>
                  </a:ext>
                </a:extLst>
              </p:cNvPr>
              <p:cNvPicPr/>
              <p:nvPr/>
            </p:nvPicPr>
            <p:blipFill>
              <a:blip r:embed="rId139"/>
              <a:stretch>
                <a:fillRect/>
              </a:stretch>
            </p:blipFill>
            <p:spPr>
              <a:xfrm>
                <a:off x="11145382" y="901968"/>
                <a:ext cx="7416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71" name="Ink 70">
                <a:extLst>
                  <a:ext uri="{FF2B5EF4-FFF2-40B4-BE49-F238E27FC236}">
                    <a16:creationId xmlns:a16="http://schemas.microsoft.com/office/drawing/2014/main" id="{A0F873FC-CA7C-1F27-CE37-5C9E3B8961F6}"/>
                  </a:ext>
                </a:extLst>
              </p14:cNvPr>
              <p14:cNvContentPartPr/>
              <p14:nvPr/>
            </p14:nvContentPartPr>
            <p14:xfrm>
              <a:off x="11303062" y="930408"/>
              <a:ext cx="82440" cy="105480"/>
            </p14:xfrm>
          </p:contentPart>
        </mc:Choice>
        <mc:Fallback>
          <p:pic>
            <p:nvPicPr>
              <p:cNvPr id="71" name="Ink 70">
                <a:extLst>
                  <a:ext uri="{FF2B5EF4-FFF2-40B4-BE49-F238E27FC236}">
                    <a16:creationId xmlns:a16="http://schemas.microsoft.com/office/drawing/2014/main" id="{A0F873FC-CA7C-1F27-CE37-5C9E3B8961F6}"/>
                  </a:ext>
                </a:extLst>
              </p:cNvPr>
              <p:cNvPicPr/>
              <p:nvPr/>
            </p:nvPicPr>
            <p:blipFill>
              <a:blip r:embed="rId141"/>
              <a:stretch>
                <a:fillRect/>
              </a:stretch>
            </p:blipFill>
            <p:spPr>
              <a:xfrm>
                <a:off x="11294062" y="921408"/>
                <a:ext cx="1000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72" name="Ink 71">
                <a:extLst>
                  <a:ext uri="{FF2B5EF4-FFF2-40B4-BE49-F238E27FC236}">
                    <a16:creationId xmlns:a16="http://schemas.microsoft.com/office/drawing/2014/main" id="{B2E8C891-3164-473B-2EC1-52B081D4C508}"/>
                  </a:ext>
                </a:extLst>
              </p14:cNvPr>
              <p14:cNvContentPartPr/>
              <p14:nvPr/>
            </p14:nvContentPartPr>
            <p14:xfrm>
              <a:off x="11471902" y="926088"/>
              <a:ext cx="306720" cy="98280"/>
            </p14:xfrm>
          </p:contentPart>
        </mc:Choice>
        <mc:Fallback>
          <p:pic>
            <p:nvPicPr>
              <p:cNvPr id="72" name="Ink 71">
                <a:extLst>
                  <a:ext uri="{FF2B5EF4-FFF2-40B4-BE49-F238E27FC236}">
                    <a16:creationId xmlns:a16="http://schemas.microsoft.com/office/drawing/2014/main" id="{B2E8C891-3164-473B-2EC1-52B081D4C508}"/>
                  </a:ext>
                </a:extLst>
              </p:cNvPr>
              <p:cNvPicPr/>
              <p:nvPr/>
            </p:nvPicPr>
            <p:blipFill>
              <a:blip r:embed="rId143"/>
              <a:stretch>
                <a:fillRect/>
              </a:stretch>
            </p:blipFill>
            <p:spPr>
              <a:xfrm>
                <a:off x="11462902" y="917088"/>
                <a:ext cx="32436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73" name="Ink 72">
                <a:extLst>
                  <a:ext uri="{FF2B5EF4-FFF2-40B4-BE49-F238E27FC236}">
                    <a16:creationId xmlns:a16="http://schemas.microsoft.com/office/drawing/2014/main" id="{72DB9E39-3DA4-D616-AE21-1119ED1A509D}"/>
                  </a:ext>
                </a:extLst>
              </p14:cNvPr>
              <p14:cNvContentPartPr/>
              <p14:nvPr/>
            </p14:nvContentPartPr>
            <p14:xfrm>
              <a:off x="11429782" y="1043088"/>
              <a:ext cx="16560" cy="21240"/>
            </p14:xfrm>
          </p:contentPart>
        </mc:Choice>
        <mc:Fallback>
          <p:pic>
            <p:nvPicPr>
              <p:cNvPr id="73" name="Ink 72">
                <a:extLst>
                  <a:ext uri="{FF2B5EF4-FFF2-40B4-BE49-F238E27FC236}">
                    <a16:creationId xmlns:a16="http://schemas.microsoft.com/office/drawing/2014/main" id="{72DB9E39-3DA4-D616-AE21-1119ED1A509D}"/>
                  </a:ext>
                </a:extLst>
              </p:cNvPr>
              <p:cNvPicPr/>
              <p:nvPr/>
            </p:nvPicPr>
            <p:blipFill>
              <a:blip r:embed="rId145"/>
              <a:stretch>
                <a:fillRect/>
              </a:stretch>
            </p:blipFill>
            <p:spPr>
              <a:xfrm>
                <a:off x="11420782" y="1034448"/>
                <a:ext cx="3420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74" name="Ink 73">
                <a:extLst>
                  <a:ext uri="{FF2B5EF4-FFF2-40B4-BE49-F238E27FC236}">
                    <a16:creationId xmlns:a16="http://schemas.microsoft.com/office/drawing/2014/main" id="{9987250D-FA8F-658B-DE25-3E619AF056AC}"/>
                  </a:ext>
                </a:extLst>
              </p14:cNvPr>
              <p14:cNvContentPartPr/>
              <p14:nvPr/>
            </p14:nvContentPartPr>
            <p14:xfrm>
              <a:off x="11398462" y="1006008"/>
              <a:ext cx="15840" cy="56880"/>
            </p14:xfrm>
          </p:contentPart>
        </mc:Choice>
        <mc:Fallback>
          <p:pic>
            <p:nvPicPr>
              <p:cNvPr id="74" name="Ink 73">
                <a:extLst>
                  <a:ext uri="{FF2B5EF4-FFF2-40B4-BE49-F238E27FC236}">
                    <a16:creationId xmlns:a16="http://schemas.microsoft.com/office/drawing/2014/main" id="{9987250D-FA8F-658B-DE25-3E619AF056AC}"/>
                  </a:ext>
                </a:extLst>
              </p:cNvPr>
              <p:cNvPicPr/>
              <p:nvPr/>
            </p:nvPicPr>
            <p:blipFill>
              <a:blip r:embed="rId147"/>
              <a:stretch>
                <a:fillRect/>
              </a:stretch>
            </p:blipFill>
            <p:spPr>
              <a:xfrm>
                <a:off x="11389462" y="997368"/>
                <a:ext cx="33480" cy="74520"/>
              </a:xfrm>
              <a:prstGeom prst="rect">
                <a:avLst/>
              </a:prstGeom>
            </p:spPr>
          </p:pic>
        </mc:Fallback>
      </mc:AlternateContent>
      <p:grpSp>
        <p:nvGrpSpPr>
          <p:cNvPr id="88" name="Group 87">
            <a:extLst>
              <a:ext uri="{FF2B5EF4-FFF2-40B4-BE49-F238E27FC236}">
                <a16:creationId xmlns:a16="http://schemas.microsoft.com/office/drawing/2014/main" id="{0E9D3B6C-01D5-575C-8366-6E5469267372}"/>
              </a:ext>
            </a:extLst>
          </p:cNvPr>
          <p:cNvGrpSpPr/>
          <p:nvPr/>
        </p:nvGrpSpPr>
        <p:grpSpPr>
          <a:xfrm>
            <a:off x="301102" y="140936"/>
            <a:ext cx="2076480" cy="401760"/>
            <a:chOff x="301102" y="140936"/>
            <a:chExt cx="2076480" cy="401760"/>
          </a:xfrm>
        </p:grpSpPr>
        <mc:AlternateContent xmlns:mc="http://schemas.openxmlformats.org/markup-compatibility/2006">
          <mc:Choice xmlns:p14="http://schemas.microsoft.com/office/powerpoint/2010/main" Requires="p14">
            <p:contentPart p14:bwMode="auto" r:id="rId148">
              <p14:nvContentPartPr>
                <p14:cNvPr id="75" name="Ink 74">
                  <a:extLst>
                    <a:ext uri="{FF2B5EF4-FFF2-40B4-BE49-F238E27FC236}">
                      <a16:creationId xmlns:a16="http://schemas.microsoft.com/office/drawing/2014/main" id="{2E206995-7FBF-1DB0-B614-08FD0A379E58}"/>
                    </a:ext>
                  </a:extLst>
                </p14:cNvPr>
                <p14:cNvContentPartPr/>
                <p14:nvPr/>
              </p14:nvContentPartPr>
              <p14:xfrm>
                <a:off x="437542" y="237056"/>
                <a:ext cx="82440" cy="256320"/>
              </p14:xfrm>
            </p:contentPart>
          </mc:Choice>
          <mc:Fallback>
            <p:pic>
              <p:nvPicPr>
                <p:cNvPr id="75" name="Ink 74">
                  <a:extLst>
                    <a:ext uri="{FF2B5EF4-FFF2-40B4-BE49-F238E27FC236}">
                      <a16:creationId xmlns:a16="http://schemas.microsoft.com/office/drawing/2014/main" id="{2E206995-7FBF-1DB0-B614-08FD0A379E58}"/>
                    </a:ext>
                  </a:extLst>
                </p:cNvPr>
                <p:cNvPicPr/>
                <p:nvPr/>
              </p:nvPicPr>
              <p:blipFill>
                <a:blip r:embed="rId149"/>
                <a:stretch>
                  <a:fillRect/>
                </a:stretch>
              </p:blipFill>
              <p:spPr>
                <a:xfrm>
                  <a:off x="428542" y="228056"/>
                  <a:ext cx="10008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76" name="Ink 75">
                  <a:extLst>
                    <a:ext uri="{FF2B5EF4-FFF2-40B4-BE49-F238E27FC236}">
                      <a16:creationId xmlns:a16="http://schemas.microsoft.com/office/drawing/2014/main" id="{26C264B5-924B-351B-D0E6-A49D746377F0}"/>
                    </a:ext>
                  </a:extLst>
                </p14:cNvPr>
                <p14:cNvContentPartPr/>
                <p14:nvPr/>
              </p14:nvContentPartPr>
              <p14:xfrm>
                <a:off x="301102" y="188096"/>
                <a:ext cx="240480" cy="149400"/>
              </p14:xfrm>
            </p:contentPart>
          </mc:Choice>
          <mc:Fallback>
            <p:pic>
              <p:nvPicPr>
                <p:cNvPr id="76" name="Ink 75">
                  <a:extLst>
                    <a:ext uri="{FF2B5EF4-FFF2-40B4-BE49-F238E27FC236}">
                      <a16:creationId xmlns:a16="http://schemas.microsoft.com/office/drawing/2014/main" id="{26C264B5-924B-351B-D0E6-A49D746377F0}"/>
                    </a:ext>
                  </a:extLst>
                </p:cNvPr>
                <p:cNvPicPr/>
                <p:nvPr/>
              </p:nvPicPr>
              <p:blipFill>
                <a:blip r:embed="rId151"/>
                <a:stretch>
                  <a:fillRect/>
                </a:stretch>
              </p:blipFill>
              <p:spPr>
                <a:xfrm>
                  <a:off x="292462" y="179096"/>
                  <a:ext cx="25812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77" name="Ink 76">
                  <a:extLst>
                    <a:ext uri="{FF2B5EF4-FFF2-40B4-BE49-F238E27FC236}">
                      <a16:creationId xmlns:a16="http://schemas.microsoft.com/office/drawing/2014/main" id="{1618816B-0B00-DE7F-A6E7-AC8A9914D2C8}"/>
                    </a:ext>
                  </a:extLst>
                </p14:cNvPr>
                <p14:cNvContentPartPr/>
                <p14:nvPr/>
              </p14:nvContentPartPr>
              <p14:xfrm>
                <a:off x="561022" y="316256"/>
                <a:ext cx="165960" cy="108000"/>
              </p14:xfrm>
            </p:contentPart>
          </mc:Choice>
          <mc:Fallback>
            <p:pic>
              <p:nvPicPr>
                <p:cNvPr id="77" name="Ink 76">
                  <a:extLst>
                    <a:ext uri="{FF2B5EF4-FFF2-40B4-BE49-F238E27FC236}">
                      <a16:creationId xmlns:a16="http://schemas.microsoft.com/office/drawing/2014/main" id="{1618816B-0B00-DE7F-A6E7-AC8A9914D2C8}"/>
                    </a:ext>
                  </a:extLst>
                </p:cNvPr>
                <p:cNvPicPr/>
                <p:nvPr/>
              </p:nvPicPr>
              <p:blipFill>
                <a:blip r:embed="rId153"/>
                <a:stretch>
                  <a:fillRect/>
                </a:stretch>
              </p:blipFill>
              <p:spPr>
                <a:xfrm>
                  <a:off x="552382" y="307256"/>
                  <a:ext cx="18360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78" name="Ink 77">
                  <a:extLst>
                    <a:ext uri="{FF2B5EF4-FFF2-40B4-BE49-F238E27FC236}">
                      <a16:creationId xmlns:a16="http://schemas.microsoft.com/office/drawing/2014/main" id="{966DD22B-A448-0BB6-E54E-A0D04077DD9F}"/>
                    </a:ext>
                  </a:extLst>
                </p14:cNvPr>
                <p14:cNvContentPartPr/>
                <p14:nvPr/>
              </p14:nvContentPartPr>
              <p14:xfrm>
                <a:off x="759382" y="332456"/>
                <a:ext cx="84240" cy="96120"/>
              </p14:xfrm>
            </p:contentPart>
          </mc:Choice>
          <mc:Fallback>
            <p:pic>
              <p:nvPicPr>
                <p:cNvPr id="78" name="Ink 77">
                  <a:extLst>
                    <a:ext uri="{FF2B5EF4-FFF2-40B4-BE49-F238E27FC236}">
                      <a16:creationId xmlns:a16="http://schemas.microsoft.com/office/drawing/2014/main" id="{966DD22B-A448-0BB6-E54E-A0D04077DD9F}"/>
                    </a:ext>
                  </a:extLst>
                </p:cNvPr>
                <p:cNvPicPr/>
                <p:nvPr/>
              </p:nvPicPr>
              <p:blipFill>
                <a:blip r:embed="rId155"/>
                <a:stretch>
                  <a:fillRect/>
                </a:stretch>
              </p:blipFill>
              <p:spPr>
                <a:xfrm>
                  <a:off x="750382" y="323816"/>
                  <a:ext cx="10188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79" name="Ink 78">
                  <a:extLst>
                    <a:ext uri="{FF2B5EF4-FFF2-40B4-BE49-F238E27FC236}">
                      <a16:creationId xmlns:a16="http://schemas.microsoft.com/office/drawing/2014/main" id="{897EC7C7-F8DC-0733-6DC5-265C3CE51F93}"/>
                    </a:ext>
                  </a:extLst>
                </p14:cNvPr>
                <p14:cNvContentPartPr/>
                <p14:nvPr/>
              </p14:nvContentPartPr>
              <p14:xfrm>
                <a:off x="895822" y="335336"/>
                <a:ext cx="48960" cy="66960"/>
              </p14:xfrm>
            </p:contentPart>
          </mc:Choice>
          <mc:Fallback>
            <p:pic>
              <p:nvPicPr>
                <p:cNvPr id="79" name="Ink 78">
                  <a:extLst>
                    <a:ext uri="{FF2B5EF4-FFF2-40B4-BE49-F238E27FC236}">
                      <a16:creationId xmlns:a16="http://schemas.microsoft.com/office/drawing/2014/main" id="{897EC7C7-F8DC-0733-6DC5-265C3CE51F93}"/>
                    </a:ext>
                  </a:extLst>
                </p:cNvPr>
                <p:cNvPicPr/>
                <p:nvPr/>
              </p:nvPicPr>
              <p:blipFill>
                <a:blip r:embed="rId157"/>
                <a:stretch>
                  <a:fillRect/>
                </a:stretch>
              </p:blipFill>
              <p:spPr>
                <a:xfrm>
                  <a:off x="886822" y="326336"/>
                  <a:ext cx="6660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80" name="Ink 79">
                  <a:extLst>
                    <a:ext uri="{FF2B5EF4-FFF2-40B4-BE49-F238E27FC236}">
                      <a16:creationId xmlns:a16="http://schemas.microsoft.com/office/drawing/2014/main" id="{F6AA446D-E539-2D89-8DBB-C05790710CDD}"/>
                    </a:ext>
                  </a:extLst>
                </p14:cNvPr>
                <p14:cNvContentPartPr/>
                <p14:nvPr/>
              </p14:nvContentPartPr>
              <p14:xfrm>
                <a:off x="827422" y="197816"/>
                <a:ext cx="24120" cy="43200"/>
              </p14:xfrm>
            </p:contentPart>
          </mc:Choice>
          <mc:Fallback>
            <p:pic>
              <p:nvPicPr>
                <p:cNvPr id="80" name="Ink 79">
                  <a:extLst>
                    <a:ext uri="{FF2B5EF4-FFF2-40B4-BE49-F238E27FC236}">
                      <a16:creationId xmlns:a16="http://schemas.microsoft.com/office/drawing/2014/main" id="{F6AA446D-E539-2D89-8DBB-C05790710CDD}"/>
                    </a:ext>
                  </a:extLst>
                </p:cNvPr>
                <p:cNvPicPr/>
                <p:nvPr/>
              </p:nvPicPr>
              <p:blipFill>
                <a:blip r:embed="rId159"/>
                <a:stretch>
                  <a:fillRect/>
                </a:stretch>
              </p:blipFill>
              <p:spPr>
                <a:xfrm>
                  <a:off x="818782" y="188816"/>
                  <a:ext cx="4176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81" name="Ink 80">
                  <a:extLst>
                    <a:ext uri="{FF2B5EF4-FFF2-40B4-BE49-F238E27FC236}">
                      <a16:creationId xmlns:a16="http://schemas.microsoft.com/office/drawing/2014/main" id="{51932649-5B08-4DBA-53DF-BC293736EB1D}"/>
                    </a:ext>
                  </a:extLst>
                </p14:cNvPr>
                <p14:cNvContentPartPr/>
                <p14:nvPr/>
              </p14:nvContentPartPr>
              <p14:xfrm>
                <a:off x="979702" y="307616"/>
                <a:ext cx="120600" cy="91440"/>
              </p14:xfrm>
            </p:contentPart>
          </mc:Choice>
          <mc:Fallback>
            <p:pic>
              <p:nvPicPr>
                <p:cNvPr id="81" name="Ink 80">
                  <a:extLst>
                    <a:ext uri="{FF2B5EF4-FFF2-40B4-BE49-F238E27FC236}">
                      <a16:creationId xmlns:a16="http://schemas.microsoft.com/office/drawing/2014/main" id="{51932649-5B08-4DBA-53DF-BC293736EB1D}"/>
                    </a:ext>
                  </a:extLst>
                </p:cNvPr>
                <p:cNvPicPr/>
                <p:nvPr/>
              </p:nvPicPr>
              <p:blipFill>
                <a:blip r:embed="rId161"/>
                <a:stretch>
                  <a:fillRect/>
                </a:stretch>
              </p:blipFill>
              <p:spPr>
                <a:xfrm>
                  <a:off x="971062" y="298616"/>
                  <a:ext cx="13824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82" name="Ink 81">
                  <a:extLst>
                    <a:ext uri="{FF2B5EF4-FFF2-40B4-BE49-F238E27FC236}">
                      <a16:creationId xmlns:a16="http://schemas.microsoft.com/office/drawing/2014/main" id="{D7A0DF6C-F6D0-275C-D11D-D2CCE8E19506}"/>
                    </a:ext>
                  </a:extLst>
                </p14:cNvPr>
                <p14:cNvContentPartPr/>
                <p14:nvPr/>
              </p14:nvContentPartPr>
              <p14:xfrm>
                <a:off x="1176262" y="140936"/>
                <a:ext cx="111600" cy="262080"/>
              </p14:xfrm>
            </p:contentPart>
          </mc:Choice>
          <mc:Fallback>
            <p:pic>
              <p:nvPicPr>
                <p:cNvPr id="82" name="Ink 81">
                  <a:extLst>
                    <a:ext uri="{FF2B5EF4-FFF2-40B4-BE49-F238E27FC236}">
                      <a16:creationId xmlns:a16="http://schemas.microsoft.com/office/drawing/2014/main" id="{D7A0DF6C-F6D0-275C-D11D-D2CCE8E19506}"/>
                    </a:ext>
                  </a:extLst>
                </p:cNvPr>
                <p:cNvPicPr/>
                <p:nvPr/>
              </p:nvPicPr>
              <p:blipFill>
                <a:blip r:embed="rId163"/>
                <a:stretch>
                  <a:fillRect/>
                </a:stretch>
              </p:blipFill>
              <p:spPr>
                <a:xfrm>
                  <a:off x="1167622" y="131936"/>
                  <a:ext cx="12924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84" name="Ink 83">
                  <a:extLst>
                    <a:ext uri="{FF2B5EF4-FFF2-40B4-BE49-F238E27FC236}">
                      <a16:creationId xmlns:a16="http://schemas.microsoft.com/office/drawing/2014/main" id="{FF3EAE6D-D585-CDE2-6B17-4DFE0CEF5424}"/>
                    </a:ext>
                  </a:extLst>
                </p14:cNvPr>
                <p14:cNvContentPartPr/>
                <p14:nvPr/>
              </p14:nvContentPartPr>
              <p14:xfrm>
                <a:off x="1545982" y="264056"/>
                <a:ext cx="181800" cy="278640"/>
              </p14:xfrm>
            </p:contentPart>
          </mc:Choice>
          <mc:Fallback>
            <p:pic>
              <p:nvPicPr>
                <p:cNvPr id="84" name="Ink 83">
                  <a:extLst>
                    <a:ext uri="{FF2B5EF4-FFF2-40B4-BE49-F238E27FC236}">
                      <a16:creationId xmlns:a16="http://schemas.microsoft.com/office/drawing/2014/main" id="{FF3EAE6D-D585-CDE2-6B17-4DFE0CEF5424}"/>
                    </a:ext>
                  </a:extLst>
                </p:cNvPr>
                <p:cNvPicPr/>
                <p:nvPr/>
              </p:nvPicPr>
              <p:blipFill>
                <a:blip r:embed="rId165"/>
                <a:stretch>
                  <a:fillRect/>
                </a:stretch>
              </p:blipFill>
              <p:spPr>
                <a:xfrm>
                  <a:off x="1536982" y="255416"/>
                  <a:ext cx="19944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85" name="Ink 84">
                  <a:extLst>
                    <a:ext uri="{FF2B5EF4-FFF2-40B4-BE49-F238E27FC236}">
                      <a16:creationId xmlns:a16="http://schemas.microsoft.com/office/drawing/2014/main" id="{CC1FF715-DE72-0432-4FD2-A12424D205E1}"/>
                    </a:ext>
                  </a:extLst>
                </p14:cNvPr>
                <p14:cNvContentPartPr/>
                <p14:nvPr/>
              </p14:nvContentPartPr>
              <p14:xfrm>
                <a:off x="1745422" y="249296"/>
                <a:ext cx="65160" cy="131040"/>
              </p14:xfrm>
            </p:contentPart>
          </mc:Choice>
          <mc:Fallback>
            <p:pic>
              <p:nvPicPr>
                <p:cNvPr id="85" name="Ink 84">
                  <a:extLst>
                    <a:ext uri="{FF2B5EF4-FFF2-40B4-BE49-F238E27FC236}">
                      <a16:creationId xmlns:a16="http://schemas.microsoft.com/office/drawing/2014/main" id="{CC1FF715-DE72-0432-4FD2-A12424D205E1}"/>
                    </a:ext>
                  </a:extLst>
                </p:cNvPr>
                <p:cNvPicPr/>
                <p:nvPr/>
              </p:nvPicPr>
              <p:blipFill>
                <a:blip r:embed="rId167"/>
                <a:stretch>
                  <a:fillRect/>
                </a:stretch>
              </p:blipFill>
              <p:spPr>
                <a:xfrm>
                  <a:off x="1736422" y="240296"/>
                  <a:ext cx="8280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86" name="Ink 85">
                  <a:extLst>
                    <a:ext uri="{FF2B5EF4-FFF2-40B4-BE49-F238E27FC236}">
                      <a16:creationId xmlns:a16="http://schemas.microsoft.com/office/drawing/2014/main" id="{03275B4D-562E-987D-D2BF-678872A0CFDD}"/>
                    </a:ext>
                  </a:extLst>
                </p14:cNvPr>
                <p14:cNvContentPartPr/>
                <p14:nvPr/>
              </p14:nvContentPartPr>
              <p14:xfrm>
                <a:off x="1916062" y="298976"/>
                <a:ext cx="150480" cy="104040"/>
              </p14:xfrm>
            </p:contentPart>
          </mc:Choice>
          <mc:Fallback>
            <p:pic>
              <p:nvPicPr>
                <p:cNvPr id="86" name="Ink 85">
                  <a:extLst>
                    <a:ext uri="{FF2B5EF4-FFF2-40B4-BE49-F238E27FC236}">
                      <a16:creationId xmlns:a16="http://schemas.microsoft.com/office/drawing/2014/main" id="{03275B4D-562E-987D-D2BF-678872A0CFDD}"/>
                    </a:ext>
                  </a:extLst>
                </p:cNvPr>
                <p:cNvPicPr/>
                <p:nvPr/>
              </p:nvPicPr>
              <p:blipFill>
                <a:blip r:embed="rId169"/>
                <a:stretch>
                  <a:fillRect/>
                </a:stretch>
              </p:blipFill>
              <p:spPr>
                <a:xfrm>
                  <a:off x="1907062" y="289976"/>
                  <a:ext cx="16812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87" name="Ink 86">
                  <a:extLst>
                    <a:ext uri="{FF2B5EF4-FFF2-40B4-BE49-F238E27FC236}">
                      <a16:creationId xmlns:a16="http://schemas.microsoft.com/office/drawing/2014/main" id="{6DFC13C1-F13B-2C23-4386-989DBE47DE41}"/>
                    </a:ext>
                  </a:extLst>
                </p14:cNvPr>
                <p14:cNvContentPartPr/>
                <p14:nvPr/>
              </p14:nvContentPartPr>
              <p14:xfrm>
                <a:off x="2080582" y="303296"/>
                <a:ext cx="297000" cy="109800"/>
              </p14:xfrm>
            </p:contentPart>
          </mc:Choice>
          <mc:Fallback>
            <p:pic>
              <p:nvPicPr>
                <p:cNvPr id="87" name="Ink 86">
                  <a:extLst>
                    <a:ext uri="{FF2B5EF4-FFF2-40B4-BE49-F238E27FC236}">
                      <a16:creationId xmlns:a16="http://schemas.microsoft.com/office/drawing/2014/main" id="{6DFC13C1-F13B-2C23-4386-989DBE47DE41}"/>
                    </a:ext>
                  </a:extLst>
                </p:cNvPr>
                <p:cNvPicPr/>
                <p:nvPr/>
              </p:nvPicPr>
              <p:blipFill>
                <a:blip r:embed="rId171"/>
                <a:stretch>
                  <a:fillRect/>
                </a:stretch>
              </p:blipFill>
              <p:spPr>
                <a:xfrm>
                  <a:off x="2071582" y="294656"/>
                  <a:ext cx="314640" cy="127440"/>
                </a:xfrm>
                <a:prstGeom prst="rect">
                  <a:avLst/>
                </a:prstGeom>
              </p:spPr>
            </p:pic>
          </mc:Fallback>
        </mc:AlternateContent>
      </p:grpSp>
      <p:grpSp>
        <p:nvGrpSpPr>
          <p:cNvPr id="97" name="Group 96">
            <a:extLst>
              <a:ext uri="{FF2B5EF4-FFF2-40B4-BE49-F238E27FC236}">
                <a16:creationId xmlns:a16="http://schemas.microsoft.com/office/drawing/2014/main" id="{289F4F69-F0A5-E33F-B876-001D4C1750B9}"/>
              </a:ext>
            </a:extLst>
          </p:cNvPr>
          <p:cNvGrpSpPr/>
          <p:nvPr/>
        </p:nvGrpSpPr>
        <p:grpSpPr>
          <a:xfrm>
            <a:off x="480022" y="2629616"/>
            <a:ext cx="1619280" cy="290160"/>
            <a:chOff x="480022" y="2629616"/>
            <a:chExt cx="1619280" cy="290160"/>
          </a:xfrm>
        </p:grpSpPr>
        <mc:AlternateContent xmlns:mc="http://schemas.openxmlformats.org/markup-compatibility/2006">
          <mc:Choice xmlns:p14="http://schemas.microsoft.com/office/powerpoint/2010/main" Requires="p14">
            <p:contentPart p14:bwMode="auto" r:id="rId172">
              <p14:nvContentPartPr>
                <p14:cNvPr id="89" name="Ink 88">
                  <a:extLst>
                    <a:ext uri="{FF2B5EF4-FFF2-40B4-BE49-F238E27FC236}">
                      <a16:creationId xmlns:a16="http://schemas.microsoft.com/office/drawing/2014/main" id="{DACF5EB5-3324-B786-6DB5-1C464F19B5B1}"/>
                    </a:ext>
                  </a:extLst>
                </p14:cNvPr>
                <p14:cNvContentPartPr/>
                <p14:nvPr/>
              </p14:nvContentPartPr>
              <p14:xfrm>
                <a:off x="480022" y="2767496"/>
                <a:ext cx="239400" cy="152280"/>
              </p14:xfrm>
            </p:contentPart>
          </mc:Choice>
          <mc:Fallback>
            <p:pic>
              <p:nvPicPr>
                <p:cNvPr id="89" name="Ink 88">
                  <a:extLst>
                    <a:ext uri="{FF2B5EF4-FFF2-40B4-BE49-F238E27FC236}">
                      <a16:creationId xmlns:a16="http://schemas.microsoft.com/office/drawing/2014/main" id="{DACF5EB5-3324-B786-6DB5-1C464F19B5B1}"/>
                    </a:ext>
                  </a:extLst>
                </p:cNvPr>
                <p:cNvPicPr/>
                <p:nvPr/>
              </p:nvPicPr>
              <p:blipFill>
                <a:blip r:embed="rId173"/>
                <a:stretch>
                  <a:fillRect/>
                </a:stretch>
              </p:blipFill>
              <p:spPr>
                <a:xfrm>
                  <a:off x="471382" y="2758856"/>
                  <a:ext cx="2570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90" name="Ink 89">
                  <a:extLst>
                    <a:ext uri="{FF2B5EF4-FFF2-40B4-BE49-F238E27FC236}">
                      <a16:creationId xmlns:a16="http://schemas.microsoft.com/office/drawing/2014/main" id="{92D40EF5-6398-0E72-56E2-CBCFD05142B1}"/>
                    </a:ext>
                  </a:extLst>
                </p14:cNvPr>
                <p14:cNvContentPartPr/>
                <p14:nvPr/>
              </p14:nvContentPartPr>
              <p14:xfrm>
                <a:off x="684502" y="2654096"/>
                <a:ext cx="123840" cy="245880"/>
              </p14:xfrm>
            </p:contentPart>
          </mc:Choice>
          <mc:Fallback>
            <p:pic>
              <p:nvPicPr>
                <p:cNvPr id="90" name="Ink 89">
                  <a:extLst>
                    <a:ext uri="{FF2B5EF4-FFF2-40B4-BE49-F238E27FC236}">
                      <a16:creationId xmlns:a16="http://schemas.microsoft.com/office/drawing/2014/main" id="{92D40EF5-6398-0E72-56E2-CBCFD05142B1}"/>
                    </a:ext>
                  </a:extLst>
                </p:cNvPr>
                <p:cNvPicPr/>
                <p:nvPr/>
              </p:nvPicPr>
              <p:blipFill>
                <a:blip r:embed="rId175"/>
                <a:stretch>
                  <a:fillRect/>
                </a:stretch>
              </p:blipFill>
              <p:spPr>
                <a:xfrm>
                  <a:off x="675862" y="2645096"/>
                  <a:ext cx="14148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91" name="Ink 90">
                  <a:extLst>
                    <a:ext uri="{FF2B5EF4-FFF2-40B4-BE49-F238E27FC236}">
                      <a16:creationId xmlns:a16="http://schemas.microsoft.com/office/drawing/2014/main" id="{A1F7E6C4-DBE7-0D0B-E3F7-D04A120A715C}"/>
                    </a:ext>
                  </a:extLst>
                </p14:cNvPr>
                <p14:cNvContentPartPr/>
                <p14:nvPr/>
              </p14:nvContentPartPr>
              <p14:xfrm>
                <a:off x="666862" y="2808176"/>
                <a:ext cx="193680" cy="16200"/>
              </p14:xfrm>
            </p:contentPart>
          </mc:Choice>
          <mc:Fallback>
            <p:pic>
              <p:nvPicPr>
                <p:cNvPr id="91" name="Ink 90">
                  <a:extLst>
                    <a:ext uri="{FF2B5EF4-FFF2-40B4-BE49-F238E27FC236}">
                      <a16:creationId xmlns:a16="http://schemas.microsoft.com/office/drawing/2014/main" id="{A1F7E6C4-DBE7-0D0B-E3F7-D04A120A715C}"/>
                    </a:ext>
                  </a:extLst>
                </p:cNvPr>
                <p:cNvPicPr/>
                <p:nvPr/>
              </p:nvPicPr>
              <p:blipFill>
                <a:blip r:embed="rId177"/>
                <a:stretch>
                  <a:fillRect/>
                </a:stretch>
              </p:blipFill>
              <p:spPr>
                <a:xfrm>
                  <a:off x="657862" y="2799176"/>
                  <a:ext cx="21132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92" name="Ink 91">
                  <a:extLst>
                    <a:ext uri="{FF2B5EF4-FFF2-40B4-BE49-F238E27FC236}">
                      <a16:creationId xmlns:a16="http://schemas.microsoft.com/office/drawing/2014/main" id="{190B085A-1AE3-7573-6DC0-0E45B79A7014}"/>
                    </a:ext>
                  </a:extLst>
                </p14:cNvPr>
                <p14:cNvContentPartPr/>
                <p14:nvPr/>
              </p14:nvContentPartPr>
              <p14:xfrm>
                <a:off x="887542" y="2783696"/>
                <a:ext cx="197640" cy="86400"/>
              </p14:xfrm>
            </p:contentPart>
          </mc:Choice>
          <mc:Fallback>
            <p:pic>
              <p:nvPicPr>
                <p:cNvPr id="92" name="Ink 91">
                  <a:extLst>
                    <a:ext uri="{FF2B5EF4-FFF2-40B4-BE49-F238E27FC236}">
                      <a16:creationId xmlns:a16="http://schemas.microsoft.com/office/drawing/2014/main" id="{190B085A-1AE3-7573-6DC0-0E45B79A7014}"/>
                    </a:ext>
                  </a:extLst>
                </p:cNvPr>
                <p:cNvPicPr/>
                <p:nvPr/>
              </p:nvPicPr>
              <p:blipFill>
                <a:blip r:embed="rId179"/>
                <a:stretch>
                  <a:fillRect/>
                </a:stretch>
              </p:blipFill>
              <p:spPr>
                <a:xfrm>
                  <a:off x="878542" y="2775056"/>
                  <a:ext cx="21528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93" name="Ink 92">
                  <a:extLst>
                    <a:ext uri="{FF2B5EF4-FFF2-40B4-BE49-F238E27FC236}">
                      <a16:creationId xmlns:a16="http://schemas.microsoft.com/office/drawing/2014/main" id="{08FD0BD4-92C0-058A-CDB1-9EC7EF9A3E0C}"/>
                    </a:ext>
                  </a:extLst>
                </p14:cNvPr>
                <p14:cNvContentPartPr/>
                <p14:nvPr/>
              </p14:nvContentPartPr>
              <p14:xfrm>
                <a:off x="1120822" y="2818256"/>
                <a:ext cx="157320" cy="60480"/>
              </p14:xfrm>
            </p:contentPart>
          </mc:Choice>
          <mc:Fallback>
            <p:pic>
              <p:nvPicPr>
                <p:cNvPr id="93" name="Ink 92">
                  <a:extLst>
                    <a:ext uri="{FF2B5EF4-FFF2-40B4-BE49-F238E27FC236}">
                      <a16:creationId xmlns:a16="http://schemas.microsoft.com/office/drawing/2014/main" id="{08FD0BD4-92C0-058A-CDB1-9EC7EF9A3E0C}"/>
                    </a:ext>
                  </a:extLst>
                </p:cNvPr>
                <p:cNvPicPr/>
                <p:nvPr/>
              </p:nvPicPr>
              <p:blipFill>
                <a:blip r:embed="rId181"/>
                <a:stretch>
                  <a:fillRect/>
                </a:stretch>
              </p:blipFill>
              <p:spPr>
                <a:xfrm>
                  <a:off x="1112182" y="2809616"/>
                  <a:ext cx="17496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94" name="Ink 93">
                  <a:extLst>
                    <a:ext uri="{FF2B5EF4-FFF2-40B4-BE49-F238E27FC236}">
                      <a16:creationId xmlns:a16="http://schemas.microsoft.com/office/drawing/2014/main" id="{C124C3C4-285E-8377-67C1-8F8D1237E40C}"/>
                    </a:ext>
                  </a:extLst>
                </p14:cNvPr>
                <p14:cNvContentPartPr/>
                <p14:nvPr/>
              </p14:nvContentPartPr>
              <p14:xfrm>
                <a:off x="1345102" y="2672096"/>
                <a:ext cx="123480" cy="216360"/>
              </p14:xfrm>
            </p:contentPart>
          </mc:Choice>
          <mc:Fallback>
            <p:pic>
              <p:nvPicPr>
                <p:cNvPr id="94" name="Ink 93">
                  <a:extLst>
                    <a:ext uri="{FF2B5EF4-FFF2-40B4-BE49-F238E27FC236}">
                      <a16:creationId xmlns:a16="http://schemas.microsoft.com/office/drawing/2014/main" id="{C124C3C4-285E-8377-67C1-8F8D1237E40C}"/>
                    </a:ext>
                  </a:extLst>
                </p:cNvPr>
                <p:cNvPicPr/>
                <p:nvPr/>
              </p:nvPicPr>
              <p:blipFill>
                <a:blip r:embed="rId183"/>
                <a:stretch>
                  <a:fillRect/>
                </a:stretch>
              </p:blipFill>
              <p:spPr>
                <a:xfrm>
                  <a:off x="1336102" y="2663456"/>
                  <a:ext cx="14112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95" name="Ink 94">
                  <a:extLst>
                    <a:ext uri="{FF2B5EF4-FFF2-40B4-BE49-F238E27FC236}">
                      <a16:creationId xmlns:a16="http://schemas.microsoft.com/office/drawing/2014/main" id="{FC91F47C-1914-5FA2-E1FC-DAFAE0A10B40}"/>
                    </a:ext>
                  </a:extLst>
                </p14:cNvPr>
                <p14:cNvContentPartPr/>
                <p14:nvPr/>
              </p14:nvContentPartPr>
              <p14:xfrm>
                <a:off x="1566142" y="2788016"/>
                <a:ext cx="270720" cy="114480"/>
              </p14:xfrm>
            </p:contentPart>
          </mc:Choice>
          <mc:Fallback>
            <p:pic>
              <p:nvPicPr>
                <p:cNvPr id="95" name="Ink 94">
                  <a:extLst>
                    <a:ext uri="{FF2B5EF4-FFF2-40B4-BE49-F238E27FC236}">
                      <a16:creationId xmlns:a16="http://schemas.microsoft.com/office/drawing/2014/main" id="{FC91F47C-1914-5FA2-E1FC-DAFAE0A10B40}"/>
                    </a:ext>
                  </a:extLst>
                </p:cNvPr>
                <p:cNvPicPr/>
                <p:nvPr/>
              </p:nvPicPr>
              <p:blipFill>
                <a:blip r:embed="rId185"/>
                <a:stretch>
                  <a:fillRect/>
                </a:stretch>
              </p:blipFill>
              <p:spPr>
                <a:xfrm>
                  <a:off x="1557502" y="2779016"/>
                  <a:ext cx="28836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96" name="Ink 95">
                  <a:extLst>
                    <a:ext uri="{FF2B5EF4-FFF2-40B4-BE49-F238E27FC236}">
                      <a16:creationId xmlns:a16="http://schemas.microsoft.com/office/drawing/2014/main" id="{15D93648-D8F4-749C-8C29-E6E199DCB19E}"/>
                    </a:ext>
                  </a:extLst>
                </p14:cNvPr>
                <p14:cNvContentPartPr/>
                <p14:nvPr/>
              </p14:nvContentPartPr>
              <p14:xfrm>
                <a:off x="1940902" y="2629616"/>
                <a:ext cx="158400" cy="270000"/>
              </p14:xfrm>
            </p:contentPart>
          </mc:Choice>
          <mc:Fallback>
            <p:pic>
              <p:nvPicPr>
                <p:cNvPr id="96" name="Ink 95">
                  <a:extLst>
                    <a:ext uri="{FF2B5EF4-FFF2-40B4-BE49-F238E27FC236}">
                      <a16:creationId xmlns:a16="http://schemas.microsoft.com/office/drawing/2014/main" id="{15D93648-D8F4-749C-8C29-E6E199DCB19E}"/>
                    </a:ext>
                  </a:extLst>
                </p:cNvPr>
                <p:cNvPicPr/>
                <p:nvPr/>
              </p:nvPicPr>
              <p:blipFill>
                <a:blip r:embed="rId187"/>
                <a:stretch>
                  <a:fillRect/>
                </a:stretch>
              </p:blipFill>
              <p:spPr>
                <a:xfrm>
                  <a:off x="1932262" y="2620616"/>
                  <a:ext cx="176040" cy="287640"/>
                </a:xfrm>
                <a:prstGeom prst="rect">
                  <a:avLst/>
                </a:prstGeom>
              </p:spPr>
            </p:pic>
          </mc:Fallback>
        </mc:AlternateContent>
      </p:grpSp>
      <p:grpSp>
        <p:nvGrpSpPr>
          <p:cNvPr id="110" name="Group 109">
            <a:extLst>
              <a:ext uri="{FF2B5EF4-FFF2-40B4-BE49-F238E27FC236}">
                <a16:creationId xmlns:a16="http://schemas.microsoft.com/office/drawing/2014/main" id="{2D46CEE4-613E-7ECF-F035-C939E1D668F9}"/>
              </a:ext>
            </a:extLst>
          </p:cNvPr>
          <p:cNvGrpSpPr/>
          <p:nvPr/>
        </p:nvGrpSpPr>
        <p:grpSpPr>
          <a:xfrm>
            <a:off x="2354182" y="2637896"/>
            <a:ext cx="1960200" cy="418320"/>
            <a:chOff x="2354182" y="2637896"/>
            <a:chExt cx="1960200" cy="418320"/>
          </a:xfrm>
        </p:grpSpPr>
        <mc:AlternateContent xmlns:mc="http://schemas.openxmlformats.org/markup-compatibility/2006">
          <mc:Choice xmlns:p14="http://schemas.microsoft.com/office/powerpoint/2010/main" Requires="p14">
            <p:contentPart p14:bwMode="auto" r:id="rId188">
              <p14:nvContentPartPr>
                <p14:cNvPr id="98" name="Ink 97">
                  <a:extLst>
                    <a:ext uri="{FF2B5EF4-FFF2-40B4-BE49-F238E27FC236}">
                      <a16:creationId xmlns:a16="http://schemas.microsoft.com/office/drawing/2014/main" id="{EFEF17DF-D629-D971-DFFB-27B5A0DF33D8}"/>
                    </a:ext>
                  </a:extLst>
                </p14:cNvPr>
                <p14:cNvContentPartPr/>
                <p14:nvPr/>
              </p14:nvContentPartPr>
              <p14:xfrm>
                <a:off x="2354182" y="2802776"/>
                <a:ext cx="120600" cy="194040"/>
              </p14:xfrm>
            </p:contentPart>
          </mc:Choice>
          <mc:Fallback>
            <p:pic>
              <p:nvPicPr>
                <p:cNvPr id="98" name="Ink 97">
                  <a:extLst>
                    <a:ext uri="{FF2B5EF4-FFF2-40B4-BE49-F238E27FC236}">
                      <a16:creationId xmlns:a16="http://schemas.microsoft.com/office/drawing/2014/main" id="{EFEF17DF-D629-D971-DFFB-27B5A0DF33D8}"/>
                    </a:ext>
                  </a:extLst>
                </p:cNvPr>
                <p:cNvPicPr/>
                <p:nvPr/>
              </p:nvPicPr>
              <p:blipFill>
                <a:blip r:embed="rId189"/>
                <a:stretch>
                  <a:fillRect/>
                </a:stretch>
              </p:blipFill>
              <p:spPr>
                <a:xfrm>
                  <a:off x="2345542" y="2793776"/>
                  <a:ext cx="13824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99" name="Ink 98">
                  <a:extLst>
                    <a:ext uri="{FF2B5EF4-FFF2-40B4-BE49-F238E27FC236}">
                      <a16:creationId xmlns:a16="http://schemas.microsoft.com/office/drawing/2014/main" id="{A305753F-436C-86C6-FC65-20EAC8DA5EA2}"/>
                    </a:ext>
                  </a:extLst>
                </p14:cNvPr>
                <p14:cNvContentPartPr/>
                <p14:nvPr/>
              </p14:nvContentPartPr>
              <p14:xfrm>
                <a:off x="2511502" y="2768936"/>
                <a:ext cx="285120" cy="171720"/>
              </p14:xfrm>
            </p:contentPart>
          </mc:Choice>
          <mc:Fallback>
            <p:pic>
              <p:nvPicPr>
                <p:cNvPr id="99" name="Ink 98">
                  <a:extLst>
                    <a:ext uri="{FF2B5EF4-FFF2-40B4-BE49-F238E27FC236}">
                      <a16:creationId xmlns:a16="http://schemas.microsoft.com/office/drawing/2014/main" id="{A305753F-436C-86C6-FC65-20EAC8DA5EA2}"/>
                    </a:ext>
                  </a:extLst>
                </p:cNvPr>
                <p:cNvPicPr/>
                <p:nvPr/>
              </p:nvPicPr>
              <p:blipFill>
                <a:blip r:embed="rId191"/>
                <a:stretch>
                  <a:fillRect/>
                </a:stretch>
              </p:blipFill>
              <p:spPr>
                <a:xfrm>
                  <a:off x="2502502" y="2759936"/>
                  <a:ext cx="30276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00" name="Ink 99">
                  <a:extLst>
                    <a:ext uri="{FF2B5EF4-FFF2-40B4-BE49-F238E27FC236}">
                      <a16:creationId xmlns:a16="http://schemas.microsoft.com/office/drawing/2014/main" id="{06737DA2-B163-3410-821A-63F401535DA4}"/>
                    </a:ext>
                  </a:extLst>
                </p14:cNvPr>
                <p14:cNvContentPartPr/>
                <p14:nvPr/>
              </p14:nvContentPartPr>
              <p14:xfrm>
                <a:off x="2859262" y="2856056"/>
                <a:ext cx="22320" cy="65160"/>
              </p14:xfrm>
            </p:contentPart>
          </mc:Choice>
          <mc:Fallback>
            <p:pic>
              <p:nvPicPr>
                <p:cNvPr id="100" name="Ink 99">
                  <a:extLst>
                    <a:ext uri="{FF2B5EF4-FFF2-40B4-BE49-F238E27FC236}">
                      <a16:creationId xmlns:a16="http://schemas.microsoft.com/office/drawing/2014/main" id="{06737DA2-B163-3410-821A-63F401535DA4}"/>
                    </a:ext>
                  </a:extLst>
                </p:cNvPr>
                <p:cNvPicPr/>
                <p:nvPr/>
              </p:nvPicPr>
              <p:blipFill>
                <a:blip r:embed="rId193"/>
                <a:stretch>
                  <a:fillRect/>
                </a:stretch>
              </p:blipFill>
              <p:spPr>
                <a:xfrm>
                  <a:off x="2850262" y="2847056"/>
                  <a:ext cx="3996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01" name="Ink 100">
                  <a:extLst>
                    <a:ext uri="{FF2B5EF4-FFF2-40B4-BE49-F238E27FC236}">
                      <a16:creationId xmlns:a16="http://schemas.microsoft.com/office/drawing/2014/main" id="{49C07D81-73E6-3C4D-79EB-CDA5A08B9603}"/>
                    </a:ext>
                  </a:extLst>
                </p14:cNvPr>
                <p14:cNvContentPartPr/>
                <p14:nvPr/>
              </p14:nvContentPartPr>
              <p14:xfrm>
                <a:off x="2796982" y="2736176"/>
                <a:ext cx="20520" cy="31680"/>
              </p14:xfrm>
            </p:contentPart>
          </mc:Choice>
          <mc:Fallback>
            <p:pic>
              <p:nvPicPr>
                <p:cNvPr id="101" name="Ink 100">
                  <a:extLst>
                    <a:ext uri="{FF2B5EF4-FFF2-40B4-BE49-F238E27FC236}">
                      <a16:creationId xmlns:a16="http://schemas.microsoft.com/office/drawing/2014/main" id="{49C07D81-73E6-3C4D-79EB-CDA5A08B9603}"/>
                    </a:ext>
                  </a:extLst>
                </p:cNvPr>
                <p:cNvPicPr/>
                <p:nvPr/>
              </p:nvPicPr>
              <p:blipFill>
                <a:blip r:embed="rId195"/>
                <a:stretch>
                  <a:fillRect/>
                </a:stretch>
              </p:blipFill>
              <p:spPr>
                <a:xfrm>
                  <a:off x="2787982" y="2727536"/>
                  <a:ext cx="3816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02" name="Ink 101">
                  <a:extLst>
                    <a:ext uri="{FF2B5EF4-FFF2-40B4-BE49-F238E27FC236}">
                      <a16:creationId xmlns:a16="http://schemas.microsoft.com/office/drawing/2014/main" id="{9562140A-44D9-1850-65F7-B808B45581B1}"/>
                    </a:ext>
                  </a:extLst>
                </p14:cNvPr>
                <p14:cNvContentPartPr/>
                <p14:nvPr/>
              </p14:nvContentPartPr>
              <p14:xfrm>
                <a:off x="2950342" y="2816456"/>
                <a:ext cx="133200" cy="73080"/>
              </p14:xfrm>
            </p:contentPart>
          </mc:Choice>
          <mc:Fallback>
            <p:pic>
              <p:nvPicPr>
                <p:cNvPr id="102" name="Ink 101">
                  <a:extLst>
                    <a:ext uri="{FF2B5EF4-FFF2-40B4-BE49-F238E27FC236}">
                      <a16:creationId xmlns:a16="http://schemas.microsoft.com/office/drawing/2014/main" id="{9562140A-44D9-1850-65F7-B808B45581B1}"/>
                    </a:ext>
                  </a:extLst>
                </p:cNvPr>
                <p:cNvPicPr/>
                <p:nvPr/>
              </p:nvPicPr>
              <p:blipFill>
                <a:blip r:embed="rId197"/>
                <a:stretch>
                  <a:fillRect/>
                </a:stretch>
              </p:blipFill>
              <p:spPr>
                <a:xfrm>
                  <a:off x="2941342" y="2807816"/>
                  <a:ext cx="15084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03" name="Ink 102">
                  <a:extLst>
                    <a:ext uri="{FF2B5EF4-FFF2-40B4-BE49-F238E27FC236}">
                      <a16:creationId xmlns:a16="http://schemas.microsoft.com/office/drawing/2014/main" id="{B2E164F8-0EC4-FCAD-D02D-5CAB36D89A15}"/>
                    </a:ext>
                  </a:extLst>
                </p14:cNvPr>
                <p14:cNvContentPartPr/>
                <p14:nvPr/>
              </p14:nvContentPartPr>
              <p14:xfrm>
                <a:off x="3158062" y="2637896"/>
                <a:ext cx="136440" cy="270000"/>
              </p14:xfrm>
            </p:contentPart>
          </mc:Choice>
          <mc:Fallback>
            <p:pic>
              <p:nvPicPr>
                <p:cNvPr id="103" name="Ink 102">
                  <a:extLst>
                    <a:ext uri="{FF2B5EF4-FFF2-40B4-BE49-F238E27FC236}">
                      <a16:creationId xmlns:a16="http://schemas.microsoft.com/office/drawing/2014/main" id="{B2E164F8-0EC4-FCAD-D02D-5CAB36D89A15}"/>
                    </a:ext>
                  </a:extLst>
                </p:cNvPr>
                <p:cNvPicPr/>
                <p:nvPr/>
              </p:nvPicPr>
              <p:blipFill>
                <a:blip r:embed="rId199"/>
                <a:stretch>
                  <a:fillRect/>
                </a:stretch>
              </p:blipFill>
              <p:spPr>
                <a:xfrm>
                  <a:off x="3149062" y="2628896"/>
                  <a:ext cx="15408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04" name="Ink 103">
                  <a:extLst>
                    <a:ext uri="{FF2B5EF4-FFF2-40B4-BE49-F238E27FC236}">
                      <a16:creationId xmlns:a16="http://schemas.microsoft.com/office/drawing/2014/main" id="{41EA4F6E-BFAF-B53E-2B92-5C3BBAF8AD7B}"/>
                    </a:ext>
                  </a:extLst>
                </p14:cNvPr>
                <p14:cNvContentPartPr/>
                <p14:nvPr/>
              </p14:nvContentPartPr>
              <p14:xfrm>
                <a:off x="3358222" y="2797736"/>
                <a:ext cx="108360" cy="132120"/>
              </p14:xfrm>
            </p:contentPart>
          </mc:Choice>
          <mc:Fallback>
            <p:pic>
              <p:nvPicPr>
                <p:cNvPr id="104" name="Ink 103">
                  <a:extLst>
                    <a:ext uri="{FF2B5EF4-FFF2-40B4-BE49-F238E27FC236}">
                      <a16:creationId xmlns:a16="http://schemas.microsoft.com/office/drawing/2014/main" id="{41EA4F6E-BFAF-B53E-2B92-5C3BBAF8AD7B}"/>
                    </a:ext>
                  </a:extLst>
                </p:cNvPr>
                <p:cNvPicPr/>
                <p:nvPr/>
              </p:nvPicPr>
              <p:blipFill>
                <a:blip r:embed="rId201"/>
                <a:stretch>
                  <a:fillRect/>
                </a:stretch>
              </p:blipFill>
              <p:spPr>
                <a:xfrm>
                  <a:off x="3349222" y="2788736"/>
                  <a:ext cx="12600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05" name="Ink 104">
                  <a:extLst>
                    <a:ext uri="{FF2B5EF4-FFF2-40B4-BE49-F238E27FC236}">
                      <a16:creationId xmlns:a16="http://schemas.microsoft.com/office/drawing/2014/main" id="{FB6EBAE1-464C-9ADE-197B-6D9389B38E4A}"/>
                    </a:ext>
                  </a:extLst>
                </p14:cNvPr>
                <p14:cNvContentPartPr/>
                <p14:nvPr/>
              </p14:nvContentPartPr>
              <p14:xfrm>
                <a:off x="3510502" y="2814296"/>
                <a:ext cx="171360" cy="241920"/>
              </p14:xfrm>
            </p:contentPart>
          </mc:Choice>
          <mc:Fallback>
            <p:pic>
              <p:nvPicPr>
                <p:cNvPr id="105" name="Ink 104">
                  <a:extLst>
                    <a:ext uri="{FF2B5EF4-FFF2-40B4-BE49-F238E27FC236}">
                      <a16:creationId xmlns:a16="http://schemas.microsoft.com/office/drawing/2014/main" id="{FB6EBAE1-464C-9ADE-197B-6D9389B38E4A}"/>
                    </a:ext>
                  </a:extLst>
                </p:cNvPr>
                <p:cNvPicPr/>
                <p:nvPr/>
              </p:nvPicPr>
              <p:blipFill>
                <a:blip r:embed="rId203"/>
                <a:stretch>
                  <a:fillRect/>
                </a:stretch>
              </p:blipFill>
              <p:spPr>
                <a:xfrm>
                  <a:off x="3501862" y="2805296"/>
                  <a:ext cx="18900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06" name="Ink 105">
                  <a:extLst>
                    <a:ext uri="{FF2B5EF4-FFF2-40B4-BE49-F238E27FC236}">
                      <a16:creationId xmlns:a16="http://schemas.microsoft.com/office/drawing/2014/main" id="{75040A0A-A2F1-E79E-F9DD-CDDD2DD93A46}"/>
                    </a:ext>
                  </a:extLst>
                </p14:cNvPr>
                <p14:cNvContentPartPr/>
                <p14:nvPr/>
              </p14:nvContentPartPr>
              <p14:xfrm>
                <a:off x="3706342" y="2777576"/>
                <a:ext cx="46800" cy="170280"/>
              </p14:xfrm>
            </p:contentPart>
          </mc:Choice>
          <mc:Fallback>
            <p:pic>
              <p:nvPicPr>
                <p:cNvPr id="106" name="Ink 105">
                  <a:extLst>
                    <a:ext uri="{FF2B5EF4-FFF2-40B4-BE49-F238E27FC236}">
                      <a16:creationId xmlns:a16="http://schemas.microsoft.com/office/drawing/2014/main" id="{75040A0A-A2F1-E79E-F9DD-CDDD2DD93A46}"/>
                    </a:ext>
                  </a:extLst>
                </p:cNvPr>
                <p:cNvPicPr/>
                <p:nvPr/>
              </p:nvPicPr>
              <p:blipFill>
                <a:blip r:embed="rId205"/>
                <a:stretch>
                  <a:fillRect/>
                </a:stretch>
              </p:blipFill>
              <p:spPr>
                <a:xfrm>
                  <a:off x="3697342" y="2768936"/>
                  <a:ext cx="6444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07" name="Ink 106">
                  <a:extLst>
                    <a:ext uri="{FF2B5EF4-FFF2-40B4-BE49-F238E27FC236}">
                      <a16:creationId xmlns:a16="http://schemas.microsoft.com/office/drawing/2014/main" id="{219D5E8F-4028-5FF6-F97E-389DAF777B99}"/>
                    </a:ext>
                  </a:extLst>
                </p14:cNvPr>
                <p14:cNvContentPartPr/>
                <p14:nvPr/>
              </p14:nvContentPartPr>
              <p14:xfrm>
                <a:off x="3845302" y="2792696"/>
                <a:ext cx="114840" cy="100080"/>
              </p14:xfrm>
            </p:contentPart>
          </mc:Choice>
          <mc:Fallback>
            <p:pic>
              <p:nvPicPr>
                <p:cNvPr id="107" name="Ink 106">
                  <a:extLst>
                    <a:ext uri="{FF2B5EF4-FFF2-40B4-BE49-F238E27FC236}">
                      <a16:creationId xmlns:a16="http://schemas.microsoft.com/office/drawing/2014/main" id="{219D5E8F-4028-5FF6-F97E-389DAF777B99}"/>
                    </a:ext>
                  </a:extLst>
                </p:cNvPr>
                <p:cNvPicPr/>
                <p:nvPr/>
              </p:nvPicPr>
              <p:blipFill>
                <a:blip r:embed="rId207"/>
                <a:stretch>
                  <a:fillRect/>
                </a:stretch>
              </p:blipFill>
              <p:spPr>
                <a:xfrm>
                  <a:off x="3836302" y="2784056"/>
                  <a:ext cx="13248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08" name="Ink 107">
                  <a:extLst>
                    <a:ext uri="{FF2B5EF4-FFF2-40B4-BE49-F238E27FC236}">
                      <a16:creationId xmlns:a16="http://schemas.microsoft.com/office/drawing/2014/main" id="{6E00EDD6-23EB-6F93-4FCB-D62E4484F17B}"/>
                    </a:ext>
                  </a:extLst>
                </p14:cNvPr>
                <p14:cNvContentPartPr/>
                <p14:nvPr/>
              </p14:nvContentPartPr>
              <p14:xfrm>
                <a:off x="3923422" y="2839136"/>
                <a:ext cx="80280" cy="86040"/>
              </p14:xfrm>
            </p:contentPart>
          </mc:Choice>
          <mc:Fallback>
            <p:pic>
              <p:nvPicPr>
                <p:cNvPr id="108" name="Ink 107">
                  <a:extLst>
                    <a:ext uri="{FF2B5EF4-FFF2-40B4-BE49-F238E27FC236}">
                      <a16:creationId xmlns:a16="http://schemas.microsoft.com/office/drawing/2014/main" id="{6E00EDD6-23EB-6F93-4FCB-D62E4484F17B}"/>
                    </a:ext>
                  </a:extLst>
                </p:cNvPr>
                <p:cNvPicPr/>
                <p:nvPr/>
              </p:nvPicPr>
              <p:blipFill>
                <a:blip r:embed="rId209"/>
                <a:stretch>
                  <a:fillRect/>
                </a:stretch>
              </p:blipFill>
              <p:spPr>
                <a:xfrm>
                  <a:off x="3914422" y="2830496"/>
                  <a:ext cx="9792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09" name="Ink 108">
                  <a:extLst>
                    <a:ext uri="{FF2B5EF4-FFF2-40B4-BE49-F238E27FC236}">
                      <a16:creationId xmlns:a16="http://schemas.microsoft.com/office/drawing/2014/main" id="{C650CBE6-FF95-C817-2386-3126D46D517C}"/>
                    </a:ext>
                  </a:extLst>
                </p14:cNvPr>
                <p14:cNvContentPartPr/>
                <p14:nvPr/>
              </p14:nvContentPartPr>
              <p14:xfrm>
                <a:off x="4047262" y="2798096"/>
                <a:ext cx="267120" cy="116280"/>
              </p14:xfrm>
            </p:contentPart>
          </mc:Choice>
          <mc:Fallback>
            <p:pic>
              <p:nvPicPr>
                <p:cNvPr id="109" name="Ink 108">
                  <a:extLst>
                    <a:ext uri="{FF2B5EF4-FFF2-40B4-BE49-F238E27FC236}">
                      <a16:creationId xmlns:a16="http://schemas.microsoft.com/office/drawing/2014/main" id="{C650CBE6-FF95-C817-2386-3126D46D517C}"/>
                    </a:ext>
                  </a:extLst>
                </p:cNvPr>
                <p:cNvPicPr/>
                <p:nvPr/>
              </p:nvPicPr>
              <p:blipFill>
                <a:blip r:embed="rId211"/>
                <a:stretch>
                  <a:fillRect/>
                </a:stretch>
              </p:blipFill>
              <p:spPr>
                <a:xfrm>
                  <a:off x="4038262" y="2789096"/>
                  <a:ext cx="284760" cy="133920"/>
                </a:xfrm>
                <a:prstGeom prst="rect">
                  <a:avLst/>
                </a:prstGeom>
              </p:spPr>
            </p:pic>
          </mc:Fallback>
        </mc:AlternateContent>
      </p:grpSp>
      <p:grpSp>
        <p:nvGrpSpPr>
          <p:cNvPr id="123" name="Group 122">
            <a:extLst>
              <a:ext uri="{FF2B5EF4-FFF2-40B4-BE49-F238E27FC236}">
                <a16:creationId xmlns:a16="http://schemas.microsoft.com/office/drawing/2014/main" id="{A54D2FDF-8D30-6377-D0C6-D2E3B8446ED9}"/>
              </a:ext>
            </a:extLst>
          </p:cNvPr>
          <p:cNvGrpSpPr/>
          <p:nvPr/>
        </p:nvGrpSpPr>
        <p:grpSpPr>
          <a:xfrm>
            <a:off x="610342" y="3584696"/>
            <a:ext cx="1387440" cy="497520"/>
            <a:chOff x="610342" y="3584696"/>
            <a:chExt cx="1387440" cy="497520"/>
          </a:xfrm>
        </p:grpSpPr>
        <mc:AlternateContent xmlns:mc="http://schemas.openxmlformats.org/markup-compatibility/2006">
          <mc:Choice xmlns:p14="http://schemas.microsoft.com/office/powerpoint/2010/main" Requires="p14">
            <p:contentPart p14:bwMode="auto" r:id="rId212">
              <p14:nvContentPartPr>
                <p14:cNvPr id="111" name="Ink 110">
                  <a:extLst>
                    <a:ext uri="{FF2B5EF4-FFF2-40B4-BE49-F238E27FC236}">
                      <a16:creationId xmlns:a16="http://schemas.microsoft.com/office/drawing/2014/main" id="{0B0123E0-52FD-B09E-8C8F-C4E9DF9AD552}"/>
                    </a:ext>
                  </a:extLst>
                </p14:cNvPr>
                <p14:cNvContentPartPr/>
                <p14:nvPr/>
              </p14:nvContentPartPr>
              <p14:xfrm>
                <a:off x="753982" y="3739136"/>
                <a:ext cx="33120" cy="178200"/>
              </p14:xfrm>
            </p:contentPart>
          </mc:Choice>
          <mc:Fallback>
            <p:pic>
              <p:nvPicPr>
                <p:cNvPr id="111" name="Ink 110">
                  <a:extLst>
                    <a:ext uri="{FF2B5EF4-FFF2-40B4-BE49-F238E27FC236}">
                      <a16:creationId xmlns:a16="http://schemas.microsoft.com/office/drawing/2014/main" id="{0B0123E0-52FD-B09E-8C8F-C4E9DF9AD552}"/>
                    </a:ext>
                  </a:extLst>
                </p:cNvPr>
                <p:cNvPicPr/>
                <p:nvPr/>
              </p:nvPicPr>
              <p:blipFill>
                <a:blip r:embed="rId213"/>
                <a:stretch>
                  <a:fillRect/>
                </a:stretch>
              </p:blipFill>
              <p:spPr>
                <a:xfrm>
                  <a:off x="744982" y="3730136"/>
                  <a:ext cx="5076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12" name="Ink 111">
                  <a:extLst>
                    <a:ext uri="{FF2B5EF4-FFF2-40B4-BE49-F238E27FC236}">
                      <a16:creationId xmlns:a16="http://schemas.microsoft.com/office/drawing/2014/main" id="{2D778226-E8A5-BAEE-F46D-B8A84F5B85B8}"/>
                    </a:ext>
                  </a:extLst>
                </p14:cNvPr>
                <p14:cNvContentPartPr/>
                <p14:nvPr/>
              </p14:nvContentPartPr>
              <p14:xfrm>
                <a:off x="610342" y="3666776"/>
                <a:ext cx="277920" cy="167040"/>
              </p14:xfrm>
            </p:contentPart>
          </mc:Choice>
          <mc:Fallback>
            <p:pic>
              <p:nvPicPr>
                <p:cNvPr id="112" name="Ink 111">
                  <a:extLst>
                    <a:ext uri="{FF2B5EF4-FFF2-40B4-BE49-F238E27FC236}">
                      <a16:creationId xmlns:a16="http://schemas.microsoft.com/office/drawing/2014/main" id="{2D778226-E8A5-BAEE-F46D-B8A84F5B85B8}"/>
                    </a:ext>
                  </a:extLst>
                </p:cNvPr>
                <p:cNvPicPr/>
                <p:nvPr/>
              </p:nvPicPr>
              <p:blipFill>
                <a:blip r:embed="rId215"/>
                <a:stretch>
                  <a:fillRect/>
                </a:stretch>
              </p:blipFill>
              <p:spPr>
                <a:xfrm>
                  <a:off x="601702" y="3657776"/>
                  <a:ext cx="29556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13" name="Ink 112">
                  <a:extLst>
                    <a:ext uri="{FF2B5EF4-FFF2-40B4-BE49-F238E27FC236}">
                      <a16:creationId xmlns:a16="http://schemas.microsoft.com/office/drawing/2014/main" id="{68F5A5E7-2568-7573-9A44-C4C90BF1FF15}"/>
                    </a:ext>
                  </a:extLst>
                </p14:cNvPr>
                <p14:cNvContentPartPr/>
                <p14:nvPr/>
              </p14:nvContentPartPr>
              <p14:xfrm>
                <a:off x="865582" y="3945416"/>
                <a:ext cx="42480" cy="136800"/>
              </p14:xfrm>
            </p:contentPart>
          </mc:Choice>
          <mc:Fallback>
            <p:pic>
              <p:nvPicPr>
                <p:cNvPr id="113" name="Ink 112">
                  <a:extLst>
                    <a:ext uri="{FF2B5EF4-FFF2-40B4-BE49-F238E27FC236}">
                      <a16:creationId xmlns:a16="http://schemas.microsoft.com/office/drawing/2014/main" id="{68F5A5E7-2568-7573-9A44-C4C90BF1FF15}"/>
                    </a:ext>
                  </a:extLst>
                </p:cNvPr>
                <p:cNvPicPr/>
                <p:nvPr/>
              </p:nvPicPr>
              <p:blipFill>
                <a:blip r:embed="rId217"/>
                <a:stretch>
                  <a:fillRect/>
                </a:stretch>
              </p:blipFill>
              <p:spPr>
                <a:xfrm>
                  <a:off x="856582" y="3936776"/>
                  <a:ext cx="6012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14" name="Ink 113">
                  <a:extLst>
                    <a:ext uri="{FF2B5EF4-FFF2-40B4-BE49-F238E27FC236}">
                      <a16:creationId xmlns:a16="http://schemas.microsoft.com/office/drawing/2014/main" id="{00D4D121-DB58-E665-294F-30D21559D56E}"/>
                    </a:ext>
                  </a:extLst>
                </p14:cNvPr>
                <p14:cNvContentPartPr/>
                <p14:nvPr/>
              </p14:nvContentPartPr>
              <p14:xfrm>
                <a:off x="818062" y="3955856"/>
                <a:ext cx="103680" cy="58680"/>
              </p14:xfrm>
            </p:contentPart>
          </mc:Choice>
          <mc:Fallback>
            <p:pic>
              <p:nvPicPr>
                <p:cNvPr id="114" name="Ink 113">
                  <a:extLst>
                    <a:ext uri="{FF2B5EF4-FFF2-40B4-BE49-F238E27FC236}">
                      <a16:creationId xmlns:a16="http://schemas.microsoft.com/office/drawing/2014/main" id="{00D4D121-DB58-E665-294F-30D21559D56E}"/>
                    </a:ext>
                  </a:extLst>
                </p:cNvPr>
                <p:cNvPicPr/>
                <p:nvPr/>
              </p:nvPicPr>
              <p:blipFill>
                <a:blip r:embed="rId219"/>
                <a:stretch>
                  <a:fillRect/>
                </a:stretch>
              </p:blipFill>
              <p:spPr>
                <a:xfrm>
                  <a:off x="809422" y="3946856"/>
                  <a:ext cx="12132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15" name="Ink 114">
                  <a:extLst>
                    <a:ext uri="{FF2B5EF4-FFF2-40B4-BE49-F238E27FC236}">
                      <a16:creationId xmlns:a16="http://schemas.microsoft.com/office/drawing/2014/main" id="{C9F3F643-790F-E823-6620-A9E3CB3B9D7F}"/>
                    </a:ext>
                  </a:extLst>
                </p14:cNvPr>
                <p14:cNvContentPartPr/>
                <p14:nvPr/>
              </p14:nvContentPartPr>
              <p14:xfrm>
                <a:off x="959902" y="3947576"/>
                <a:ext cx="146160" cy="111960"/>
              </p14:xfrm>
            </p:contentPart>
          </mc:Choice>
          <mc:Fallback>
            <p:pic>
              <p:nvPicPr>
                <p:cNvPr id="115" name="Ink 114">
                  <a:extLst>
                    <a:ext uri="{FF2B5EF4-FFF2-40B4-BE49-F238E27FC236}">
                      <a16:creationId xmlns:a16="http://schemas.microsoft.com/office/drawing/2014/main" id="{C9F3F643-790F-E823-6620-A9E3CB3B9D7F}"/>
                    </a:ext>
                  </a:extLst>
                </p:cNvPr>
                <p:cNvPicPr/>
                <p:nvPr/>
              </p:nvPicPr>
              <p:blipFill>
                <a:blip r:embed="rId221"/>
                <a:stretch>
                  <a:fillRect/>
                </a:stretch>
              </p:blipFill>
              <p:spPr>
                <a:xfrm>
                  <a:off x="951262" y="3938936"/>
                  <a:ext cx="16380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16" name="Ink 115">
                  <a:extLst>
                    <a:ext uri="{FF2B5EF4-FFF2-40B4-BE49-F238E27FC236}">
                      <a16:creationId xmlns:a16="http://schemas.microsoft.com/office/drawing/2014/main" id="{60893649-F237-D7E2-8916-A266EFA19594}"/>
                    </a:ext>
                  </a:extLst>
                </p14:cNvPr>
                <p14:cNvContentPartPr/>
                <p14:nvPr/>
              </p14:nvContentPartPr>
              <p14:xfrm>
                <a:off x="1096342" y="3969176"/>
                <a:ext cx="103320" cy="71640"/>
              </p14:xfrm>
            </p:contentPart>
          </mc:Choice>
          <mc:Fallback>
            <p:pic>
              <p:nvPicPr>
                <p:cNvPr id="116" name="Ink 115">
                  <a:extLst>
                    <a:ext uri="{FF2B5EF4-FFF2-40B4-BE49-F238E27FC236}">
                      <a16:creationId xmlns:a16="http://schemas.microsoft.com/office/drawing/2014/main" id="{60893649-F237-D7E2-8916-A266EFA19594}"/>
                    </a:ext>
                  </a:extLst>
                </p:cNvPr>
                <p:cNvPicPr/>
                <p:nvPr/>
              </p:nvPicPr>
              <p:blipFill>
                <a:blip r:embed="rId223"/>
                <a:stretch>
                  <a:fillRect/>
                </a:stretch>
              </p:blipFill>
              <p:spPr>
                <a:xfrm>
                  <a:off x="1087702" y="3960536"/>
                  <a:ext cx="12096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17" name="Ink 116">
                  <a:extLst>
                    <a:ext uri="{FF2B5EF4-FFF2-40B4-BE49-F238E27FC236}">
                      <a16:creationId xmlns:a16="http://schemas.microsoft.com/office/drawing/2014/main" id="{AED55028-4C22-A206-7AD8-C9C703D023E7}"/>
                    </a:ext>
                  </a:extLst>
                </p14:cNvPr>
                <p14:cNvContentPartPr/>
                <p14:nvPr/>
              </p14:nvContentPartPr>
              <p14:xfrm>
                <a:off x="1167982" y="3584696"/>
                <a:ext cx="213120" cy="392760"/>
              </p14:xfrm>
            </p:contentPart>
          </mc:Choice>
          <mc:Fallback>
            <p:pic>
              <p:nvPicPr>
                <p:cNvPr id="117" name="Ink 116">
                  <a:extLst>
                    <a:ext uri="{FF2B5EF4-FFF2-40B4-BE49-F238E27FC236}">
                      <a16:creationId xmlns:a16="http://schemas.microsoft.com/office/drawing/2014/main" id="{AED55028-4C22-A206-7AD8-C9C703D023E7}"/>
                    </a:ext>
                  </a:extLst>
                </p:cNvPr>
                <p:cNvPicPr/>
                <p:nvPr/>
              </p:nvPicPr>
              <p:blipFill>
                <a:blip r:embed="rId225"/>
                <a:stretch>
                  <a:fillRect/>
                </a:stretch>
              </p:blipFill>
              <p:spPr>
                <a:xfrm>
                  <a:off x="1159342" y="3576056"/>
                  <a:ext cx="230760" cy="4104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18" name="Ink 117">
                  <a:extLst>
                    <a:ext uri="{FF2B5EF4-FFF2-40B4-BE49-F238E27FC236}">
                      <a16:creationId xmlns:a16="http://schemas.microsoft.com/office/drawing/2014/main" id="{0EC783FE-A9AA-7205-DF6E-1A36C0AA462A}"/>
                    </a:ext>
                  </a:extLst>
                </p14:cNvPr>
                <p14:cNvContentPartPr/>
                <p14:nvPr/>
              </p14:nvContentPartPr>
              <p14:xfrm>
                <a:off x="1368142" y="3669656"/>
                <a:ext cx="86040" cy="242640"/>
              </p14:xfrm>
            </p:contentPart>
          </mc:Choice>
          <mc:Fallback>
            <p:pic>
              <p:nvPicPr>
                <p:cNvPr id="118" name="Ink 117">
                  <a:extLst>
                    <a:ext uri="{FF2B5EF4-FFF2-40B4-BE49-F238E27FC236}">
                      <a16:creationId xmlns:a16="http://schemas.microsoft.com/office/drawing/2014/main" id="{0EC783FE-A9AA-7205-DF6E-1A36C0AA462A}"/>
                    </a:ext>
                  </a:extLst>
                </p:cNvPr>
                <p:cNvPicPr/>
                <p:nvPr/>
              </p:nvPicPr>
              <p:blipFill>
                <a:blip r:embed="rId227"/>
                <a:stretch>
                  <a:fillRect/>
                </a:stretch>
              </p:blipFill>
              <p:spPr>
                <a:xfrm>
                  <a:off x="1359502" y="3661016"/>
                  <a:ext cx="10368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19" name="Ink 118">
                  <a:extLst>
                    <a:ext uri="{FF2B5EF4-FFF2-40B4-BE49-F238E27FC236}">
                      <a16:creationId xmlns:a16="http://schemas.microsoft.com/office/drawing/2014/main" id="{25FFEE53-854C-3B1B-7F9A-4C44037CA9CC}"/>
                    </a:ext>
                  </a:extLst>
                </p14:cNvPr>
                <p14:cNvContentPartPr/>
                <p14:nvPr/>
              </p14:nvContentPartPr>
              <p14:xfrm>
                <a:off x="1429342" y="3801416"/>
                <a:ext cx="163080" cy="89280"/>
              </p14:xfrm>
            </p:contentPart>
          </mc:Choice>
          <mc:Fallback>
            <p:pic>
              <p:nvPicPr>
                <p:cNvPr id="119" name="Ink 118">
                  <a:extLst>
                    <a:ext uri="{FF2B5EF4-FFF2-40B4-BE49-F238E27FC236}">
                      <a16:creationId xmlns:a16="http://schemas.microsoft.com/office/drawing/2014/main" id="{25FFEE53-854C-3B1B-7F9A-4C44037CA9CC}"/>
                    </a:ext>
                  </a:extLst>
                </p:cNvPr>
                <p:cNvPicPr/>
                <p:nvPr/>
              </p:nvPicPr>
              <p:blipFill>
                <a:blip r:embed="rId229"/>
                <a:stretch>
                  <a:fillRect/>
                </a:stretch>
              </p:blipFill>
              <p:spPr>
                <a:xfrm>
                  <a:off x="1420702" y="3792776"/>
                  <a:ext cx="18072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20" name="Ink 119">
                  <a:extLst>
                    <a:ext uri="{FF2B5EF4-FFF2-40B4-BE49-F238E27FC236}">
                      <a16:creationId xmlns:a16="http://schemas.microsoft.com/office/drawing/2014/main" id="{FF48C711-576B-4522-86EE-B84B3246054C}"/>
                    </a:ext>
                  </a:extLst>
                </p14:cNvPr>
                <p14:cNvContentPartPr/>
                <p14:nvPr/>
              </p14:nvContentPartPr>
              <p14:xfrm>
                <a:off x="1543822" y="3637616"/>
                <a:ext cx="145440" cy="326520"/>
              </p14:xfrm>
            </p:contentPart>
          </mc:Choice>
          <mc:Fallback>
            <p:pic>
              <p:nvPicPr>
                <p:cNvPr id="120" name="Ink 119">
                  <a:extLst>
                    <a:ext uri="{FF2B5EF4-FFF2-40B4-BE49-F238E27FC236}">
                      <a16:creationId xmlns:a16="http://schemas.microsoft.com/office/drawing/2014/main" id="{FF48C711-576B-4522-86EE-B84B3246054C}"/>
                    </a:ext>
                  </a:extLst>
                </p:cNvPr>
                <p:cNvPicPr/>
                <p:nvPr/>
              </p:nvPicPr>
              <p:blipFill>
                <a:blip r:embed="rId231"/>
                <a:stretch>
                  <a:fillRect/>
                </a:stretch>
              </p:blipFill>
              <p:spPr>
                <a:xfrm>
                  <a:off x="1535182" y="3628616"/>
                  <a:ext cx="163080" cy="3441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21" name="Ink 120">
                  <a:extLst>
                    <a:ext uri="{FF2B5EF4-FFF2-40B4-BE49-F238E27FC236}">
                      <a16:creationId xmlns:a16="http://schemas.microsoft.com/office/drawing/2014/main" id="{6AF49568-8CC6-6F78-C817-A316C9BFEA0B}"/>
                    </a:ext>
                  </a:extLst>
                </p14:cNvPr>
                <p14:cNvContentPartPr/>
                <p14:nvPr/>
              </p14:nvContentPartPr>
              <p14:xfrm>
                <a:off x="1823542" y="3835976"/>
                <a:ext cx="174240" cy="13320"/>
              </p14:xfrm>
            </p:contentPart>
          </mc:Choice>
          <mc:Fallback>
            <p:pic>
              <p:nvPicPr>
                <p:cNvPr id="121" name="Ink 120">
                  <a:extLst>
                    <a:ext uri="{FF2B5EF4-FFF2-40B4-BE49-F238E27FC236}">
                      <a16:creationId xmlns:a16="http://schemas.microsoft.com/office/drawing/2014/main" id="{6AF49568-8CC6-6F78-C817-A316C9BFEA0B}"/>
                    </a:ext>
                  </a:extLst>
                </p:cNvPr>
                <p:cNvPicPr/>
                <p:nvPr/>
              </p:nvPicPr>
              <p:blipFill>
                <a:blip r:embed="rId233"/>
                <a:stretch>
                  <a:fillRect/>
                </a:stretch>
              </p:blipFill>
              <p:spPr>
                <a:xfrm>
                  <a:off x="1814902" y="3827336"/>
                  <a:ext cx="19188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22" name="Ink 121">
                  <a:extLst>
                    <a:ext uri="{FF2B5EF4-FFF2-40B4-BE49-F238E27FC236}">
                      <a16:creationId xmlns:a16="http://schemas.microsoft.com/office/drawing/2014/main" id="{D9378608-22AC-3366-1A16-9B833DB976DF}"/>
                    </a:ext>
                  </a:extLst>
                </p14:cNvPr>
                <p14:cNvContentPartPr/>
                <p14:nvPr/>
              </p14:nvContentPartPr>
              <p14:xfrm>
                <a:off x="1799782" y="3787736"/>
                <a:ext cx="106560" cy="11160"/>
              </p14:xfrm>
            </p:contentPart>
          </mc:Choice>
          <mc:Fallback>
            <p:pic>
              <p:nvPicPr>
                <p:cNvPr id="122" name="Ink 121">
                  <a:extLst>
                    <a:ext uri="{FF2B5EF4-FFF2-40B4-BE49-F238E27FC236}">
                      <a16:creationId xmlns:a16="http://schemas.microsoft.com/office/drawing/2014/main" id="{D9378608-22AC-3366-1A16-9B833DB976DF}"/>
                    </a:ext>
                  </a:extLst>
                </p:cNvPr>
                <p:cNvPicPr/>
                <p:nvPr/>
              </p:nvPicPr>
              <p:blipFill>
                <a:blip r:embed="rId235"/>
                <a:stretch>
                  <a:fillRect/>
                </a:stretch>
              </p:blipFill>
              <p:spPr>
                <a:xfrm>
                  <a:off x="1791142" y="3778736"/>
                  <a:ext cx="124200" cy="28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6">
            <p14:nvContentPartPr>
              <p14:cNvPr id="128" name="Ink 127">
                <a:extLst>
                  <a:ext uri="{FF2B5EF4-FFF2-40B4-BE49-F238E27FC236}">
                    <a16:creationId xmlns:a16="http://schemas.microsoft.com/office/drawing/2014/main" id="{1EFA56D9-36B6-B1E1-D211-16D648954675}"/>
                  </a:ext>
                </a:extLst>
              </p14:cNvPr>
              <p14:cNvContentPartPr/>
              <p14:nvPr/>
            </p14:nvContentPartPr>
            <p14:xfrm>
              <a:off x="2748382" y="3580376"/>
              <a:ext cx="34200" cy="13680"/>
            </p14:xfrm>
          </p:contentPart>
        </mc:Choice>
        <mc:Fallback>
          <p:pic>
            <p:nvPicPr>
              <p:cNvPr id="128" name="Ink 127">
                <a:extLst>
                  <a:ext uri="{FF2B5EF4-FFF2-40B4-BE49-F238E27FC236}">
                    <a16:creationId xmlns:a16="http://schemas.microsoft.com/office/drawing/2014/main" id="{1EFA56D9-36B6-B1E1-D211-16D648954675}"/>
                  </a:ext>
                </a:extLst>
              </p:cNvPr>
              <p:cNvPicPr/>
              <p:nvPr/>
            </p:nvPicPr>
            <p:blipFill>
              <a:blip r:embed="rId237"/>
              <a:stretch>
                <a:fillRect/>
              </a:stretch>
            </p:blipFill>
            <p:spPr>
              <a:xfrm>
                <a:off x="2739382" y="3571376"/>
                <a:ext cx="5184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29" name="Ink 128">
                <a:extLst>
                  <a:ext uri="{FF2B5EF4-FFF2-40B4-BE49-F238E27FC236}">
                    <a16:creationId xmlns:a16="http://schemas.microsoft.com/office/drawing/2014/main" id="{C51DFDEC-8124-CAC5-3D25-E53C8263AF9A}"/>
                  </a:ext>
                </a:extLst>
              </p14:cNvPr>
              <p14:cNvContentPartPr/>
              <p14:nvPr/>
            </p14:nvContentPartPr>
            <p14:xfrm>
              <a:off x="2685382" y="3624296"/>
              <a:ext cx="416880" cy="301680"/>
            </p14:xfrm>
          </p:contentPart>
        </mc:Choice>
        <mc:Fallback>
          <p:pic>
            <p:nvPicPr>
              <p:cNvPr id="129" name="Ink 128">
                <a:extLst>
                  <a:ext uri="{FF2B5EF4-FFF2-40B4-BE49-F238E27FC236}">
                    <a16:creationId xmlns:a16="http://schemas.microsoft.com/office/drawing/2014/main" id="{C51DFDEC-8124-CAC5-3D25-E53C8263AF9A}"/>
                  </a:ext>
                </a:extLst>
              </p:cNvPr>
              <p:cNvPicPr/>
              <p:nvPr/>
            </p:nvPicPr>
            <p:blipFill>
              <a:blip r:embed="rId239"/>
              <a:stretch>
                <a:fillRect/>
              </a:stretch>
            </p:blipFill>
            <p:spPr>
              <a:xfrm>
                <a:off x="2676382" y="3615656"/>
                <a:ext cx="434520" cy="319320"/>
              </a:xfrm>
              <a:prstGeom prst="rect">
                <a:avLst/>
              </a:prstGeom>
            </p:spPr>
          </p:pic>
        </mc:Fallback>
      </mc:AlternateContent>
      <p:grpSp>
        <p:nvGrpSpPr>
          <p:cNvPr id="134" name="Group 133">
            <a:extLst>
              <a:ext uri="{FF2B5EF4-FFF2-40B4-BE49-F238E27FC236}">
                <a16:creationId xmlns:a16="http://schemas.microsoft.com/office/drawing/2014/main" id="{2AAAF0B0-5876-786C-22BD-E9DB8750834A}"/>
              </a:ext>
            </a:extLst>
          </p:cNvPr>
          <p:cNvGrpSpPr/>
          <p:nvPr/>
        </p:nvGrpSpPr>
        <p:grpSpPr>
          <a:xfrm>
            <a:off x="2732182" y="4075016"/>
            <a:ext cx="464040" cy="106200"/>
            <a:chOff x="2732182" y="4075016"/>
            <a:chExt cx="464040" cy="106200"/>
          </a:xfrm>
        </p:grpSpPr>
        <mc:AlternateContent xmlns:mc="http://schemas.openxmlformats.org/markup-compatibility/2006">
          <mc:Choice xmlns:p14="http://schemas.microsoft.com/office/powerpoint/2010/main" Requires="p14">
            <p:contentPart p14:bwMode="auto" r:id="rId240">
              <p14:nvContentPartPr>
                <p14:cNvPr id="130" name="Ink 129">
                  <a:extLst>
                    <a:ext uri="{FF2B5EF4-FFF2-40B4-BE49-F238E27FC236}">
                      <a16:creationId xmlns:a16="http://schemas.microsoft.com/office/drawing/2014/main" id="{107149E0-D123-DB8C-CA54-3E392945F2EE}"/>
                    </a:ext>
                  </a:extLst>
                </p14:cNvPr>
                <p14:cNvContentPartPr/>
                <p14:nvPr/>
              </p14:nvContentPartPr>
              <p14:xfrm>
                <a:off x="2732182" y="4108856"/>
                <a:ext cx="149400" cy="72360"/>
              </p14:xfrm>
            </p:contentPart>
          </mc:Choice>
          <mc:Fallback>
            <p:pic>
              <p:nvPicPr>
                <p:cNvPr id="130" name="Ink 129">
                  <a:extLst>
                    <a:ext uri="{FF2B5EF4-FFF2-40B4-BE49-F238E27FC236}">
                      <a16:creationId xmlns:a16="http://schemas.microsoft.com/office/drawing/2014/main" id="{107149E0-D123-DB8C-CA54-3E392945F2EE}"/>
                    </a:ext>
                  </a:extLst>
                </p:cNvPr>
                <p:cNvPicPr/>
                <p:nvPr/>
              </p:nvPicPr>
              <p:blipFill>
                <a:blip r:embed="rId241"/>
                <a:stretch>
                  <a:fillRect/>
                </a:stretch>
              </p:blipFill>
              <p:spPr>
                <a:xfrm>
                  <a:off x="2723182" y="4099856"/>
                  <a:ext cx="16704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31" name="Ink 130">
                  <a:extLst>
                    <a:ext uri="{FF2B5EF4-FFF2-40B4-BE49-F238E27FC236}">
                      <a16:creationId xmlns:a16="http://schemas.microsoft.com/office/drawing/2014/main" id="{6CC2FA8C-D84E-F70D-6142-EBB118DD1391}"/>
                    </a:ext>
                  </a:extLst>
                </p14:cNvPr>
                <p14:cNvContentPartPr/>
                <p14:nvPr/>
              </p14:nvContentPartPr>
              <p14:xfrm>
                <a:off x="2945662" y="4158176"/>
                <a:ext cx="95760" cy="19440"/>
              </p14:xfrm>
            </p:contentPart>
          </mc:Choice>
          <mc:Fallback>
            <p:pic>
              <p:nvPicPr>
                <p:cNvPr id="131" name="Ink 130">
                  <a:extLst>
                    <a:ext uri="{FF2B5EF4-FFF2-40B4-BE49-F238E27FC236}">
                      <a16:creationId xmlns:a16="http://schemas.microsoft.com/office/drawing/2014/main" id="{6CC2FA8C-D84E-F70D-6142-EBB118DD1391}"/>
                    </a:ext>
                  </a:extLst>
                </p:cNvPr>
                <p:cNvPicPr/>
                <p:nvPr/>
              </p:nvPicPr>
              <p:blipFill>
                <a:blip r:embed="rId243"/>
                <a:stretch>
                  <a:fillRect/>
                </a:stretch>
              </p:blipFill>
              <p:spPr>
                <a:xfrm>
                  <a:off x="2936662" y="4149176"/>
                  <a:ext cx="11340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32" name="Ink 131">
                  <a:extLst>
                    <a:ext uri="{FF2B5EF4-FFF2-40B4-BE49-F238E27FC236}">
                      <a16:creationId xmlns:a16="http://schemas.microsoft.com/office/drawing/2014/main" id="{AF5EC783-1732-52AA-B6C2-3ECD9A088FFB}"/>
                    </a:ext>
                  </a:extLst>
                </p14:cNvPr>
                <p14:cNvContentPartPr/>
                <p14:nvPr/>
              </p14:nvContentPartPr>
              <p14:xfrm>
                <a:off x="2909662" y="4081136"/>
                <a:ext cx="122040" cy="27000"/>
              </p14:xfrm>
            </p:contentPart>
          </mc:Choice>
          <mc:Fallback>
            <p:pic>
              <p:nvPicPr>
                <p:cNvPr id="132" name="Ink 131">
                  <a:extLst>
                    <a:ext uri="{FF2B5EF4-FFF2-40B4-BE49-F238E27FC236}">
                      <a16:creationId xmlns:a16="http://schemas.microsoft.com/office/drawing/2014/main" id="{AF5EC783-1732-52AA-B6C2-3ECD9A088FFB}"/>
                    </a:ext>
                  </a:extLst>
                </p:cNvPr>
                <p:cNvPicPr/>
                <p:nvPr/>
              </p:nvPicPr>
              <p:blipFill>
                <a:blip r:embed="rId245"/>
                <a:stretch>
                  <a:fillRect/>
                </a:stretch>
              </p:blipFill>
              <p:spPr>
                <a:xfrm>
                  <a:off x="2901022" y="4072496"/>
                  <a:ext cx="13968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33" name="Ink 132">
                  <a:extLst>
                    <a:ext uri="{FF2B5EF4-FFF2-40B4-BE49-F238E27FC236}">
                      <a16:creationId xmlns:a16="http://schemas.microsoft.com/office/drawing/2014/main" id="{5617E5FB-7F35-945A-0B3D-6FD8E2A9FE51}"/>
                    </a:ext>
                  </a:extLst>
                </p14:cNvPr>
                <p14:cNvContentPartPr/>
                <p14:nvPr/>
              </p14:nvContentPartPr>
              <p14:xfrm>
                <a:off x="3065182" y="4075016"/>
                <a:ext cx="131040" cy="93960"/>
              </p14:xfrm>
            </p:contentPart>
          </mc:Choice>
          <mc:Fallback>
            <p:pic>
              <p:nvPicPr>
                <p:cNvPr id="133" name="Ink 132">
                  <a:extLst>
                    <a:ext uri="{FF2B5EF4-FFF2-40B4-BE49-F238E27FC236}">
                      <a16:creationId xmlns:a16="http://schemas.microsoft.com/office/drawing/2014/main" id="{5617E5FB-7F35-945A-0B3D-6FD8E2A9FE51}"/>
                    </a:ext>
                  </a:extLst>
                </p:cNvPr>
                <p:cNvPicPr/>
                <p:nvPr/>
              </p:nvPicPr>
              <p:blipFill>
                <a:blip r:embed="rId247"/>
                <a:stretch>
                  <a:fillRect/>
                </a:stretch>
              </p:blipFill>
              <p:spPr>
                <a:xfrm>
                  <a:off x="3056542" y="4066016"/>
                  <a:ext cx="148680" cy="111600"/>
                </a:xfrm>
                <a:prstGeom prst="rect">
                  <a:avLst/>
                </a:prstGeom>
              </p:spPr>
            </p:pic>
          </mc:Fallback>
        </mc:AlternateContent>
      </p:grpSp>
      <p:grpSp>
        <p:nvGrpSpPr>
          <p:cNvPr id="138" name="Group 137">
            <a:extLst>
              <a:ext uri="{FF2B5EF4-FFF2-40B4-BE49-F238E27FC236}">
                <a16:creationId xmlns:a16="http://schemas.microsoft.com/office/drawing/2014/main" id="{27363B94-43C5-B0DC-CF09-DBC044E49B66}"/>
              </a:ext>
            </a:extLst>
          </p:cNvPr>
          <p:cNvGrpSpPr/>
          <p:nvPr/>
        </p:nvGrpSpPr>
        <p:grpSpPr>
          <a:xfrm>
            <a:off x="2676382" y="3386336"/>
            <a:ext cx="475560" cy="165600"/>
            <a:chOff x="2676382" y="3386336"/>
            <a:chExt cx="475560" cy="165600"/>
          </a:xfrm>
        </p:grpSpPr>
        <mc:AlternateContent xmlns:mc="http://schemas.openxmlformats.org/markup-compatibility/2006">
          <mc:Choice xmlns:p14="http://schemas.microsoft.com/office/powerpoint/2010/main" Requires="p14">
            <p:contentPart p14:bwMode="auto" r:id="rId248">
              <p14:nvContentPartPr>
                <p14:cNvPr id="135" name="Ink 134">
                  <a:extLst>
                    <a:ext uri="{FF2B5EF4-FFF2-40B4-BE49-F238E27FC236}">
                      <a16:creationId xmlns:a16="http://schemas.microsoft.com/office/drawing/2014/main" id="{488F2AFC-B23C-E525-9F25-11E260D68E8A}"/>
                    </a:ext>
                  </a:extLst>
                </p14:cNvPr>
                <p14:cNvContentPartPr/>
                <p14:nvPr/>
              </p14:nvContentPartPr>
              <p14:xfrm>
                <a:off x="2676382" y="3386336"/>
                <a:ext cx="163800" cy="165600"/>
              </p14:xfrm>
            </p:contentPart>
          </mc:Choice>
          <mc:Fallback>
            <p:pic>
              <p:nvPicPr>
                <p:cNvPr id="135" name="Ink 134">
                  <a:extLst>
                    <a:ext uri="{FF2B5EF4-FFF2-40B4-BE49-F238E27FC236}">
                      <a16:creationId xmlns:a16="http://schemas.microsoft.com/office/drawing/2014/main" id="{488F2AFC-B23C-E525-9F25-11E260D68E8A}"/>
                    </a:ext>
                  </a:extLst>
                </p:cNvPr>
                <p:cNvPicPr/>
                <p:nvPr/>
              </p:nvPicPr>
              <p:blipFill>
                <a:blip r:embed="rId249"/>
                <a:stretch>
                  <a:fillRect/>
                </a:stretch>
              </p:blipFill>
              <p:spPr>
                <a:xfrm>
                  <a:off x="2667382" y="3377336"/>
                  <a:ext cx="18144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36" name="Ink 135">
                  <a:extLst>
                    <a:ext uri="{FF2B5EF4-FFF2-40B4-BE49-F238E27FC236}">
                      <a16:creationId xmlns:a16="http://schemas.microsoft.com/office/drawing/2014/main" id="{217D5AB1-05D4-0F52-FC91-C637598C5C0E}"/>
                    </a:ext>
                  </a:extLst>
                </p14:cNvPr>
                <p14:cNvContentPartPr/>
                <p14:nvPr/>
              </p14:nvContentPartPr>
              <p14:xfrm>
                <a:off x="2865742" y="3457616"/>
                <a:ext cx="165600" cy="28080"/>
              </p14:xfrm>
            </p:contentPart>
          </mc:Choice>
          <mc:Fallback>
            <p:pic>
              <p:nvPicPr>
                <p:cNvPr id="136" name="Ink 135">
                  <a:extLst>
                    <a:ext uri="{FF2B5EF4-FFF2-40B4-BE49-F238E27FC236}">
                      <a16:creationId xmlns:a16="http://schemas.microsoft.com/office/drawing/2014/main" id="{217D5AB1-05D4-0F52-FC91-C637598C5C0E}"/>
                    </a:ext>
                  </a:extLst>
                </p:cNvPr>
                <p:cNvPicPr/>
                <p:nvPr/>
              </p:nvPicPr>
              <p:blipFill>
                <a:blip r:embed="rId251"/>
                <a:stretch>
                  <a:fillRect/>
                </a:stretch>
              </p:blipFill>
              <p:spPr>
                <a:xfrm>
                  <a:off x="2856742" y="3448616"/>
                  <a:ext cx="18324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37" name="Ink 136">
                  <a:extLst>
                    <a:ext uri="{FF2B5EF4-FFF2-40B4-BE49-F238E27FC236}">
                      <a16:creationId xmlns:a16="http://schemas.microsoft.com/office/drawing/2014/main" id="{29CCE262-3BF4-639A-BEF6-21C35553D3B7}"/>
                    </a:ext>
                  </a:extLst>
                </p14:cNvPr>
                <p14:cNvContentPartPr/>
                <p14:nvPr/>
              </p14:nvContentPartPr>
              <p14:xfrm>
                <a:off x="3092182" y="3419816"/>
                <a:ext cx="59760" cy="130680"/>
              </p14:xfrm>
            </p:contentPart>
          </mc:Choice>
          <mc:Fallback>
            <p:pic>
              <p:nvPicPr>
                <p:cNvPr id="137" name="Ink 136">
                  <a:extLst>
                    <a:ext uri="{FF2B5EF4-FFF2-40B4-BE49-F238E27FC236}">
                      <a16:creationId xmlns:a16="http://schemas.microsoft.com/office/drawing/2014/main" id="{29CCE262-3BF4-639A-BEF6-21C35553D3B7}"/>
                    </a:ext>
                  </a:extLst>
                </p:cNvPr>
                <p:cNvPicPr/>
                <p:nvPr/>
              </p:nvPicPr>
              <p:blipFill>
                <a:blip r:embed="rId253"/>
                <a:stretch>
                  <a:fillRect/>
                </a:stretch>
              </p:blipFill>
              <p:spPr>
                <a:xfrm>
                  <a:off x="3083542" y="3411176"/>
                  <a:ext cx="77400" cy="148320"/>
                </a:xfrm>
                <a:prstGeom prst="rect">
                  <a:avLst/>
                </a:prstGeom>
              </p:spPr>
            </p:pic>
          </mc:Fallback>
        </mc:AlternateContent>
      </p:grpSp>
      <p:grpSp>
        <p:nvGrpSpPr>
          <p:cNvPr id="159" name="Group 158">
            <a:extLst>
              <a:ext uri="{FF2B5EF4-FFF2-40B4-BE49-F238E27FC236}">
                <a16:creationId xmlns:a16="http://schemas.microsoft.com/office/drawing/2014/main" id="{9419E2CB-27B8-A794-B266-D9E4F2DD6316}"/>
              </a:ext>
            </a:extLst>
          </p:cNvPr>
          <p:cNvGrpSpPr/>
          <p:nvPr/>
        </p:nvGrpSpPr>
        <p:grpSpPr>
          <a:xfrm>
            <a:off x="3344182" y="3301016"/>
            <a:ext cx="2278800" cy="585720"/>
            <a:chOff x="3344182" y="3301016"/>
            <a:chExt cx="2278800" cy="585720"/>
          </a:xfrm>
        </p:grpSpPr>
        <mc:AlternateContent xmlns:mc="http://schemas.openxmlformats.org/markup-compatibility/2006">
          <mc:Choice xmlns:p14="http://schemas.microsoft.com/office/powerpoint/2010/main" Requires="p14">
            <p:contentPart p14:bwMode="auto" r:id="rId254">
              <p14:nvContentPartPr>
                <p14:cNvPr id="139" name="Ink 138">
                  <a:extLst>
                    <a:ext uri="{FF2B5EF4-FFF2-40B4-BE49-F238E27FC236}">
                      <a16:creationId xmlns:a16="http://schemas.microsoft.com/office/drawing/2014/main" id="{9B0180AB-8C34-7074-8EC8-1754B57E9B9C}"/>
                    </a:ext>
                  </a:extLst>
                </p14:cNvPr>
                <p14:cNvContentPartPr/>
                <p14:nvPr/>
              </p14:nvContentPartPr>
              <p14:xfrm>
                <a:off x="3344182" y="3718976"/>
                <a:ext cx="158040" cy="132480"/>
              </p14:xfrm>
            </p:contentPart>
          </mc:Choice>
          <mc:Fallback>
            <p:pic>
              <p:nvPicPr>
                <p:cNvPr id="139" name="Ink 138">
                  <a:extLst>
                    <a:ext uri="{FF2B5EF4-FFF2-40B4-BE49-F238E27FC236}">
                      <a16:creationId xmlns:a16="http://schemas.microsoft.com/office/drawing/2014/main" id="{9B0180AB-8C34-7074-8EC8-1754B57E9B9C}"/>
                    </a:ext>
                  </a:extLst>
                </p:cNvPr>
                <p:cNvPicPr/>
                <p:nvPr/>
              </p:nvPicPr>
              <p:blipFill>
                <a:blip r:embed="rId255"/>
                <a:stretch>
                  <a:fillRect/>
                </a:stretch>
              </p:blipFill>
              <p:spPr>
                <a:xfrm>
                  <a:off x="3335542" y="3709976"/>
                  <a:ext cx="17568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40" name="Ink 139">
                  <a:extLst>
                    <a:ext uri="{FF2B5EF4-FFF2-40B4-BE49-F238E27FC236}">
                      <a16:creationId xmlns:a16="http://schemas.microsoft.com/office/drawing/2014/main" id="{5A804C0D-6F7B-0FDB-DD00-96856791C644}"/>
                    </a:ext>
                  </a:extLst>
                </p14:cNvPr>
                <p14:cNvContentPartPr/>
                <p14:nvPr/>
              </p14:nvContentPartPr>
              <p14:xfrm>
                <a:off x="3387022" y="3762176"/>
                <a:ext cx="83520" cy="94680"/>
              </p14:xfrm>
            </p:contentPart>
          </mc:Choice>
          <mc:Fallback>
            <p:pic>
              <p:nvPicPr>
                <p:cNvPr id="140" name="Ink 139">
                  <a:extLst>
                    <a:ext uri="{FF2B5EF4-FFF2-40B4-BE49-F238E27FC236}">
                      <a16:creationId xmlns:a16="http://schemas.microsoft.com/office/drawing/2014/main" id="{5A804C0D-6F7B-0FDB-DD00-96856791C644}"/>
                    </a:ext>
                  </a:extLst>
                </p:cNvPr>
                <p:cNvPicPr/>
                <p:nvPr/>
              </p:nvPicPr>
              <p:blipFill>
                <a:blip r:embed="rId257"/>
                <a:stretch>
                  <a:fillRect/>
                </a:stretch>
              </p:blipFill>
              <p:spPr>
                <a:xfrm>
                  <a:off x="3378382" y="3753176"/>
                  <a:ext cx="10116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41" name="Ink 140">
                  <a:extLst>
                    <a:ext uri="{FF2B5EF4-FFF2-40B4-BE49-F238E27FC236}">
                      <a16:creationId xmlns:a16="http://schemas.microsoft.com/office/drawing/2014/main" id="{A281D352-24B7-6CCD-4C64-D46DA7639E5E}"/>
                    </a:ext>
                  </a:extLst>
                </p14:cNvPr>
                <p14:cNvContentPartPr/>
                <p14:nvPr/>
              </p14:nvContentPartPr>
              <p14:xfrm>
                <a:off x="3529222" y="3655976"/>
                <a:ext cx="160920" cy="230760"/>
              </p14:xfrm>
            </p:contentPart>
          </mc:Choice>
          <mc:Fallback>
            <p:pic>
              <p:nvPicPr>
                <p:cNvPr id="141" name="Ink 140">
                  <a:extLst>
                    <a:ext uri="{FF2B5EF4-FFF2-40B4-BE49-F238E27FC236}">
                      <a16:creationId xmlns:a16="http://schemas.microsoft.com/office/drawing/2014/main" id="{A281D352-24B7-6CCD-4C64-D46DA7639E5E}"/>
                    </a:ext>
                  </a:extLst>
                </p:cNvPr>
                <p:cNvPicPr/>
                <p:nvPr/>
              </p:nvPicPr>
              <p:blipFill>
                <a:blip r:embed="rId259"/>
                <a:stretch>
                  <a:fillRect/>
                </a:stretch>
              </p:blipFill>
              <p:spPr>
                <a:xfrm>
                  <a:off x="3520222" y="3647336"/>
                  <a:ext cx="17856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42" name="Ink 141">
                  <a:extLst>
                    <a:ext uri="{FF2B5EF4-FFF2-40B4-BE49-F238E27FC236}">
                      <a16:creationId xmlns:a16="http://schemas.microsoft.com/office/drawing/2014/main" id="{2D71682C-88C9-C8F8-2E1E-A5981CD548D7}"/>
                    </a:ext>
                  </a:extLst>
                </p14:cNvPr>
                <p14:cNvContentPartPr/>
                <p14:nvPr/>
              </p14:nvContentPartPr>
              <p14:xfrm>
                <a:off x="3676462" y="3752096"/>
                <a:ext cx="141840" cy="71640"/>
              </p14:xfrm>
            </p:contentPart>
          </mc:Choice>
          <mc:Fallback>
            <p:pic>
              <p:nvPicPr>
                <p:cNvPr id="142" name="Ink 141">
                  <a:extLst>
                    <a:ext uri="{FF2B5EF4-FFF2-40B4-BE49-F238E27FC236}">
                      <a16:creationId xmlns:a16="http://schemas.microsoft.com/office/drawing/2014/main" id="{2D71682C-88C9-C8F8-2E1E-A5981CD548D7}"/>
                    </a:ext>
                  </a:extLst>
                </p:cNvPr>
                <p:cNvPicPr/>
                <p:nvPr/>
              </p:nvPicPr>
              <p:blipFill>
                <a:blip r:embed="rId261"/>
                <a:stretch>
                  <a:fillRect/>
                </a:stretch>
              </p:blipFill>
              <p:spPr>
                <a:xfrm>
                  <a:off x="3667462" y="3743456"/>
                  <a:ext cx="15948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43" name="Ink 142">
                  <a:extLst>
                    <a:ext uri="{FF2B5EF4-FFF2-40B4-BE49-F238E27FC236}">
                      <a16:creationId xmlns:a16="http://schemas.microsoft.com/office/drawing/2014/main" id="{24A25B32-7010-1F8E-1554-CD90F4B48221}"/>
                    </a:ext>
                  </a:extLst>
                </p14:cNvPr>
                <p14:cNvContentPartPr/>
                <p14:nvPr/>
              </p14:nvContentPartPr>
              <p14:xfrm>
                <a:off x="3828382" y="3634736"/>
                <a:ext cx="138960" cy="241200"/>
              </p14:xfrm>
            </p:contentPart>
          </mc:Choice>
          <mc:Fallback>
            <p:pic>
              <p:nvPicPr>
                <p:cNvPr id="143" name="Ink 142">
                  <a:extLst>
                    <a:ext uri="{FF2B5EF4-FFF2-40B4-BE49-F238E27FC236}">
                      <a16:creationId xmlns:a16="http://schemas.microsoft.com/office/drawing/2014/main" id="{24A25B32-7010-1F8E-1554-CD90F4B48221}"/>
                    </a:ext>
                  </a:extLst>
                </p:cNvPr>
                <p:cNvPicPr/>
                <p:nvPr/>
              </p:nvPicPr>
              <p:blipFill>
                <a:blip r:embed="rId263"/>
                <a:stretch>
                  <a:fillRect/>
                </a:stretch>
              </p:blipFill>
              <p:spPr>
                <a:xfrm>
                  <a:off x="3819742" y="3625736"/>
                  <a:ext cx="15660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45" name="Ink 144">
                  <a:extLst>
                    <a:ext uri="{FF2B5EF4-FFF2-40B4-BE49-F238E27FC236}">
                      <a16:creationId xmlns:a16="http://schemas.microsoft.com/office/drawing/2014/main" id="{B855FE16-539A-1680-1A69-77D2A58B0E6A}"/>
                    </a:ext>
                  </a:extLst>
                </p14:cNvPr>
                <p14:cNvContentPartPr/>
                <p14:nvPr/>
              </p14:nvContentPartPr>
              <p14:xfrm>
                <a:off x="4132582" y="3781976"/>
                <a:ext cx="181080" cy="104040"/>
              </p14:xfrm>
            </p:contentPart>
          </mc:Choice>
          <mc:Fallback>
            <p:pic>
              <p:nvPicPr>
                <p:cNvPr id="145" name="Ink 144">
                  <a:extLst>
                    <a:ext uri="{FF2B5EF4-FFF2-40B4-BE49-F238E27FC236}">
                      <a16:creationId xmlns:a16="http://schemas.microsoft.com/office/drawing/2014/main" id="{B855FE16-539A-1680-1A69-77D2A58B0E6A}"/>
                    </a:ext>
                  </a:extLst>
                </p:cNvPr>
                <p:cNvPicPr/>
                <p:nvPr/>
              </p:nvPicPr>
              <p:blipFill>
                <a:blip r:embed="rId265"/>
                <a:stretch>
                  <a:fillRect/>
                </a:stretch>
              </p:blipFill>
              <p:spPr>
                <a:xfrm>
                  <a:off x="4123582" y="3772976"/>
                  <a:ext cx="19872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46" name="Ink 145">
                  <a:extLst>
                    <a:ext uri="{FF2B5EF4-FFF2-40B4-BE49-F238E27FC236}">
                      <a16:creationId xmlns:a16="http://schemas.microsoft.com/office/drawing/2014/main" id="{3D77352A-C839-1616-13B0-3B56EF3D10A1}"/>
                    </a:ext>
                  </a:extLst>
                </p14:cNvPr>
                <p14:cNvContentPartPr/>
                <p14:nvPr/>
              </p14:nvContentPartPr>
              <p14:xfrm>
                <a:off x="4262542" y="3645536"/>
                <a:ext cx="130320" cy="28080"/>
              </p14:xfrm>
            </p:contentPart>
          </mc:Choice>
          <mc:Fallback>
            <p:pic>
              <p:nvPicPr>
                <p:cNvPr id="146" name="Ink 145">
                  <a:extLst>
                    <a:ext uri="{FF2B5EF4-FFF2-40B4-BE49-F238E27FC236}">
                      <a16:creationId xmlns:a16="http://schemas.microsoft.com/office/drawing/2014/main" id="{3D77352A-C839-1616-13B0-3B56EF3D10A1}"/>
                    </a:ext>
                  </a:extLst>
                </p:cNvPr>
                <p:cNvPicPr/>
                <p:nvPr/>
              </p:nvPicPr>
              <p:blipFill>
                <a:blip r:embed="rId267"/>
                <a:stretch>
                  <a:fillRect/>
                </a:stretch>
              </p:blipFill>
              <p:spPr>
                <a:xfrm>
                  <a:off x="4253902" y="3636896"/>
                  <a:ext cx="14796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47" name="Ink 146">
                  <a:extLst>
                    <a:ext uri="{FF2B5EF4-FFF2-40B4-BE49-F238E27FC236}">
                      <a16:creationId xmlns:a16="http://schemas.microsoft.com/office/drawing/2014/main" id="{3C9966C2-485E-6830-3BC9-C2DDD0492A3C}"/>
                    </a:ext>
                  </a:extLst>
                </p14:cNvPr>
                <p14:cNvContentPartPr/>
                <p14:nvPr/>
              </p14:nvContentPartPr>
              <p14:xfrm>
                <a:off x="4440382" y="3584696"/>
                <a:ext cx="92880" cy="207000"/>
              </p14:xfrm>
            </p:contentPart>
          </mc:Choice>
          <mc:Fallback>
            <p:pic>
              <p:nvPicPr>
                <p:cNvPr id="147" name="Ink 146">
                  <a:extLst>
                    <a:ext uri="{FF2B5EF4-FFF2-40B4-BE49-F238E27FC236}">
                      <a16:creationId xmlns:a16="http://schemas.microsoft.com/office/drawing/2014/main" id="{3C9966C2-485E-6830-3BC9-C2DDD0492A3C}"/>
                    </a:ext>
                  </a:extLst>
                </p:cNvPr>
                <p:cNvPicPr/>
                <p:nvPr/>
              </p:nvPicPr>
              <p:blipFill>
                <a:blip r:embed="rId269"/>
                <a:stretch>
                  <a:fillRect/>
                </a:stretch>
              </p:blipFill>
              <p:spPr>
                <a:xfrm>
                  <a:off x="4431742" y="3576056"/>
                  <a:ext cx="11052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48" name="Ink 147">
                  <a:extLst>
                    <a:ext uri="{FF2B5EF4-FFF2-40B4-BE49-F238E27FC236}">
                      <a16:creationId xmlns:a16="http://schemas.microsoft.com/office/drawing/2014/main" id="{3A417B40-0614-4D70-9A8D-1E9127CC3297}"/>
                    </a:ext>
                  </a:extLst>
                </p14:cNvPr>
                <p14:cNvContentPartPr/>
                <p14:nvPr/>
              </p14:nvContentPartPr>
              <p14:xfrm>
                <a:off x="4409422" y="3467696"/>
                <a:ext cx="15840" cy="39960"/>
              </p14:xfrm>
            </p:contentPart>
          </mc:Choice>
          <mc:Fallback>
            <p:pic>
              <p:nvPicPr>
                <p:cNvPr id="148" name="Ink 147">
                  <a:extLst>
                    <a:ext uri="{FF2B5EF4-FFF2-40B4-BE49-F238E27FC236}">
                      <a16:creationId xmlns:a16="http://schemas.microsoft.com/office/drawing/2014/main" id="{3A417B40-0614-4D70-9A8D-1E9127CC3297}"/>
                    </a:ext>
                  </a:extLst>
                </p:cNvPr>
                <p:cNvPicPr/>
                <p:nvPr/>
              </p:nvPicPr>
              <p:blipFill>
                <a:blip r:embed="rId271"/>
                <a:stretch>
                  <a:fillRect/>
                </a:stretch>
              </p:blipFill>
              <p:spPr>
                <a:xfrm>
                  <a:off x="4400422" y="3458696"/>
                  <a:ext cx="3348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49" name="Ink 148">
                  <a:extLst>
                    <a:ext uri="{FF2B5EF4-FFF2-40B4-BE49-F238E27FC236}">
                      <a16:creationId xmlns:a16="http://schemas.microsoft.com/office/drawing/2014/main" id="{401D6C51-CF56-61B8-1F6E-A264CFB06F41}"/>
                    </a:ext>
                  </a:extLst>
                </p14:cNvPr>
                <p14:cNvContentPartPr/>
                <p14:nvPr/>
              </p14:nvContentPartPr>
              <p14:xfrm>
                <a:off x="4512382" y="3477776"/>
                <a:ext cx="138600" cy="102600"/>
              </p14:xfrm>
            </p:contentPart>
          </mc:Choice>
          <mc:Fallback>
            <p:pic>
              <p:nvPicPr>
                <p:cNvPr id="149" name="Ink 148">
                  <a:extLst>
                    <a:ext uri="{FF2B5EF4-FFF2-40B4-BE49-F238E27FC236}">
                      <a16:creationId xmlns:a16="http://schemas.microsoft.com/office/drawing/2014/main" id="{401D6C51-CF56-61B8-1F6E-A264CFB06F41}"/>
                    </a:ext>
                  </a:extLst>
                </p:cNvPr>
                <p:cNvPicPr/>
                <p:nvPr/>
              </p:nvPicPr>
              <p:blipFill>
                <a:blip r:embed="rId273"/>
                <a:stretch>
                  <a:fillRect/>
                </a:stretch>
              </p:blipFill>
              <p:spPr>
                <a:xfrm>
                  <a:off x="4503382" y="3469136"/>
                  <a:ext cx="15624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50" name="Ink 149">
                  <a:extLst>
                    <a:ext uri="{FF2B5EF4-FFF2-40B4-BE49-F238E27FC236}">
                      <a16:creationId xmlns:a16="http://schemas.microsoft.com/office/drawing/2014/main" id="{DB018608-4CFE-A5B5-D9F0-E06F897046E6}"/>
                    </a:ext>
                  </a:extLst>
                </p14:cNvPr>
                <p14:cNvContentPartPr/>
                <p14:nvPr/>
              </p14:nvContentPartPr>
              <p14:xfrm>
                <a:off x="4723702" y="3525656"/>
                <a:ext cx="63360" cy="51480"/>
              </p14:xfrm>
            </p:contentPart>
          </mc:Choice>
          <mc:Fallback>
            <p:pic>
              <p:nvPicPr>
                <p:cNvPr id="150" name="Ink 149">
                  <a:extLst>
                    <a:ext uri="{FF2B5EF4-FFF2-40B4-BE49-F238E27FC236}">
                      <a16:creationId xmlns:a16="http://schemas.microsoft.com/office/drawing/2014/main" id="{DB018608-4CFE-A5B5-D9F0-E06F897046E6}"/>
                    </a:ext>
                  </a:extLst>
                </p:cNvPr>
                <p:cNvPicPr/>
                <p:nvPr/>
              </p:nvPicPr>
              <p:blipFill>
                <a:blip r:embed="rId275"/>
                <a:stretch>
                  <a:fillRect/>
                </a:stretch>
              </p:blipFill>
              <p:spPr>
                <a:xfrm>
                  <a:off x="4715062" y="3516656"/>
                  <a:ext cx="8100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51" name="Ink 150">
                  <a:extLst>
                    <a:ext uri="{FF2B5EF4-FFF2-40B4-BE49-F238E27FC236}">
                      <a16:creationId xmlns:a16="http://schemas.microsoft.com/office/drawing/2014/main" id="{4A3BB18B-ADEC-911B-BD74-EB1FABEA2710}"/>
                    </a:ext>
                  </a:extLst>
                </p14:cNvPr>
                <p14:cNvContentPartPr/>
                <p14:nvPr/>
              </p14:nvContentPartPr>
              <p14:xfrm>
                <a:off x="4782022" y="3513056"/>
                <a:ext cx="82440" cy="83520"/>
              </p14:xfrm>
            </p:contentPart>
          </mc:Choice>
          <mc:Fallback>
            <p:pic>
              <p:nvPicPr>
                <p:cNvPr id="151" name="Ink 150">
                  <a:extLst>
                    <a:ext uri="{FF2B5EF4-FFF2-40B4-BE49-F238E27FC236}">
                      <a16:creationId xmlns:a16="http://schemas.microsoft.com/office/drawing/2014/main" id="{4A3BB18B-ADEC-911B-BD74-EB1FABEA2710}"/>
                    </a:ext>
                  </a:extLst>
                </p:cNvPr>
                <p:cNvPicPr/>
                <p:nvPr/>
              </p:nvPicPr>
              <p:blipFill>
                <a:blip r:embed="rId277"/>
                <a:stretch>
                  <a:fillRect/>
                </a:stretch>
              </p:blipFill>
              <p:spPr>
                <a:xfrm>
                  <a:off x="4773382" y="3504416"/>
                  <a:ext cx="10008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52" name="Ink 151">
                  <a:extLst>
                    <a:ext uri="{FF2B5EF4-FFF2-40B4-BE49-F238E27FC236}">
                      <a16:creationId xmlns:a16="http://schemas.microsoft.com/office/drawing/2014/main" id="{BB3B8608-9434-371F-0327-294390D2DAC2}"/>
                    </a:ext>
                  </a:extLst>
                </p14:cNvPr>
                <p14:cNvContentPartPr/>
                <p14:nvPr/>
              </p14:nvContentPartPr>
              <p14:xfrm>
                <a:off x="4656022" y="3469136"/>
                <a:ext cx="159840" cy="9720"/>
              </p14:xfrm>
            </p:contentPart>
          </mc:Choice>
          <mc:Fallback>
            <p:pic>
              <p:nvPicPr>
                <p:cNvPr id="152" name="Ink 151">
                  <a:extLst>
                    <a:ext uri="{FF2B5EF4-FFF2-40B4-BE49-F238E27FC236}">
                      <a16:creationId xmlns:a16="http://schemas.microsoft.com/office/drawing/2014/main" id="{BB3B8608-9434-371F-0327-294390D2DAC2}"/>
                    </a:ext>
                  </a:extLst>
                </p:cNvPr>
                <p:cNvPicPr/>
                <p:nvPr/>
              </p:nvPicPr>
              <p:blipFill>
                <a:blip r:embed="rId279"/>
                <a:stretch>
                  <a:fillRect/>
                </a:stretch>
              </p:blipFill>
              <p:spPr>
                <a:xfrm>
                  <a:off x="4647382" y="3460136"/>
                  <a:ext cx="17748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53" name="Ink 152">
                  <a:extLst>
                    <a:ext uri="{FF2B5EF4-FFF2-40B4-BE49-F238E27FC236}">
                      <a16:creationId xmlns:a16="http://schemas.microsoft.com/office/drawing/2014/main" id="{26162A0A-43FC-64E6-0F4C-589D919DBA21}"/>
                    </a:ext>
                  </a:extLst>
                </p14:cNvPr>
                <p14:cNvContentPartPr/>
                <p14:nvPr/>
              </p14:nvContentPartPr>
              <p14:xfrm>
                <a:off x="4869502" y="3405056"/>
                <a:ext cx="100800" cy="160200"/>
              </p14:xfrm>
            </p:contentPart>
          </mc:Choice>
          <mc:Fallback>
            <p:pic>
              <p:nvPicPr>
                <p:cNvPr id="153" name="Ink 152">
                  <a:extLst>
                    <a:ext uri="{FF2B5EF4-FFF2-40B4-BE49-F238E27FC236}">
                      <a16:creationId xmlns:a16="http://schemas.microsoft.com/office/drawing/2014/main" id="{26162A0A-43FC-64E6-0F4C-589D919DBA21}"/>
                    </a:ext>
                  </a:extLst>
                </p:cNvPr>
                <p:cNvPicPr/>
                <p:nvPr/>
              </p:nvPicPr>
              <p:blipFill>
                <a:blip r:embed="rId281"/>
                <a:stretch>
                  <a:fillRect/>
                </a:stretch>
              </p:blipFill>
              <p:spPr>
                <a:xfrm>
                  <a:off x="4860502" y="3396056"/>
                  <a:ext cx="11844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54" name="Ink 153">
                  <a:extLst>
                    <a:ext uri="{FF2B5EF4-FFF2-40B4-BE49-F238E27FC236}">
                      <a16:creationId xmlns:a16="http://schemas.microsoft.com/office/drawing/2014/main" id="{3194ABB5-4269-B354-741B-11D70EBA5758}"/>
                    </a:ext>
                  </a:extLst>
                </p14:cNvPr>
                <p14:cNvContentPartPr/>
                <p14:nvPr/>
              </p14:nvContentPartPr>
              <p14:xfrm>
                <a:off x="4947262" y="3499376"/>
                <a:ext cx="154440" cy="42120"/>
              </p14:xfrm>
            </p:contentPart>
          </mc:Choice>
          <mc:Fallback>
            <p:pic>
              <p:nvPicPr>
                <p:cNvPr id="154" name="Ink 153">
                  <a:extLst>
                    <a:ext uri="{FF2B5EF4-FFF2-40B4-BE49-F238E27FC236}">
                      <a16:creationId xmlns:a16="http://schemas.microsoft.com/office/drawing/2014/main" id="{3194ABB5-4269-B354-741B-11D70EBA5758}"/>
                    </a:ext>
                  </a:extLst>
                </p:cNvPr>
                <p:cNvPicPr/>
                <p:nvPr/>
              </p:nvPicPr>
              <p:blipFill>
                <a:blip r:embed="rId283"/>
                <a:stretch>
                  <a:fillRect/>
                </a:stretch>
              </p:blipFill>
              <p:spPr>
                <a:xfrm>
                  <a:off x="4938622" y="3490376"/>
                  <a:ext cx="17208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56" name="Ink 155">
                  <a:extLst>
                    <a:ext uri="{FF2B5EF4-FFF2-40B4-BE49-F238E27FC236}">
                      <a16:creationId xmlns:a16="http://schemas.microsoft.com/office/drawing/2014/main" id="{71C59833-F7FC-31D5-A6DE-EABD9F0E650B}"/>
                    </a:ext>
                  </a:extLst>
                </p14:cNvPr>
                <p14:cNvContentPartPr/>
                <p14:nvPr/>
              </p14:nvContentPartPr>
              <p14:xfrm>
                <a:off x="5060662" y="3477416"/>
                <a:ext cx="182880" cy="79200"/>
              </p14:xfrm>
            </p:contentPart>
          </mc:Choice>
          <mc:Fallback>
            <p:pic>
              <p:nvPicPr>
                <p:cNvPr id="156" name="Ink 155">
                  <a:extLst>
                    <a:ext uri="{FF2B5EF4-FFF2-40B4-BE49-F238E27FC236}">
                      <a16:creationId xmlns:a16="http://schemas.microsoft.com/office/drawing/2014/main" id="{71C59833-F7FC-31D5-A6DE-EABD9F0E650B}"/>
                    </a:ext>
                  </a:extLst>
                </p:cNvPr>
                <p:cNvPicPr/>
                <p:nvPr/>
              </p:nvPicPr>
              <p:blipFill>
                <a:blip r:embed="rId285"/>
                <a:stretch>
                  <a:fillRect/>
                </a:stretch>
              </p:blipFill>
              <p:spPr>
                <a:xfrm>
                  <a:off x="5052022" y="3468776"/>
                  <a:ext cx="20052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57" name="Ink 156">
                  <a:extLst>
                    <a:ext uri="{FF2B5EF4-FFF2-40B4-BE49-F238E27FC236}">
                      <a16:creationId xmlns:a16="http://schemas.microsoft.com/office/drawing/2014/main" id="{A3B244FC-0935-5F86-BC4C-F1DDE4570114}"/>
                    </a:ext>
                  </a:extLst>
                </p14:cNvPr>
                <p14:cNvContentPartPr/>
                <p14:nvPr/>
              </p14:nvContentPartPr>
              <p14:xfrm>
                <a:off x="5288182" y="3301016"/>
                <a:ext cx="138240" cy="302760"/>
              </p14:xfrm>
            </p:contentPart>
          </mc:Choice>
          <mc:Fallback>
            <p:pic>
              <p:nvPicPr>
                <p:cNvPr id="157" name="Ink 156">
                  <a:extLst>
                    <a:ext uri="{FF2B5EF4-FFF2-40B4-BE49-F238E27FC236}">
                      <a16:creationId xmlns:a16="http://schemas.microsoft.com/office/drawing/2014/main" id="{A3B244FC-0935-5F86-BC4C-F1DDE4570114}"/>
                    </a:ext>
                  </a:extLst>
                </p:cNvPr>
                <p:cNvPicPr/>
                <p:nvPr/>
              </p:nvPicPr>
              <p:blipFill>
                <a:blip r:embed="rId287"/>
                <a:stretch>
                  <a:fillRect/>
                </a:stretch>
              </p:blipFill>
              <p:spPr>
                <a:xfrm>
                  <a:off x="5279182" y="3292376"/>
                  <a:ext cx="155880" cy="32040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58" name="Ink 157">
                  <a:extLst>
                    <a:ext uri="{FF2B5EF4-FFF2-40B4-BE49-F238E27FC236}">
                      <a16:creationId xmlns:a16="http://schemas.microsoft.com/office/drawing/2014/main" id="{F5F06316-3C9C-6AE5-C2BA-9D003C7CFCBB}"/>
                    </a:ext>
                  </a:extLst>
                </p14:cNvPr>
                <p14:cNvContentPartPr/>
                <p14:nvPr/>
              </p14:nvContentPartPr>
              <p14:xfrm>
                <a:off x="5426062" y="3474536"/>
                <a:ext cx="196920" cy="132120"/>
              </p14:xfrm>
            </p:contentPart>
          </mc:Choice>
          <mc:Fallback>
            <p:pic>
              <p:nvPicPr>
                <p:cNvPr id="158" name="Ink 157">
                  <a:extLst>
                    <a:ext uri="{FF2B5EF4-FFF2-40B4-BE49-F238E27FC236}">
                      <a16:creationId xmlns:a16="http://schemas.microsoft.com/office/drawing/2014/main" id="{F5F06316-3C9C-6AE5-C2BA-9D003C7CFCBB}"/>
                    </a:ext>
                  </a:extLst>
                </p:cNvPr>
                <p:cNvPicPr/>
                <p:nvPr/>
              </p:nvPicPr>
              <p:blipFill>
                <a:blip r:embed="rId289"/>
                <a:stretch>
                  <a:fillRect/>
                </a:stretch>
              </p:blipFill>
              <p:spPr>
                <a:xfrm>
                  <a:off x="5417062" y="3465536"/>
                  <a:ext cx="214560" cy="149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90">
            <p14:nvContentPartPr>
              <p14:cNvPr id="160" name="Ink 159">
                <a:extLst>
                  <a:ext uri="{FF2B5EF4-FFF2-40B4-BE49-F238E27FC236}">
                    <a16:creationId xmlns:a16="http://schemas.microsoft.com/office/drawing/2014/main" id="{5873588A-426C-209E-8656-6079EA8C92ED}"/>
                  </a:ext>
                </a:extLst>
              </p14:cNvPr>
              <p14:cNvContentPartPr/>
              <p14:nvPr/>
            </p14:nvContentPartPr>
            <p14:xfrm>
              <a:off x="5827102" y="3400736"/>
              <a:ext cx="70920" cy="604440"/>
            </p14:xfrm>
          </p:contentPart>
        </mc:Choice>
        <mc:Fallback>
          <p:pic>
            <p:nvPicPr>
              <p:cNvPr id="160" name="Ink 159">
                <a:extLst>
                  <a:ext uri="{FF2B5EF4-FFF2-40B4-BE49-F238E27FC236}">
                    <a16:creationId xmlns:a16="http://schemas.microsoft.com/office/drawing/2014/main" id="{5873588A-426C-209E-8656-6079EA8C92ED}"/>
                  </a:ext>
                </a:extLst>
              </p:cNvPr>
              <p:cNvPicPr/>
              <p:nvPr/>
            </p:nvPicPr>
            <p:blipFill>
              <a:blip r:embed="rId291"/>
              <a:stretch>
                <a:fillRect/>
              </a:stretch>
            </p:blipFill>
            <p:spPr>
              <a:xfrm>
                <a:off x="5818462" y="3392096"/>
                <a:ext cx="88560" cy="622080"/>
              </a:xfrm>
              <a:prstGeom prst="rect">
                <a:avLst/>
              </a:prstGeom>
            </p:spPr>
          </p:pic>
        </mc:Fallback>
      </mc:AlternateContent>
      <p:grpSp>
        <p:nvGrpSpPr>
          <p:cNvPr id="163" name="Group 162">
            <a:extLst>
              <a:ext uri="{FF2B5EF4-FFF2-40B4-BE49-F238E27FC236}">
                <a16:creationId xmlns:a16="http://schemas.microsoft.com/office/drawing/2014/main" id="{F2B7BC72-D1BA-871B-316B-417421D7D70D}"/>
              </a:ext>
            </a:extLst>
          </p:cNvPr>
          <p:cNvGrpSpPr/>
          <p:nvPr/>
        </p:nvGrpSpPr>
        <p:grpSpPr>
          <a:xfrm>
            <a:off x="2109022" y="3578216"/>
            <a:ext cx="444240" cy="549000"/>
            <a:chOff x="2109022" y="3578216"/>
            <a:chExt cx="444240" cy="549000"/>
          </a:xfrm>
        </p:grpSpPr>
        <mc:AlternateContent xmlns:mc="http://schemas.openxmlformats.org/markup-compatibility/2006">
          <mc:Choice xmlns:p14="http://schemas.microsoft.com/office/powerpoint/2010/main" Requires="p14">
            <p:contentPart p14:bwMode="auto" r:id="rId292">
              <p14:nvContentPartPr>
                <p14:cNvPr id="124" name="Ink 123">
                  <a:extLst>
                    <a:ext uri="{FF2B5EF4-FFF2-40B4-BE49-F238E27FC236}">
                      <a16:creationId xmlns:a16="http://schemas.microsoft.com/office/drawing/2014/main" id="{5326D748-E98D-73DE-91B3-58FD00060757}"/>
                    </a:ext>
                  </a:extLst>
                </p14:cNvPr>
                <p14:cNvContentPartPr/>
                <p14:nvPr/>
              </p14:nvContentPartPr>
              <p14:xfrm>
                <a:off x="2182462" y="3578936"/>
                <a:ext cx="46800" cy="172800"/>
              </p14:xfrm>
            </p:contentPart>
          </mc:Choice>
          <mc:Fallback>
            <p:pic>
              <p:nvPicPr>
                <p:cNvPr id="124" name="Ink 123">
                  <a:extLst>
                    <a:ext uri="{FF2B5EF4-FFF2-40B4-BE49-F238E27FC236}">
                      <a16:creationId xmlns:a16="http://schemas.microsoft.com/office/drawing/2014/main" id="{5326D748-E98D-73DE-91B3-58FD00060757}"/>
                    </a:ext>
                  </a:extLst>
                </p:cNvPr>
                <p:cNvPicPr/>
                <p:nvPr/>
              </p:nvPicPr>
              <p:blipFill>
                <a:blip r:embed="rId293"/>
                <a:stretch>
                  <a:fillRect/>
                </a:stretch>
              </p:blipFill>
              <p:spPr>
                <a:xfrm>
                  <a:off x="2173462" y="3570296"/>
                  <a:ext cx="6444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25" name="Ink 124">
                  <a:extLst>
                    <a:ext uri="{FF2B5EF4-FFF2-40B4-BE49-F238E27FC236}">
                      <a16:creationId xmlns:a16="http://schemas.microsoft.com/office/drawing/2014/main" id="{4A4C881D-6C2A-A352-003E-5FC241C2C3E3}"/>
                    </a:ext>
                  </a:extLst>
                </p14:cNvPr>
                <p14:cNvContentPartPr/>
                <p14:nvPr/>
              </p14:nvContentPartPr>
              <p14:xfrm>
                <a:off x="2109022" y="3826976"/>
                <a:ext cx="253440" cy="23400"/>
              </p14:xfrm>
            </p:contentPart>
          </mc:Choice>
          <mc:Fallback>
            <p:pic>
              <p:nvPicPr>
                <p:cNvPr id="125" name="Ink 124">
                  <a:extLst>
                    <a:ext uri="{FF2B5EF4-FFF2-40B4-BE49-F238E27FC236}">
                      <a16:creationId xmlns:a16="http://schemas.microsoft.com/office/drawing/2014/main" id="{4A4C881D-6C2A-A352-003E-5FC241C2C3E3}"/>
                    </a:ext>
                  </a:extLst>
                </p:cNvPr>
                <p:cNvPicPr/>
                <p:nvPr/>
              </p:nvPicPr>
              <p:blipFill>
                <a:blip r:embed="rId295"/>
                <a:stretch>
                  <a:fillRect/>
                </a:stretch>
              </p:blipFill>
              <p:spPr>
                <a:xfrm>
                  <a:off x="2100382" y="3817976"/>
                  <a:ext cx="27108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26" name="Ink 125">
                  <a:extLst>
                    <a:ext uri="{FF2B5EF4-FFF2-40B4-BE49-F238E27FC236}">
                      <a16:creationId xmlns:a16="http://schemas.microsoft.com/office/drawing/2014/main" id="{B8E56228-EA0A-4361-777F-040C5F31E54E}"/>
                    </a:ext>
                  </a:extLst>
                </p14:cNvPr>
                <p14:cNvContentPartPr/>
                <p14:nvPr/>
              </p14:nvContentPartPr>
              <p14:xfrm>
                <a:off x="2147542" y="3968456"/>
                <a:ext cx="169560" cy="158760"/>
              </p14:xfrm>
            </p:contentPart>
          </mc:Choice>
          <mc:Fallback>
            <p:pic>
              <p:nvPicPr>
                <p:cNvPr id="126" name="Ink 125">
                  <a:extLst>
                    <a:ext uri="{FF2B5EF4-FFF2-40B4-BE49-F238E27FC236}">
                      <a16:creationId xmlns:a16="http://schemas.microsoft.com/office/drawing/2014/main" id="{B8E56228-EA0A-4361-777F-040C5F31E54E}"/>
                    </a:ext>
                  </a:extLst>
                </p:cNvPr>
                <p:cNvPicPr/>
                <p:nvPr/>
              </p:nvPicPr>
              <p:blipFill>
                <a:blip r:embed="rId297"/>
                <a:stretch>
                  <a:fillRect/>
                </a:stretch>
              </p:blipFill>
              <p:spPr>
                <a:xfrm>
                  <a:off x="2138542" y="3959816"/>
                  <a:ext cx="18720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61" name="Ink 160">
                  <a:extLst>
                    <a:ext uri="{FF2B5EF4-FFF2-40B4-BE49-F238E27FC236}">
                      <a16:creationId xmlns:a16="http://schemas.microsoft.com/office/drawing/2014/main" id="{A3D87DA8-BDAF-572F-7493-BC87786DF77E}"/>
                    </a:ext>
                  </a:extLst>
                </p14:cNvPr>
                <p14:cNvContentPartPr/>
                <p14:nvPr/>
              </p14:nvContentPartPr>
              <p14:xfrm>
                <a:off x="2467582" y="3578216"/>
                <a:ext cx="85680" cy="515520"/>
              </p14:xfrm>
            </p:contentPart>
          </mc:Choice>
          <mc:Fallback>
            <p:pic>
              <p:nvPicPr>
                <p:cNvPr id="161" name="Ink 160">
                  <a:extLst>
                    <a:ext uri="{FF2B5EF4-FFF2-40B4-BE49-F238E27FC236}">
                      <a16:creationId xmlns:a16="http://schemas.microsoft.com/office/drawing/2014/main" id="{A3D87DA8-BDAF-572F-7493-BC87786DF77E}"/>
                    </a:ext>
                  </a:extLst>
                </p:cNvPr>
                <p:cNvPicPr/>
                <p:nvPr/>
              </p:nvPicPr>
              <p:blipFill>
                <a:blip r:embed="rId299"/>
                <a:stretch>
                  <a:fillRect/>
                </a:stretch>
              </p:blipFill>
              <p:spPr>
                <a:xfrm>
                  <a:off x="2458582" y="3569216"/>
                  <a:ext cx="103320" cy="533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00">
            <p14:nvContentPartPr>
              <p14:cNvPr id="162" name="Ink 161">
                <a:extLst>
                  <a:ext uri="{FF2B5EF4-FFF2-40B4-BE49-F238E27FC236}">
                    <a16:creationId xmlns:a16="http://schemas.microsoft.com/office/drawing/2014/main" id="{406F1668-03B9-9480-230F-BA0D8A762ECA}"/>
                  </a:ext>
                </a:extLst>
              </p14:cNvPr>
              <p14:cNvContentPartPr/>
              <p14:nvPr/>
            </p14:nvContentPartPr>
            <p14:xfrm>
              <a:off x="5953102" y="3383456"/>
              <a:ext cx="221040" cy="96120"/>
            </p14:xfrm>
          </p:contentPart>
        </mc:Choice>
        <mc:Fallback>
          <p:pic>
            <p:nvPicPr>
              <p:cNvPr id="162" name="Ink 161">
                <a:extLst>
                  <a:ext uri="{FF2B5EF4-FFF2-40B4-BE49-F238E27FC236}">
                    <a16:creationId xmlns:a16="http://schemas.microsoft.com/office/drawing/2014/main" id="{406F1668-03B9-9480-230F-BA0D8A762ECA}"/>
                  </a:ext>
                </a:extLst>
              </p:cNvPr>
              <p:cNvPicPr/>
              <p:nvPr/>
            </p:nvPicPr>
            <p:blipFill>
              <a:blip r:embed="rId301"/>
              <a:stretch>
                <a:fillRect/>
              </a:stretch>
            </p:blipFill>
            <p:spPr>
              <a:xfrm>
                <a:off x="5944462" y="3374456"/>
                <a:ext cx="238680" cy="113760"/>
              </a:xfrm>
              <a:prstGeom prst="rect">
                <a:avLst/>
              </a:prstGeom>
            </p:spPr>
          </p:pic>
        </mc:Fallback>
      </mc:AlternateContent>
      <p:grpSp>
        <p:nvGrpSpPr>
          <p:cNvPr id="166" name="Group 165">
            <a:extLst>
              <a:ext uri="{FF2B5EF4-FFF2-40B4-BE49-F238E27FC236}">
                <a16:creationId xmlns:a16="http://schemas.microsoft.com/office/drawing/2014/main" id="{9086AB7C-DAD8-B835-1893-1F21373009EB}"/>
              </a:ext>
            </a:extLst>
          </p:cNvPr>
          <p:cNvGrpSpPr/>
          <p:nvPr/>
        </p:nvGrpSpPr>
        <p:grpSpPr>
          <a:xfrm>
            <a:off x="3656302" y="4151696"/>
            <a:ext cx="174960" cy="269640"/>
            <a:chOff x="3656302" y="4151696"/>
            <a:chExt cx="174960" cy="269640"/>
          </a:xfrm>
        </p:grpSpPr>
        <mc:AlternateContent xmlns:mc="http://schemas.openxmlformats.org/markup-compatibility/2006">
          <mc:Choice xmlns:p14="http://schemas.microsoft.com/office/powerpoint/2010/main" Requires="p14">
            <p:contentPart p14:bwMode="auto" r:id="rId302">
              <p14:nvContentPartPr>
                <p14:cNvPr id="164" name="Ink 163">
                  <a:extLst>
                    <a:ext uri="{FF2B5EF4-FFF2-40B4-BE49-F238E27FC236}">
                      <a16:creationId xmlns:a16="http://schemas.microsoft.com/office/drawing/2014/main" id="{136265DC-1AE3-64C5-18BD-40A57E8CA434}"/>
                    </a:ext>
                  </a:extLst>
                </p14:cNvPr>
                <p14:cNvContentPartPr/>
                <p14:nvPr/>
              </p14:nvContentPartPr>
              <p14:xfrm>
                <a:off x="3727942" y="4177256"/>
                <a:ext cx="103320" cy="244080"/>
              </p14:xfrm>
            </p:contentPart>
          </mc:Choice>
          <mc:Fallback>
            <p:pic>
              <p:nvPicPr>
                <p:cNvPr id="164" name="Ink 163">
                  <a:extLst>
                    <a:ext uri="{FF2B5EF4-FFF2-40B4-BE49-F238E27FC236}">
                      <a16:creationId xmlns:a16="http://schemas.microsoft.com/office/drawing/2014/main" id="{136265DC-1AE3-64C5-18BD-40A57E8CA434}"/>
                    </a:ext>
                  </a:extLst>
                </p:cNvPr>
                <p:cNvPicPr/>
                <p:nvPr/>
              </p:nvPicPr>
              <p:blipFill>
                <a:blip r:embed="rId303"/>
                <a:stretch>
                  <a:fillRect/>
                </a:stretch>
              </p:blipFill>
              <p:spPr>
                <a:xfrm>
                  <a:off x="3718942" y="4168256"/>
                  <a:ext cx="12096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65" name="Ink 164">
                  <a:extLst>
                    <a:ext uri="{FF2B5EF4-FFF2-40B4-BE49-F238E27FC236}">
                      <a16:creationId xmlns:a16="http://schemas.microsoft.com/office/drawing/2014/main" id="{024E3897-0E66-779C-0F1E-09C2A33A3DA9}"/>
                    </a:ext>
                  </a:extLst>
                </p14:cNvPr>
                <p14:cNvContentPartPr/>
                <p14:nvPr/>
              </p14:nvContentPartPr>
              <p14:xfrm>
                <a:off x="3656302" y="4151696"/>
                <a:ext cx="145440" cy="100440"/>
              </p14:xfrm>
            </p:contentPart>
          </mc:Choice>
          <mc:Fallback>
            <p:pic>
              <p:nvPicPr>
                <p:cNvPr id="165" name="Ink 164">
                  <a:extLst>
                    <a:ext uri="{FF2B5EF4-FFF2-40B4-BE49-F238E27FC236}">
                      <a16:creationId xmlns:a16="http://schemas.microsoft.com/office/drawing/2014/main" id="{024E3897-0E66-779C-0F1E-09C2A33A3DA9}"/>
                    </a:ext>
                  </a:extLst>
                </p:cNvPr>
                <p:cNvPicPr/>
                <p:nvPr/>
              </p:nvPicPr>
              <p:blipFill>
                <a:blip r:embed="rId305"/>
                <a:stretch>
                  <a:fillRect/>
                </a:stretch>
              </p:blipFill>
              <p:spPr>
                <a:xfrm>
                  <a:off x="3647662" y="4142696"/>
                  <a:ext cx="163080" cy="118080"/>
                </a:xfrm>
                <a:prstGeom prst="rect">
                  <a:avLst/>
                </a:prstGeom>
              </p:spPr>
            </p:pic>
          </mc:Fallback>
        </mc:AlternateContent>
      </p:grpSp>
      <p:grpSp>
        <p:nvGrpSpPr>
          <p:cNvPr id="180" name="Group 179">
            <a:extLst>
              <a:ext uri="{FF2B5EF4-FFF2-40B4-BE49-F238E27FC236}">
                <a16:creationId xmlns:a16="http://schemas.microsoft.com/office/drawing/2014/main" id="{0F5F916A-EBC4-9816-2601-F26A02AC27C1}"/>
              </a:ext>
            </a:extLst>
          </p:cNvPr>
          <p:cNvGrpSpPr/>
          <p:nvPr/>
        </p:nvGrpSpPr>
        <p:grpSpPr>
          <a:xfrm>
            <a:off x="3636142" y="4561016"/>
            <a:ext cx="2195280" cy="336240"/>
            <a:chOff x="3636142" y="4561016"/>
            <a:chExt cx="2195280" cy="336240"/>
          </a:xfrm>
        </p:grpSpPr>
        <mc:AlternateContent xmlns:mc="http://schemas.openxmlformats.org/markup-compatibility/2006">
          <mc:Choice xmlns:p14="http://schemas.microsoft.com/office/powerpoint/2010/main" Requires="p14">
            <p:contentPart p14:bwMode="auto" r:id="rId306">
              <p14:nvContentPartPr>
                <p14:cNvPr id="167" name="Ink 166">
                  <a:extLst>
                    <a:ext uri="{FF2B5EF4-FFF2-40B4-BE49-F238E27FC236}">
                      <a16:creationId xmlns:a16="http://schemas.microsoft.com/office/drawing/2014/main" id="{27C45B81-2D12-BB94-4142-3AB9CEBA3789}"/>
                    </a:ext>
                  </a:extLst>
                </p14:cNvPr>
                <p14:cNvContentPartPr/>
                <p14:nvPr/>
              </p14:nvContentPartPr>
              <p14:xfrm>
                <a:off x="3636142" y="4561016"/>
                <a:ext cx="153720" cy="336240"/>
              </p14:xfrm>
            </p:contentPart>
          </mc:Choice>
          <mc:Fallback>
            <p:pic>
              <p:nvPicPr>
                <p:cNvPr id="167" name="Ink 166">
                  <a:extLst>
                    <a:ext uri="{FF2B5EF4-FFF2-40B4-BE49-F238E27FC236}">
                      <a16:creationId xmlns:a16="http://schemas.microsoft.com/office/drawing/2014/main" id="{27C45B81-2D12-BB94-4142-3AB9CEBA3789}"/>
                    </a:ext>
                  </a:extLst>
                </p:cNvPr>
                <p:cNvPicPr/>
                <p:nvPr/>
              </p:nvPicPr>
              <p:blipFill>
                <a:blip r:embed="rId307"/>
                <a:stretch>
                  <a:fillRect/>
                </a:stretch>
              </p:blipFill>
              <p:spPr>
                <a:xfrm>
                  <a:off x="3627142" y="4552376"/>
                  <a:ext cx="171360" cy="35388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68" name="Ink 167">
                  <a:extLst>
                    <a:ext uri="{FF2B5EF4-FFF2-40B4-BE49-F238E27FC236}">
                      <a16:creationId xmlns:a16="http://schemas.microsoft.com/office/drawing/2014/main" id="{146B00BF-822D-BC45-CA69-091FCD865DC4}"/>
                    </a:ext>
                  </a:extLst>
                </p14:cNvPr>
                <p14:cNvContentPartPr/>
                <p14:nvPr/>
              </p14:nvContentPartPr>
              <p14:xfrm>
                <a:off x="3652702" y="4757576"/>
                <a:ext cx="144360" cy="23760"/>
              </p14:xfrm>
            </p:contentPart>
          </mc:Choice>
          <mc:Fallback>
            <p:pic>
              <p:nvPicPr>
                <p:cNvPr id="168" name="Ink 167">
                  <a:extLst>
                    <a:ext uri="{FF2B5EF4-FFF2-40B4-BE49-F238E27FC236}">
                      <a16:creationId xmlns:a16="http://schemas.microsoft.com/office/drawing/2014/main" id="{146B00BF-822D-BC45-CA69-091FCD865DC4}"/>
                    </a:ext>
                  </a:extLst>
                </p:cNvPr>
                <p:cNvPicPr/>
                <p:nvPr/>
              </p:nvPicPr>
              <p:blipFill>
                <a:blip r:embed="rId309"/>
                <a:stretch>
                  <a:fillRect/>
                </a:stretch>
              </p:blipFill>
              <p:spPr>
                <a:xfrm>
                  <a:off x="3644062" y="4748936"/>
                  <a:ext cx="16200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69" name="Ink 168">
                  <a:extLst>
                    <a:ext uri="{FF2B5EF4-FFF2-40B4-BE49-F238E27FC236}">
                      <a16:creationId xmlns:a16="http://schemas.microsoft.com/office/drawing/2014/main" id="{CF3AABD1-7890-751E-60FE-774E5A66E0B1}"/>
                    </a:ext>
                  </a:extLst>
                </p14:cNvPr>
                <p14:cNvContentPartPr/>
                <p14:nvPr/>
              </p14:nvContentPartPr>
              <p14:xfrm>
                <a:off x="3771502" y="4718336"/>
                <a:ext cx="245160" cy="106920"/>
              </p14:xfrm>
            </p:contentPart>
          </mc:Choice>
          <mc:Fallback>
            <p:pic>
              <p:nvPicPr>
                <p:cNvPr id="169" name="Ink 168">
                  <a:extLst>
                    <a:ext uri="{FF2B5EF4-FFF2-40B4-BE49-F238E27FC236}">
                      <a16:creationId xmlns:a16="http://schemas.microsoft.com/office/drawing/2014/main" id="{CF3AABD1-7890-751E-60FE-774E5A66E0B1}"/>
                    </a:ext>
                  </a:extLst>
                </p:cNvPr>
                <p:cNvPicPr/>
                <p:nvPr/>
              </p:nvPicPr>
              <p:blipFill>
                <a:blip r:embed="rId311"/>
                <a:stretch>
                  <a:fillRect/>
                </a:stretch>
              </p:blipFill>
              <p:spPr>
                <a:xfrm>
                  <a:off x="3762862" y="4709336"/>
                  <a:ext cx="26280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71" name="Ink 170">
                  <a:extLst>
                    <a:ext uri="{FF2B5EF4-FFF2-40B4-BE49-F238E27FC236}">
                      <a16:creationId xmlns:a16="http://schemas.microsoft.com/office/drawing/2014/main" id="{D7A5AF36-6ECF-4FAA-B11B-D9A7B9201653}"/>
                    </a:ext>
                  </a:extLst>
                </p14:cNvPr>
                <p14:cNvContentPartPr/>
                <p14:nvPr/>
              </p14:nvContentPartPr>
              <p14:xfrm>
                <a:off x="4180462" y="4742456"/>
                <a:ext cx="229320" cy="111240"/>
              </p14:xfrm>
            </p:contentPart>
          </mc:Choice>
          <mc:Fallback>
            <p:pic>
              <p:nvPicPr>
                <p:cNvPr id="171" name="Ink 170">
                  <a:extLst>
                    <a:ext uri="{FF2B5EF4-FFF2-40B4-BE49-F238E27FC236}">
                      <a16:creationId xmlns:a16="http://schemas.microsoft.com/office/drawing/2014/main" id="{D7A5AF36-6ECF-4FAA-B11B-D9A7B9201653}"/>
                    </a:ext>
                  </a:extLst>
                </p:cNvPr>
                <p:cNvPicPr/>
                <p:nvPr/>
              </p:nvPicPr>
              <p:blipFill>
                <a:blip r:embed="rId313"/>
                <a:stretch>
                  <a:fillRect/>
                </a:stretch>
              </p:blipFill>
              <p:spPr>
                <a:xfrm>
                  <a:off x="4171822" y="4733456"/>
                  <a:ext cx="24696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72" name="Ink 171">
                  <a:extLst>
                    <a:ext uri="{FF2B5EF4-FFF2-40B4-BE49-F238E27FC236}">
                      <a16:creationId xmlns:a16="http://schemas.microsoft.com/office/drawing/2014/main" id="{E733B697-C1DE-C5D7-2EB7-52B331BD0FA0}"/>
                    </a:ext>
                  </a:extLst>
                </p14:cNvPr>
                <p14:cNvContentPartPr/>
                <p14:nvPr/>
              </p14:nvContentPartPr>
              <p14:xfrm>
                <a:off x="4386742" y="4614656"/>
                <a:ext cx="334800" cy="208440"/>
              </p14:xfrm>
            </p:contentPart>
          </mc:Choice>
          <mc:Fallback>
            <p:pic>
              <p:nvPicPr>
                <p:cNvPr id="172" name="Ink 171">
                  <a:extLst>
                    <a:ext uri="{FF2B5EF4-FFF2-40B4-BE49-F238E27FC236}">
                      <a16:creationId xmlns:a16="http://schemas.microsoft.com/office/drawing/2014/main" id="{E733B697-C1DE-C5D7-2EB7-52B331BD0FA0}"/>
                    </a:ext>
                  </a:extLst>
                </p:cNvPr>
                <p:cNvPicPr/>
                <p:nvPr/>
              </p:nvPicPr>
              <p:blipFill>
                <a:blip r:embed="rId315"/>
                <a:stretch>
                  <a:fillRect/>
                </a:stretch>
              </p:blipFill>
              <p:spPr>
                <a:xfrm>
                  <a:off x="4378102" y="4605656"/>
                  <a:ext cx="35244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73" name="Ink 172">
                  <a:extLst>
                    <a:ext uri="{FF2B5EF4-FFF2-40B4-BE49-F238E27FC236}">
                      <a16:creationId xmlns:a16="http://schemas.microsoft.com/office/drawing/2014/main" id="{113D89FE-7049-8F3A-1BC0-9D05F35D913B}"/>
                    </a:ext>
                  </a:extLst>
                </p14:cNvPr>
                <p14:cNvContentPartPr/>
                <p14:nvPr/>
              </p14:nvContentPartPr>
              <p14:xfrm>
                <a:off x="4737022" y="4578296"/>
                <a:ext cx="349920" cy="270000"/>
              </p14:xfrm>
            </p:contentPart>
          </mc:Choice>
          <mc:Fallback>
            <p:pic>
              <p:nvPicPr>
                <p:cNvPr id="173" name="Ink 172">
                  <a:extLst>
                    <a:ext uri="{FF2B5EF4-FFF2-40B4-BE49-F238E27FC236}">
                      <a16:creationId xmlns:a16="http://schemas.microsoft.com/office/drawing/2014/main" id="{113D89FE-7049-8F3A-1BC0-9D05F35D913B}"/>
                    </a:ext>
                  </a:extLst>
                </p:cNvPr>
                <p:cNvPicPr/>
                <p:nvPr/>
              </p:nvPicPr>
              <p:blipFill>
                <a:blip r:embed="rId317"/>
                <a:stretch>
                  <a:fillRect/>
                </a:stretch>
              </p:blipFill>
              <p:spPr>
                <a:xfrm>
                  <a:off x="4728022" y="4569656"/>
                  <a:ext cx="36756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75" name="Ink 174">
                  <a:extLst>
                    <a:ext uri="{FF2B5EF4-FFF2-40B4-BE49-F238E27FC236}">
                      <a16:creationId xmlns:a16="http://schemas.microsoft.com/office/drawing/2014/main" id="{6DF08EA6-D158-36D1-FBE5-8E8C42C8F225}"/>
                    </a:ext>
                  </a:extLst>
                </p14:cNvPr>
                <p14:cNvContentPartPr/>
                <p14:nvPr/>
              </p14:nvContentPartPr>
              <p14:xfrm>
                <a:off x="5262982" y="4707176"/>
                <a:ext cx="155880" cy="124560"/>
              </p14:xfrm>
            </p:contentPart>
          </mc:Choice>
          <mc:Fallback>
            <p:pic>
              <p:nvPicPr>
                <p:cNvPr id="175" name="Ink 174">
                  <a:extLst>
                    <a:ext uri="{FF2B5EF4-FFF2-40B4-BE49-F238E27FC236}">
                      <a16:creationId xmlns:a16="http://schemas.microsoft.com/office/drawing/2014/main" id="{6DF08EA6-D158-36D1-FBE5-8E8C42C8F225}"/>
                    </a:ext>
                  </a:extLst>
                </p:cNvPr>
                <p:cNvPicPr/>
                <p:nvPr/>
              </p:nvPicPr>
              <p:blipFill>
                <a:blip r:embed="rId319"/>
                <a:stretch>
                  <a:fillRect/>
                </a:stretch>
              </p:blipFill>
              <p:spPr>
                <a:xfrm>
                  <a:off x="5254342" y="4698536"/>
                  <a:ext cx="17352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76" name="Ink 175">
                  <a:extLst>
                    <a:ext uri="{FF2B5EF4-FFF2-40B4-BE49-F238E27FC236}">
                      <a16:creationId xmlns:a16="http://schemas.microsoft.com/office/drawing/2014/main" id="{5E2ED03A-A661-10C7-1A59-FC26C8DEDCF5}"/>
                    </a:ext>
                  </a:extLst>
                </p14:cNvPr>
                <p14:cNvContentPartPr/>
                <p14:nvPr/>
              </p14:nvContentPartPr>
              <p14:xfrm>
                <a:off x="5306542" y="4719416"/>
                <a:ext cx="59400" cy="125280"/>
              </p14:xfrm>
            </p:contentPart>
          </mc:Choice>
          <mc:Fallback>
            <p:pic>
              <p:nvPicPr>
                <p:cNvPr id="176" name="Ink 175">
                  <a:extLst>
                    <a:ext uri="{FF2B5EF4-FFF2-40B4-BE49-F238E27FC236}">
                      <a16:creationId xmlns:a16="http://schemas.microsoft.com/office/drawing/2014/main" id="{5E2ED03A-A661-10C7-1A59-FC26C8DEDCF5}"/>
                    </a:ext>
                  </a:extLst>
                </p:cNvPr>
                <p:cNvPicPr/>
                <p:nvPr/>
              </p:nvPicPr>
              <p:blipFill>
                <a:blip r:embed="rId321"/>
                <a:stretch>
                  <a:fillRect/>
                </a:stretch>
              </p:blipFill>
              <p:spPr>
                <a:xfrm>
                  <a:off x="5297542" y="4710776"/>
                  <a:ext cx="7704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177" name="Ink 176">
                  <a:extLst>
                    <a:ext uri="{FF2B5EF4-FFF2-40B4-BE49-F238E27FC236}">
                      <a16:creationId xmlns:a16="http://schemas.microsoft.com/office/drawing/2014/main" id="{9691BD8A-264B-0C64-B87B-127BBDA1C9E0}"/>
                    </a:ext>
                  </a:extLst>
                </p14:cNvPr>
                <p14:cNvContentPartPr/>
                <p14:nvPr/>
              </p14:nvContentPartPr>
              <p14:xfrm>
                <a:off x="5421382" y="4605296"/>
                <a:ext cx="141840" cy="243000"/>
              </p14:xfrm>
            </p:contentPart>
          </mc:Choice>
          <mc:Fallback>
            <p:pic>
              <p:nvPicPr>
                <p:cNvPr id="177" name="Ink 176">
                  <a:extLst>
                    <a:ext uri="{FF2B5EF4-FFF2-40B4-BE49-F238E27FC236}">
                      <a16:creationId xmlns:a16="http://schemas.microsoft.com/office/drawing/2014/main" id="{9691BD8A-264B-0C64-B87B-127BBDA1C9E0}"/>
                    </a:ext>
                  </a:extLst>
                </p:cNvPr>
                <p:cNvPicPr/>
                <p:nvPr/>
              </p:nvPicPr>
              <p:blipFill>
                <a:blip r:embed="rId323"/>
                <a:stretch>
                  <a:fillRect/>
                </a:stretch>
              </p:blipFill>
              <p:spPr>
                <a:xfrm>
                  <a:off x="5412382" y="4596656"/>
                  <a:ext cx="15948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178" name="Ink 177">
                  <a:extLst>
                    <a:ext uri="{FF2B5EF4-FFF2-40B4-BE49-F238E27FC236}">
                      <a16:creationId xmlns:a16="http://schemas.microsoft.com/office/drawing/2014/main" id="{F09B791C-A1A3-DA75-8951-071BC13947D0}"/>
                    </a:ext>
                  </a:extLst>
                </p14:cNvPr>
                <p14:cNvContentPartPr/>
                <p14:nvPr/>
              </p14:nvContentPartPr>
              <p14:xfrm>
                <a:off x="5554582" y="4733096"/>
                <a:ext cx="149760" cy="66240"/>
              </p14:xfrm>
            </p:contentPart>
          </mc:Choice>
          <mc:Fallback>
            <p:pic>
              <p:nvPicPr>
                <p:cNvPr id="178" name="Ink 177">
                  <a:extLst>
                    <a:ext uri="{FF2B5EF4-FFF2-40B4-BE49-F238E27FC236}">
                      <a16:creationId xmlns:a16="http://schemas.microsoft.com/office/drawing/2014/main" id="{F09B791C-A1A3-DA75-8951-071BC13947D0}"/>
                    </a:ext>
                  </a:extLst>
                </p:cNvPr>
                <p:cNvPicPr/>
                <p:nvPr/>
              </p:nvPicPr>
              <p:blipFill>
                <a:blip r:embed="rId325"/>
                <a:stretch>
                  <a:fillRect/>
                </a:stretch>
              </p:blipFill>
              <p:spPr>
                <a:xfrm>
                  <a:off x="5545582" y="4724456"/>
                  <a:ext cx="16740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179" name="Ink 178">
                  <a:extLst>
                    <a:ext uri="{FF2B5EF4-FFF2-40B4-BE49-F238E27FC236}">
                      <a16:creationId xmlns:a16="http://schemas.microsoft.com/office/drawing/2014/main" id="{103BEB90-5148-6E5B-0148-820590551AAB}"/>
                    </a:ext>
                  </a:extLst>
                </p14:cNvPr>
                <p14:cNvContentPartPr/>
                <p14:nvPr/>
              </p14:nvContentPartPr>
              <p14:xfrm>
                <a:off x="5653222" y="4569296"/>
                <a:ext cx="178200" cy="299880"/>
              </p14:xfrm>
            </p:contentPart>
          </mc:Choice>
          <mc:Fallback>
            <p:pic>
              <p:nvPicPr>
                <p:cNvPr id="179" name="Ink 178">
                  <a:extLst>
                    <a:ext uri="{FF2B5EF4-FFF2-40B4-BE49-F238E27FC236}">
                      <a16:creationId xmlns:a16="http://schemas.microsoft.com/office/drawing/2014/main" id="{103BEB90-5148-6E5B-0148-820590551AAB}"/>
                    </a:ext>
                  </a:extLst>
                </p:cNvPr>
                <p:cNvPicPr/>
                <p:nvPr/>
              </p:nvPicPr>
              <p:blipFill>
                <a:blip r:embed="rId327"/>
                <a:stretch>
                  <a:fillRect/>
                </a:stretch>
              </p:blipFill>
              <p:spPr>
                <a:xfrm>
                  <a:off x="5644222" y="4560656"/>
                  <a:ext cx="195840" cy="317520"/>
                </a:xfrm>
                <a:prstGeom prst="rect">
                  <a:avLst/>
                </a:prstGeom>
              </p:spPr>
            </p:pic>
          </mc:Fallback>
        </mc:AlternateContent>
      </p:grpSp>
      <p:grpSp>
        <p:nvGrpSpPr>
          <p:cNvPr id="193" name="Group 192">
            <a:extLst>
              <a:ext uri="{FF2B5EF4-FFF2-40B4-BE49-F238E27FC236}">
                <a16:creationId xmlns:a16="http://schemas.microsoft.com/office/drawing/2014/main" id="{2065E668-7A59-1747-09A5-DC90BEC15728}"/>
              </a:ext>
            </a:extLst>
          </p:cNvPr>
          <p:cNvGrpSpPr/>
          <p:nvPr/>
        </p:nvGrpSpPr>
        <p:grpSpPr>
          <a:xfrm>
            <a:off x="3599062" y="5105336"/>
            <a:ext cx="862200" cy="391680"/>
            <a:chOff x="3599062" y="5105336"/>
            <a:chExt cx="862200" cy="391680"/>
          </a:xfrm>
        </p:grpSpPr>
        <mc:AlternateContent xmlns:mc="http://schemas.openxmlformats.org/markup-compatibility/2006">
          <mc:Choice xmlns:p14="http://schemas.microsoft.com/office/powerpoint/2010/main" Requires="p14">
            <p:contentPart p14:bwMode="auto" r:id="rId328">
              <p14:nvContentPartPr>
                <p14:cNvPr id="181" name="Ink 180">
                  <a:extLst>
                    <a:ext uri="{FF2B5EF4-FFF2-40B4-BE49-F238E27FC236}">
                      <a16:creationId xmlns:a16="http://schemas.microsoft.com/office/drawing/2014/main" id="{0E861984-F870-D76A-09F3-F26876064D71}"/>
                    </a:ext>
                  </a:extLst>
                </p14:cNvPr>
                <p14:cNvContentPartPr/>
                <p14:nvPr/>
              </p14:nvContentPartPr>
              <p14:xfrm>
                <a:off x="3747742" y="5105336"/>
                <a:ext cx="101880" cy="293400"/>
              </p14:xfrm>
            </p:contentPart>
          </mc:Choice>
          <mc:Fallback>
            <p:pic>
              <p:nvPicPr>
                <p:cNvPr id="181" name="Ink 180">
                  <a:extLst>
                    <a:ext uri="{FF2B5EF4-FFF2-40B4-BE49-F238E27FC236}">
                      <a16:creationId xmlns:a16="http://schemas.microsoft.com/office/drawing/2014/main" id="{0E861984-F870-D76A-09F3-F26876064D71}"/>
                    </a:ext>
                  </a:extLst>
                </p:cNvPr>
                <p:cNvPicPr/>
                <p:nvPr/>
              </p:nvPicPr>
              <p:blipFill>
                <a:blip r:embed="rId329"/>
                <a:stretch>
                  <a:fillRect/>
                </a:stretch>
              </p:blipFill>
              <p:spPr>
                <a:xfrm>
                  <a:off x="3739102" y="5096336"/>
                  <a:ext cx="11952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182" name="Ink 181">
                  <a:extLst>
                    <a:ext uri="{FF2B5EF4-FFF2-40B4-BE49-F238E27FC236}">
                      <a16:creationId xmlns:a16="http://schemas.microsoft.com/office/drawing/2014/main" id="{B930829A-7748-A7D4-C306-1E8927CE78FA}"/>
                    </a:ext>
                  </a:extLst>
                </p14:cNvPr>
                <p14:cNvContentPartPr/>
                <p14:nvPr/>
              </p14:nvContentPartPr>
              <p14:xfrm>
                <a:off x="3733702" y="5292536"/>
                <a:ext cx="126720" cy="11880"/>
              </p14:xfrm>
            </p:contentPart>
          </mc:Choice>
          <mc:Fallback>
            <p:pic>
              <p:nvPicPr>
                <p:cNvPr id="182" name="Ink 181">
                  <a:extLst>
                    <a:ext uri="{FF2B5EF4-FFF2-40B4-BE49-F238E27FC236}">
                      <a16:creationId xmlns:a16="http://schemas.microsoft.com/office/drawing/2014/main" id="{B930829A-7748-A7D4-C306-1E8927CE78FA}"/>
                    </a:ext>
                  </a:extLst>
                </p:cNvPr>
                <p:cNvPicPr/>
                <p:nvPr/>
              </p:nvPicPr>
              <p:blipFill>
                <a:blip r:embed="rId331"/>
                <a:stretch>
                  <a:fillRect/>
                </a:stretch>
              </p:blipFill>
              <p:spPr>
                <a:xfrm>
                  <a:off x="3725062" y="5283536"/>
                  <a:ext cx="14436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183" name="Ink 182">
                  <a:extLst>
                    <a:ext uri="{FF2B5EF4-FFF2-40B4-BE49-F238E27FC236}">
                      <a16:creationId xmlns:a16="http://schemas.microsoft.com/office/drawing/2014/main" id="{449922AE-9E3C-6878-229C-D75BDD7AFD2D}"/>
                    </a:ext>
                  </a:extLst>
                </p14:cNvPr>
                <p14:cNvContentPartPr/>
                <p14:nvPr/>
              </p14:nvContentPartPr>
              <p14:xfrm>
                <a:off x="3907222" y="5289656"/>
                <a:ext cx="19440" cy="47880"/>
              </p14:xfrm>
            </p:contentPart>
          </mc:Choice>
          <mc:Fallback>
            <p:pic>
              <p:nvPicPr>
                <p:cNvPr id="183" name="Ink 182">
                  <a:extLst>
                    <a:ext uri="{FF2B5EF4-FFF2-40B4-BE49-F238E27FC236}">
                      <a16:creationId xmlns:a16="http://schemas.microsoft.com/office/drawing/2014/main" id="{449922AE-9E3C-6878-229C-D75BDD7AFD2D}"/>
                    </a:ext>
                  </a:extLst>
                </p:cNvPr>
                <p:cNvPicPr/>
                <p:nvPr/>
              </p:nvPicPr>
              <p:blipFill>
                <a:blip r:embed="rId333"/>
                <a:stretch>
                  <a:fillRect/>
                </a:stretch>
              </p:blipFill>
              <p:spPr>
                <a:xfrm>
                  <a:off x="3898222" y="5281016"/>
                  <a:ext cx="3708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184" name="Ink 183">
                  <a:extLst>
                    <a:ext uri="{FF2B5EF4-FFF2-40B4-BE49-F238E27FC236}">
                      <a16:creationId xmlns:a16="http://schemas.microsoft.com/office/drawing/2014/main" id="{A84EA37F-4868-41DA-9F99-25D18892FD6B}"/>
                    </a:ext>
                  </a:extLst>
                </p14:cNvPr>
                <p14:cNvContentPartPr/>
                <p14:nvPr/>
              </p14:nvContentPartPr>
              <p14:xfrm>
                <a:off x="3880582" y="5167256"/>
                <a:ext cx="14400" cy="39240"/>
              </p14:xfrm>
            </p:contentPart>
          </mc:Choice>
          <mc:Fallback>
            <p:pic>
              <p:nvPicPr>
                <p:cNvPr id="184" name="Ink 183">
                  <a:extLst>
                    <a:ext uri="{FF2B5EF4-FFF2-40B4-BE49-F238E27FC236}">
                      <a16:creationId xmlns:a16="http://schemas.microsoft.com/office/drawing/2014/main" id="{A84EA37F-4868-41DA-9F99-25D18892FD6B}"/>
                    </a:ext>
                  </a:extLst>
                </p:cNvPr>
                <p:cNvPicPr/>
                <p:nvPr/>
              </p:nvPicPr>
              <p:blipFill>
                <a:blip r:embed="rId335"/>
                <a:stretch>
                  <a:fillRect/>
                </a:stretch>
              </p:blipFill>
              <p:spPr>
                <a:xfrm>
                  <a:off x="3871582" y="5158256"/>
                  <a:ext cx="3204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185" name="Ink 184">
                  <a:extLst>
                    <a:ext uri="{FF2B5EF4-FFF2-40B4-BE49-F238E27FC236}">
                      <a16:creationId xmlns:a16="http://schemas.microsoft.com/office/drawing/2014/main" id="{1321637F-F5AC-33FC-7E0F-53FBC9A08246}"/>
                    </a:ext>
                  </a:extLst>
                </p14:cNvPr>
                <p14:cNvContentPartPr/>
                <p14:nvPr/>
              </p14:nvContentPartPr>
              <p14:xfrm>
                <a:off x="3986782" y="5311616"/>
                <a:ext cx="104400" cy="38880"/>
              </p14:xfrm>
            </p:contentPart>
          </mc:Choice>
          <mc:Fallback>
            <p:pic>
              <p:nvPicPr>
                <p:cNvPr id="185" name="Ink 184">
                  <a:extLst>
                    <a:ext uri="{FF2B5EF4-FFF2-40B4-BE49-F238E27FC236}">
                      <a16:creationId xmlns:a16="http://schemas.microsoft.com/office/drawing/2014/main" id="{1321637F-F5AC-33FC-7E0F-53FBC9A08246}"/>
                    </a:ext>
                  </a:extLst>
                </p:cNvPr>
                <p:cNvPicPr/>
                <p:nvPr/>
              </p:nvPicPr>
              <p:blipFill>
                <a:blip r:embed="rId337"/>
                <a:stretch>
                  <a:fillRect/>
                </a:stretch>
              </p:blipFill>
              <p:spPr>
                <a:xfrm>
                  <a:off x="3978142" y="5302616"/>
                  <a:ext cx="12204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186" name="Ink 185">
                  <a:extLst>
                    <a:ext uri="{FF2B5EF4-FFF2-40B4-BE49-F238E27FC236}">
                      <a16:creationId xmlns:a16="http://schemas.microsoft.com/office/drawing/2014/main" id="{C1893804-30B3-8C85-2C43-DEC69BEE8595}"/>
                    </a:ext>
                  </a:extLst>
                </p14:cNvPr>
                <p14:cNvContentPartPr/>
                <p14:nvPr/>
              </p14:nvContentPartPr>
              <p14:xfrm>
                <a:off x="4100182" y="5128016"/>
                <a:ext cx="99360" cy="227160"/>
              </p14:xfrm>
            </p:contentPart>
          </mc:Choice>
          <mc:Fallback>
            <p:pic>
              <p:nvPicPr>
                <p:cNvPr id="186" name="Ink 185">
                  <a:extLst>
                    <a:ext uri="{FF2B5EF4-FFF2-40B4-BE49-F238E27FC236}">
                      <a16:creationId xmlns:a16="http://schemas.microsoft.com/office/drawing/2014/main" id="{C1893804-30B3-8C85-2C43-DEC69BEE8595}"/>
                    </a:ext>
                  </a:extLst>
                </p:cNvPr>
                <p:cNvPicPr/>
                <p:nvPr/>
              </p:nvPicPr>
              <p:blipFill>
                <a:blip r:embed="rId339"/>
                <a:stretch>
                  <a:fillRect/>
                </a:stretch>
              </p:blipFill>
              <p:spPr>
                <a:xfrm>
                  <a:off x="4091542" y="5119376"/>
                  <a:ext cx="11700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187" name="Ink 186">
                  <a:extLst>
                    <a:ext uri="{FF2B5EF4-FFF2-40B4-BE49-F238E27FC236}">
                      <a16:creationId xmlns:a16="http://schemas.microsoft.com/office/drawing/2014/main" id="{EDD8E85E-3569-C031-896E-E37B79AA4956}"/>
                    </a:ext>
                  </a:extLst>
                </p14:cNvPr>
                <p14:cNvContentPartPr/>
                <p14:nvPr/>
              </p14:nvContentPartPr>
              <p14:xfrm>
                <a:off x="4131502" y="5251856"/>
                <a:ext cx="329760" cy="124200"/>
              </p14:xfrm>
            </p:contentPart>
          </mc:Choice>
          <mc:Fallback>
            <p:pic>
              <p:nvPicPr>
                <p:cNvPr id="187" name="Ink 186">
                  <a:extLst>
                    <a:ext uri="{FF2B5EF4-FFF2-40B4-BE49-F238E27FC236}">
                      <a16:creationId xmlns:a16="http://schemas.microsoft.com/office/drawing/2014/main" id="{EDD8E85E-3569-C031-896E-E37B79AA4956}"/>
                    </a:ext>
                  </a:extLst>
                </p:cNvPr>
                <p:cNvPicPr/>
                <p:nvPr/>
              </p:nvPicPr>
              <p:blipFill>
                <a:blip r:embed="rId341"/>
                <a:stretch>
                  <a:fillRect/>
                </a:stretch>
              </p:blipFill>
              <p:spPr>
                <a:xfrm>
                  <a:off x="4122502" y="5242856"/>
                  <a:ext cx="34740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189" name="Ink 188">
                  <a:extLst>
                    <a:ext uri="{FF2B5EF4-FFF2-40B4-BE49-F238E27FC236}">
                      <a16:creationId xmlns:a16="http://schemas.microsoft.com/office/drawing/2014/main" id="{B8EFC342-F886-3279-CED8-DD5310AEEF48}"/>
                    </a:ext>
                  </a:extLst>
                </p14:cNvPr>
                <p14:cNvContentPartPr/>
                <p14:nvPr/>
              </p14:nvContentPartPr>
              <p14:xfrm>
                <a:off x="4089742" y="5355176"/>
                <a:ext cx="41400" cy="56160"/>
              </p14:xfrm>
            </p:contentPart>
          </mc:Choice>
          <mc:Fallback>
            <p:pic>
              <p:nvPicPr>
                <p:cNvPr id="189" name="Ink 188">
                  <a:extLst>
                    <a:ext uri="{FF2B5EF4-FFF2-40B4-BE49-F238E27FC236}">
                      <a16:creationId xmlns:a16="http://schemas.microsoft.com/office/drawing/2014/main" id="{B8EFC342-F886-3279-CED8-DD5310AEEF48}"/>
                    </a:ext>
                  </a:extLst>
                </p:cNvPr>
                <p:cNvPicPr/>
                <p:nvPr/>
              </p:nvPicPr>
              <p:blipFill>
                <a:blip r:embed="rId343"/>
                <a:stretch>
                  <a:fillRect/>
                </a:stretch>
              </p:blipFill>
              <p:spPr>
                <a:xfrm>
                  <a:off x="4081102" y="5346176"/>
                  <a:ext cx="5904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190" name="Ink 189">
                  <a:extLst>
                    <a:ext uri="{FF2B5EF4-FFF2-40B4-BE49-F238E27FC236}">
                      <a16:creationId xmlns:a16="http://schemas.microsoft.com/office/drawing/2014/main" id="{F264C23F-4D15-98A5-7A62-115C6849BA13}"/>
                    </a:ext>
                  </a:extLst>
                </p14:cNvPr>
                <p14:cNvContentPartPr/>
                <p14:nvPr/>
              </p14:nvContentPartPr>
              <p14:xfrm>
                <a:off x="4032142" y="5256896"/>
                <a:ext cx="21240" cy="11520"/>
              </p14:xfrm>
            </p:contentPart>
          </mc:Choice>
          <mc:Fallback>
            <p:pic>
              <p:nvPicPr>
                <p:cNvPr id="190" name="Ink 189">
                  <a:extLst>
                    <a:ext uri="{FF2B5EF4-FFF2-40B4-BE49-F238E27FC236}">
                      <a16:creationId xmlns:a16="http://schemas.microsoft.com/office/drawing/2014/main" id="{F264C23F-4D15-98A5-7A62-115C6849BA13}"/>
                    </a:ext>
                  </a:extLst>
                </p:cNvPr>
                <p:cNvPicPr/>
                <p:nvPr/>
              </p:nvPicPr>
              <p:blipFill>
                <a:blip r:embed="rId345"/>
                <a:stretch>
                  <a:fillRect/>
                </a:stretch>
              </p:blipFill>
              <p:spPr>
                <a:xfrm>
                  <a:off x="4023142" y="5247896"/>
                  <a:ext cx="388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192" name="Ink 191">
                  <a:extLst>
                    <a:ext uri="{FF2B5EF4-FFF2-40B4-BE49-F238E27FC236}">
                      <a16:creationId xmlns:a16="http://schemas.microsoft.com/office/drawing/2014/main" id="{A5A54D77-33A1-6B3B-9E30-C6DAC06034EF}"/>
                    </a:ext>
                  </a:extLst>
                </p14:cNvPr>
                <p14:cNvContentPartPr/>
                <p14:nvPr/>
              </p14:nvContentPartPr>
              <p14:xfrm>
                <a:off x="3599062" y="5124776"/>
                <a:ext cx="138960" cy="372240"/>
              </p14:xfrm>
            </p:contentPart>
          </mc:Choice>
          <mc:Fallback>
            <p:pic>
              <p:nvPicPr>
                <p:cNvPr id="192" name="Ink 191">
                  <a:extLst>
                    <a:ext uri="{FF2B5EF4-FFF2-40B4-BE49-F238E27FC236}">
                      <a16:creationId xmlns:a16="http://schemas.microsoft.com/office/drawing/2014/main" id="{A5A54D77-33A1-6B3B-9E30-C6DAC06034EF}"/>
                    </a:ext>
                  </a:extLst>
                </p:cNvPr>
                <p:cNvPicPr/>
                <p:nvPr/>
              </p:nvPicPr>
              <p:blipFill>
                <a:blip r:embed="rId347"/>
                <a:stretch>
                  <a:fillRect/>
                </a:stretch>
              </p:blipFill>
              <p:spPr>
                <a:xfrm>
                  <a:off x="3590422" y="5116136"/>
                  <a:ext cx="156600" cy="389880"/>
                </a:xfrm>
                <a:prstGeom prst="rect">
                  <a:avLst/>
                </a:prstGeom>
              </p:spPr>
            </p:pic>
          </mc:Fallback>
        </mc:AlternateContent>
      </p:grpSp>
      <p:grpSp>
        <p:nvGrpSpPr>
          <p:cNvPr id="209" name="Group 208">
            <a:extLst>
              <a:ext uri="{FF2B5EF4-FFF2-40B4-BE49-F238E27FC236}">
                <a16:creationId xmlns:a16="http://schemas.microsoft.com/office/drawing/2014/main" id="{5691B92F-01CB-8B0B-0380-38198EC7780D}"/>
              </a:ext>
            </a:extLst>
          </p:cNvPr>
          <p:cNvGrpSpPr/>
          <p:nvPr/>
        </p:nvGrpSpPr>
        <p:grpSpPr>
          <a:xfrm>
            <a:off x="4576102" y="5095616"/>
            <a:ext cx="3059640" cy="435240"/>
            <a:chOff x="4576102" y="5095616"/>
            <a:chExt cx="3059640" cy="435240"/>
          </a:xfrm>
        </p:grpSpPr>
        <mc:AlternateContent xmlns:mc="http://schemas.openxmlformats.org/markup-compatibility/2006">
          <mc:Choice xmlns:p14="http://schemas.microsoft.com/office/powerpoint/2010/main" Requires="p14">
            <p:contentPart p14:bwMode="auto" r:id="rId348">
              <p14:nvContentPartPr>
                <p14:cNvPr id="194" name="Ink 193">
                  <a:extLst>
                    <a:ext uri="{FF2B5EF4-FFF2-40B4-BE49-F238E27FC236}">
                      <a16:creationId xmlns:a16="http://schemas.microsoft.com/office/drawing/2014/main" id="{697690C2-BD08-A85B-7F23-ED51200315A3}"/>
                    </a:ext>
                  </a:extLst>
                </p14:cNvPr>
                <p14:cNvContentPartPr/>
                <p14:nvPr/>
              </p14:nvContentPartPr>
              <p14:xfrm>
                <a:off x="4576102" y="5236016"/>
                <a:ext cx="248040" cy="151200"/>
              </p14:xfrm>
            </p:contentPart>
          </mc:Choice>
          <mc:Fallback>
            <p:pic>
              <p:nvPicPr>
                <p:cNvPr id="194" name="Ink 193">
                  <a:extLst>
                    <a:ext uri="{FF2B5EF4-FFF2-40B4-BE49-F238E27FC236}">
                      <a16:creationId xmlns:a16="http://schemas.microsoft.com/office/drawing/2014/main" id="{697690C2-BD08-A85B-7F23-ED51200315A3}"/>
                    </a:ext>
                  </a:extLst>
                </p:cNvPr>
                <p:cNvPicPr/>
                <p:nvPr/>
              </p:nvPicPr>
              <p:blipFill>
                <a:blip r:embed="rId349"/>
                <a:stretch>
                  <a:fillRect/>
                </a:stretch>
              </p:blipFill>
              <p:spPr>
                <a:xfrm>
                  <a:off x="4567462" y="5227376"/>
                  <a:ext cx="26568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195" name="Ink 194">
                  <a:extLst>
                    <a:ext uri="{FF2B5EF4-FFF2-40B4-BE49-F238E27FC236}">
                      <a16:creationId xmlns:a16="http://schemas.microsoft.com/office/drawing/2014/main" id="{2F9CA96E-03B0-6A6A-EBEC-3A8DF3A960C2}"/>
                    </a:ext>
                  </a:extLst>
                </p14:cNvPr>
                <p14:cNvContentPartPr/>
                <p14:nvPr/>
              </p14:nvContentPartPr>
              <p14:xfrm>
                <a:off x="4834222" y="5290016"/>
                <a:ext cx="122760" cy="86400"/>
              </p14:xfrm>
            </p:contentPart>
          </mc:Choice>
          <mc:Fallback>
            <p:pic>
              <p:nvPicPr>
                <p:cNvPr id="195" name="Ink 194">
                  <a:extLst>
                    <a:ext uri="{FF2B5EF4-FFF2-40B4-BE49-F238E27FC236}">
                      <a16:creationId xmlns:a16="http://schemas.microsoft.com/office/drawing/2014/main" id="{2F9CA96E-03B0-6A6A-EBEC-3A8DF3A960C2}"/>
                    </a:ext>
                  </a:extLst>
                </p:cNvPr>
                <p:cNvPicPr/>
                <p:nvPr/>
              </p:nvPicPr>
              <p:blipFill>
                <a:blip r:embed="rId351"/>
                <a:stretch>
                  <a:fillRect/>
                </a:stretch>
              </p:blipFill>
              <p:spPr>
                <a:xfrm>
                  <a:off x="4825582" y="5281376"/>
                  <a:ext cx="14040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196" name="Ink 195">
                  <a:extLst>
                    <a:ext uri="{FF2B5EF4-FFF2-40B4-BE49-F238E27FC236}">
                      <a16:creationId xmlns:a16="http://schemas.microsoft.com/office/drawing/2014/main" id="{CF8B1E33-43DA-34E2-57CC-0ED392F55397}"/>
                    </a:ext>
                  </a:extLst>
                </p14:cNvPr>
                <p14:cNvContentPartPr/>
                <p14:nvPr/>
              </p14:nvContentPartPr>
              <p14:xfrm>
                <a:off x="4961662" y="5322416"/>
                <a:ext cx="102240" cy="72720"/>
              </p14:xfrm>
            </p:contentPart>
          </mc:Choice>
          <mc:Fallback>
            <p:pic>
              <p:nvPicPr>
                <p:cNvPr id="196" name="Ink 195">
                  <a:extLst>
                    <a:ext uri="{FF2B5EF4-FFF2-40B4-BE49-F238E27FC236}">
                      <a16:creationId xmlns:a16="http://schemas.microsoft.com/office/drawing/2014/main" id="{CF8B1E33-43DA-34E2-57CC-0ED392F55397}"/>
                    </a:ext>
                  </a:extLst>
                </p:cNvPr>
                <p:cNvPicPr/>
                <p:nvPr/>
              </p:nvPicPr>
              <p:blipFill>
                <a:blip r:embed="rId353"/>
                <a:stretch>
                  <a:fillRect/>
                </a:stretch>
              </p:blipFill>
              <p:spPr>
                <a:xfrm>
                  <a:off x="4953022" y="5313416"/>
                  <a:ext cx="11988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197" name="Ink 196">
                  <a:extLst>
                    <a:ext uri="{FF2B5EF4-FFF2-40B4-BE49-F238E27FC236}">
                      <a16:creationId xmlns:a16="http://schemas.microsoft.com/office/drawing/2014/main" id="{FED963C8-1915-3165-94A4-54807224CED1}"/>
                    </a:ext>
                  </a:extLst>
                </p14:cNvPr>
                <p14:cNvContentPartPr/>
                <p14:nvPr/>
              </p14:nvContentPartPr>
              <p14:xfrm>
                <a:off x="5111422" y="5269136"/>
                <a:ext cx="81360" cy="110160"/>
              </p14:xfrm>
            </p:contentPart>
          </mc:Choice>
          <mc:Fallback>
            <p:pic>
              <p:nvPicPr>
                <p:cNvPr id="197" name="Ink 196">
                  <a:extLst>
                    <a:ext uri="{FF2B5EF4-FFF2-40B4-BE49-F238E27FC236}">
                      <a16:creationId xmlns:a16="http://schemas.microsoft.com/office/drawing/2014/main" id="{FED963C8-1915-3165-94A4-54807224CED1}"/>
                    </a:ext>
                  </a:extLst>
                </p:cNvPr>
                <p:cNvPicPr/>
                <p:nvPr/>
              </p:nvPicPr>
              <p:blipFill>
                <a:blip r:embed="rId355"/>
                <a:stretch>
                  <a:fillRect/>
                </a:stretch>
              </p:blipFill>
              <p:spPr>
                <a:xfrm>
                  <a:off x="5102782" y="5260496"/>
                  <a:ext cx="9900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199" name="Ink 198">
                  <a:extLst>
                    <a:ext uri="{FF2B5EF4-FFF2-40B4-BE49-F238E27FC236}">
                      <a16:creationId xmlns:a16="http://schemas.microsoft.com/office/drawing/2014/main" id="{A6F22E17-1569-9B82-FD94-A75F52107D53}"/>
                    </a:ext>
                  </a:extLst>
                </p14:cNvPr>
                <p14:cNvContentPartPr/>
                <p14:nvPr/>
              </p14:nvContentPartPr>
              <p14:xfrm>
                <a:off x="5243902" y="5169056"/>
                <a:ext cx="106920" cy="240480"/>
              </p14:xfrm>
            </p:contentPart>
          </mc:Choice>
          <mc:Fallback>
            <p:pic>
              <p:nvPicPr>
                <p:cNvPr id="199" name="Ink 198">
                  <a:extLst>
                    <a:ext uri="{FF2B5EF4-FFF2-40B4-BE49-F238E27FC236}">
                      <a16:creationId xmlns:a16="http://schemas.microsoft.com/office/drawing/2014/main" id="{A6F22E17-1569-9B82-FD94-A75F52107D53}"/>
                    </a:ext>
                  </a:extLst>
                </p:cNvPr>
                <p:cNvPicPr/>
                <p:nvPr/>
              </p:nvPicPr>
              <p:blipFill>
                <a:blip r:embed="rId357"/>
                <a:stretch>
                  <a:fillRect/>
                </a:stretch>
              </p:blipFill>
              <p:spPr>
                <a:xfrm>
                  <a:off x="5234902" y="5160416"/>
                  <a:ext cx="12456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00" name="Ink 199">
                  <a:extLst>
                    <a:ext uri="{FF2B5EF4-FFF2-40B4-BE49-F238E27FC236}">
                      <a16:creationId xmlns:a16="http://schemas.microsoft.com/office/drawing/2014/main" id="{22991AE5-F2B9-1E9F-414A-662965774759}"/>
                    </a:ext>
                  </a:extLst>
                </p14:cNvPr>
                <p14:cNvContentPartPr/>
                <p14:nvPr/>
              </p14:nvContentPartPr>
              <p14:xfrm>
                <a:off x="5493022" y="5257256"/>
                <a:ext cx="133920" cy="126360"/>
              </p14:xfrm>
            </p:contentPart>
          </mc:Choice>
          <mc:Fallback>
            <p:pic>
              <p:nvPicPr>
                <p:cNvPr id="200" name="Ink 199">
                  <a:extLst>
                    <a:ext uri="{FF2B5EF4-FFF2-40B4-BE49-F238E27FC236}">
                      <a16:creationId xmlns:a16="http://schemas.microsoft.com/office/drawing/2014/main" id="{22991AE5-F2B9-1E9F-414A-662965774759}"/>
                    </a:ext>
                  </a:extLst>
                </p:cNvPr>
                <p:cNvPicPr/>
                <p:nvPr/>
              </p:nvPicPr>
              <p:blipFill>
                <a:blip r:embed="rId359"/>
                <a:stretch>
                  <a:fillRect/>
                </a:stretch>
              </p:blipFill>
              <p:spPr>
                <a:xfrm>
                  <a:off x="5484382" y="5248616"/>
                  <a:ext cx="15156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01" name="Ink 200">
                  <a:extLst>
                    <a:ext uri="{FF2B5EF4-FFF2-40B4-BE49-F238E27FC236}">
                      <a16:creationId xmlns:a16="http://schemas.microsoft.com/office/drawing/2014/main" id="{0D660486-A177-D381-773B-4F95BA3CD4E3}"/>
                    </a:ext>
                  </a:extLst>
                </p14:cNvPr>
                <p14:cNvContentPartPr/>
                <p14:nvPr/>
              </p14:nvContentPartPr>
              <p14:xfrm>
                <a:off x="5666182" y="5255456"/>
                <a:ext cx="63000" cy="118080"/>
              </p14:xfrm>
            </p:contentPart>
          </mc:Choice>
          <mc:Fallback>
            <p:pic>
              <p:nvPicPr>
                <p:cNvPr id="201" name="Ink 200">
                  <a:extLst>
                    <a:ext uri="{FF2B5EF4-FFF2-40B4-BE49-F238E27FC236}">
                      <a16:creationId xmlns:a16="http://schemas.microsoft.com/office/drawing/2014/main" id="{0D660486-A177-D381-773B-4F95BA3CD4E3}"/>
                    </a:ext>
                  </a:extLst>
                </p:cNvPr>
                <p:cNvPicPr/>
                <p:nvPr/>
              </p:nvPicPr>
              <p:blipFill>
                <a:blip r:embed="rId361"/>
                <a:stretch>
                  <a:fillRect/>
                </a:stretch>
              </p:blipFill>
              <p:spPr>
                <a:xfrm>
                  <a:off x="5657182" y="5246456"/>
                  <a:ext cx="8064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02" name="Ink 201">
                  <a:extLst>
                    <a:ext uri="{FF2B5EF4-FFF2-40B4-BE49-F238E27FC236}">
                      <a16:creationId xmlns:a16="http://schemas.microsoft.com/office/drawing/2014/main" id="{639BF690-F7A9-70AA-F529-483BBE26C876}"/>
                    </a:ext>
                  </a:extLst>
                </p14:cNvPr>
                <p14:cNvContentPartPr/>
                <p14:nvPr/>
              </p14:nvContentPartPr>
              <p14:xfrm>
                <a:off x="5666902" y="5142416"/>
                <a:ext cx="106920" cy="358200"/>
              </p14:xfrm>
            </p:contentPart>
          </mc:Choice>
          <mc:Fallback>
            <p:pic>
              <p:nvPicPr>
                <p:cNvPr id="202" name="Ink 201">
                  <a:extLst>
                    <a:ext uri="{FF2B5EF4-FFF2-40B4-BE49-F238E27FC236}">
                      <a16:creationId xmlns:a16="http://schemas.microsoft.com/office/drawing/2014/main" id="{639BF690-F7A9-70AA-F529-483BBE26C876}"/>
                    </a:ext>
                  </a:extLst>
                </p:cNvPr>
                <p:cNvPicPr/>
                <p:nvPr/>
              </p:nvPicPr>
              <p:blipFill>
                <a:blip r:embed="rId363"/>
                <a:stretch>
                  <a:fillRect/>
                </a:stretch>
              </p:blipFill>
              <p:spPr>
                <a:xfrm>
                  <a:off x="5657902" y="5133416"/>
                  <a:ext cx="124560" cy="37584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03" name="Ink 202">
                  <a:extLst>
                    <a:ext uri="{FF2B5EF4-FFF2-40B4-BE49-F238E27FC236}">
                      <a16:creationId xmlns:a16="http://schemas.microsoft.com/office/drawing/2014/main" id="{6192B535-24D5-AA3D-4381-20B581701392}"/>
                    </a:ext>
                  </a:extLst>
                </p14:cNvPr>
                <p14:cNvContentPartPr/>
                <p14:nvPr/>
              </p14:nvContentPartPr>
              <p14:xfrm>
                <a:off x="5614342" y="5327816"/>
                <a:ext cx="173160" cy="39600"/>
              </p14:xfrm>
            </p:contentPart>
          </mc:Choice>
          <mc:Fallback>
            <p:pic>
              <p:nvPicPr>
                <p:cNvPr id="203" name="Ink 202">
                  <a:extLst>
                    <a:ext uri="{FF2B5EF4-FFF2-40B4-BE49-F238E27FC236}">
                      <a16:creationId xmlns:a16="http://schemas.microsoft.com/office/drawing/2014/main" id="{6192B535-24D5-AA3D-4381-20B581701392}"/>
                    </a:ext>
                  </a:extLst>
                </p:cNvPr>
                <p:cNvPicPr/>
                <p:nvPr/>
              </p:nvPicPr>
              <p:blipFill>
                <a:blip r:embed="rId365"/>
                <a:stretch>
                  <a:fillRect/>
                </a:stretch>
              </p:blipFill>
              <p:spPr>
                <a:xfrm>
                  <a:off x="5605702" y="5318816"/>
                  <a:ext cx="19080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204" name="Ink 203">
                  <a:extLst>
                    <a:ext uri="{FF2B5EF4-FFF2-40B4-BE49-F238E27FC236}">
                      <a16:creationId xmlns:a16="http://schemas.microsoft.com/office/drawing/2014/main" id="{28D01B0F-4CC4-D6AC-A901-48F604701D56}"/>
                    </a:ext>
                  </a:extLst>
                </p14:cNvPr>
                <p14:cNvContentPartPr/>
                <p14:nvPr/>
              </p14:nvContentPartPr>
              <p14:xfrm>
                <a:off x="5950942" y="5134136"/>
                <a:ext cx="414360" cy="266040"/>
              </p14:xfrm>
            </p:contentPart>
          </mc:Choice>
          <mc:Fallback>
            <p:pic>
              <p:nvPicPr>
                <p:cNvPr id="204" name="Ink 203">
                  <a:extLst>
                    <a:ext uri="{FF2B5EF4-FFF2-40B4-BE49-F238E27FC236}">
                      <a16:creationId xmlns:a16="http://schemas.microsoft.com/office/drawing/2014/main" id="{28D01B0F-4CC4-D6AC-A901-48F604701D56}"/>
                    </a:ext>
                  </a:extLst>
                </p:cNvPr>
                <p:cNvPicPr/>
                <p:nvPr/>
              </p:nvPicPr>
              <p:blipFill>
                <a:blip r:embed="rId367"/>
                <a:stretch>
                  <a:fillRect/>
                </a:stretch>
              </p:blipFill>
              <p:spPr>
                <a:xfrm>
                  <a:off x="5941942" y="5125496"/>
                  <a:ext cx="43200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05" name="Ink 204">
                  <a:extLst>
                    <a:ext uri="{FF2B5EF4-FFF2-40B4-BE49-F238E27FC236}">
                      <a16:creationId xmlns:a16="http://schemas.microsoft.com/office/drawing/2014/main" id="{BB735FBF-6451-CF8F-58C7-019482366437}"/>
                    </a:ext>
                  </a:extLst>
                </p14:cNvPr>
                <p14:cNvContentPartPr/>
                <p14:nvPr/>
              </p14:nvContentPartPr>
              <p14:xfrm>
                <a:off x="6464302" y="5306936"/>
                <a:ext cx="104400" cy="223920"/>
              </p14:xfrm>
            </p:contentPart>
          </mc:Choice>
          <mc:Fallback>
            <p:pic>
              <p:nvPicPr>
                <p:cNvPr id="205" name="Ink 204">
                  <a:extLst>
                    <a:ext uri="{FF2B5EF4-FFF2-40B4-BE49-F238E27FC236}">
                      <a16:creationId xmlns:a16="http://schemas.microsoft.com/office/drawing/2014/main" id="{BB735FBF-6451-CF8F-58C7-019482366437}"/>
                    </a:ext>
                  </a:extLst>
                </p:cNvPr>
                <p:cNvPicPr/>
                <p:nvPr/>
              </p:nvPicPr>
              <p:blipFill>
                <a:blip r:embed="rId369"/>
                <a:stretch>
                  <a:fillRect/>
                </a:stretch>
              </p:blipFill>
              <p:spPr>
                <a:xfrm>
                  <a:off x="6455662" y="5297936"/>
                  <a:ext cx="12204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206" name="Ink 205">
                  <a:extLst>
                    <a:ext uri="{FF2B5EF4-FFF2-40B4-BE49-F238E27FC236}">
                      <a16:creationId xmlns:a16="http://schemas.microsoft.com/office/drawing/2014/main" id="{5483F0A5-BD86-16C0-33F8-E45AD525B45C}"/>
                    </a:ext>
                  </a:extLst>
                </p14:cNvPr>
                <p14:cNvContentPartPr/>
                <p14:nvPr/>
              </p14:nvContentPartPr>
              <p14:xfrm>
                <a:off x="6569782" y="5125136"/>
                <a:ext cx="371160" cy="284760"/>
              </p14:xfrm>
            </p:contentPart>
          </mc:Choice>
          <mc:Fallback>
            <p:pic>
              <p:nvPicPr>
                <p:cNvPr id="206" name="Ink 205">
                  <a:extLst>
                    <a:ext uri="{FF2B5EF4-FFF2-40B4-BE49-F238E27FC236}">
                      <a16:creationId xmlns:a16="http://schemas.microsoft.com/office/drawing/2014/main" id="{5483F0A5-BD86-16C0-33F8-E45AD525B45C}"/>
                    </a:ext>
                  </a:extLst>
                </p:cNvPr>
                <p:cNvPicPr/>
                <p:nvPr/>
              </p:nvPicPr>
              <p:blipFill>
                <a:blip r:embed="rId371"/>
                <a:stretch>
                  <a:fillRect/>
                </a:stretch>
              </p:blipFill>
              <p:spPr>
                <a:xfrm>
                  <a:off x="6561142" y="5116496"/>
                  <a:ext cx="38880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07" name="Ink 206">
                  <a:extLst>
                    <a:ext uri="{FF2B5EF4-FFF2-40B4-BE49-F238E27FC236}">
                      <a16:creationId xmlns:a16="http://schemas.microsoft.com/office/drawing/2014/main" id="{27B88AC4-E977-588C-906C-0673B3E8F1EC}"/>
                    </a:ext>
                  </a:extLst>
                </p14:cNvPr>
                <p14:cNvContentPartPr/>
                <p14:nvPr/>
              </p14:nvContentPartPr>
              <p14:xfrm>
                <a:off x="7091422" y="5222696"/>
                <a:ext cx="302760" cy="219600"/>
              </p14:xfrm>
            </p:contentPart>
          </mc:Choice>
          <mc:Fallback>
            <p:pic>
              <p:nvPicPr>
                <p:cNvPr id="207" name="Ink 206">
                  <a:extLst>
                    <a:ext uri="{FF2B5EF4-FFF2-40B4-BE49-F238E27FC236}">
                      <a16:creationId xmlns:a16="http://schemas.microsoft.com/office/drawing/2014/main" id="{27B88AC4-E977-588C-906C-0673B3E8F1EC}"/>
                    </a:ext>
                  </a:extLst>
                </p:cNvPr>
                <p:cNvPicPr/>
                <p:nvPr/>
              </p:nvPicPr>
              <p:blipFill>
                <a:blip r:embed="rId373"/>
                <a:stretch>
                  <a:fillRect/>
                </a:stretch>
              </p:blipFill>
              <p:spPr>
                <a:xfrm>
                  <a:off x="7082782" y="5214056"/>
                  <a:ext cx="32040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08" name="Ink 207">
                  <a:extLst>
                    <a:ext uri="{FF2B5EF4-FFF2-40B4-BE49-F238E27FC236}">
                      <a16:creationId xmlns:a16="http://schemas.microsoft.com/office/drawing/2014/main" id="{0FAE5C29-DC55-5A80-EC72-55F68ECF330B}"/>
                    </a:ext>
                  </a:extLst>
                </p14:cNvPr>
                <p14:cNvContentPartPr/>
                <p14:nvPr/>
              </p14:nvContentPartPr>
              <p14:xfrm>
                <a:off x="7365022" y="5095616"/>
                <a:ext cx="270720" cy="426600"/>
              </p14:xfrm>
            </p:contentPart>
          </mc:Choice>
          <mc:Fallback>
            <p:pic>
              <p:nvPicPr>
                <p:cNvPr id="208" name="Ink 207">
                  <a:extLst>
                    <a:ext uri="{FF2B5EF4-FFF2-40B4-BE49-F238E27FC236}">
                      <a16:creationId xmlns:a16="http://schemas.microsoft.com/office/drawing/2014/main" id="{0FAE5C29-DC55-5A80-EC72-55F68ECF330B}"/>
                    </a:ext>
                  </a:extLst>
                </p:cNvPr>
                <p:cNvPicPr/>
                <p:nvPr/>
              </p:nvPicPr>
              <p:blipFill>
                <a:blip r:embed="rId375"/>
                <a:stretch>
                  <a:fillRect/>
                </a:stretch>
              </p:blipFill>
              <p:spPr>
                <a:xfrm>
                  <a:off x="7356382" y="5086976"/>
                  <a:ext cx="288360" cy="444240"/>
                </a:xfrm>
                <a:prstGeom prst="rect">
                  <a:avLst/>
                </a:prstGeom>
              </p:spPr>
            </p:pic>
          </mc:Fallback>
        </mc:AlternateContent>
      </p:grpSp>
      <p:grpSp>
        <p:nvGrpSpPr>
          <p:cNvPr id="224" name="Group 223">
            <a:extLst>
              <a:ext uri="{FF2B5EF4-FFF2-40B4-BE49-F238E27FC236}">
                <a16:creationId xmlns:a16="http://schemas.microsoft.com/office/drawing/2014/main" id="{362984A3-F4FA-CB59-4049-51AD7E9FA171}"/>
              </a:ext>
            </a:extLst>
          </p:cNvPr>
          <p:cNvGrpSpPr/>
          <p:nvPr/>
        </p:nvGrpSpPr>
        <p:grpSpPr>
          <a:xfrm>
            <a:off x="6899902" y="3624296"/>
            <a:ext cx="1586160" cy="275400"/>
            <a:chOff x="6899902" y="3624296"/>
            <a:chExt cx="1586160" cy="275400"/>
          </a:xfrm>
        </p:grpSpPr>
        <mc:AlternateContent xmlns:mc="http://schemas.openxmlformats.org/markup-compatibility/2006">
          <mc:Choice xmlns:p14="http://schemas.microsoft.com/office/powerpoint/2010/main" Requires="p14">
            <p:contentPart p14:bwMode="auto" r:id="rId376">
              <p14:nvContentPartPr>
                <p14:cNvPr id="210" name="Ink 209">
                  <a:extLst>
                    <a:ext uri="{FF2B5EF4-FFF2-40B4-BE49-F238E27FC236}">
                      <a16:creationId xmlns:a16="http://schemas.microsoft.com/office/drawing/2014/main" id="{D773B8EA-05E0-F6B1-8116-50365855A031}"/>
                    </a:ext>
                  </a:extLst>
                </p14:cNvPr>
                <p14:cNvContentPartPr/>
                <p14:nvPr/>
              </p14:nvContentPartPr>
              <p14:xfrm>
                <a:off x="6899902" y="3763616"/>
                <a:ext cx="228600" cy="132480"/>
              </p14:xfrm>
            </p:contentPart>
          </mc:Choice>
          <mc:Fallback>
            <p:pic>
              <p:nvPicPr>
                <p:cNvPr id="210" name="Ink 209">
                  <a:extLst>
                    <a:ext uri="{FF2B5EF4-FFF2-40B4-BE49-F238E27FC236}">
                      <a16:creationId xmlns:a16="http://schemas.microsoft.com/office/drawing/2014/main" id="{D773B8EA-05E0-F6B1-8116-50365855A031}"/>
                    </a:ext>
                  </a:extLst>
                </p:cNvPr>
                <p:cNvPicPr/>
                <p:nvPr/>
              </p:nvPicPr>
              <p:blipFill>
                <a:blip r:embed="rId377"/>
                <a:stretch>
                  <a:fillRect/>
                </a:stretch>
              </p:blipFill>
              <p:spPr>
                <a:xfrm>
                  <a:off x="6890902" y="3754616"/>
                  <a:ext cx="24624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11" name="Ink 210">
                  <a:extLst>
                    <a:ext uri="{FF2B5EF4-FFF2-40B4-BE49-F238E27FC236}">
                      <a16:creationId xmlns:a16="http://schemas.microsoft.com/office/drawing/2014/main" id="{7AD64BF6-B258-6A4F-F32B-033F53A49CE3}"/>
                    </a:ext>
                  </a:extLst>
                </p14:cNvPr>
                <p14:cNvContentPartPr/>
                <p14:nvPr/>
              </p14:nvContentPartPr>
              <p14:xfrm>
                <a:off x="7108342" y="3745976"/>
                <a:ext cx="150120" cy="143640"/>
              </p14:xfrm>
            </p:contentPart>
          </mc:Choice>
          <mc:Fallback>
            <p:pic>
              <p:nvPicPr>
                <p:cNvPr id="211" name="Ink 210">
                  <a:extLst>
                    <a:ext uri="{FF2B5EF4-FFF2-40B4-BE49-F238E27FC236}">
                      <a16:creationId xmlns:a16="http://schemas.microsoft.com/office/drawing/2014/main" id="{7AD64BF6-B258-6A4F-F32B-033F53A49CE3}"/>
                    </a:ext>
                  </a:extLst>
                </p:cNvPr>
                <p:cNvPicPr/>
                <p:nvPr/>
              </p:nvPicPr>
              <p:blipFill>
                <a:blip r:embed="rId379"/>
                <a:stretch>
                  <a:fillRect/>
                </a:stretch>
              </p:blipFill>
              <p:spPr>
                <a:xfrm>
                  <a:off x="7099342" y="3736976"/>
                  <a:ext cx="16776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12" name="Ink 211">
                  <a:extLst>
                    <a:ext uri="{FF2B5EF4-FFF2-40B4-BE49-F238E27FC236}">
                      <a16:creationId xmlns:a16="http://schemas.microsoft.com/office/drawing/2014/main" id="{D470AE79-679B-85EE-90E7-B5262975CD2C}"/>
                    </a:ext>
                  </a:extLst>
                </p14:cNvPr>
                <p14:cNvContentPartPr/>
                <p14:nvPr/>
              </p14:nvContentPartPr>
              <p14:xfrm>
                <a:off x="7237582" y="3635096"/>
                <a:ext cx="125640" cy="234720"/>
              </p14:xfrm>
            </p:contentPart>
          </mc:Choice>
          <mc:Fallback>
            <p:pic>
              <p:nvPicPr>
                <p:cNvPr id="212" name="Ink 211">
                  <a:extLst>
                    <a:ext uri="{FF2B5EF4-FFF2-40B4-BE49-F238E27FC236}">
                      <a16:creationId xmlns:a16="http://schemas.microsoft.com/office/drawing/2014/main" id="{D470AE79-679B-85EE-90E7-B5262975CD2C}"/>
                    </a:ext>
                  </a:extLst>
                </p:cNvPr>
                <p:cNvPicPr/>
                <p:nvPr/>
              </p:nvPicPr>
              <p:blipFill>
                <a:blip r:embed="rId381"/>
                <a:stretch>
                  <a:fillRect/>
                </a:stretch>
              </p:blipFill>
              <p:spPr>
                <a:xfrm>
                  <a:off x="7228942" y="3626456"/>
                  <a:ext cx="14328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13" name="Ink 212">
                  <a:extLst>
                    <a:ext uri="{FF2B5EF4-FFF2-40B4-BE49-F238E27FC236}">
                      <a16:creationId xmlns:a16="http://schemas.microsoft.com/office/drawing/2014/main" id="{027FA967-922E-A261-2DE5-7B6A2661962B}"/>
                    </a:ext>
                  </a:extLst>
                </p14:cNvPr>
                <p14:cNvContentPartPr/>
                <p14:nvPr/>
              </p14:nvContentPartPr>
              <p14:xfrm>
                <a:off x="7288702" y="3792776"/>
                <a:ext cx="208440" cy="91800"/>
              </p14:xfrm>
            </p:contentPart>
          </mc:Choice>
          <mc:Fallback>
            <p:pic>
              <p:nvPicPr>
                <p:cNvPr id="213" name="Ink 212">
                  <a:extLst>
                    <a:ext uri="{FF2B5EF4-FFF2-40B4-BE49-F238E27FC236}">
                      <a16:creationId xmlns:a16="http://schemas.microsoft.com/office/drawing/2014/main" id="{027FA967-922E-A261-2DE5-7B6A2661962B}"/>
                    </a:ext>
                  </a:extLst>
                </p:cNvPr>
                <p:cNvPicPr/>
                <p:nvPr/>
              </p:nvPicPr>
              <p:blipFill>
                <a:blip r:embed="rId383"/>
                <a:stretch>
                  <a:fillRect/>
                </a:stretch>
              </p:blipFill>
              <p:spPr>
                <a:xfrm>
                  <a:off x="7280062" y="3783776"/>
                  <a:ext cx="22608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14" name="Ink 213">
                  <a:extLst>
                    <a:ext uri="{FF2B5EF4-FFF2-40B4-BE49-F238E27FC236}">
                      <a16:creationId xmlns:a16="http://schemas.microsoft.com/office/drawing/2014/main" id="{4A7C952A-CD21-CDE0-42AB-68699E7A59F6}"/>
                    </a:ext>
                  </a:extLst>
                </p14:cNvPr>
                <p14:cNvContentPartPr/>
                <p14:nvPr/>
              </p14:nvContentPartPr>
              <p14:xfrm>
                <a:off x="7421902" y="3697736"/>
                <a:ext cx="5040" cy="43560"/>
              </p14:xfrm>
            </p:contentPart>
          </mc:Choice>
          <mc:Fallback>
            <p:pic>
              <p:nvPicPr>
                <p:cNvPr id="214" name="Ink 213">
                  <a:extLst>
                    <a:ext uri="{FF2B5EF4-FFF2-40B4-BE49-F238E27FC236}">
                      <a16:creationId xmlns:a16="http://schemas.microsoft.com/office/drawing/2014/main" id="{4A7C952A-CD21-CDE0-42AB-68699E7A59F6}"/>
                    </a:ext>
                  </a:extLst>
                </p:cNvPr>
                <p:cNvPicPr/>
                <p:nvPr/>
              </p:nvPicPr>
              <p:blipFill>
                <a:blip r:embed="rId385"/>
                <a:stretch>
                  <a:fillRect/>
                </a:stretch>
              </p:blipFill>
              <p:spPr>
                <a:xfrm>
                  <a:off x="7412902" y="3689096"/>
                  <a:ext cx="2268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15" name="Ink 214">
                  <a:extLst>
                    <a:ext uri="{FF2B5EF4-FFF2-40B4-BE49-F238E27FC236}">
                      <a16:creationId xmlns:a16="http://schemas.microsoft.com/office/drawing/2014/main" id="{C5F1667D-8BE6-CACE-2E42-F3BA68A1E1DD}"/>
                    </a:ext>
                  </a:extLst>
                </p14:cNvPr>
                <p14:cNvContentPartPr/>
                <p14:nvPr/>
              </p14:nvContentPartPr>
              <p14:xfrm>
                <a:off x="7533862" y="3781256"/>
                <a:ext cx="309600" cy="65160"/>
              </p14:xfrm>
            </p:contentPart>
          </mc:Choice>
          <mc:Fallback>
            <p:pic>
              <p:nvPicPr>
                <p:cNvPr id="215" name="Ink 214">
                  <a:extLst>
                    <a:ext uri="{FF2B5EF4-FFF2-40B4-BE49-F238E27FC236}">
                      <a16:creationId xmlns:a16="http://schemas.microsoft.com/office/drawing/2014/main" id="{C5F1667D-8BE6-CACE-2E42-F3BA68A1E1DD}"/>
                    </a:ext>
                  </a:extLst>
                </p:cNvPr>
                <p:cNvPicPr/>
                <p:nvPr/>
              </p:nvPicPr>
              <p:blipFill>
                <a:blip r:embed="rId387"/>
                <a:stretch>
                  <a:fillRect/>
                </a:stretch>
              </p:blipFill>
              <p:spPr>
                <a:xfrm>
                  <a:off x="7525222" y="3772616"/>
                  <a:ext cx="32724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16" name="Ink 215">
                  <a:extLst>
                    <a:ext uri="{FF2B5EF4-FFF2-40B4-BE49-F238E27FC236}">
                      <a16:creationId xmlns:a16="http://schemas.microsoft.com/office/drawing/2014/main" id="{19E7AAAC-C2E2-87FD-A324-B9CDABF51522}"/>
                    </a:ext>
                  </a:extLst>
                </p14:cNvPr>
                <p14:cNvContentPartPr/>
                <p14:nvPr/>
              </p14:nvContentPartPr>
              <p14:xfrm>
                <a:off x="7883062" y="3762896"/>
                <a:ext cx="118800" cy="113400"/>
              </p14:xfrm>
            </p:contentPart>
          </mc:Choice>
          <mc:Fallback>
            <p:pic>
              <p:nvPicPr>
                <p:cNvPr id="216" name="Ink 215">
                  <a:extLst>
                    <a:ext uri="{FF2B5EF4-FFF2-40B4-BE49-F238E27FC236}">
                      <a16:creationId xmlns:a16="http://schemas.microsoft.com/office/drawing/2014/main" id="{19E7AAAC-C2E2-87FD-A324-B9CDABF51522}"/>
                    </a:ext>
                  </a:extLst>
                </p:cNvPr>
                <p:cNvPicPr/>
                <p:nvPr/>
              </p:nvPicPr>
              <p:blipFill>
                <a:blip r:embed="rId389"/>
                <a:stretch>
                  <a:fillRect/>
                </a:stretch>
              </p:blipFill>
              <p:spPr>
                <a:xfrm>
                  <a:off x="7874062" y="3753896"/>
                  <a:ext cx="13644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217" name="Ink 216">
                  <a:extLst>
                    <a:ext uri="{FF2B5EF4-FFF2-40B4-BE49-F238E27FC236}">
                      <a16:creationId xmlns:a16="http://schemas.microsoft.com/office/drawing/2014/main" id="{B756D77E-4F5F-11E4-6F11-C30B57F3701F}"/>
                    </a:ext>
                  </a:extLst>
                </p14:cNvPr>
                <p14:cNvContentPartPr/>
                <p14:nvPr/>
              </p14:nvContentPartPr>
              <p14:xfrm>
                <a:off x="8020222" y="3624296"/>
                <a:ext cx="111600" cy="249480"/>
              </p14:xfrm>
            </p:contentPart>
          </mc:Choice>
          <mc:Fallback>
            <p:pic>
              <p:nvPicPr>
                <p:cNvPr id="217" name="Ink 216">
                  <a:extLst>
                    <a:ext uri="{FF2B5EF4-FFF2-40B4-BE49-F238E27FC236}">
                      <a16:creationId xmlns:a16="http://schemas.microsoft.com/office/drawing/2014/main" id="{B756D77E-4F5F-11E4-6F11-C30B57F3701F}"/>
                    </a:ext>
                  </a:extLst>
                </p:cNvPr>
                <p:cNvPicPr/>
                <p:nvPr/>
              </p:nvPicPr>
              <p:blipFill>
                <a:blip r:embed="rId391"/>
                <a:stretch>
                  <a:fillRect/>
                </a:stretch>
              </p:blipFill>
              <p:spPr>
                <a:xfrm>
                  <a:off x="8011582" y="3615656"/>
                  <a:ext cx="12924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218" name="Ink 217">
                  <a:extLst>
                    <a:ext uri="{FF2B5EF4-FFF2-40B4-BE49-F238E27FC236}">
                      <a16:creationId xmlns:a16="http://schemas.microsoft.com/office/drawing/2014/main" id="{7752A918-5335-EDFF-A3FB-9504751E8845}"/>
                    </a:ext>
                  </a:extLst>
                </p14:cNvPr>
                <p14:cNvContentPartPr/>
                <p14:nvPr/>
              </p14:nvContentPartPr>
              <p14:xfrm>
                <a:off x="7996102" y="3767216"/>
                <a:ext cx="155160" cy="25200"/>
              </p14:xfrm>
            </p:contentPart>
          </mc:Choice>
          <mc:Fallback>
            <p:pic>
              <p:nvPicPr>
                <p:cNvPr id="218" name="Ink 217">
                  <a:extLst>
                    <a:ext uri="{FF2B5EF4-FFF2-40B4-BE49-F238E27FC236}">
                      <a16:creationId xmlns:a16="http://schemas.microsoft.com/office/drawing/2014/main" id="{7752A918-5335-EDFF-A3FB-9504751E8845}"/>
                    </a:ext>
                  </a:extLst>
                </p:cNvPr>
                <p:cNvPicPr/>
                <p:nvPr/>
              </p:nvPicPr>
              <p:blipFill>
                <a:blip r:embed="rId393"/>
                <a:stretch>
                  <a:fillRect/>
                </a:stretch>
              </p:blipFill>
              <p:spPr>
                <a:xfrm>
                  <a:off x="7987462" y="3758576"/>
                  <a:ext cx="17280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219" name="Ink 218">
                  <a:extLst>
                    <a:ext uri="{FF2B5EF4-FFF2-40B4-BE49-F238E27FC236}">
                      <a16:creationId xmlns:a16="http://schemas.microsoft.com/office/drawing/2014/main" id="{0E5C509D-5D3C-FDB8-27DC-6F01B2984CA0}"/>
                    </a:ext>
                  </a:extLst>
                </p14:cNvPr>
                <p14:cNvContentPartPr/>
                <p14:nvPr/>
              </p14:nvContentPartPr>
              <p14:xfrm>
                <a:off x="8256382" y="3753896"/>
                <a:ext cx="229680" cy="145800"/>
              </p14:xfrm>
            </p:contentPart>
          </mc:Choice>
          <mc:Fallback>
            <p:pic>
              <p:nvPicPr>
                <p:cNvPr id="219" name="Ink 218">
                  <a:extLst>
                    <a:ext uri="{FF2B5EF4-FFF2-40B4-BE49-F238E27FC236}">
                      <a16:creationId xmlns:a16="http://schemas.microsoft.com/office/drawing/2014/main" id="{0E5C509D-5D3C-FDB8-27DC-6F01B2984CA0}"/>
                    </a:ext>
                  </a:extLst>
                </p:cNvPr>
                <p:cNvPicPr/>
                <p:nvPr/>
              </p:nvPicPr>
              <p:blipFill>
                <a:blip r:embed="rId395"/>
                <a:stretch>
                  <a:fillRect/>
                </a:stretch>
              </p:blipFill>
              <p:spPr>
                <a:xfrm>
                  <a:off x="8247382" y="3744896"/>
                  <a:ext cx="247320" cy="163440"/>
                </a:xfrm>
                <a:prstGeom prst="rect">
                  <a:avLst/>
                </a:prstGeom>
              </p:spPr>
            </p:pic>
          </mc:Fallback>
        </mc:AlternateContent>
      </p:grpSp>
      <p:grpSp>
        <p:nvGrpSpPr>
          <p:cNvPr id="223" name="Group 222">
            <a:extLst>
              <a:ext uri="{FF2B5EF4-FFF2-40B4-BE49-F238E27FC236}">
                <a16:creationId xmlns:a16="http://schemas.microsoft.com/office/drawing/2014/main" id="{8E0509EC-992A-44B9-09AB-DD2FD2279C4C}"/>
              </a:ext>
            </a:extLst>
          </p:cNvPr>
          <p:cNvGrpSpPr/>
          <p:nvPr/>
        </p:nvGrpSpPr>
        <p:grpSpPr>
          <a:xfrm>
            <a:off x="8727262" y="3538976"/>
            <a:ext cx="345960" cy="458640"/>
            <a:chOff x="8727262" y="3538976"/>
            <a:chExt cx="345960" cy="458640"/>
          </a:xfrm>
        </p:grpSpPr>
        <mc:AlternateContent xmlns:mc="http://schemas.openxmlformats.org/markup-compatibility/2006">
          <mc:Choice xmlns:p14="http://schemas.microsoft.com/office/powerpoint/2010/main" Requires="p14">
            <p:contentPart p14:bwMode="auto" r:id="rId396">
              <p14:nvContentPartPr>
                <p14:cNvPr id="220" name="Ink 219">
                  <a:extLst>
                    <a:ext uri="{FF2B5EF4-FFF2-40B4-BE49-F238E27FC236}">
                      <a16:creationId xmlns:a16="http://schemas.microsoft.com/office/drawing/2014/main" id="{9CD60969-1794-E3C3-D677-5872DABCC7F0}"/>
                    </a:ext>
                  </a:extLst>
                </p14:cNvPr>
                <p14:cNvContentPartPr/>
                <p14:nvPr/>
              </p14:nvContentPartPr>
              <p14:xfrm>
                <a:off x="8727262" y="3774056"/>
                <a:ext cx="144360" cy="95040"/>
              </p14:xfrm>
            </p:contentPart>
          </mc:Choice>
          <mc:Fallback>
            <p:pic>
              <p:nvPicPr>
                <p:cNvPr id="220" name="Ink 219">
                  <a:extLst>
                    <a:ext uri="{FF2B5EF4-FFF2-40B4-BE49-F238E27FC236}">
                      <a16:creationId xmlns:a16="http://schemas.microsoft.com/office/drawing/2014/main" id="{9CD60969-1794-E3C3-D677-5872DABCC7F0}"/>
                    </a:ext>
                  </a:extLst>
                </p:cNvPr>
                <p:cNvPicPr/>
                <p:nvPr/>
              </p:nvPicPr>
              <p:blipFill>
                <a:blip r:embed="rId397"/>
                <a:stretch>
                  <a:fillRect/>
                </a:stretch>
              </p:blipFill>
              <p:spPr>
                <a:xfrm>
                  <a:off x="8718622" y="3765416"/>
                  <a:ext cx="16200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221" name="Ink 220">
                  <a:extLst>
                    <a:ext uri="{FF2B5EF4-FFF2-40B4-BE49-F238E27FC236}">
                      <a16:creationId xmlns:a16="http://schemas.microsoft.com/office/drawing/2014/main" id="{25A8FCDA-000E-EAA1-3D8B-626183879B16}"/>
                    </a:ext>
                  </a:extLst>
                </p14:cNvPr>
                <p14:cNvContentPartPr/>
                <p14:nvPr/>
              </p14:nvContentPartPr>
              <p14:xfrm>
                <a:off x="8923822" y="3538976"/>
                <a:ext cx="149400" cy="458640"/>
              </p14:xfrm>
            </p:contentPart>
          </mc:Choice>
          <mc:Fallback>
            <p:pic>
              <p:nvPicPr>
                <p:cNvPr id="221" name="Ink 220">
                  <a:extLst>
                    <a:ext uri="{FF2B5EF4-FFF2-40B4-BE49-F238E27FC236}">
                      <a16:creationId xmlns:a16="http://schemas.microsoft.com/office/drawing/2014/main" id="{25A8FCDA-000E-EAA1-3D8B-626183879B16}"/>
                    </a:ext>
                  </a:extLst>
                </p:cNvPr>
                <p:cNvPicPr/>
                <p:nvPr/>
              </p:nvPicPr>
              <p:blipFill>
                <a:blip r:embed="rId399"/>
                <a:stretch>
                  <a:fillRect/>
                </a:stretch>
              </p:blipFill>
              <p:spPr>
                <a:xfrm>
                  <a:off x="8914822" y="3529976"/>
                  <a:ext cx="167040" cy="47628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222" name="Ink 221">
                  <a:extLst>
                    <a:ext uri="{FF2B5EF4-FFF2-40B4-BE49-F238E27FC236}">
                      <a16:creationId xmlns:a16="http://schemas.microsoft.com/office/drawing/2014/main" id="{2122974B-9B92-FDFD-54CD-D6A560BE52C8}"/>
                    </a:ext>
                  </a:extLst>
                </p14:cNvPr>
                <p14:cNvContentPartPr/>
                <p14:nvPr/>
              </p14:nvContentPartPr>
              <p14:xfrm>
                <a:off x="8959822" y="3832016"/>
                <a:ext cx="101160" cy="5400"/>
              </p14:xfrm>
            </p:contentPart>
          </mc:Choice>
          <mc:Fallback>
            <p:pic>
              <p:nvPicPr>
                <p:cNvPr id="222" name="Ink 221">
                  <a:extLst>
                    <a:ext uri="{FF2B5EF4-FFF2-40B4-BE49-F238E27FC236}">
                      <a16:creationId xmlns:a16="http://schemas.microsoft.com/office/drawing/2014/main" id="{2122974B-9B92-FDFD-54CD-D6A560BE52C8}"/>
                    </a:ext>
                  </a:extLst>
                </p:cNvPr>
                <p:cNvPicPr/>
                <p:nvPr/>
              </p:nvPicPr>
              <p:blipFill>
                <a:blip r:embed="rId401"/>
                <a:stretch>
                  <a:fillRect/>
                </a:stretch>
              </p:blipFill>
              <p:spPr>
                <a:xfrm>
                  <a:off x="8950822" y="3823376"/>
                  <a:ext cx="118800" cy="23040"/>
                </a:xfrm>
                <a:prstGeom prst="rect">
                  <a:avLst/>
                </a:prstGeom>
              </p:spPr>
            </p:pic>
          </mc:Fallback>
        </mc:AlternateContent>
      </p:grpSp>
      <p:grpSp>
        <p:nvGrpSpPr>
          <p:cNvPr id="229" name="Group 228">
            <a:extLst>
              <a:ext uri="{FF2B5EF4-FFF2-40B4-BE49-F238E27FC236}">
                <a16:creationId xmlns:a16="http://schemas.microsoft.com/office/drawing/2014/main" id="{CA9715FB-776D-885E-42C7-401CB4DFA6D4}"/>
              </a:ext>
            </a:extLst>
          </p:cNvPr>
          <p:cNvGrpSpPr/>
          <p:nvPr/>
        </p:nvGrpSpPr>
        <p:grpSpPr>
          <a:xfrm>
            <a:off x="9405502" y="3561656"/>
            <a:ext cx="654840" cy="262800"/>
            <a:chOff x="9405502" y="3561656"/>
            <a:chExt cx="654840" cy="262800"/>
          </a:xfrm>
        </p:grpSpPr>
        <mc:AlternateContent xmlns:mc="http://schemas.openxmlformats.org/markup-compatibility/2006">
          <mc:Choice xmlns:p14="http://schemas.microsoft.com/office/powerpoint/2010/main" Requires="p14">
            <p:contentPart p14:bwMode="auto" r:id="rId402">
              <p14:nvContentPartPr>
                <p14:cNvPr id="225" name="Ink 224">
                  <a:extLst>
                    <a:ext uri="{FF2B5EF4-FFF2-40B4-BE49-F238E27FC236}">
                      <a16:creationId xmlns:a16="http://schemas.microsoft.com/office/drawing/2014/main" id="{45E447D0-015C-45C7-9D38-ED45D13FD112}"/>
                    </a:ext>
                  </a:extLst>
                </p14:cNvPr>
                <p14:cNvContentPartPr/>
                <p14:nvPr/>
              </p14:nvContentPartPr>
              <p14:xfrm>
                <a:off x="9450502" y="3678296"/>
                <a:ext cx="52200" cy="146160"/>
              </p14:xfrm>
            </p:contentPart>
          </mc:Choice>
          <mc:Fallback>
            <p:pic>
              <p:nvPicPr>
                <p:cNvPr id="225" name="Ink 224">
                  <a:extLst>
                    <a:ext uri="{FF2B5EF4-FFF2-40B4-BE49-F238E27FC236}">
                      <a16:creationId xmlns:a16="http://schemas.microsoft.com/office/drawing/2014/main" id="{45E447D0-015C-45C7-9D38-ED45D13FD112}"/>
                    </a:ext>
                  </a:extLst>
                </p:cNvPr>
                <p:cNvPicPr/>
                <p:nvPr/>
              </p:nvPicPr>
              <p:blipFill>
                <a:blip r:embed="rId403"/>
                <a:stretch>
                  <a:fillRect/>
                </a:stretch>
              </p:blipFill>
              <p:spPr>
                <a:xfrm>
                  <a:off x="9441502" y="3669656"/>
                  <a:ext cx="6984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226" name="Ink 225">
                  <a:extLst>
                    <a:ext uri="{FF2B5EF4-FFF2-40B4-BE49-F238E27FC236}">
                      <a16:creationId xmlns:a16="http://schemas.microsoft.com/office/drawing/2014/main" id="{134429DF-CDB3-9FEE-083D-953420F0DEB1}"/>
                    </a:ext>
                  </a:extLst>
                </p14:cNvPr>
                <p14:cNvContentPartPr/>
                <p14:nvPr/>
              </p14:nvContentPartPr>
              <p14:xfrm>
                <a:off x="9405502" y="3589016"/>
                <a:ext cx="174600" cy="133920"/>
              </p14:xfrm>
            </p:contentPart>
          </mc:Choice>
          <mc:Fallback>
            <p:pic>
              <p:nvPicPr>
                <p:cNvPr id="226" name="Ink 225">
                  <a:extLst>
                    <a:ext uri="{FF2B5EF4-FFF2-40B4-BE49-F238E27FC236}">
                      <a16:creationId xmlns:a16="http://schemas.microsoft.com/office/drawing/2014/main" id="{134429DF-CDB3-9FEE-083D-953420F0DEB1}"/>
                    </a:ext>
                  </a:extLst>
                </p:cNvPr>
                <p:cNvPicPr/>
                <p:nvPr/>
              </p:nvPicPr>
              <p:blipFill>
                <a:blip r:embed="rId405"/>
                <a:stretch>
                  <a:fillRect/>
                </a:stretch>
              </p:blipFill>
              <p:spPr>
                <a:xfrm>
                  <a:off x="9396502" y="3580016"/>
                  <a:ext cx="19224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227" name="Ink 226">
                  <a:extLst>
                    <a:ext uri="{FF2B5EF4-FFF2-40B4-BE49-F238E27FC236}">
                      <a16:creationId xmlns:a16="http://schemas.microsoft.com/office/drawing/2014/main" id="{C614492F-F4A3-E00E-F906-552C85081948}"/>
                    </a:ext>
                  </a:extLst>
                </p14:cNvPr>
                <p14:cNvContentPartPr/>
                <p14:nvPr/>
              </p14:nvContentPartPr>
              <p14:xfrm>
                <a:off x="9644182" y="3585776"/>
                <a:ext cx="159840" cy="217800"/>
              </p14:xfrm>
            </p:contentPart>
          </mc:Choice>
          <mc:Fallback>
            <p:pic>
              <p:nvPicPr>
                <p:cNvPr id="227" name="Ink 226">
                  <a:extLst>
                    <a:ext uri="{FF2B5EF4-FFF2-40B4-BE49-F238E27FC236}">
                      <a16:creationId xmlns:a16="http://schemas.microsoft.com/office/drawing/2014/main" id="{C614492F-F4A3-E00E-F906-552C85081948}"/>
                    </a:ext>
                  </a:extLst>
                </p:cNvPr>
                <p:cNvPicPr/>
                <p:nvPr/>
              </p:nvPicPr>
              <p:blipFill>
                <a:blip r:embed="rId407"/>
                <a:stretch>
                  <a:fillRect/>
                </a:stretch>
              </p:blipFill>
              <p:spPr>
                <a:xfrm>
                  <a:off x="9635182" y="3577136"/>
                  <a:ext cx="17748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28" name="Ink 227">
                  <a:extLst>
                    <a:ext uri="{FF2B5EF4-FFF2-40B4-BE49-F238E27FC236}">
                      <a16:creationId xmlns:a16="http://schemas.microsoft.com/office/drawing/2014/main" id="{D761D1CD-1EFD-9F8B-C900-BE3F66AFEDCE}"/>
                    </a:ext>
                  </a:extLst>
                </p14:cNvPr>
                <p14:cNvContentPartPr/>
                <p14:nvPr/>
              </p14:nvContentPartPr>
              <p14:xfrm>
                <a:off x="9852262" y="3561656"/>
                <a:ext cx="208080" cy="254520"/>
              </p14:xfrm>
            </p:contentPart>
          </mc:Choice>
          <mc:Fallback>
            <p:pic>
              <p:nvPicPr>
                <p:cNvPr id="228" name="Ink 227">
                  <a:extLst>
                    <a:ext uri="{FF2B5EF4-FFF2-40B4-BE49-F238E27FC236}">
                      <a16:creationId xmlns:a16="http://schemas.microsoft.com/office/drawing/2014/main" id="{D761D1CD-1EFD-9F8B-C900-BE3F66AFEDCE}"/>
                    </a:ext>
                  </a:extLst>
                </p:cNvPr>
                <p:cNvPicPr/>
                <p:nvPr/>
              </p:nvPicPr>
              <p:blipFill>
                <a:blip r:embed="rId409"/>
                <a:stretch>
                  <a:fillRect/>
                </a:stretch>
              </p:blipFill>
              <p:spPr>
                <a:xfrm>
                  <a:off x="9843622" y="3553016"/>
                  <a:ext cx="225720" cy="272160"/>
                </a:xfrm>
                <a:prstGeom prst="rect">
                  <a:avLst/>
                </a:prstGeom>
              </p:spPr>
            </p:pic>
          </mc:Fallback>
        </mc:AlternateContent>
      </p:grpSp>
      <p:grpSp>
        <p:nvGrpSpPr>
          <p:cNvPr id="239" name="Group 238">
            <a:extLst>
              <a:ext uri="{FF2B5EF4-FFF2-40B4-BE49-F238E27FC236}">
                <a16:creationId xmlns:a16="http://schemas.microsoft.com/office/drawing/2014/main" id="{0308BBC0-865B-2668-C4FA-EF15B68DEE65}"/>
              </a:ext>
            </a:extLst>
          </p:cNvPr>
          <p:cNvGrpSpPr/>
          <p:nvPr/>
        </p:nvGrpSpPr>
        <p:grpSpPr>
          <a:xfrm>
            <a:off x="8354662" y="4069616"/>
            <a:ext cx="346680" cy="383760"/>
            <a:chOff x="8354662" y="4069616"/>
            <a:chExt cx="346680" cy="383760"/>
          </a:xfrm>
        </p:grpSpPr>
        <mc:AlternateContent xmlns:mc="http://schemas.openxmlformats.org/markup-compatibility/2006">
          <mc:Choice xmlns:p14="http://schemas.microsoft.com/office/powerpoint/2010/main" Requires="p14">
            <p:contentPart p14:bwMode="auto" r:id="rId410">
              <p14:nvContentPartPr>
                <p14:cNvPr id="230" name="Ink 229">
                  <a:extLst>
                    <a:ext uri="{FF2B5EF4-FFF2-40B4-BE49-F238E27FC236}">
                      <a16:creationId xmlns:a16="http://schemas.microsoft.com/office/drawing/2014/main" id="{C07FFD5D-B23D-CB5E-5A62-CDF00A260FAC}"/>
                    </a:ext>
                  </a:extLst>
                </p14:cNvPr>
                <p14:cNvContentPartPr/>
                <p14:nvPr/>
              </p14:nvContentPartPr>
              <p14:xfrm>
                <a:off x="8354662" y="4219376"/>
                <a:ext cx="132480" cy="101160"/>
              </p14:xfrm>
            </p:contentPart>
          </mc:Choice>
          <mc:Fallback>
            <p:pic>
              <p:nvPicPr>
                <p:cNvPr id="230" name="Ink 229">
                  <a:extLst>
                    <a:ext uri="{FF2B5EF4-FFF2-40B4-BE49-F238E27FC236}">
                      <a16:creationId xmlns:a16="http://schemas.microsoft.com/office/drawing/2014/main" id="{C07FFD5D-B23D-CB5E-5A62-CDF00A260FAC}"/>
                    </a:ext>
                  </a:extLst>
                </p:cNvPr>
                <p:cNvPicPr/>
                <p:nvPr/>
              </p:nvPicPr>
              <p:blipFill>
                <a:blip r:embed="rId411"/>
                <a:stretch>
                  <a:fillRect/>
                </a:stretch>
              </p:blipFill>
              <p:spPr>
                <a:xfrm>
                  <a:off x="8345662" y="4210376"/>
                  <a:ext cx="15012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231" name="Ink 230">
                  <a:extLst>
                    <a:ext uri="{FF2B5EF4-FFF2-40B4-BE49-F238E27FC236}">
                      <a16:creationId xmlns:a16="http://schemas.microsoft.com/office/drawing/2014/main" id="{C06E20C2-4088-6520-87F6-4629A2353E41}"/>
                    </a:ext>
                  </a:extLst>
                </p14:cNvPr>
                <p14:cNvContentPartPr/>
                <p14:nvPr/>
              </p14:nvContentPartPr>
              <p14:xfrm>
                <a:off x="8569942" y="4069616"/>
                <a:ext cx="131400" cy="383760"/>
              </p14:xfrm>
            </p:contentPart>
          </mc:Choice>
          <mc:Fallback>
            <p:pic>
              <p:nvPicPr>
                <p:cNvPr id="231" name="Ink 230">
                  <a:extLst>
                    <a:ext uri="{FF2B5EF4-FFF2-40B4-BE49-F238E27FC236}">
                      <a16:creationId xmlns:a16="http://schemas.microsoft.com/office/drawing/2014/main" id="{C06E20C2-4088-6520-87F6-4629A2353E41}"/>
                    </a:ext>
                  </a:extLst>
                </p:cNvPr>
                <p:cNvPicPr/>
                <p:nvPr/>
              </p:nvPicPr>
              <p:blipFill>
                <a:blip r:embed="rId413"/>
                <a:stretch>
                  <a:fillRect/>
                </a:stretch>
              </p:blipFill>
              <p:spPr>
                <a:xfrm>
                  <a:off x="8561302" y="4060616"/>
                  <a:ext cx="149040" cy="40140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232" name="Ink 231">
                  <a:extLst>
                    <a:ext uri="{FF2B5EF4-FFF2-40B4-BE49-F238E27FC236}">
                      <a16:creationId xmlns:a16="http://schemas.microsoft.com/office/drawing/2014/main" id="{1EAA3BD4-84CD-11B9-B4AE-CFCBD7F888E8}"/>
                    </a:ext>
                  </a:extLst>
                </p14:cNvPr>
                <p14:cNvContentPartPr/>
                <p14:nvPr/>
              </p14:nvContentPartPr>
              <p14:xfrm>
                <a:off x="8520982" y="4293176"/>
                <a:ext cx="135000" cy="25560"/>
              </p14:xfrm>
            </p:contentPart>
          </mc:Choice>
          <mc:Fallback>
            <p:pic>
              <p:nvPicPr>
                <p:cNvPr id="232" name="Ink 231">
                  <a:extLst>
                    <a:ext uri="{FF2B5EF4-FFF2-40B4-BE49-F238E27FC236}">
                      <a16:creationId xmlns:a16="http://schemas.microsoft.com/office/drawing/2014/main" id="{1EAA3BD4-84CD-11B9-B4AE-CFCBD7F888E8}"/>
                    </a:ext>
                  </a:extLst>
                </p:cNvPr>
                <p:cNvPicPr/>
                <p:nvPr/>
              </p:nvPicPr>
              <p:blipFill>
                <a:blip r:embed="rId415"/>
                <a:stretch>
                  <a:fillRect/>
                </a:stretch>
              </p:blipFill>
              <p:spPr>
                <a:xfrm>
                  <a:off x="8512342" y="4284536"/>
                  <a:ext cx="152640" cy="43200"/>
                </a:xfrm>
                <a:prstGeom prst="rect">
                  <a:avLst/>
                </a:prstGeom>
              </p:spPr>
            </p:pic>
          </mc:Fallback>
        </mc:AlternateContent>
      </p:grpSp>
      <p:grpSp>
        <p:nvGrpSpPr>
          <p:cNvPr id="238" name="Group 237">
            <a:extLst>
              <a:ext uri="{FF2B5EF4-FFF2-40B4-BE49-F238E27FC236}">
                <a16:creationId xmlns:a16="http://schemas.microsoft.com/office/drawing/2014/main" id="{B886FD5F-5E39-CEBF-3C94-9A18B93A48C2}"/>
              </a:ext>
            </a:extLst>
          </p:cNvPr>
          <p:cNvGrpSpPr/>
          <p:nvPr/>
        </p:nvGrpSpPr>
        <p:grpSpPr>
          <a:xfrm>
            <a:off x="8995462" y="4119656"/>
            <a:ext cx="771120" cy="274680"/>
            <a:chOff x="8995462" y="4119656"/>
            <a:chExt cx="771120" cy="274680"/>
          </a:xfrm>
        </p:grpSpPr>
        <mc:AlternateContent xmlns:mc="http://schemas.openxmlformats.org/markup-compatibility/2006">
          <mc:Choice xmlns:p14="http://schemas.microsoft.com/office/powerpoint/2010/main" Requires="p14">
            <p:contentPart p14:bwMode="auto" r:id="rId416">
              <p14:nvContentPartPr>
                <p14:cNvPr id="233" name="Ink 232">
                  <a:extLst>
                    <a:ext uri="{FF2B5EF4-FFF2-40B4-BE49-F238E27FC236}">
                      <a16:creationId xmlns:a16="http://schemas.microsoft.com/office/drawing/2014/main" id="{F4B275B8-5343-6EEB-33AE-995B63B34A00}"/>
                    </a:ext>
                  </a:extLst>
                </p14:cNvPr>
                <p14:cNvContentPartPr/>
                <p14:nvPr/>
              </p14:nvContentPartPr>
              <p14:xfrm>
                <a:off x="8995462" y="4236656"/>
                <a:ext cx="172440" cy="108720"/>
              </p14:xfrm>
            </p:contentPart>
          </mc:Choice>
          <mc:Fallback>
            <p:pic>
              <p:nvPicPr>
                <p:cNvPr id="233" name="Ink 232">
                  <a:extLst>
                    <a:ext uri="{FF2B5EF4-FFF2-40B4-BE49-F238E27FC236}">
                      <a16:creationId xmlns:a16="http://schemas.microsoft.com/office/drawing/2014/main" id="{F4B275B8-5343-6EEB-33AE-995B63B34A00}"/>
                    </a:ext>
                  </a:extLst>
                </p:cNvPr>
                <p:cNvPicPr/>
                <p:nvPr/>
              </p:nvPicPr>
              <p:blipFill>
                <a:blip r:embed="rId417"/>
                <a:stretch>
                  <a:fillRect/>
                </a:stretch>
              </p:blipFill>
              <p:spPr>
                <a:xfrm>
                  <a:off x="8986822" y="4227656"/>
                  <a:ext cx="19008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234" name="Ink 233">
                  <a:extLst>
                    <a:ext uri="{FF2B5EF4-FFF2-40B4-BE49-F238E27FC236}">
                      <a16:creationId xmlns:a16="http://schemas.microsoft.com/office/drawing/2014/main" id="{6F5E99FD-E64F-93F8-7A6F-68D4E6B23711}"/>
                    </a:ext>
                  </a:extLst>
                </p14:cNvPr>
                <p14:cNvContentPartPr/>
                <p14:nvPr/>
              </p14:nvContentPartPr>
              <p14:xfrm>
                <a:off x="9082942" y="4241336"/>
                <a:ext cx="46440" cy="120600"/>
              </p14:xfrm>
            </p:contentPart>
          </mc:Choice>
          <mc:Fallback>
            <p:pic>
              <p:nvPicPr>
                <p:cNvPr id="234" name="Ink 233">
                  <a:extLst>
                    <a:ext uri="{FF2B5EF4-FFF2-40B4-BE49-F238E27FC236}">
                      <a16:creationId xmlns:a16="http://schemas.microsoft.com/office/drawing/2014/main" id="{6F5E99FD-E64F-93F8-7A6F-68D4E6B23711}"/>
                    </a:ext>
                  </a:extLst>
                </p:cNvPr>
                <p:cNvPicPr/>
                <p:nvPr/>
              </p:nvPicPr>
              <p:blipFill>
                <a:blip r:embed="rId419"/>
                <a:stretch>
                  <a:fillRect/>
                </a:stretch>
              </p:blipFill>
              <p:spPr>
                <a:xfrm>
                  <a:off x="9073942" y="4232696"/>
                  <a:ext cx="6408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235" name="Ink 234">
                  <a:extLst>
                    <a:ext uri="{FF2B5EF4-FFF2-40B4-BE49-F238E27FC236}">
                      <a16:creationId xmlns:a16="http://schemas.microsoft.com/office/drawing/2014/main" id="{607A7EB1-2460-A91A-DBBE-9E7056E956EC}"/>
                    </a:ext>
                  </a:extLst>
                </p14:cNvPr>
                <p14:cNvContentPartPr/>
                <p14:nvPr/>
              </p14:nvContentPartPr>
              <p14:xfrm>
                <a:off x="9246022" y="4131176"/>
                <a:ext cx="185040" cy="263160"/>
              </p14:xfrm>
            </p:contentPart>
          </mc:Choice>
          <mc:Fallback>
            <p:pic>
              <p:nvPicPr>
                <p:cNvPr id="235" name="Ink 234">
                  <a:extLst>
                    <a:ext uri="{FF2B5EF4-FFF2-40B4-BE49-F238E27FC236}">
                      <a16:creationId xmlns:a16="http://schemas.microsoft.com/office/drawing/2014/main" id="{607A7EB1-2460-A91A-DBBE-9E7056E956EC}"/>
                    </a:ext>
                  </a:extLst>
                </p:cNvPr>
                <p:cNvPicPr/>
                <p:nvPr/>
              </p:nvPicPr>
              <p:blipFill>
                <a:blip r:embed="rId421"/>
                <a:stretch>
                  <a:fillRect/>
                </a:stretch>
              </p:blipFill>
              <p:spPr>
                <a:xfrm>
                  <a:off x="9237382" y="4122536"/>
                  <a:ext cx="20268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36" name="Ink 235">
                  <a:extLst>
                    <a:ext uri="{FF2B5EF4-FFF2-40B4-BE49-F238E27FC236}">
                      <a16:creationId xmlns:a16="http://schemas.microsoft.com/office/drawing/2014/main" id="{BBE15EC7-FB53-DDAF-91D5-9829E27351A9}"/>
                    </a:ext>
                  </a:extLst>
                </p14:cNvPr>
                <p14:cNvContentPartPr/>
                <p14:nvPr/>
              </p14:nvContentPartPr>
              <p14:xfrm>
                <a:off x="9425302" y="4266176"/>
                <a:ext cx="150480" cy="79920"/>
              </p14:xfrm>
            </p:contentPart>
          </mc:Choice>
          <mc:Fallback>
            <p:pic>
              <p:nvPicPr>
                <p:cNvPr id="236" name="Ink 235">
                  <a:extLst>
                    <a:ext uri="{FF2B5EF4-FFF2-40B4-BE49-F238E27FC236}">
                      <a16:creationId xmlns:a16="http://schemas.microsoft.com/office/drawing/2014/main" id="{BBE15EC7-FB53-DDAF-91D5-9829E27351A9}"/>
                    </a:ext>
                  </a:extLst>
                </p:cNvPr>
                <p:cNvPicPr/>
                <p:nvPr/>
              </p:nvPicPr>
              <p:blipFill>
                <a:blip r:embed="rId423"/>
                <a:stretch>
                  <a:fillRect/>
                </a:stretch>
              </p:blipFill>
              <p:spPr>
                <a:xfrm>
                  <a:off x="9416302" y="4257536"/>
                  <a:ext cx="16812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37" name="Ink 236">
                  <a:extLst>
                    <a:ext uri="{FF2B5EF4-FFF2-40B4-BE49-F238E27FC236}">
                      <a16:creationId xmlns:a16="http://schemas.microsoft.com/office/drawing/2014/main" id="{3A14801F-95D3-0373-D3A4-535B3AB95304}"/>
                    </a:ext>
                  </a:extLst>
                </p14:cNvPr>
                <p14:cNvContentPartPr/>
                <p14:nvPr/>
              </p14:nvContentPartPr>
              <p14:xfrm>
                <a:off x="9571102" y="4119656"/>
                <a:ext cx="195480" cy="271440"/>
              </p14:xfrm>
            </p:contentPart>
          </mc:Choice>
          <mc:Fallback>
            <p:pic>
              <p:nvPicPr>
                <p:cNvPr id="237" name="Ink 236">
                  <a:extLst>
                    <a:ext uri="{FF2B5EF4-FFF2-40B4-BE49-F238E27FC236}">
                      <a16:creationId xmlns:a16="http://schemas.microsoft.com/office/drawing/2014/main" id="{3A14801F-95D3-0373-D3A4-535B3AB95304}"/>
                    </a:ext>
                  </a:extLst>
                </p:cNvPr>
                <p:cNvPicPr/>
                <p:nvPr/>
              </p:nvPicPr>
              <p:blipFill>
                <a:blip r:embed="rId425"/>
                <a:stretch>
                  <a:fillRect/>
                </a:stretch>
              </p:blipFill>
              <p:spPr>
                <a:xfrm>
                  <a:off x="9562462" y="4111016"/>
                  <a:ext cx="213120" cy="289080"/>
                </a:xfrm>
                <a:prstGeom prst="rect">
                  <a:avLst/>
                </a:prstGeom>
              </p:spPr>
            </p:pic>
          </mc:Fallback>
        </mc:AlternateContent>
      </p:grpSp>
      <p:grpSp>
        <p:nvGrpSpPr>
          <p:cNvPr id="320" name="Group 319">
            <a:extLst>
              <a:ext uri="{FF2B5EF4-FFF2-40B4-BE49-F238E27FC236}">
                <a16:creationId xmlns:a16="http://schemas.microsoft.com/office/drawing/2014/main" id="{92F84394-9CB7-59E9-D161-ACECE806EED2}"/>
              </a:ext>
            </a:extLst>
          </p:cNvPr>
          <p:cNvGrpSpPr/>
          <p:nvPr/>
        </p:nvGrpSpPr>
        <p:grpSpPr>
          <a:xfrm>
            <a:off x="7680022" y="1348376"/>
            <a:ext cx="3535920" cy="1421640"/>
            <a:chOff x="7680022" y="1348376"/>
            <a:chExt cx="3535920" cy="1421640"/>
          </a:xfrm>
        </p:grpSpPr>
        <mc:AlternateContent xmlns:mc="http://schemas.openxmlformats.org/markup-compatibility/2006">
          <mc:Choice xmlns:p14="http://schemas.microsoft.com/office/powerpoint/2010/main" Requires="p14">
            <p:contentPart p14:bwMode="auto" r:id="rId426">
              <p14:nvContentPartPr>
                <p14:cNvPr id="240" name="Ink 239">
                  <a:extLst>
                    <a:ext uri="{FF2B5EF4-FFF2-40B4-BE49-F238E27FC236}">
                      <a16:creationId xmlns:a16="http://schemas.microsoft.com/office/drawing/2014/main" id="{2BA87762-4A21-2F37-8CA9-AD7EF66A85F0}"/>
                    </a:ext>
                  </a:extLst>
                </p14:cNvPr>
                <p14:cNvContentPartPr/>
                <p14:nvPr/>
              </p14:nvContentPartPr>
              <p14:xfrm>
                <a:off x="7914382" y="1459616"/>
                <a:ext cx="264240" cy="210960"/>
              </p14:xfrm>
            </p:contentPart>
          </mc:Choice>
          <mc:Fallback>
            <p:pic>
              <p:nvPicPr>
                <p:cNvPr id="240" name="Ink 239">
                  <a:extLst>
                    <a:ext uri="{FF2B5EF4-FFF2-40B4-BE49-F238E27FC236}">
                      <a16:creationId xmlns:a16="http://schemas.microsoft.com/office/drawing/2014/main" id="{2BA87762-4A21-2F37-8CA9-AD7EF66A85F0}"/>
                    </a:ext>
                  </a:extLst>
                </p:cNvPr>
                <p:cNvPicPr/>
                <p:nvPr/>
              </p:nvPicPr>
              <p:blipFill>
                <a:blip r:embed="rId427"/>
                <a:stretch>
                  <a:fillRect/>
                </a:stretch>
              </p:blipFill>
              <p:spPr>
                <a:xfrm>
                  <a:off x="7905742" y="1450976"/>
                  <a:ext cx="28188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41" name="Ink 240">
                  <a:extLst>
                    <a:ext uri="{FF2B5EF4-FFF2-40B4-BE49-F238E27FC236}">
                      <a16:creationId xmlns:a16="http://schemas.microsoft.com/office/drawing/2014/main" id="{48C683F1-3FAC-49FA-6D08-25718BD1C078}"/>
                    </a:ext>
                  </a:extLst>
                </p14:cNvPr>
                <p14:cNvContentPartPr/>
                <p14:nvPr/>
              </p14:nvContentPartPr>
              <p14:xfrm>
                <a:off x="8273662" y="1525136"/>
                <a:ext cx="131040" cy="101880"/>
              </p14:xfrm>
            </p:contentPart>
          </mc:Choice>
          <mc:Fallback>
            <p:pic>
              <p:nvPicPr>
                <p:cNvPr id="241" name="Ink 240">
                  <a:extLst>
                    <a:ext uri="{FF2B5EF4-FFF2-40B4-BE49-F238E27FC236}">
                      <a16:creationId xmlns:a16="http://schemas.microsoft.com/office/drawing/2014/main" id="{48C683F1-3FAC-49FA-6D08-25718BD1C078}"/>
                    </a:ext>
                  </a:extLst>
                </p:cNvPr>
                <p:cNvPicPr/>
                <p:nvPr/>
              </p:nvPicPr>
              <p:blipFill>
                <a:blip r:embed="rId429"/>
                <a:stretch>
                  <a:fillRect/>
                </a:stretch>
              </p:blipFill>
              <p:spPr>
                <a:xfrm>
                  <a:off x="8265022" y="1516496"/>
                  <a:ext cx="14868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242" name="Ink 241">
                  <a:extLst>
                    <a:ext uri="{FF2B5EF4-FFF2-40B4-BE49-F238E27FC236}">
                      <a16:creationId xmlns:a16="http://schemas.microsoft.com/office/drawing/2014/main" id="{E2D6EB2B-2C7E-0812-7CFC-5037D636720A}"/>
                    </a:ext>
                  </a:extLst>
                </p14:cNvPr>
                <p14:cNvContentPartPr/>
                <p14:nvPr/>
              </p14:nvContentPartPr>
              <p14:xfrm>
                <a:off x="8410102" y="1429376"/>
                <a:ext cx="61200" cy="181440"/>
              </p14:xfrm>
            </p:contentPart>
          </mc:Choice>
          <mc:Fallback>
            <p:pic>
              <p:nvPicPr>
                <p:cNvPr id="242" name="Ink 241">
                  <a:extLst>
                    <a:ext uri="{FF2B5EF4-FFF2-40B4-BE49-F238E27FC236}">
                      <a16:creationId xmlns:a16="http://schemas.microsoft.com/office/drawing/2014/main" id="{E2D6EB2B-2C7E-0812-7CFC-5037D636720A}"/>
                    </a:ext>
                  </a:extLst>
                </p:cNvPr>
                <p:cNvPicPr/>
                <p:nvPr/>
              </p:nvPicPr>
              <p:blipFill>
                <a:blip r:embed="rId431"/>
                <a:stretch>
                  <a:fillRect/>
                </a:stretch>
              </p:blipFill>
              <p:spPr>
                <a:xfrm>
                  <a:off x="8401462" y="1420736"/>
                  <a:ext cx="7884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243" name="Ink 242">
                  <a:extLst>
                    <a:ext uri="{FF2B5EF4-FFF2-40B4-BE49-F238E27FC236}">
                      <a16:creationId xmlns:a16="http://schemas.microsoft.com/office/drawing/2014/main" id="{CE1336BF-8B8D-EEE9-7C2E-8549DE88E369}"/>
                    </a:ext>
                  </a:extLst>
                </p14:cNvPr>
                <p14:cNvContentPartPr/>
                <p14:nvPr/>
              </p14:nvContentPartPr>
              <p14:xfrm>
                <a:off x="8561662" y="1554656"/>
                <a:ext cx="136080" cy="100080"/>
              </p14:xfrm>
            </p:contentPart>
          </mc:Choice>
          <mc:Fallback>
            <p:pic>
              <p:nvPicPr>
                <p:cNvPr id="243" name="Ink 242">
                  <a:extLst>
                    <a:ext uri="{FF2B5EF4-FFF2-40B4-BE49-F238E27FC236}">
                      <a16:creationId xmlns:a16="http://schemas.microsoft.com/office/drawing/2014/main" id="{CE1336BF-8B8D-EEE9-7C2E-8549DE88E369}"/>
                    </a:ext>
                  </a:extLst>
                </p:cNvPr>
                <p:cNvPicPr/>
                <p:nvPr/>
              </p:nvPicPr>
              <p:blipFill>
                <a:blip r:embed="rId433"/>
                <a:stretch>
                  <a:fillRect/>
                </a:stretch>
              </p:blipFill>
              <p:spPr>
                <a:xfrm>
                  <a:off x="8553022" y="1545656"/>
                  <a:ext cx="15372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244" name="Ink 243">
                  <a:extLst>
                    <a:ext uri="{FF2B5EF4-FFF2-40B4-BE49-F238E27FC236}">
                      <a16:creationId xmlns:a16="http://schemas.microsoft.com/office/drawing/2014/main" id="{510D12AD-32CD-975C-1066-A2658394A910}"/>
                    </a:ext>
                  </a:extLst>
                </p14:cNvPr>
                <p14:cNvContentPartPr/>
                <p14:nvPr/>
              </p14:nvContentPartPr>
              <p14:xfrm>
                <a:off x="8654542" y="1403096"/>
                <a:ext cx="179640" cy="219960"/>
              </p14:xfrm>
            </p:contentPart>
          </mc:Choice>
          <mc:Fallback>
            <p:pic>
              <p:nvPicPr>
                <p:cNvPr id="244" name="Ink 243">
                  <a:extLst>
                    <a:ext uri="{FF2B5EF4-FFF2-40B4-BE49-F238E27FC236}">
                      <a16:creationId xmlns:a16="http://schemas.microsoft.com/office/drawing/2014/main" id="{510D12AD-32CD-975C-1066-A2658394A910}"/>
                    </a:ext>
                  </a:extLst>
                </p:cNvPr>
                <p:cNvPicPr/>
                <p:nvPr/>
              </p:nvPicPr>
              <p:blipFill>
                <a:blip r:embed="rId435"/>
                <a:stretch>
                  <a:fillRect/>
                </a:stretch>
              </p:blipFill>
              <p:spPr>
                <a:xfrm>
                  <a:off x="8645902" y="1394456"/>
                  <a:ext cx="19728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245" name="Ink 244">
                  <a:extLst>
                    <a:ext uri="{FF2B5EF4-FFF2-40B4-BE49-F238E27FC236}">
                      <a16:creationId xmlns:a16="http://schemas.microsoft.com/office/drawing/2014/main" id="{100B98E7-08D0-DE6B-194D-778C65FFBA50}"/>
                    </a:ext>
                  </a:extLst>
                </p14:cNvPr>
                <p14:cNvContentPartPr/>
                <p14:nvPr/>
              </p14:nvContentPartPr>
              <p14:xfrm>
                <a:off x="8819422" y="1355216"/>
                <a:ext cx="50760" cy="126000"/>
              </p14:xfrm>
            </p:contentPart>
          </mc:Choice>
          <mc:Fallback>
            <p:pic>
              <p:nvPicPr>
                <p:cNvPr id="245" name="Ink 244">
                  <a:extLst>
                    <a:ext uri="{FF2B5EF4-FFF2-40B4-BE49-F238E27FC236}">
                      <a16:creationId xmlns:a16="http://schemas.microsoft.com/office/drawing/2014/main" id="{100B98E7-08D0-DE6B-194D-778C65FFBA50}"/>
                    </a:ext>
                  </a:extLst>
                </p:cNvPr>
                <p:cNvPicPr/>
                <p:nvPr/>
              </p:nvPicPr>
              <p:blipFill>
                <a:blip r:embed="rId437"/>
                <a:stretch>
                  <a:fillRect/>
                </a:stretch>
              </p:blipFill>
              <p:spPr>
                <a:xfrm>
                  <a:off x="8810782" y="1346576"/>
                  <a:ext cx="6840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246" name="Ink 245">
                  <a:extLst>
                    <a:ext uri="{FF2B5EF4-FFF2-40B4-BE49-F238E27FC236}">
                      <a16:creationId xmlns:a16="http://schemas.microsoft.com/office/drawing/2014/main" id="{F112A920-703C-6038-BE40-8EF2E19F40D6}"/>
                    </a:ext>
                  </a:extLst>
                </p14:cNvPr>
                <p14:cNvContentPartPr/>
                <p14:nvPr/>
              </p14:nvContentPartPr>
              <p14:xfrm>
                <a:off x="8916622" y="1503176"/>
                <a:ext cx="95760" cy="129240"/>
              </p14:xfrm>
            </p:contentPart>
          </mc:Choice>
          <mc:Fallback>
            <p:pic>
              <p:nvPicPr>
                <p:cNvPr id="246" name="Ink 245">
                  <a:extLst>
                    <a:ext uri="{FF2B5EF4-FFF2-40B4-BE49-F238E27FC236}">
                      <a16:creationId xmlns:a16="http://schemas.microsoft.com/office/drawing/2014/main" id="{F112A920-703C-6038-BE40-8EF2E19F40D6}"/>
                    </a:ext>
                  </a:extLst>
                </p:cNvPr>
                <p:cNvPicPr/>
                <p:nvPr/>
              </p:nvPicPr>
              <p:blipFill>
                <a:blip r:embed="rId439"/>
                <a:stretch>
                  <a:fillRect/>
                </a:stretch>
              </p:blipFill>
              <p:spPr>
                <a:xfrm>
                  <a:off x="8907982" y="1494176"/>
                  <a:ext cx="11340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248" name="Ink 247">
                  <a:extLst>
                    <a:ext uri="{FF2B5EF4-FFF2-40B4-BE49-F238E27FC236}">
                      <a16:creationId xmlns:a16="http://schemas.microsoft.com/office/drawing/2014/main" id="{F1C8E695-7B69-F3CC-D66B-C016F703DEC9}"/>
                    </a:ext>
                  </a:extLst>
                </p14:cNvPr>
                <p14:cNvContentPartPr/>
                <p14:nvPr/>
              </p14:nvContentPartPr>
              <p14:xfrm>
                <a:off x="9271582" y="1525496"/>
                <a:ext cx="255600" cy="110160"/>
              </p14:xfrm>
            </p:contentPart>
          </mc:Choice>
          <mc:Fallback>
            <p:pic>
              <p:nvPicPr>
                <p:cNvPr id="248" name="Ink 247">
                  <a:extLst>
                    <a:ext uri="{FF2B5EF4-FFF2-40B4-BE49-F238E27FC236}">
                      <a16:creationId xmlns:a16="http://schemas.microsoft.com/office/drawing/2014/main" id="{F1C8E695-7B69-F3CC-D66B-C016F703DEC9}"/>
                    </a:ext>
                  </a:extLst>
                </p:cNvPr>
                <p:cNvPicPr/>
                <p:nvPr/>
              </p:nvPicPr>
              <p:blipFill>
                <a:blip r:embed="rId441"/>
                <a:stretch>
                  <a:fillRect/>
                </a:stretch>
              </p:blipFill>
              <p:spPr>
                <a:xfrm>
                  <a:off x="9262582" y="1516496"/>
                  <a:ext cx="27324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442">
              <p14:nvContentPartPr>
                <p14:cNvPr id="249" name="Ink 248">
                  <a:extLst>
                    <a:ext uri="{FF2B5EF4-FFF2-40B4-BE49-F238E27FC236}">
                      <a16:creationId xmlns:a16="http://schemas.microsoft.com/office/drawing/2014/main" id="{891B52F9-9CC6-EF93-845F-DF2FD20735FB}"/>
                    </a:ext>
                  </a:extLst>
                </p14:cNvPr>
                <p14:cNvContentPartPr/>
                <p14:nvPr/>
              </p14:nvContentPartPr>
              <p14:xfrm>
                <a:off x="9573622" y="1511816"/>
                <a:ext cx="155160" cy="93960"/>
              </p14:xfrm>
            </p:contentPart>
          </mc:Choice>
          <mc:Fallback>
            <p:pic>
              <p:nvPicPr>
                <p:cNvPr id="249" name="Ink 248">
                  <a:extLst>
                    <a:ext uri="{FF2B5EF4-FFF2-40B4-BE49-F238E27FC236}">
                      <a16:creationId xmlns:a16="http://schemas.microsoft.com/office/drawing/2014/main" id="{891B52F9-9CC6-EF93-845F-DF2FD20735FB}"/>
                    </a:ext>
                  </a:extLst>
                </p:cNvPr>
                <p:cNvPicPr/>
                <p:nvPr/>
              </p:nvPicPr>
              <p:blipFill>
                <a:blip r:embed="rId443"/>
                <a:stretch>
                  <a:fillRect/>
                </a:stretch>
              </p:blipFill>
              <p:spPr>
                <a:xfrm>
                  <a:off x="9564622" y="1502816"/>
                  <a:ext cx="17280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250" name="Ink 249">
                  <a:extLst>
                    <a:ext uri="{FF2B5EF4-FFF2-40B4-BE49-F238E27FC236}">
                      <a16:creationId xmlns:a16="http://schemas.microsoft.com/office/drawing/2014/main" id="{38E64C75-1B20-CA6A-7498-DBF3A61F64D7}"/>
                    </a:ext>
                  </a:extLst>
                </p14:cNvPr>
                <p14:cNvContentPartPr/>
                <p14:nvPr/>
              </p14:nvContentPartPr>
              <p14:xfrm>
                <a:off x="9696742" y="1371416"/>
                <a:ext cx="80640" cy="224640"/>
              </p14:xfrm>
            </p:contentPart>
          </mc:Choice>
          <mc:Fallback>
            <p:pic>
              <p:nvPicPr>
                <p:cNvPr id="250" name="Ink 249">
                  <a:extLst>
                    <a:ext uri="{FF2B5EF4-FFF2-40B4-BE49-F238E27FC236}">
                      <a16:creationId xmlns:a16="http://schemas.microsoft.com/office/drawing/2014/main" id="{38E64C75-1B20-CA6A-7498-DBF3A61F64D7}"/>
                    </a:ext>
                  </a:extLst>
                </p:cNvPr>
                <p:cNvPicPr/>
                <p:nvPr/>
              </p:nvPicPr>
              <p:blipFill>
                <a:blip r:embed="rId445"/>
                <a:stretch>
                  <a:fillRect/>
                </a:stretch>
              </p:blipFill>
              <p:spPr>
                <a:xfrm>
                  <a:off x="9687742" y="1362416"/>
                  <a:ext cx="9828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251" name="Ink 250">
                  <a:extLst>
                    <a:ext uri="{FF2B5EF4-FFF2-40B4-BE49-F238E27FC236}">
                      <a16:creationId xmlns:a16="http://schemas.microsoft.com/office/drawing/2014/main" id="{1B10D0B7-D1AA-A546-722F-C2309A9FC17E}"/>
                    </a:ext>
                  </a:extLst>
                </p14:cNvPr>
                <p14:cNvContentPartPr/>
                <p14:nvPr/>
              </p14:nvContentPartPr>
              <p14:xfrm>
                <a:off x="9688102" y="1529816"/>
                <a:ext cx="109800" cy="20520"/>
              </p14:xfrm>
            </p:contentPart>
          </mc:Choice>
          <mc:Fallback>
            <p:pic>
              <p:nvPicPr>
                <p:cNvPr id="251" name="Ink 250">
                  <a:extLst>
                    <a:ext uri="{FF2B5EF4-FFF2-40B4-BE49-F238E27FC236}">
                      <a16:creationId xmlns:a16="http://schemas.microsoft.com/office/drawing/2014/main" id="{1B10D0B7-D1AA-A546-722F-C2309A9FC17E}"/>
                    </a:ext>
                  </a:extLst>
                </p:cNvPr>
                <p:cNvPicPr/>
                <p:nvPr/>
              </p:nvPicPr>
              <p:blipFill>
                <a:blip r:embed="rId447"/>
                <a:stretch>
                  <a:fillRect/>
                </a:stretch>
              </p:blipFill>
              <p:spPr>
                <a:xfrm>
                  <a:off x="9679462" y="1521176"/>
                  <a:ext cx="12744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448">
              <p14:nvContentPartPr>
                <p14:cNvPr id="252" name="Ink 251">
                  <a:extLst>
                    <a:ext uri="{FF2B5EF4-FFF2-40B4-BE49-F238E27FC236}">
                      <a16:creationId xmlns:a16="http://schemas.microsoft.com/office/drawing/2014/main" id="{A2FEF8A6-A9BF-A3E7-F6F5-5E4DA36CA19E}"/>
                    </a:ext>
                  </a:extLst>
                </p14:cNvPr>
                <p14:cNvContentPartPr/>
                <p14:nvPr/>
              </p14:nvContentPartPr>
              <p14:xfrm>
                <a:off x="9829582" y="1398056"/>
                <a:ext cx="190080" cy="200160"/>
              </p14:xfrm>
            </p:contentPart>
          </mc:Choice>
          <mc:Fallback>
            <p:pic>
              <p:nvPicPr>
                <p:cNvPr id="252" name="Ink 251">
                  <a:extLst>
                    <a:ext uri="{FF2B5EF4-FFF2-40B4-BE49-F238E27FC236}">
                      <a16:creationId xmlns:a16="http://schemas.microsoft.com/office/drawing/2014/main" id="{A2FEF8A6-A9BF-A3E7-F6F5-5E4DA36CA19E}"/>
                    </a:ext>
                  </a:extLst>
                </p:cNvPr>
                <p:cNvPicPr/>
                <p:nvPr/>
              </p:nvPicPr>
              <p:blipFill>
                <a:blip r:embed="rId449"/>
                <a:stretch>
                  <a:fillRect/>
                </a:stretch>
              </p:blipFill>
              <p:spPr>
                <a:xfrm>
                  <a:off x="9820942" y="1389056"/>
                  <a:ext cx="20772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450">
              <p14:nvContentPartPr>
                <p14:cNvPr id="253" name="Ink 252">
                  <a:extLst>
                    <a:ext uri="{FF2B5EF4-FFF2-40B4-BE49-F238E27FC236}">
                      <a16:creationId xmlns:a16="http://schemas.microsoft.com/office/drawing/2014/main" id="{9FE86033-63B1-29AE-EC41-2B13194DF451}"/>
                    </a:ext>
                  </a:extLst>
                </p14:cNvPr>
                <p14:cNvContentPartPr/>
                <p14:nvPr/>
              </p14:nvContentPartPr>
              <p14:xfrm>
                <a:off x="10068262" y="1493456"/>
                <a:ext cx="71640" cy="106920"/>
              </p14:xfrm>
            </p:contentPart>
          </mc:Choice>
          <mc:Fallback>
            <p:pic>
              <p:nvPicPr>
                <p:cNvPr id="253" name="Ink 252">
                  <a:extLst>
                    <a:ext uri="{FF2B5EF4-FFF2-40B4-BE49-F238E27FC236}">
                      <a16:creationId xmlns:a16="http://schemas.microsoft.com/office/drawing/2014/main" id="{9FE86033-63B1-29AE-EC41-2B13194DF451}"/>
                    </a:ext>
                  </a:extLst>
                </p:cNvPr>
                <p:cNvPicPr/>
                <p:nvPr/>
              </p:nvPicPr>
              <p:blipFill>
                <a:blip r:embed="rId451"/>
                <a:stretch>
                  <a:fillRect/>
                </a:stretch>
              </p:blipFill>
              <p:spPr>
                <a:xfrm>
                  <a:off x="10059262" y="1484816"/>
                  <a:ext cx="8928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254" name="Ink 253">
                  <a:extLst>
                    <a:ext uri="{FF2B5EF4-FFF2-40B4-BE49-F238E27FC236}">
                      <a16:creationId xmlns:a16="http://schemas.microsoft.com/office/drawing/2014/main" id="{5B276F90-AD60-6220-8FDC-FBCF2B4A1B77}"/>
                    </a:ext>
                  </a:extLst>
                </p14:cNvPr>
                <p14:cNvContentPartPr/>
                <p14:nvPr/>
              </p14:nvContentPartPr>
              <p14:xfrm>
                <a:off x="10246102" y="1348376"/>
                <a:ext cx="103320" cy="225360"/>
              </p14:xfrm>
            </p:contentPart>
          </mc:Choice>
          <mc:Fallback>
            <p:pic>
              <p:nvPicPr>
                <p:cNvPr id="254" name="Ink 253">
                  <a:extLst>
                    <a:ext uri="{FF2B5EF4-FFF2-40B4-BE49-F238E27FC236}">
                      <a16:creationId xmlns:a16="http://schemas.microsoft.com/office/drawing/2014/main" id="{5B276F90-AD60-6220-8FDC-FBCF2B4A1B77}"/>
                    </a:ext>
                  </a:extLst>
                </p:cNvPr>
                <p:cNvPicPr/>
                <p:nvPr/>
              </p:nvPicPr>
              <p:blipFill>
                <a:blip r:embed="rId453"/>
                <a:stretch>
                  <a:fillRect/>
                </a:stretch>
              </p:blipFill>
              <p:spPr>
                <a:xfrm>
                  <a:off x="10237462" y="1339736"/>
                  <a:ext cx="12096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256" name="Ink 255">
                  <a:extLst>
                    <a:ext uri="{FF2B5EF4-FFF2-40B4-BE49-F238E27FC236}">
                      <a16:creationId xmlns:a16="http://schemas.microsoft.com/office/drawing/2014/main" id="{5566366B-992D-5584-041B-1BC14A044135}"/>
                    </a:ext>
                  </a:extLst>
                </p14:cNvPr>
                <p14:cNvContentPartPr/>
                <p14:nvPr/>
              </p14:nvContentPartPr>
              <p14:xfrm>
                <a:off x="7680022" y="1962176"/>
                <a:ext cx="141120" cy="89640"/>
              </p14:xfrm>
            </p:contentPart>
          </mc:Choice>
          <mc:Fallback>
            <p:pic>
              <p:nvPicPr>
                <p:cNvPr id="256" name="Ink 255">
                  <a:extLst>
                    <a:ext uri="{FF2B5EF4-FFF2-40B4-BE49-F238E27FC236}">
                      <a16:creationId xmlns:a16="http://schemas.microsoft.com/office/drawing/2014/main" id="{5566366B-992D-5584-041B-1BC14A044135}"/>
                    </a:ext>
                  </a:extLst>
                </p:cNvPr>
                <p:cNvPicPr/>
                <p:nvPr/>
              </p:nvPicPr>
              <p:blipFill>
                <a:blip r:embed="rId455"/>
                <a:stretch>
                  <a:fillRect/>
                </a:stretch>
              </p:blipFill>
              <p:spPr>
                <a:xfrm>
                  <a:off x="7671382" y="1953536"/>
                  <a:ext cx="15876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257" name="Ink 256">
                  <a:extLst>
                    <a:ext uri="{FF2B5EF4-FFF2-40B4-BE49-F238E27FC236}">
                      <a16:creationId xmlns:a16="http://schemas.microsoft.com/office/drawing/2014/main" id="{D3BA0F7A-1C95-24D7-9830-A09A956FBE64}"/>
                    </a:ext>
                  </a:extLst>
                </p14:cNvPr>
                <p14:cNvContentPartPr/>
                <p14:nvPr/>
              </p14:nvContentPartPr>
              <p14:xfrm>
                <a:off x="7852102" y="1940936"/>
                <a:ext cx="86760" cy="100080"/>
              </p14:xfrm>
            </p:contentPart>
          </mc:Choice>
          <mc:Fallback>
            <p:pic>
              <p:nvPicPr>
                <p:cNvPr id="257" name="Ink 256">
                  <a:extLst>
                    <a:ext uri="{FF2B5EF4-FFF2-40B4-BE49-F238E27FC236}">
                      <a16:creationId xmlns:a16="http://schemas.microsoft.com/office/drawing/2014/main" id="{D3BA0F7A-1C95-24D7-9830-A09A956FBE64}"/>
                    </a:ext>
                  </a:extLst>
                </p:cNvPr>
                <p:cNvPicPr/>
                <p:nvPr/>
              </p:nvPicPr>
              <p:blipFill>
                <a:blip r:embed="rId457"/>
                <a:stretch>
                  <a:fillRect/>
                </a:stretch>
              </p:blipFill>
              <p:spPr>
                <a:xfrm>
                  <a:off x="7843102" y="1931936"/>
                  <a:ext cx="10440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458">
              <p14:nvContentPartPr>
                <p14:cNvPr id="258" name="Ink 257">
                  <a:extLst>
                    <a:ext uri="{FF2B5EF4-FFF2-40B4-BE49-F238E27FC236}">
                      <a16:creationId xmlns:a16="http://schemas.microsoft.com/office/drawing/2014/main" id="{D1060B5C-A79F-A61A-B97F-A7377314F841}"/>
                    </a:ext>
                  </a:extLst>
                </p14:cNvPr>
                <p14:cNvContentPartPr/>
                <p14:nvPr/>
              </p14:nvContentPartPr>
              <p14:xfrm>
                <a:off x="7974862" y="1956416"/>
                <a:ext cx="173160" cy="96120"/>
              </p14:xfrm>
            </p:contentPart>
          </mc:Choice>
          <mc:Fallback>
            <p:pic>
              <p:nvPicPr>
                <p:cNvPr id="258" name="Ink 257">
                  <a:extLst>
                    <a:ext uri="{FF2B5EF4-FFF2-40B4-BE49-F238E27FC236}">
                      <a16:creationId xmlns:a16="http://schemas.microsoft.com/office/drawing/2014/main" id="{D1060B5C-A79F-A61A-B97F-A7377314F841}"/>
                    </a:ext>
                  </a:extLst>
                </p:cNvPr>
                <p:cNvPicPr/>
                <p:nvPr/>
              </p:nvPicPr>
              <p:blipFill>
                <a:blip r:embed="rId459"/>
                <a:stretch>
                  <a:fillRect/>
                </a:stretch>
              </p:blipFill>
              <p:spPr>
                <a:xfrm>
                  <a:off x="7965862" y="1947776"/>
                  <a:ext cx="19080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259" name="Ink 258">
                  <a:extLst>
                    <a:ext uri="{FF2B5EF4-FFF2-40B4-BE49-F238E27FC236}">
                      <a16:creationId xmlns:a16="http://schemas.microsoft.com/office/drawing/2014/main" id="{8C09950F-32D1-1891-A9CC-737738133AF8}"/>
                    </a:ext>
                  </a:extLst>
                </p14:cNvPr>
                <p14:cNvContentPartPr/>
                <p14:nvPr/>
              </p14:nvContentPartPr>
              <p14:xfrm>
                <a:off x="8243062" y="1957496"/>
                <a:ext cx="117720" cy="78120"/>
              </p14:xfrm>
            </p:contentPart>
          </mc:Choice>
          <mc:Fallback>
            <p:pic>
              <p:nvPicPr>
                <p:cNvPr id="259" name="Ink 258">
                  <a:extLst>
                    <a:ext uri="{FF2B5EF4-FFF2-40B4-BE49-F238E27FC236}">
                      <a16:creationId xmlns:a16="http://schemas.microsoft.com/office/drawing/2014/main" id="{8C09950F-32D1-1891-A9CC-737738133AF8}"/>
                    </a:ext>
                  </a:extLst>
                </p:cNvPr>
                <p:cNvPicPr/>
                <p:nvPr/>
              </p:nvPicPr>
              <p:blipFill>
                <a:blip r:embed="rId461"/>
                <a:stretch>
                  <a:fillRect/>
                </a:stretch>
              </p:blipFill>
              <p:spPr>
                <a:xfrm>
                  <a:off x="8234062" y="1948856"/>
                  <a:ext cx="13536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462">
              <p14:nvContentPartPr>
                <p14:cNvPr id="260" name="Ink 259">
                  <a:extLst>
                    <a:ext uri="{FF2B5EF4-FFF2-40B4-BE49-F238E27FC236}">
                      <a16:creationId xmlns:a16="http://schemas.microsoft.com/office/drawing/2014/main" id="{4C702821-9BDD-A82E-209D-D740520F5876}"/>
                    </a:ext>
                  </a:extLst>
                </p14:cNvPr>
                <p14:cNvContentPartPr/>
                <p14:nvPr/>
              </p14:nvContentPartPr>
              <p14:xfrm>
                <a:off x="8425222" y="1925456"/>
                <a:ext cx="266400" cy="249480"/>
              </p14:xfrm>
            </p:contentPart>
          </mc:Choice>
          <mc:Fallback>
            <p:pic>
              <p:nvPicPr>
                <p:cNvPr id="260" name="Ink 259">
                  <a:extLst>
                    <a:ext uri="{FF2B5EF4-FFF2-40B4-BE49-F238E27FC236}">
                      <a16:creationId xmlns:a16="http://schemas.microsoft.com/office/drawing/2014/main" id="{4C702821-9BDD-A82E-209D-D740520F5876}"/>
                    </a:ext>
                  </a:extLst>
                </p:cNvPr>
                <p:cNvPicPr/>
                <p:nvPr/>
              </p:nvPicPr>
              <p:blipFill>
                <a:blip r:embed="rId463"/>
                <a:stretch>
                  <a:fillRect/>
                </a:stretch>
              </p:blipFill>
              <p:spPr>
                <a:xfrm>
                  <a:off x="8416222" y="1916816"/>
                  <a:ext cx="28404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464">
              <p14:nvContentPartPr>
                <p14:cNvPr id="261" name="Ink 260">
                  <a:extLst>
                    <a:ext uri="{FF2B5EF4-FFF2-40B4-BE49-F238E27FC236}">
                      <a16:creationId xmlns:a16="http://schemas.microsoft.com/office/drawing/2014/main" id="{29BF3FDD-3104-AF75-1566-0B9B0B0609D8}"/>
                    </a:ext>
                  </a:extLst>
                </p14:cNvPr>
                <p14:cNvContentPartPr/>
                <p14:nvPr/>
              </p14:nvContentPartPr>
              <p14:xfrm>
                <a:off x="8682622" y="1912136"/>
                <a:ext cx="147960" cy="120600"/>
              </p14:xfrm>
            </p:contentPart>
          </mc:Choice>
          <mc:Fallback>
            <p:pic>
              <p:nvPicPr>
                <p:cNvPr id="261" name="Ink 260">
                  <a:extLst>
                    <a:ext uri="{FF2B5EF4-FFF2-40B4-BE49-F238E27FC236}">
                      <a16:creationId xmlns:a16="http://schemas.microsoft.com/office/drawing/2014/main" id="{29BF3FDD-3104-AF75-1566-0B9B0B0609D8}"/>
                    </a:ext>
                  </a:extLst>
                </p:cNvPr>
                <p:cNvPicPr/>
                <p:nvPr/>
              </p:nvPicPr>
              <p:blipFill>
                <a:blip r:embed="rId465"/>
                <a:stretch>
                  <a:fillRect/>
                </a:stretch>
              </p:blipFill>
              <p:spPr>
                <a:xfrm>
                  <a:off x="8673982" y="1903136"/>
                  <a:ext cx="16560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466">
              <p14:nvContentPartPr>
                <p14:cNvPr id="263" name="Ink 262">
                  <a:extLst>
                    <a:ext uri="{FF2B5EF4-FFF2-40B4-BE49-F238E27FC236}">
                      <a16:creationId xmlns:a16="http://schemas.microsoft.com/office/drawing/2014/main" id="{6DF67777-B1C0-4312-8599-5253E5781196}"/>
                    </a:ext>
                  </a:extLst>
                </p14:cNvPr>
                <p14:cNvContentPartPr/>
                <p14:nvPr/>
              </p14:nvContentPartPr>
              <p14:xfrm>
                <a:off x="8763982" y="1891616"/>
                <a:ext cx="76320" cy="22320"/>
              </p14:xfrm>
            </p:contentPart>
          </mc:Choice>
          <mc:Fallback>
            <p:pic>
              <p:nvPicPr>
                <p:cNvPr id="263" name="Ink 262">
                  <a:extLst>
                    <a:ext uri="{FF2B5EF4-FFF2-40B4-BE49-F238E27FC236}">
                      <a16:creationId xmlns:a16="http://schemas.microsoft.com/office/drawing/2014/main" id="{6DF67777-B1C0-4312-8599-5253E5781196}"/>
                    </a:ext>
                  </a:extLst>
                </p:cNvPr>
                <p:cNvPicPr/>
                <p:nvPr/>
              </p:nvPicPr>
              <p:blipFill>
                <a:blip r:embed="rId467"/>
                <a:stretch>
                  <a:fillRect/>
                </a:stretch>
              </p:blipFill>
              <p:spPr>
                <a:xfrm>
                  <a:off x="8755342" y="1882976"/>
                  <a:ext cx="9396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468">
              <p14:nvContentPartPr>
                <p14:cNvPr id="264" name="Ink 263">
                  <a:extLst>
                    <a:ext uri="{FF2B5EF4-FFF2-40B4-BE49-F238E27FC236}">
                      <a16:creationId xmlns:a16="http://schemas.microsoft.com/office/drawing/2014/main" id="{0FB4F29B-9E78-80DB-75BA-8DB78D244847}"/>
                    </a:ext>
                  </a:extLst>
                </p14:cNvPr>
                <p14:cNvContentPartPr/>
                <p14:nvPr/>
              </p14:nvContentPartPr>
              <p14:xfrm>
                <a:off x="9091942" y="1930856"/>
                <a:ext cx="85680" cy="59400"/>
              </p14:xfrm>
            </p:contentPart>
          </mc:Choice>
          <mc:Fallback>
            <p:pic>
              <p:nvPicPr>
                <p:cNvPr id="264" name="Ink 263">
                  <a:extLst>
                    <a:ext uri="{FF2B5EF4-FFF2-40B4-BE49-F238E27FC236}">
                      <a16:creationId xmlns:a16="http://schemas.microsoft.com/office/drawing/2014/main" id="{0FB4F29B-9E78-80DB-75BA-8DB78D244847}"/>
                    </a:ext>
                  </a:extLst>
                </p:cNvPr>
                <p:cNvPicPr/>
                <p:nvPr/>
              </p:nvPicPr>
              <p:blipFill>
                <a:blip r:embed="rId469"/>
                <a:stretch>
                  <a:fillRect/>
                </a:stretch>
              </p:blipFill>
              <p:spPr>
                <a:xfrm>
                  <a:off x="9082942" y="1921856"/>
                  <a:ext cx="10332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470">
              <p14:nvContentPartPr>
                <p14:cNvPr id="268" name="Ink 267">
                  <a:extLst>
                    <a:ext uri="{FF2B5EF4-FFF2-40B4-BE49-F238E27FC236}">
                      <a16:creationId xmlns:a16="http://schemas.microsoft.com/office/drawing/2014/main" id="{1F05DB9A-EC4E-9B97-8FD1-09D12FC80A1A}"/>
                    </a:ext>
                  </a:extLst>
                </p14:cNvPr>
                <p14:cNvContentPartPr/>
                <p14:nvPr/>
              </p14:nvContentPartPr>
              <p14:xfrm>
                <a:off x="9239542" y="1912136"/>
                <a:ext cx="73080" cy="63720"/>
              </p14:xfrm>
            </p:contentPart>
          </mc:Choice>
          <mc:Fallback>
            <p:pic>
              <p:nvPicPr>
                <p:cNvPr id="268" name="Ink 267">
                  <a:extLst>
                    <a:ext uri="{FF2B5EF4-FFF2-40B4-BE49-F238E27FC236}">
                      <a16:creationId xmlns:a16="http://schemas.microsoft.com/office/drawing/2014/main" id="{1F05DB9A-EC4E-9B97-8FD1-09D12FC80A1A}"/>
                    </a:ext>
                  </a:extLst>
                </p:cNvPr>
                <p:cNvPicPr/>
                <p:nvPr/>
              </p:nvPicPr>
              <p:blipFill>
                <a:blip r:embed="rId471"/>
                <a:stretch>
                  <a:fillRect/>
                </a:stretch>
              </p:blipFill>
              <p:spPr>
                <a:xfrm>
                  <a:off x="9230542" y="1903496"/>
                  <a:ext cx="9072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472">
              <p14:nvContentPartPr>
                <p14:cNvPr id="269" name="Ink 268">
                  <a:extLst>
                    <a:ext uri="{FF2B5EF4-FFF2-40B4-BE49-F238E27FC236}">
                      <a16:creationId xmlns:a16="http://schemas.microsoft.com/office/drawing/2014/main" id="{3FA8AE66-24B2-2CC9-CC4A-B99FDA94E428}"/>
                    </a:ext>
                  </a:extLst>
                </p14:cNvPr>
                <p14:cNvContentPartPr/>
                <p14:nvPr/>
              </p14:nvContentPartPr>
              <p14:xfrm>
                <a:off x="9370222" y="1872536"/>
                <a:ext cx="167400" cy="121320"/>
              </p14:xfrm>
            </p:contentPart>
          </mc:Choice>
          <mc:Fallback>
            <p:pic>
              <p:nvPicPr>
                <p:cNvPr id="269" name="Ink 268">
                  <a:extLst>
                    <a:ext uri="{FF2B5EF4-FFF2-40B4-BE49-F238E27FC236}">
                      <a16:creationId xmlns:a16="http://schemas.microsoft.com/office/drawing/2014/main" id="{3FA8AE66-24B2-2CC9-CC4A-B99FDA94E428}"/>
                    </a:ext>
                  </a:extLst>
                </p:cNvPr>
                <p:cNvPicPr/>
                <p:nvPr/>
              </p:nvPicPr>
              <p:blipFill>
                <a:blip r:embed="rId473"/>
                <a:stretch>
                  <a:fillRect/>
                </a:stretch>
              </p:blipFill>
              <p:spPr>
                <a:xfrm>
                  <a:off x="9361222" y="1863896"/>
                  <a:ext cx="18504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474">
              <p14:nvContentPartPr>
                <p14:cNvPr id="270" name="Ink 269">
                  <a:extLst>
                    <a:ext uri="{FF2B5EF4-FFF2-40B4-BE49-F238E27FC236}">
                      <a16:creationId xmlns:a16="http://schemas.microsoft.com/office/drawing/2014/main" id="{AAE6672E-282F-635D-928C-B3FF4B1202A7}"/>
                    </a:ext>
                  </a:extLst>
                </p14:cNvPr>
                <p14:cNvContentPartPr/>
                <p14:nvPr/>
              </p14:nvContentPartPr>
              <p14:xfrm>
                <a:off x="9813742" y="1881536"/>
                <a:ext cx="236880" cy="68400"/>
              </p14:xfrm>
            </p:contentPart>
          </mc:Choice>
          <mc:Fallback>
            <p:pic>
              <p:nvPicPr>
                <p:cNvPr id="270" name="Ink 269">
                  <a:extLst>
                    <a:ext uri="{FF2B5EF4-FFF2-40B4-BE49-F238E27FC236}">
                      <a16:creationId xmlns:a16="http://schemas.microsoft.com/office/drawing/2014/main" id="{AAE6672E-282F-635D-928C-B3FF4B1202A7}"/>
                    </a:ext>
                  </a:extLst>
                </p:cNvPr>
                <p:cNvPicPr/>
                <p:nvPr/>
              </p:nvPicPr>
              <p:blipFill>
                <a:blip r:embed="rId475"/>
                <a:stretch>
                  <a:fillRect/>
                </a:stretch>
              </p:blipFill>
              <p:spPr>
                <a:xfrm>
                  <a:off x="9804742" y="1872896"/>
                  <a:ext cx="25452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476">
              <p14:nvContentPartPr>
                <p14:cNvPr id="271" name="Ink 270">
                  <a:extLst>
                    <a:ext uri="{FF2B5EF4-FFF2-40B4-BE49-F238E27FC236}">
                      <a16:creationId xmlns:a16="http://schemas.microsoft.com/office/drawing/2014/main" id="{A5642598-5E37-9412-B1F2-CBC427FE4D1C}"/>
                    </a:ext>
                  </a:extLst>
                </p14:cNvPr>
                <p14:cNvContentPartPr/>
                <p14:nvPr/>
              </p14:nvContentPartPr>
              <p14:xfrm>
                <a:off x="10100662" y="1885856"/>
                <a:ext cx="96480" cy="64800"/>
              </p14:xfrm>
            </p:contentPart>
          </mc:Choice>
          <mc:Fallback>
            <p:pic>
              <p:nvPicPr>
                <p:cNvPr id="271" name="Ink 270">
                  <a:extLst>
                    <a:ext uri="{FF2B5EF4-FFF2-40B4-BE49-F238E27FC236}">
                      <a16:creationId xmlns:a16="http://schemas.microsoft.com/office/drawing/2014/main" id="{A5642598-5E37-9412-B1F2-CBC427FE4D1C}"/>
                    </a:ext>
                  </a:extLst>
                </p:cNvPr>
                <p:cNvPicPr/>
                <p:nvPr/>
              </p:nvPicPr>
              <p:blipFill>
                <a:blip r:embed="rId477"/>
                <a:stretch>
                  <a:fillRect/>
                </a:stretch>
              </p:blipFill>
              <p:spPr>
                <a:xfrm>
                  <a:off x="10092022" y="1877216"/>
                  <a:ext cx="11412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478">
              <p14:nvContentPartPr>
                <p14:cNvPr id="272" name="Ink 271">
                  <a:extLst>
                    <a:ext uri="{FF2B5EF4-FFF2-40B4-BE49-F238E27FC236}">
                      <a16:creationId xmlns:a16="http://schemas.microsoft.com/office/drawing/2014/main" id="{85E07B7E-DEB4-1BE0-AE5D-0E3F039977CD}"/>
                    </a:ext>
                  </a:extLst>
                </p14:cNvPr>
                <p14:cNvContentPartPr/>
                <p14:nvPr/>
              </p14:nvContentPartPr>
              <p14:xfrm>
                <a:off x="10257982" y="1722776"/>
                <a:ext cx="215640" cy="244440"/>
              </p14:xfrm>
            </p:contentPart>
          </mc:Choice>
          <mc:Fallback>
            <p:pic>
              <p:nvPicPr>
                <p:cNvPr id="272" name="Ink 271">
                  <a:extLst>
                    <a:ext uri="{FF2B5EF4-FFF2-40B4-BE49-F238E27FC236}">
                      <a16:creationId xmlns:a16="http://schemas.microsoft.com/office/drawing/2014/main" id="{85E07B7E-DEB4-1BE0-AE5D-0E3F039977CD}"/>
                    </a:ext>
                  </a:extLst>
                </p:cNvPr>
                <p:cNvPicPr/>
                <p:nvPr/>
              </p:nvPicPr>
              <p:blipFill>
                <a:blip r:embed="rId479"/>
                <a:stretch>
                  <a:fillRect/>
                </a:stretch>
              </p:blipFill>
              <p:spPr>
                <a:xfrm>
                  <a:off x="10248982" y="1714136"/>
                  <a:ext cx="23328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480">
              <p14:nvContentPartPr>
                <p14:cNvPr id="273" name="Ink 272">
                  <a:extLst>
                    <a:ext uri="{FF2B5EF4-FFF2-40B4-BE49-F238E27FC236}">
                      <a16:creationId xmlns:a16="http://schemas.microsoft.com/office/drawing/2014/main" id="{A3C8AF7D-9BE3-BF79-6BCE-082A8B17A882}"/>
                    </a:ext>
                  </a:extLst>
                </p14:cNvPr>
                <p14:cNvContentPartPr/>
                <p14:nvPr/>
              </p14:nvContentPartPr>
              <p14:xfrm>
                <a:off x="10439422" y="1773896"/>
                <a:ext cx="12240" cy="48960"/>
              </p14:xfrm>
            </p:contentPart>
          </mc:Choice>
          <mc:Fallback>
            <p:pic>
              <p:nvPicPr>
                <p:cNvPr id="273" name="Ink 272">
                  <a:extLst>
                    <a:ext uri="{FF2B5EF4-FFF2-40B4-BE49-F238E27FC236}">
                      <a16:creationId xmlns:a16="http://schemas.microsoft.com/office/drawing/2014/main" id="{A3C8AF7D-9BE3-BF79-6BCE-082A8B17A882}"/>
                    </a:ext>
                  </a:extLst>
                </p:cNvPr>
                <p:cNvPicPr/>
                <p:nvPr/>
              </p:nvPicPr>
              <p:blipFill>
                <a:blip r:embed="rId481"/>
                <a:stretch>
                  <a:fillRect/>
                </a:stretch>
              </p:blipFill>
              <p:spPr>
                <a:xfrm>
                  <a:off x="10430422" y="1765256"/>
                  <a:ext cx="2988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482">
              <p14:nvContentPartPr>
                <p14:cNvPr id="274" name="Ink 273">
                  <a:extLst>
                    <a:ext uri="{FF2B5EF4-FFF2-40B4-BE49-F238E27FC236}">
                      <a16:creationId xmlns:a16="http://schemas.microsoft.com/office/drawing/2014/main" id="{AC2B5517-02C1-265C-DEC6-274574CF50A1}"/>
                    </a:ext>
                  </a:extLst>
                </p14:cNvPr>
                <p14:cNvContentPartPr/>
                <p14:nvPr/>
              </p14:nvContentPartPr>
              <p14:xfrm>
                <a:off x="10567942" y="1714496"/>
                <a:ext cx="152280" cy="301320"/>
              </p14:xfrm>
            </p:contentPart>
          </mc:Choice>
          <mc:Fallback>
            <p:pic>
              <p:nvPicPr>
                <p:cNvPr id="274" name="Ink 273">
                  <a:extLst>
                    <a:ext uri="{FF2B5EF4-FFF2-40B4-BE49-F238E27FC236}">
                      <a16:creationId xmlns:a16="http://schemas.microsoft.com/office/drawing/2014/main" id="{AC2B5517-02C1-265C-DEC6-274574CF50A1}"/>
                    </a:ext>
                  </a:extLst>
                </p:cNvPr>
                <p:cNvPicPr/>
                <p:nvPr/>
              </p:nvPicPr>
              <p:blipFill>
                <a:blip r:embed="rId483"/>
                <a:stretch>
                  <a:fillRect/>
                </a:stretch>
              </p:blipFill>
              <p:spPr>
                <a:xfrm>
                  <a:off x="10558942" y="1705496"/>
                  <a:ext cx="169920" cy="318960"/>
                </a:xfrm>
                <a:prstGeom prst="rect">
                  <a:avLst/>
                </a:prstGeom>
              </p:spPr>
            </p:pic>
          </mc:Fallback>
        </mc:AlternateContent>
        <mc:AlternateContent xmlns:mc="http://schemas.openxmlformats.org/markup-compatibility/2006">
          <mc:Choice xmlns:p14="http://schemas.microsoft.com/office/powerpoint/2010/main" Requires="p14">
            <p:contentPart p14:bwMode="auto" r:id="rId484">
              <p14:nvContentPartPr>
                <p14:cNvPr id="275" name="Ink 274">
                  <a:extLst>
                    <a:ext uri="{FF2B5EF4-FFF2-40B4-BE49-F238E27FC236}">
                      <a16:creationId xmlns:a16="http://schemas.microsoft.com/office/drawing/2014/main" id="{5FD343C1-EDC3-82E0-5B5C-721BDEB25783}"/>
                    </a:ext>
                  </a:extLst>
                </p14:cNvPr>
                <p14:cNvContentPartPr/>
                <p14:nvPr/>
              </p14:nvContentPartPr>
              <p14:xfrm>
                <a:off x="10669462" y="1771736"/>
                <a:ext cx="5760" cy="48240"/>
              </p14:xfrm>
            </p:contentPart>
          </mc:Choice>
          <mc:Fallback>
            <p:pic>
              <p:nvPicPr>
                <p:cNvPr id="275" name="Ink 274">
                  <a:extLst>
                    <a:ext uri="{FF2B5EF4-FFF2-40B4-BE49-F238E27FC236}">
                      <a16:creationId xmlns:a16="http://schemas.microsoft.com/office/drawing/2014/main" id="{5FD343C1-EDC3-82E0-5B5C-721BDEB25783}"/>
                    </a:ext>
                  </a:extLst>
                </p:cNvPr>
                <p:cNvPicPr/>
                <p:nvPr/>
              </p:nvPicPr>
              <p:blipFill>
                <a:blip r:embed="rId485"/>
                <a:stretch>
                  <a:fillRect/>
                </a:stretch>
              </p:blipFill>
              <p:spPr>
                <a:xfrm>
                  <a:off x="10660822" y="1763096"/>
                  <a:ext cx="2340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486">
              <p14:nvContentPartPr>
                <p14:cNvPr id="276" name="Ink 275">
                  <a:extLst>
                    <a:ext uri="{FF2B5EF4-FFF2-40B4-BE49-F238E27FC236}">
                      <a16:creationId xmlns:a16="http://schemas.microsoft.com/office/drawing/2014/main" id="{59F6EB0E-4B25-17B0-8432-D9D2CA859389}"/>
                    </a:ext>
                  </a:extLst>
                </p14:cNvPr>
                <p14:cNvContentPartPr/>
                <p14:nvPr/>
              </p14:nvContentPartPr>
              <p14:xfrm>
                <a:off x="10775662" y="1806656"/>
                <a:ext cx="69120" cy="127800"/>
              </p14:xfrm>
            </p:contentPart>
          </mc:Choice>
          <mc:Fallback>
            <p:pic>
              <p:nvPicPr>
                <p:cNvPr id="276" name="Ink 275">
                  <a:extLst>
                    <a:ext uri="{FF2B5EF4-FFF2-40B4-BE49-F238E27FC236}">
                      <a16:creationId xmlns:a16="http://schemas.microsoft.com/office/drawing/2014/main" id="{59F6EB0E-4B25-17B0-8432-D9D2CA859389}"/>
                    </a:ext>
                  </a:extLst>
                </p:cNvPr>
                <p:cNvPicPr/>
                <p:nvPr/>
              </p:nvPicPr>
              <p:blipFill>
                <a:blip r:embed="rId487"/>
                <a:stretch>
                  <a:fillRect/>
                </a:stretch>
              </p:blipFill>
              <p:spPr>
                <a:xfrm>
                  <a:off x="10767022" y="1798016"/>
                  <a:ext cx="8676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488">
              <p14:nvContentPartPr>
                <p14:cNvPr id="277" name="Ink 276">
                  <a:extLst>
                    <a:ext uri="{FF2B5EF4-FFF2-40B4-BE49-F238E27FC236}">
                      <a16:creationId xmlns:a16="http://schemas.microsoft.com/office/drawing/2014/main" id="{6130510E-2C90-000B-36D1-2CF65DA7747A}"/>
                    </a:ext>
                  </a:extLst>
                </p14:cNvPr>
                <p14:cNvContentPartPr/>
                <p14:nvPr/>
              </p14:nvContentPartPr>
              <p14:xfrm>
                <a:off x="10904182" y="1696496"/>
                <a:ext cx="99720" cy="213480"/>
              </p14:xfrm>
            </p:contentPart>
          </mc:Choice>
          <mc:Fallback>
            <p:pic>
              <p:nvPicPr>
                <p:cNvPr id="277" name="Ink 276">
                  <a:extLst>
                    <a:ext uri="{FF2B5EF4-FFF2-40B4-BE49-F238E27FC236}">
                      <a16:creationId xmlns:a16="http://schemas.microsoft.com/office/drawing/2014/main" id="{6130510E-2C90-000B-36D1-2CF65DA7747A}"/>
                    </a:ext>
                  </a:extLst>
                </p:cNvPr>
                <p:cNvPicPr/>
                <p:nvPr/>
              </p:nvPicPr>
              <p:blipFill>
                <a:blip r:embed="rId489"/>
                <a:stretch>
                  <a:fillRect/>
                </a:stretch>
              </p:blipFill>
              <p:spPr>
                <a:xfrm>
                  <a:off x="10895542" y="1687496"/>
                  <a:ext cx="11736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490">
              <p14:nvContentPartPr>
                <p14:cNvPr id="278" name="Ink 277">
                  <a:extLst>
                    <a:ext uri="{FF2B5EF4-FFF2-40B4-BE49-F238E27FC236}">
                      <a16:creationId xmlns:a16="http://schemas.microsoft.com/office/drawing/2014/main" id="{4288BAF4-DD31-CA1B-62E7-4627C9FDAD3E}"/>
                    </a:ext>
                  </a:extLst>
                </p14:cNvPr>
                <p14:cNvContentPartPr/>
                <p14:nvPr/>
              </p14:nvContentPartPr>
              <p14:xfrm>
                <a:off x="10780702" y="1810976"/>
                <a:ext cx="35280" cy="39600"/>
              </p14:xfrm>
            </p:contentPart>
          </mc:Choice>
          <mc:Fallback>
            <p:pic>
              <p:nvPicPr>
                <p:cNvPr id="278" name="Ink 277">
                  <a:extLst>
                    <a:ext uri="{FF2B5EF4-FFF2-40B4-BE49-F238E27FC236}">
                      <a16:creationId xmlns:a16="http://schemas.microsoft.com/office/drawing/2014/main" id="{4288BAF4-DD31-CA1B-62E7-4627C9FDAD3E}"/>
                    </a:ext>
                  </a:extLst>
                </p:cNvPr>
                <p:cNvPicPr/>
                <p:nvPr/>
              </p:nvPicPr>
              <p:blipFill>
                <a:blip r:embed="rId491"/>
                <a:stretch>
                  <a:fillRect/>
                </a:stretch>
              </p:blipFill>
              <p:spPr>
                <a:xfrm>
                  <a:off x="10771702" y="1802336"/>
                  <a:ext cx="5292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492">
              <p14:nvContentPartPr>
                <p14:cNvPr id="281" name="Ink 280">
                  <a:extLst>
                    <a:ext uri="{FF2B5EF4-FFF2-40B4-BE49-F238E27FC236}">
                      <a16:creationId xmlns:a16="http://schemas.microsoft.com/office/drawing/2014/main" id="{B0E2E4C6-EE76-7ED8-4629-95E051F4E45F}"/>
                    </a:ext>
                  </a:extLst>
                </p14:cNvPr>
                <p14:cNvContentPartPr/>
                <p14:nvPr/>
              </p14:nvContentPartPr>
              <p14:xfrm>
                <a:off x="7793422" y="2317496"/>
                <a:ext cx="69120" cy="149400"/>
              </p14:xfrm>
            </p:contentPart>
          </mc:Choice>
          <mc:Fallback>
            <p:pic>
              <p:nvPicPr>
                <p:cNvPr id="281" name="Ink 280">
                  <a:extLst>
                    <a:ext uri="{FF2B5EF4-FFF2-40B4-BE49-F238E27FC236}">
                      <a16:creationId xmlns:a16="http://schemas.microsoft.com/office/drawing/2014/main" id="{B0E2E4C6-EE76-7ED8-4629-95E051F4E45F}"/>
                    </a:ext>
                  </a:extLst>
                </p:cNvPr>
                <p:cNvPicPr/>
                <p:nvPr/>
              </p:nvPicPr>
              <p:blipFill>
                <a:blip r:embed="rId493"/>
                <a:stretch>
                  <a:fillRect/>
                </a:stretch>
              </p:blipFill>
              <p:spPr>
                <a:xfrm>
                  <a:off x="7784782" y="2308856"/>
                  <a:ext cx="8676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494">
              <p14:nvContentPartPr>
                <p14:cNvPr id="282" name="Ink 281">
                  <a:extLst>
                    <a:ext uri="{FF2B5EF4-FFF2-40B4-BE49-F238E27FC236}">
                      <a16:creationId xmlns:a16="http://schemas.microsoft.com/office/drawing/2014/main" id="{7378A325-0F40-561C-CBFC-8A4BE4766561}"/>
                    </a:ext>
                  </a:extLst>
                </p14:cNvPr>
                <p14:cNvContentPartPr/>
                <p14:nvPr/>
              </p14:nvContentPartPr>
              <p14:xfrm>
                <a:off x="7788022" y="2286896"/>
                <a:ext cx="375840" cy="96120"/>
              </p14:xfrm>
            </p:contentPart>
          </mc:Choice>
          <mc:Fallback>
            <p:pic>
              <p:nvPicPr>
                <p:cNvPr id="282" name="Ink 281">
                  <a:extLst>
                    <a:ext uri="{FF2B5EF4-FFF2-40B4-BE49-F238E27FC236}">
                      <a16:creationId xmlns:a16="http://schemas.microsoft.com/office/drawing/2014/main" id="{7378A325-0F40-561C-CBFC-8A4BE4766561}"/>
                    </a:ext>
                  </a:extLst>
                </p:cNvPr>
                <p:cNvPicPr/>
                <p:nvPr/>
              </p:nvPicPr>
              <p:blipFill>
                <a:blip r:embed="rId495"/>
                <a:stretch>
                  <a:fillRect/>
                </a:stretch>
              </p:blipFill>
              <p:spPr>
                <a:xfrm>
                  <a:off x="7779382" y="2278256"/>
                  <a:ext cx="39348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496">
              <p14:nvContentPartPr>
                <p14:cNvPr id="283" name="Ink 282">
                  <a:extLst>
                    <a:ext uri="{FF2B5EF4-FFF2-40B4-BE49-F238E27FC236}">
                      <a16:creationId xmlns:a16="http://schemas.microsoft.com/office/drawing/2014/main" id="{F4616279-2AD7-97E0-DB90-BD23B1FAB6DA}"/>
                    </a:ext>
                  </a:extLst>
                </p14:cNvPr>
                <p14:cNvContentPartPr/>
                <p14:nvPr/>
              </p14:nvContentPartPr>
              <p14:xfrm>
                <a:off x="8176102" y="2344136"/>
                <a:ext cx="23760" cy="60120"/>
              </p14:xfrm>
            </p:contentPart>
          </mc:Choice>
          <mc:Fallback>
            <p:pic>
              <p:nvPicPr>
                <p:cNvPr id="283" name="Ink 282">
                  <a:extLst>
                    <a:ext uri="{FF2B5EF4-FFF2-40B4-BE49-F238E27FC236}">
                      <a16:creationId xmlns:a16="http://schemas.microsoft.com/office/drawing/2014/main" id="{F4616279-2AD7-97E0-DB90-BD23B1FAB6DA}"/>
                    </a:ext>
                  </a:extLst>
                </p:cNvPr>
                <p:cNvPicPr/>
                <p:nvPr/>
              </p:nvPicPr>
              <p:blipFill>
                <a:blip r:embed="rId497"/>
                <a:stretch>
                  <a:fillRect/>
                </a:stretch>
              </p:blipFill>
              <p:spPr>
                <a:xfrm>
                  <a:off x="8167462" y="2335496"/>
                  <a:ext cx="4140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498">
              <p14:nvContentPartPr>
                <p14:cNvPr id="284" name="Ink 283">
                  <a:extLst>
                    <a:ext uri="{FF2B5EF4-FFF2-40B4-BE49-F238E27FC236}">
                      <a16:creationId xmlns:a16="http://schemas.microsoft.com/office/drawing/2014/main" id="{090EAAC2-4F39-7572-BF33-C65108169E1B}"/>
                    </a:ext>
                  </a:extLst>
                </p14:cNvPr>
                <p14:cNvContentPartPr/>
                <p14:nvPr/>
              </p14:nvContentPartPr>
              <p14:xfrm>
                <a:off x="8133622" y="2216696"/>
                <a:ext cx="39240" cy="41760"/>
              </p14:xfrm>
            </p:contentPart>
          </mc:Choice>
          <mc:Fallback>
            <p:pic>
              <p:nvPicPr>
                <p:cNvPr id="284" name="Ink 283">
                  <a:extLst>
                    <a:ext uri="{FF2B5EF4-FFF2-40B4-BE49-F238E27FC236}">
                      <a16:creationId xmlns:a16="http://schemas.microsoft.com/office/drawing/2014/main" id="{090EAAC2-4F39-7572-BF33-C65108169E1B}"/>
                    </a:ext>
                  </a:extLst>
                </p:cNvPr>
                <p:cNvPicPr/>
                <p:nvPr/>
              </p:nvPicPr>
              <p:blipFill>
                <a:blip r:embed="rId499"/>
                <a:stretch>
                  <a:fillRect/>
                </a:stretch>
              </p:blipFill>
              <p:spPr>
                <a:xfrm>
                  <a:off x="8124982" y="2207696"/>
                  <a:ext cx="5688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500">
              <p14:nvContentPartPr>
                <p14:cNvPr id="285" name="Ink 284">
                  <a:extLst>
                    <a:ext uri="{FF2B5EF4-FFF2-40B4-BE49-F238E27FC236}">
                      <a16:creationId xmlns:a16="http://schemas.microsoft.com/office/drawing/2014/main" id="{D46C404D-CE37-3A72-8724-4BB6421E486A}"/>
                    </a:ext>
                  </a:extLst>
                </p14:cNvPr>
                <p14:cNvContentPartPr/>
                <p14:nvPr/>
              </p14:nvContentPartPr>
              <p14:xfrm>
                <a:off x="8261782" y="2285456"/>
                <a:ext cx="109800" cy="86760"/>
              </p14:xfrm>
            </p:contentPart>
          </mc:Choice>
          <mc:Fallback>
            <p:pic>
              <p:nvPicPr>
                <p:cNvPr id="285" name="Ink 284">
                  <a:extLst>
                    <a:ext uri="{FF2B5EF4-FFF2-40B4-BE49-F238E27FC236}">
                      <a16:creationId xmlns:a16="http://schemas.microsoft.com/office/drawing/2014/main" id="{D46C404D-CE37-3A72-8724-4BB6421E486A}"/>
                    </a:ext>
                  </a:extLst>
                </p:cNvPr>
                <p:cNvPicPr/>
                <p:nvPr/>
              </p:nvPicPr>
              <p:blipFill>
                <a:blip r:embed="rId501"/>
                <a:stretch>
                  <a:fillRect/>
                </a:stretch>
              </p:blipFill>
              <p:spPr>
                <a:xfrm>
                  <a:off x="8253142" y="2276456"/>
                  <a:ext cx="12744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502">
              <p14:nvContentPartPr>
                <p14:cNvPr id="286" name="Ink 285">
                  <a:extLst>
                    <a:ext uri="{FF2B5EF4-FFF2-40B4-BE49-F238E27FC236}">
                      <a16:creationId xmlns:a16="http://schemas.microsoft.com/office/drawing/2014/main" id="{9147EAAE-6EDF-126C-35CB-B4B1A289561F}"/>
                    </a:ext>
                  </a:extLst>
                </p14:cNvPr>
                <p14:cNvContentPartPr/>
                <p14:nvPr/>
              </p14:nvContentPartPr>
              <p14:xfrm>
                <a:off x="8398582" y="2154776"/>
                <a:ext cx="125280" cy="222480"/>
              </p14:xfrm>
            </p:contentPart>
          </mc:Choice>
          <mc:Fallback>
            <p:pic>
              <p:nvPicPr>
                <p:cNvPr id="286" name="Ink 285">
                  <a:extLst>
                    <a:ext uri="{FF2B5EF4-FFF2-40B4-BE49-F238E27FC236}">
                      <a16:creationId xmlns:a16="http://schemas.microsoft.com/office/drawing/2014/main" id="{9147EAAE-6EDF-126C-35CB-B4B1A289561F}"/>
                    </a:ext>
                  </a:extLst>
                </p:cNvPr>
                <p:cNvPicPr/>
                <p:nvPr/>
              </p:nvPicPr>
              <p:blipFill>
                <a:blip r:embed="rId503"/>
                <a:stretch>
                  <a:fillRect/>
                </a:stretch>
              </p:blipFill>
              <p:spPr>
                <a:xfrm>
                  <a:off x="8389942" y="2145776"/>
                  <a:ext cx="14292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504">
              <p14:nvContentPartPr>
                <p14:cNvPr id="287" name="Ink 286">
                  <a:extLst>
                    <a:ext uri="{FF2B5EF4-FFF2-40B4-BE49-F238E27FC236}">
                      <a16:creationId xmlns:a16="http://schemas.microsoft.com/office/drawing/2014/main" id="{EE3530C7-6978-F603-DBE3-870C1156D46D}"/>
                    </a:ext>
                  </a:extLst>
                </p14:cNvPr>
                <p14:cNvContentPartPr/>
                <p14:nvPr/>
              </p14:nvContentPartPr>
              <p14:xfrm>
                <a:off x="8590462" y="2284376"/>
                <a:ext cx="80640" cy="64080"/>
              </p14:xfrm>
            </p:contentPart>
          </mc:Choice>
          <mc:Fallback>
            <p:pic>
              <p:nvPicPr>
                <p:cNvPr id="287" name="Ink 286">
                  <a:extLst>
                    <a:ext uri="{FF2B5EF4-FFF2-40B4-BE49-F238E27FC236}">
                      <a16:creationId xmlns:a16="http://schemas.microsoft.com/office/drawing/2014/main" id="{EE3530C7-6978-F603-DBE3-870C1156D46D}"/>
                    </a:ext>
                  </a:extLst>
                </p:cNvPr>
                <p:cNvPicPr/>
                <p:nvPr/>
              </p:nvPicPr>
              <p:blipFill>
                <a:blip r:embed="rId505"/>
                <a:stretch>
                  <a:fillRect/>
                </a:stretch>
              </p:blipFill>
              <p:spPr>
                <a:xfrm>
                  <a:off x="8581462" y="2275376"/>
                  <a:ext cx="9828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506">
              <p14:nvContentPartPr>
                <p14:cNvPr id="288" name="Ink 287">
                  <a:extLst>
                    <a:ext uri="{FF2B5EF4-FFF2-40B4-BE49-F238E27FC236}">
                      <a16:creationId xmlns:a16="http://schemas.microsoft.com/office/drawing/2014/main" id="{0EFECDAE-D6F9-27C8-232D-A4E51C37EFAA}"/>
                    </a:ext>
                  </a:extLst>
                </p14:cNvPr>
                <p14:cNvContentPartPr/>
                <p14:nvPr/>
              </p14:nvContentPartPr>
              <p14:xfrm>
                <a:off x="8723302" y="2286896"/>
                <a:ext cx="171360" cy="217080"/>
              </p14:xfrm>
            </p:contentPart>
          </mc:Choice>
          <mc:Fallback>
            <p:pic>
              <p:nvPicPr>
                <p:cNvPr id="288" name="Ink 287">
                  <a:extLst>
                    <a:ext uri="{FF2B5EF4-FFF2-40B4-BE49-F238E27FC236}">
                      <a16:creationId xmlns:a16="http://schemas.microsoft.com/office/drawing/2014/main" id="{0EFECDAE-D6F9-27C8-232D-A4E51C37EFAA}"/>
                    </a:ext>
                  </a:extLst>
                </p:cNvPr>
                <p:cNvPicPr/>
                <p:nvPr/>
              </p:nvPicPr>
              <p:blipFill>
                <a:blip r:embed="rId507"/>
                <a:stretch>
                  <a:fillRect/>
                </a:stretch>
              </p:blipFill>
              <p:spPr>
                <a:xfrm>
                  <a:off x="8714662" y="2277896"/>
                  <a:ext cx="18900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508">
              <p14:nvContentPartPr>
                <p14:cNvPr id="289" name="Ink 288">
                  <a:extLst>
                    <a:ext uri="{FF2B5EF4-FFF2-40B4-BE49-F238E27FC236}">
                      <a16:creationId xmlns:a16="http://schemas.microsoft.com/office/drawing/2014/main" id="{26888537-71E6-1927-5A27-36DC2638686C}"/>
                    </a:ext>
                  </a:extLst>
                </p14:cNvPr>
                <p14:cNvContentPartPr/>
                <p14:nvPr/>
              </p14:nvContentPartPr>
              <p14:xfrm>
                <a:off x="8927422" y="2200136"/>
                <a:ext cx="55440" cy="146520"/>
              </p14:xfrm>
            </p:contentPart>
          </mc:Choice>
          <mc:Fallback>
            <p:pic>
              <p:nvPicPr>
                <p:cNvPr id="289" name="Ink 288">
                  <a:extLst>
                    <a:ext uri="{FF2B5EF4-FFF2-40B4-BE49-F238E27FC236}">
                      <a16:creationId xmlns:a16="http://schemas.microsoft.com/office/drawing/2014/main" id="{26888537-71E6-1927-5A27-36DC2638686C}"/>
                    </a:ext>
                  </a:extLst>
                </p:cNvPr>
                <p:cNvPicPr/>
                <p:nvPr/>
              </p:nvPicPr>
              <p:blipFill>
                <a:blip r:embed="rId509"/>
                <a:stretch>
                  <a:fillRect/>
                </a:stretch>
              </p:blipFill>
              <p:spPr>
                <a:xfrm>
                  <a:off x="8918782" y="2191496"/>
                  <a:ext cx="7308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510">
              <p14:nvContentPartPr>
                <p14:cNvPr id="290" name="Ink 289">
                  <a:extLst>
                    <a:ext uri="{FF2B5EF4-FFF2-40B4-BE49-F238E27FC236}">
                      <a16:creationId xmlns:a16="http://schemas.microsoft.com/office/drawing/2014/main" id="{78D4E659-CB22-7202-E262-878BE77F3D59}"/>
                    </a:ext>
                  </a:extLst>
                </p14:cNvPr>
                <p14:cNvContentPartPr/>
                <p14:nvPr/>
              </p14:nvContentPartPr>
              <p14:xfrm>
                <a:off x="9074302" y="2199776"/>
                <a:ext cx="380520" cy="100440"/>
              </p14:xfrm>
            </p:contentPart>
          </mc:Choice>
          <mc:Fallback>
            <p:pic>
              <p:nvPicPr>
                <p:cNvPr id="290" name="Ink 289">
                  <a:extLst>
                    <a:ext uri="{FF2B5EF4-FFF2-40B4-BE49-F238E27FC236}">
                      <a16:creationId xmlns:a16="http://schemas.microsoft.com/office/drawing/2014/main" id="{78D4E659-CB22-7202-E262-878BE77F3D59}"/>
                    </a:ext>
                  </a:extLst>
                </p:cNvPr>
                <p:cNvPicPr/>
                <p:nvPr/>
              </p:nvPicPr>
              <p:blipFill>
                <a:blip r:embed="rId511"/>
                <a:stretch>
                  <a:fillRect/>
                </a:stretch>
              </p:blipFill>
              <p:spPr>
                <a:xfrm>
                  <a:off x="9065302" y="2190776"/>
                  <a:ext cx="39816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512">
              <p14:nvContentPartPr>
                <p14:cNvPr id="291" name="Ink 290">
                  <a:extLst>
                    <a:ext uri="{FF2B5EF4-FFF2-40B4-BE49-F238E27FC236}">
                      <a16:creationId xmlns:a16="http://schemas.microsoft.com/office/drawing/2014/main" id="{92691529-3E4A-5CBB-1534-233E04F08A08}"/>
                    </a:ext>
                  </a:extLst>
                </p14:cNvPr>
                <p14:cNvContentPartPr/>
                <p14:nvPr/>
              </p14:nvContentPartPr>
              <p14:xfrm>
                <a:off x="9541582" y="2186456"/>
                <a:ext cx="92520" cy="163440"/>
              </p14:xfrm>
            </p:contentPart>
          </mc:Choice>
          <mc:Fallback>
            <p:pic>
              <p:nvPicPr>
                <p:cNvPr id="291" name="Ink 290">
                  <a:extLst>
                    <a:ext uri="{FF2B5EF4-FFF2-40B4-BE49-F238E27FC236}">
                      <a16:creationId xmlns:a16="http://schemas.microsoft.com/office/drawing/2014/main" id="{92691529-3E4A-5CBB-1534-233E04F08A08}"/>
                    </a:ext>
                  </a:extLst>
                </p:cNvPr>
                <p:cNvPicPr/>
                <p:nvPr/>
              </p:nvPicPr>
              <p:blipFill>
                <a:blip r:embed="rId513"/>
                <a:stretch>
                  <a:fillRect/>
                </a:stretch>
              </p:blipFill>
              <p:spPr>
                <a:xfrm>
                  <a:off x="9532582" y="2177456"/>
                  <a:ext cx="11016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514">
              <p14:nvContentPartPr>
                <p14:cNvPr id="292" name="Ink 291">
                  <a:extLst>
                    <a:ext uri="{FF2B5EF4-FFF2-40B4-BE49-F238E27FC236}">
                      <a16:creationId xmlns:a16="http://schemas.microsoft.com/office/drawing/2014/main" id="{F30CCFAF-200D-8E7F-7EB4-E51DB0FC091D}"/>
                    </a:ext>
                  </a:extLst>
                </p14:cNvPr>
                <p14:cNvContentPartPr/>
                <p14:nvPr/>
              </p14:nvContentPartPr>
              <p14:xfrm>
                <a:off x="9122542" y="2235776"/>
                <a:ext cx="8640" cy="2520"/>
              </p14:xfrm>
            </p:contentPart>
          </mc:Choice>
          <mc:Fallback>
            <p:pic>
              <p:nvPicPr>
                <p:cNvPr id="292" name="Ink 291">
                  <a:extLst>
                    <a:ext uri="{FF2B5EF4-FFF2-40B4-BE49-F238E27FC236}">
                      <a16:creationId xmlns:a16="http://schemas.microsoft.com/office/drawing/2014/main" id="{F30CCFAF-200D-8E7F-7EB4-E51DB0FC091D}"/>
                    </a:ext>
                  </a:extLst>
                </p:cNvPr>
                <p:cNvPicPr/>
                <p:nvPr/>
              </p:nvPicPr>
              <p:blipFill>
                <a:blip r:embed="rId515"/>
                <a:stretch>
                  <a:fillRect/>
                </a:stretch>
              </p:blipFill>
              <p:spPr>
                <a:xfrm>
                  <a:off x="9113902" y="2226776"/>
                  <a:ext cx="2628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516">
              <p14:nvContentPartPr>
                <p14:cNvPr id="294" name="Ink 293">
                  <a:extLst>
                    <a:ext uri="{FF2B5EF4-FFF2-40B4-BE49-F238E27FC236}">
                      <a16:creationId xmlns:a16="http://schemas.microsoft.com/office/drawing/2014/main" id="{6E53B4E5-A077-ECF7-7DE0-2B17879BCE6F}"/>
                    </a:ext>
                  </a:extLst>
                </p14:cNvPr>
                <p14:cNvContentPartPr/>
                <p14:nvPr/>
              </p14:nvContentPartPr>
              <p14:xfrm>
                <a:off x="9877102" y="2100776"/>
                <a:ext cx="63720" cy="202320"/>
              </p14:xfrm>
            </p:contentPart>
          </mc:Choice>
          <mc:Fallback>
            <p:pic>
              <p:nvPicPr>
                <p:cNvPr id="294" name="Ink 293">
                  <a:extLst>
                    <a:ext uri="{FF2B5EF4-FFF2-40B4-BE49-F238E27FC236}">
                      <a16:creationId xmlns:a16="http://schemas.microsoft.com/office/drawing/2014/main" id="{6E53B4E5-A077-ECF7-7DE0-2B17879BCE6F}"/>
                    </a:ext>
                  </a:extLst>
                </p:cNvPr>
                <p:cNvPicPr/>
                <p:nvPr/>
              </p:nvPicPr>
              <p:blipFill>
                <a:blip r:embed="rId517"/>
                <a:stretch>
                  <a:fillRect/>
                </a:stretch>
              </p:blipFill>
              <p:spPr>
                <a:xfrm>
                  <a:off x="9868462" y="2092136"/>
                  <a:ext cx="8136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518">
              <p14:nvContentPartPr>
                <p14:cNvPr id="295" name="Ink 294">
                  <a:extLst>
                    <a:ext uri="{FF2B5EF4-FFF2-40B4-BE49-F238E27FC236}">
                      <a16:creationId xmlns:a16="http://schemas.microsoft.com/office/drawing/2014/main" id="{F0DF8829-6855-76AF-D5AC-766260EDBC52}"/>
                    </a:ext>
                  </a:extLst>
                </p14:cNvPr>
                <p14:cNvContentPartPr/>
                <p14:nvPr/>
              </p14:nvContentPartPr>
              <p14:xfrm>
                <a:off x="9829222" y="2215976"/>
                <a:ext cx="138960" cy="26640"/>
              </p14:xfrm>
            </p:contentPart>
          </mc:Choice>
          <mc:Fallback>
            <p:pic>
              <p:nvPicPr>
                <p:cNvPr id="295" name="Ink 294">
                  <a:extLst>
                    <a:ext uri="{FF2B5EF4-FFF2-40B4-BE49-F238E27FC236}">
                      <a16:creationId xmlns:a16="http://schemas.microsoft.com/office/drawing/2014/main" id="{F0DF8829-6855-76AF-D5AC-766260EDBC52}"/>
                    </a:ext>
                  </a:extLst>
                </p:cNvPr>
                <p:cNvPicPr/>
                <p:nvPr/>
              </p:nvPicPr>
              <p:blipFill>
                <a:blip r:embed="rId519"/>
                <a:stretch>
                  <a:fillRect/>
                </a:stretch>
              </p:blipFill>
              <p:spPr>
                <a:xfrm>
                  <a:off x="9820582" y="2207336"/>
                  <a:ext cx="15660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520">
              <p14:nvContentPartPr>
                <p14:cNvPr id="296" name="Ink 295">
                  <a:extLst>
                    <a:ext uri="{FF2B5EF4-FFF2-40B4-BE49-F238E27FC236}">
                      <a16:creationId xmlns:a16="http://schemas.microsoft.com/office/drawing/2014/main" id="{5605C979-C5E9-7B0D-8613-AC85B52ADCC9}"/>
                    </a:ext>
                  </a:extLst>
                </p14:cNvPr>
                <p14:cNvContentPartPr/>
                <p14:nvPr/>
              </p14:nvContentPartPr>
              <p14:xfrm>
                <a:off x="10014982" y="2223896"/>
                <a:ext cx="99720" cy="78480"/>
              </p14:xfrm>
            </p:contentPart>
          </mc:Choice>
          <mc:Fallback>
            <p:pic>
              <p:nvPicPr>
                <p:cNvPr id="296" name="Ink 295">
                  <a:extLst>
                    <a:ext uri="{FF2B5EF4-FFF2-40B4-BE49-F238E27FC236}">
                      <a16:creationId xmlns:a16="http://schemas.microsoft.com/office/drawing/2014/main" id="{5605C979-C5E9-7B0D-8613-AC85B52ADCC9}"/>
                    </a:ext>
                  </a:extLst>
                </p:cNvPr>
                <p:cNvPicPr/>
                <p:nvPr/>
              </p:nvPicPr>
              <p:blipFill>
                <a:blip r:embed="rId521"/>
                <a:stretch>
                  <a:fillRect/>
                </a:stretch>
              </p:blipFill>
              <p:spPr>
                <a:xfrm>
                  <a:off x="10006342" y="2214896"/>
                  <a:ext cx="11736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522">
              <p14:nvContentPartPr>
                <p14:cNvPr id="297" name="Ink 296">
                  <a:extLst>
                    <a:ext uri="{FF2B5EF4-FFF2-40B4-BE49-F238E27FC236}">
                      <a16:creationId xmlns:a16="http://schemas.microsoft.com/office/drawing/2014/main" id="{57DE68ED-A9B9-B64D-001C-3B08CDF5703B}"/>
                    </a:ext>
                  </a:extLst>
                </p14:cNvPr>
                <p14:cNvContentPartPr/>
                <p14:nvPr/>
              </p14:nvContentPartPr>
              <p14:xfrm>
                <a:off x="10321702" y="2210576"/>
                <a:ext cx="99000" cy="97200"/>
              </p14:xfrm>
            </p:contentPart>
          </mc:Choice>
          <mc:Fallback>
            <p:pic>
              <p:nvPicPr>
                <p:cNvPr id="297" name="Ink 296">
                  <a:extLst>
                    <a:ext uri="{FF2B5EF4-FFF2-40B4-BE49-F238E27FC236}">
                      <a16:creationId xmlns:a16="http://schemas.microsoft.com/office/drawing/2014/main" id="{57DE68ED-A9B9-B64D-001C-3B08CDF5703B}"/>
                    </a:ext>
                  </a:extLst>
                </p:cNvPr>
                <p:cNvPicPr/>
                <p:nvPr/>
              </p:nvPicPr>
              <p:blipFill>
                <a:blip r:embed="rId523"/>
                <a:stretch>
                  <a:fillRect/>
                </a:stretch>
              </p:blipFill>
              <p:spPr>
                <a:xfrm>
                  <a:off x="10312702" y="2201936"/>
                  <a:ext cx="11664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524">
              <p14:nvContentPartPr>
                <p14:cNvPr id="298" name="Ink 297">
                  <a:extLst>
                    <a:ext uri="{FF2B5EF4-FFF2-40B4-BE49-F238E27FC236}">
                      <a16:creationId xmlns:a16="http://schemas.microsoft.com/office/drawing/2014/main" id="{2B5927DC-ED5A-C58B-3E21-F0B118F2B2A5}"/>
                    </a:ext>
                  </a:extLst>
                </p14:cNvPr>
                <p14:cNvContentPartPr/>
                <p14:nvPr/>
              </p14:nvContentPartPr>
              <p14:xfrm>
                <a:off x="10456702" y="2119136"/>
                <a:ext cx="122760" cy="209520"/>
              </p14:xfrm>
            </p:contentPart>
          </mc:Choice>
          <mc:Fallback>
            <p:pic>
              <p:nvPicPr>
                <p:cNvPr id="298" name="Ink 297">
                  <a:extLst>
                    <a:ext uri="{FF2B5EF4-FFF2-40B4-BE49-F238E27FC236}">
                      <a16:creationId xmlns:a16="http://schemas.microsoft.com/office/drawing/2014/main" id="{2B5927DC-ED5A-C58B-3E21-F0B118F2B2A5}"/>
                    </a:ext>
                  </a:extLst>
                </p:cNvPr>
                <p:cNvPicPr/>
                <p:nvPr/>
              </p:nvPicPr>
              <p:blipFill>
                <a:blip r:embed="rId525"/>
                <a:stretch>
                  <a:fillRect/>
                </a:stretch>
              </p:blipFill>
              <p:spPr>
                <a:xfrm>
                  <a:off x="10448062" y="2110136"/>
                  <a:ext cx="14040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526">
              <p14:nvContentPartPr>
                <p14:cNvPr id="299" name="Ink 298">
                  <a:extLst>
                    <a:ext uri="{FF2B5EF4-FFF2-40B4-BE49-F238E27FC236}">
                      <a16:creationId xmlns:a16="http://schemas.microsoft.com/office/drawing/2014/main" id="{B1C11B28-648E-C0EC-D3A7-92F424EE43CE}"/>
                    </a:ext>
                  </a:extLst>
                </p14:cNvPr>
                <p14:cNvContentPartPr/>
                <p14:nvPr/>
              </p14:nvContentPartPr>
              <p14:xfrm>
                <a:off x="10600342" y="2110136"/>
                <a:ext cx="78840" cy="164520"/>
              </p14:xfrm>
            </p:contentPart>
          </mc:Choice>
          <mc:Fallback>
            <p:pic>
              <p:nvPicPr>
                <p:cNvPr id="299" name="Ink 298">
                  <a:extLst>
                    <a:ext uri="{FF2B5EF4-FFF2-40B4-BE49-F238E27FC236}">
                      <a16:creationId xmlns:a16="http://schemas.microsoft.com/office/drawing/2014/main" id="{B1C11B28-648E-C0EC-D3A7-92F424EE43CE}"/>
                    </a:ext>
                  </a:extLst>
                </p:cNvPr>
                <p:cNvPicPr/>
                <p:nvPr/>
              </p:nvPicPr>
              <p:blipFill>
                <a:blip r:embed="rId527"/>
                <a:stretch>
                  <a:fillRect/>
                </a:stretch>
              </p:blipFill>
              <p:spPr>
                <a:xfrm>
                  <a:off x="10591702" y="2101496"/>
                  <a:ext cx="9648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528">
              <p14:nvContentPartPr>
                <p14:cNvPr id="300" name="Ink 299">
                  <a:extLst>
                    <a:ext uri="{FF2B5EF4-FFF2-40B4-BE49-F238E27FC236}">
                      <a16:creationId xmlns:a16="http://schemas.microsoft.com/office/drawing/2014/main" id="{8D5A2809-4C2D-B04D-602A-C8A1B9202D50}"/>
                    </a:ext>
                  </a:extLst>
                </p14:cNvPr>
                <p14:cNvContentPartPr/>
                <p14:nvPr/>
              </p14:nvContentPartPr>
              <p14:xfrm>
                <a:off x="10566502" y="2205176"/>
                <a:ext cx="140400" cy="22320"/>
              </p14:xfrm>
            </p:contentPart>
          </mc:Choice>
          <mc:Fallback>
            <p:pic>
              <p:nvPicPr>
                <p:cNvPr id="300" name="Ink 299">
                  <a:extLst>
                    <a:ext uri="{FF2B5EF4-FFF2-40B4-BE49-F238E27FC236}">
                      <a16:creationId xmlns:a16="http://schemas.microsoft.com/office/drawing/2014/main" id="{8D5A2809-4C2D-B04D-602A-C8A1B9202D50}"/>
                    </a:ext>
                  </a:extLst>
                </p:cNvPr>
                <p:cNvPicPr/>
                <p:nvPr/>
              </p:nvPicPr>
              <p:blipFill>
                <a:blip r:embed="rId529"/>
                <a:stretch>
                  <a:fillRect/>
                </a:stretch>
              </p:blipFill>
              <p:spPr>
                <a:xfrm>
                  <a:off x="10557862" y="2196536"/>
                  <a:ext cx="15804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530">
              <p14:nvContentPartPr>
                <p14:cNvPr id="301" name="Ink 300">
                  <a:extLst>
                    <a:ext uri="{FF2B5EF4-FFF2-40B4-BE49-F238E27FC236}">
                      <a16:creationId xmlns:a16="http://schemas.microsoft.com/office/drawing/2014/main" id="{485E469C-91E2-31C5-7CD7-30C7F44A0853}"/>
                    </a:ext>
                  </a:extLst>
                </p14:cNvPr>
                <p14:cNvContentPartPr/>
                <p14:nvPr/>
              </p14:nvContentPartPr>
              <p14:xfrm>
                <a:off x="10773862" y="2219216"/>
                <a:ext cx="106200" cy="78840"/>
              </p14:xfrm>
            </p:contentPart>
          </mc:Choice>
          <mc:Fallback>
            <p:pic>
              <p:nvPicPr>
                <p:cNvPr id="301" name="Ink 300">
                  <a:extLst>
                    <a:ext uri="{FF2B5EF4-FFF2-40B4-BE49-F238E27FC236}">
                      <a16:creationId xmlns:a16="http://schemas.microsoft.com/office/drawing/2014/main" id="{485E469C-91E2-31C5-7CD7-30C7F44A0853}"/>
                    </a:ext>
                  </a:extLst>
                </p:cNvPr>
                <p:cNvPicPr/>
                <p:nvPr/>
              </p:nvPicPr>
              <p:blipFill>
                <a:blip r:embed="rId531"/>
                <a:stretch>
                  <a:fillRect/>
                </a:stretch>
              </p:blipFill>
              <p:spPr>
                <a:xfrm>
                  <a:off x="10765222" y="2210576"/>
                  <a:ext cx="12384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532">
              <p14:nvContentPartPr>
                <p14:cNvPr id="302" name="Ink 301">
                  <a:extLst>
                    <a:ext uri="{FF2B5EF4-FFF2-40B4-BE49-F238E27FC236}">
                      <a16:creationId xmlns:a16="http://schemas.microsoft.com/office/drawing/2014/main" id="{50B3237B-B7B0-BC9E-477C-6FEF07D9379F}"/>
                    </a:ext>
                  </a:extLst>
                </p14:cNvPr>
                <p14:cNvContentPartPr/>
                <p14:nvPr/>
              </p14:nvContentPartPr>
              <p14:xfrm>
                <a:off x="10919302" y="2205896"/>
                <a:ext cx="25560" cy="85680"/>
              </p14:xfrm>
            </p:contentPart>
          </mc:Choice>
          <mc:Fallback>
            <p:pic>
              <p:nvPicPr>
                <p:cNvPr id="302" name="Ink 301">
                  <a:extLst>
                    <a:ext uri="{FF2B5EF4-FFF2-40B4-BE49-F238E27FC236}">
                      <a16:creationId xmlns:a16="http://schemas.microsoft.com/office/drawing/2014/main" id="{50B3237B-B7B0-BC9E-477C-6FEF07D9379F}"/>
                    </a:ext>
                  </a:extLst>
                </p:cNvPr>
                <p:cNvPicPr/>
                <p:nvPr/>
              </p:nvPicPr>
              <p:blipFill>
                <a:blip r:embed="rId533"/>
                <a:stretch>
                  <a:fillRect/>
                </a:stretch>
              </p:blipFill>
              <p:spPr>
                <a:xfrm>
                  <a:off x="10910662" y="2197256"/>
                  <a:ext cx="4320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534">
              <p14:nvContentPartPr>
                <p14:cNvPr id="303" name="Ink 302">
                  <a:extLst>
                    <a:ext uri="{FF2B5EF4-FFF2-40B4-BE49-F238E27FC236}">
                      <a16:creationId xmlns:a16="http://schemas.microsoft.com/office/drawing/2014/main" id="{89655BCD-9A67-07B1-F951-FFE594F09212}"/>
                    </a:ext>
                  </a:extLst>
                </p14:cNvPr>
                <p14:cNvContentPartPr/>
                <p14:nvPr/>
              </p14:nvContentPartPr>
              <p14:xfrm>
                <a:off x="10924702" y="2115536"/>
                <a:ext cx="360" cy="41400"/>
              </p14:xfrm>
            </p:contentPart>
          </mc:Choice>
          <mc:Fallback>
            <p:pic>
              <p:nvPicPr>
                <p:cNvPr id="303" name="Ink 302">
                  <a:extLst>
                    <a:ext uri="{FF2B5EF4-FFF2-40B4-BE49-F238E27FC236}">
                      <a16:creationId xmlns:a16="http://schemas.microsoft.com/office/drawing/2014/main" id="{89655BCD-9A67-07B1-F951-FFE594F09212}"/>
                    </a:ext>
                  </a:extLst>
                </p:cNvPr>
                <p:cNvPicPr/>
                <p:nvPr/>
              </p:nvPicPr>
              <p:blipFill>
                <a:blip r:embed="rId535"/>
                <a:stretch>
                  <a:fillRect/>
                </a:stretch>
              </p:blipFill>
              <p:spPr>
                <a:xfrm>
                  <a:off x="10916062" y="2106896"/>
                  <a:ext cx="1800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536">
              <p14:nvContentPartPr>
                <p14:cNvPr id="304" name="Ink 303">
                  <a:extLst>
                    <a:ext uri="{FF2B5EF4-FFF2-40B4-BE49-F238E27FC236}">
                      <a16:creationId xmlns:a16="http://schemas.microsoft.com/office/drawing/2014/main" id="{63BCED3B-48D5-D572-38FE-84F224FA3682}"/>
                    </a:ext>
                  </a:extLst>
                </p14:cNvPr>
                <p14:cNvContentPartPr/>
                <p14:nvPr/>
              </p14:nvContentPartPr>
              <p14:xfrm>
                <a:off x="10999222" y="2195816"/>
                <a:ext cx="216720" cy="96480"/>
              </p14:xfrm>
            </p:contentPart>
          </mc:Choice>
          <mc:Fallback>
            <p:pic>
              <p:nvPicPr>
                <p:cNvPr id="304" name="Ink 303">
                  <a:extLst>
                    <a:ext uri="{FF2B5EF4-FFF2-40B4-BE49-F238E27FC236}">
                      <a16:creationId xmlns:a16="http://schemas.microsoft.com/office/drawing/2014/main" id="{63BCED3B-48D5-D572-38FE-84F224FA3682}"/>
                    </a:ext>
                  </a:extLst>
                </p:cNvPr>
                <p:cNvPicPr/>
                <p:nvPr/>
              </p:nvPicPr>
              <p:blipFill>
                <a:blip r:embed="rId537"/>
                <a:stretch>
                  <a:fillRect/>
                </a:stretch>
              </p:blipFill>
              <p:spPr>
                <a:xfrm>
                  <a:off x="10990222" y="2187176"/>
                  <a:ext cx="23436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538">
              <p14:nvContentPartPr>
                <p14:cNvPr id="307" name="Ink 306">
                  <a:extLst>
                    <a:ext uri="{FF2B5EF4-FFF2-40B4-BE49-F238E27FC236}">
                      <a16:creationId xmlns:a16="http://schemas.microsoft.com/office/drawing/2014/main" id="{AA3C2238-DE32-B514-DA63-98EC30C88ED4}"/>
                    </a:ext>
                  </a:extLst>
                </p14:cNvPr>
                <p14:cNvContentPartPr/>
                <p14:nvPr/>
              </p14:nvContentPartPr>
              <p14:xfrm>
                <a:off x="7788382" y="2569136"/>
                <a:ext cx="302760" cy="200880"/>
              </p14:xfrm>
            </p:contentPart>
          </mc:Choice>
          <mc:Fallback>
            <p:pic>
              <p:nvPicPr>
                <p:cNvPr id="307" name="Ink 306">
                  <a:extLst>
                    <a:ext uri="{FF2B5EF4-FFF2-40B4-BE49-F238E27FC236}">
                      <a16:creationId xmlns:a16="http://schemas.microsoft.com/office/drawing/2014/main" id="{AA3C2238-DE32-B514-DA63-98EC30C88ED4}"/>
                    </a:ext>
                  </a:extLst>
                </p:cNvPr>
                <p:cNvPicPr/>
                <p:nvPr/>
              </p:nvPicPr>
              <p:blipFill>
                <a:blip r:embed="rId539"/>
                <a:stretch>
                  <a:fillRect/>
                </a:stretch>
              </p:blipFill>
              <p:spPr>
                <a:xfrm>
                  <a:off x="7779382" y="2560496"/>
                  <a:ext cx="32040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540">
              <p14:nvContentPartPr>
                <p14:cNvPr id="308" name="Ink 307">
                  <a:extLst>
                    <a:ext uri="{FF2B5EF4-FFF2-40B4-BE49-F238E27FC236}">
                      <a16:creationId xmlns:a16="http://schemas.microsoft.com/office/drawing/2014/main" id="{4F57CAF6-8416-2546-2CA1-26908443C0E9}"/>
                    </a:ext>
                  </a:extLst>
                </p14:cNvPr>
                <p14:cNvContentPartPr/>
                <p14:nvPr/>
              </p14:nvContentPartPr>
              <p14:xfrm>
                <a:off x="8075302" y="2546096"/>
                <a:ext cx="87120" cy="147240"/>
              </p14:xfrm>
            </p:contentPart>
          </mc:Choice>
          <mc:Fallback>
            <p:pic>
              <p:nvPicPr>
                <p:cNvPr id="308" name="Ink 307">
                  <a:extLst>
                    <a:ext uri="{FF2B5EF4-FFF2-40B4-BE49-F238E27FC236}">
                      <a16:creationId xmlns:a16="http://schemas.microsoft.com/office/drawing/2014/main" id="{4F57CAF6-8416-2546-2CA1-26908443C0E9}"/>
                    </a:ext>
                  </a:extLst>
                </p:cNvPr>
                <p:cNvPicPr/>
                <p:nvPr/>
              </p:nvPicPr>
              <p:blipFill>
                <a:blip r:embed="rId541"/>
                <a:stretch>
                  <a:fillRect/>
                </a:stretch>
              </p:blipFill>
              <p:spPr>
                <a:xfrm>
                  <a:off x="8066302" y="2537456"/>
                  <a:ext cx="10476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542">
              <p14:nvContentPartPr>
                <p14:cNvPr id="309" name="Ink 308">
                  <a:extLst>
                    <a:ext uri="{FF2B5EF4-FFF2-40B4-BE49-F238E27FC236}">
                      <a16:creationId xmlns:a16="http://schemas.microsoft.com/office/drawing/2014/main" id="{C380FDB8-DAFA-0B1D-6511-7458FF5B729A}"/>
                    </a:ext>
                  </a:extLst>
                </p14:cNvPr>
                <p14:cNvContentPartPr/>
                <p14:nvPr/>
              </p14:nvContentPartPr>
              <p14:xfrm>
                <a:off x="8101942" y="2530256"/>
                <a:ext cx="127800" cy="192960"/>
              </p14:xfrm>
            </p:contentPart>
          </mc:Choice>
          <mc:Fallback>
            <p:pic>
              <p:nvPicPr>
                <p:cNvPr id="309" name="Ink 308">
                  <a:extLst>
                    <a:ext uri="{FF2B5EF4-FFF2-40B4-BE49-F238E27FC236}">
                      <a16:creationId xmlns:a16="http://schemas.microsoft.com/office/drawing/2014/main" id="{C380FDB8-DAFA-0B1D-6511-7458FF5B729A}"/>
                    </a:ext>
                  </a:extLst>
                </p:cNvPr>
                <p:cNvPicPr/>
                <p:nvPr/>
              </p:nvPicPr>
              <p:blipFill>
                <a:blip r:embed="rId543"/>
                <a:stretch>
                  <a:fillRect/>
                </a:stretch>
              </p:blipFill>
              <p:spPr>
                <a:xfrm>
                  <a:off x="8092942" y="2521616"/>
                  <a:ext cx="14544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544">
              <p14:nvContentPartPr>
                <p14:cNvPr id="310" name="Ink 309">
                  <a:extLst>
                    <a:ext uri="{FF2B5EF4-FFF2-40B4-BE49-F238E27FC236}">
                      <a16:creationId xmlns:a16="http://schemas.microsoft.com/office/drawing/2014/main" id="{770A567A-2B03-82A0-6903-F9170F3C562A}"/>
                    </a:ext>
                  </a:extLst>
                </p14:cNvPr>
                <p14:cNvContentPartPr/>
                <p14:nvPr/>
              </p14:nvContentPartPr>
              <p14:xfrm>
                <a:off x="8084302" y="2571656"/>
                <a:ext cx="371160" cy="124920"/>
              </p14:xfrm>
            </p:contentPart>
          </mc:Choice>
          <mc:Fallback>
            <p:pic>
              <p:nvPicPr>
                <p:cNvPr id="310" name="Ink 309">
                  <a:extLst>
                    <a:ext uri="{FF2B5EF4-FFF2-40B4-BE49-F238E27FC236}">
                      <a16:creationId xmlns:a16="http://schemas.microsoft.com/office/drawing/2014/main" id="{770A567A-2B03-82A0-6903-F9170F3C562A}"/>
                    </a:ext>
                  </a:extLst>
                </p:cNvPr>
                <p:cNvPicPr/>
                <p:nvPr/>
              </p:nvPicPr>
              <p:blipFill>
                <a:blip r:embed="rId545"/>
                <a:stretch>
                  <a:fillRect/>
                </a:stretch>
              </p:blipFill>
              <p:spPr>
                <a:xfrm>
                  <a:off x="8075302" y="2563016"/>
                  <a:ext cx="3888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546">
              <p14:nvContentPartPr>
                <p14:cNvPr id="311" name="Ink 310">
                  <a:extLst>
                    <a:ext uri="{FF2B5EF4-FFF2-40B4-BE49-F238E27FC236}">
                      <a16:creationId xmlns:a16="http://schemas.microsoft.com/office/drawing/2014/main" id="{1A60765C-5413-3C39-7182-CC9F3C5333E3}"/>
                    </a:ext>
                  </a:extLst>
                </p14:cNvPr>
                <p14:cNvContentPartPr/>
                <p14:nvPr/>
              </p14:nvContentPartPr>
              <p14:xfrm>
                <a:off x="8617462" y="2535656"/>
                <a:ext cx="163080" cy="123480"/>
              </p14:xfrm>
            </p:contentPart>
          </mc:Choice>
          <mc:Fallback>
            <p:pic>
              <p:nvPicPr>
                <p:cNvPr id="311" name="Ink 310">
                  <a:extLst>
                    <a:ext uri="{FF2B5EF4-FFF2-40B4-BE49-F238E27FC236}">
                      <a16:creationId xmlns:a16="http://schemas.microsoft.com/office/drawing/2014/main" id="{1A60765C-5413-3C39-7182-CC9F3C5333E3}"/>
                    </a:ext>
                  </a:extLst>
                </p:cNvPr>
                <p:cNvPicPr/>
                <p:nvPr/>
              </p:nvPicPr>
              <p:blipFill>
                <a:blip r:embed="rId547"/>
                <a:stretch>
                  <a:fillRect/>
                </a:stretch>
              </p:blipFill>
              <p:spPr>
                <a:xfrm>
                  <a:off x="8608822" y="2527016"/>
                  <a:ext cx="18072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548">
              <p14:nvContentPartPr>
                <p14:cNvPr id="312" name="Ink 311">
                  <a:extLst>
                    <a:ext uri="{FF2B5EF4-FFF2-40B4-BE49-F238E27FC236}">
                      <a16:creationId xmlns:a16="http://schemas.microsoft.com/office/drawing/2014/main" id="{B4734252-C274-0474-F9C6-20C9D3A27EE5}"/>
                    </a:ext>
                  </a:extLst>
                </p14:cNvPr>
                <p14:cNvContentPartPr/>
                <p14:nvPr/>
              </p14:nvContentPartPr>
              <p14:xfrm>
                <a:off x="8761102" y="2583536"/>
                <a:ext cx="83880" cy="117720"/>
              </p14:xfrm>
            </p:contentPart>
          </mc:Choice>
          <mc:Fallback>
            <p:pic>
              <p:nvPicPr>
                <p:cNvPr id="312" name="Ink 311">
                  <a:extLst>
                    <a:ext uri="{FF2B5EF4-FFF2-40B4-BE49-F238E27FC236}">
                      <a16:creationId xmlns:a16="http://schemas.microsoft.com/office/drawing/2014/main" id="{B4734252-C274-0474-F9C6-20C9D3A27EE5}"/>
                    </a:ext>
                  </a:extLst>
                </p:cNvPr>
                <p:cNvPicPr/>
                <p:nvPr/>
              </p:nvPicPr>
              <p:blipFill>
                <a:blip r:embed="rId549"/>
                <a:stretch>
                  <a:fillRect/>
                </a:stretch>
              </p:blipFill>
              <p:spPr>
                <a:xfrm>
                  <a:off x="8752462" y="2574536"/>
                  <a:ext cx="10152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550">
              <p14:nvContentPartPr>
                <p14:cNvPr id="313" name="Ink 312">
                  <a:extLst>
                    <a:ext uri="{FF2B5EF4-FFF2-40B4-BE49-F238E27FC236}">
                      <a16:creationId xmlns:a16="http://schemas.microsoft.com/office/drawing/2014/main" id="{33C8EFCC-EE79-4C47-0691-8DC4EA83DE43}"/>
                    </a:ext>
                  </a:extLst>
                </p14:cNvPr>
                <p14:cNvContentPartPr/>
                <p14:nvPr/>
              </p14:nvContentPartPr>
              <p14:xfrm>
                <a:off x="8947222" y="2498216"/>
                <a:ext cx="181440" cy="203040"/>
              </p14:xfrm>
            </p:contentPart>
          </mc:Choice>
          <mc:Fallback>
            <p:pic>
              <p:nvPicPr>
                <p:cNvPr id="313" name="Ink 312">
                  <a:extLst>
                    <a:ext uri="{FF2B5EF4-FFF2-40B4-BE49-F238E27FC236}">
                      <a16:creationId xmlns:a16="http://schemas.microsoft.com/office/drawing/2014/main" id="{33C8EFCC-EE79-4C47-0691-8DC4EA83DE43}"/>
                    </a:ext>
                  </a:extLst>
                </p:cNvPr>
                <p:cNvPicPr/>
                <p:nvPr/>
              </p:nvPicPr>
              <p:blipFill>
                <a:blip r:embed="rId551"/>
                <a:stretch>
                  <a:fillRect/>
                </a:stretch>
              </p:blipFill>
              <p:spPr>
                <a:xfrm>
                  <a:off x="8938222" y="2489576"/>
                  <a:ext cx="19908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552">
              <p14:nvContentPartPr>
                <p14:cNvPr id="314" name="Ink 313">
                  <a:extLst>
                    <a:ext uri="{FF2B5EF4-FFF2-40B4-BE49-F238E27FC236}">
                      <a16:creationId xmlns:a16="http://schemas.microsoft.com/office/drawing/2014/main" id="{9B3DE7D0-92E4-943A-24F8-57DFDC4147CF}"/>
                    </a:ext>
                  </a:extLst>
                </p14:cNvPr>
                <p14:cNvContentPartPr/>
                <p14:nvPr/>
              </p14:nvContentPartPr>
              <p14:xfrm>
                <a:off x="9082222" y="2494976"/>
                <a:ext cx="9000" cy="27720"/>
              </p14:xfrm>
            </p:contentPart>
          </mc:Choice>
          <mc:Fallback>
            <p:pic>
              <p:nvPicPr>
                <p:cNvPr id="314" name="Ink 313">
                  <a:extLst>
                    <a:ext uri="{FF2B5EF4-FFF2-40B4-BE49-F238E27FC236}">
                      <a16:creationId xmlns:a16="http://schemas.microsoft.com/office/drawing/2014/main" id="{9B3DE7D0-92E4-943A-24F8-57DFDC4147CF}"/>
                    </a:ext>
                  </a:extLst>
                </p:cNvPr>
                <p:cNvPicPr/>
                <p:nvPr/>
              </p:nvPicPr>
              <p:blipFill>
                <a:blip r:embed="rId553"/>
                <a:stretch>
                  <a:fillRect/>
                </a:stretch>
              </p:blipFill>
              <p:spPr>
                <a:xfrm>
                  <a:off x="9073222" y="2485976"/>
                  <a:ext cx="2664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554">
              <p14:nvContentPartPr>
                <p14:cNvPr id="315" name="Ink 314">
                  <a:extLst>
                    <a:ext uri="{FF2B5EF4-FFF2-40B4-BE49-F238E27FC236}">
                      <a16:creationId xmlns:a16="http://schemas.microsoft.com/office/drawing/2014/main" id="{4022C4CC-4207-DF2B-AC99-A7BFB095F2BC}"/>
                    </a:ext>
                  </a:extLst>
                </p14:cNvPr>
                <p14:cNvContentPartPr/>
                <p14:nvPr/>
              </p14:nvContentPartPr>
              <p14:xfrm>
                <a:off x="9154582" y="2593976"/>
                <a:ext cx="249480" cy="69120"/>
              </p14:xfrm>
            </p:contentPart>
          </mc:Choice>
          <mc:Fallback>
            <p:pic>
              <p:nvPicPr>
                <p:cNvPr id="315" name="Ink 314">
                  <a:extLst>
                    <a:ext uri="{FF2B5EF4-FFF2-40B4-BE49-F238E27FC236}">
                      <a16:creationId xmlns:a16="http://schemas.microsoft.com/office/drawing/2014/main" id="{4022C4CC-4207-DF2B-AC99-A7BFB095F2BC}"/>
                    </a:ext>
                  </a:extLst>
                </p:cNvPr>
                <p:cNvPicPr/>
                <p:nvPr/>
              </p:nvPicPr>
              <p:blipFill>
                <a:blip r:embed="rId555"/>
                <a:stretch>
                  <a:fillRect/>
                </a:stretch>
              </p:blipFill>
              <p:spPr>
                <a:xfrm>
                  <a:off x="9145582" y="2585336"/>
                  <a:ext cx="26712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556">
              <p14:nvContentPartPr>
                <p14:cNvPr id="316" name="Ink 315">
                  <a:extLst>
                    <a:ext uri="{FF2B5EF4-FFF2-40B4-BE49-F238E27FC236}">
                      <a16:creationId xmlns:a16="http://schemas.microsoft.com/office/drawing/2014/main" id="{B753AFE2-6CCE-C8D6-C36F-72C93B0F4EB9}"/>
                    </a:ext>
                  </a:extLst>
                </p14:cNvPr>
                <p14:cNvContentPartPr/>
                <p14:nvPr/>
              </p14:nvContentPartPr>
              <p14:xfrm>
                <a:off x="9482542" y="2593256"/>
                <a:ext cx="84960" cy="72000"/>
              </p14:xfrm>
            </p:contentPart>
          </mc:Choice>
          <mc:Fallback>
            <p:pic>
              <p:nvPicPr>
                <p:cNvPr id="316" name="Ink 315">
                  <a:extLst>
                    <a:ext uri="{FF2B5EF4-FFF2-40B4-BE49-F238E27FC236}">
                      <a16:creationId xmlns:a16="http://schemas.microsoft.com/office/drawing/2014/main" id="{B753AFE2-6CCE-C8D6-C36F-72C93B0F4EB9}"/>
                    </a:ext>
                  </a:extLst>
                </p:cNvPr>
                <p:cNvPicPr/>
                <p:nvPr/>
              </p:nvPicPr>
              <p:blipFill>
                <a:blip r:embed="rId557"/>
                <a:stretch>
                  <a:fillRect/>
                </a:stretch>
              </p:blipFill>
              <p:spPr>
                <a:xfrm>
                  <a:off x="9473902" y="2584256"/>
                  <a:ext cx="10260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558">
              <p14:nvContentPartPr>
                <p14:cNvPr id="317" name="Ink 316">
                  <a:extLst>
                    <a:ext uri="{FF2B5EF4-FFF2-40B4-BE49-F238E27FC236}">
                      <a16:creationId xmlns:a16="http://schemas.microsoft.com/office/drawing/2014/main" id="{99790C77-D15D-426C-E6E2-13500C4C4CC5}"/>
                    </a:ext>
                  </a:extLst>
                </p14:cNvPr>
                <p14:cNvContentPartPr/>
                <p14:nvPr/>
              </p14:nvContentPartPr>
              <p14:xfrm>
                <a:off x="9563902" y="2455736"/>
                <a:ext cx="228240" cy="197280"/>
              </p14:xfrm>
            </p:contentPart>
          </mc:Choice>
          <mc:Fallback>
            <p:pic>
              <p:nvPicPr>
                <p:cNvPr id="317" name="Ink 316">
                  <a:extLst>
                    <a:ext uri="{FF2B5EF4-FFF2-40B4-BE49-F238E27FC236}">
                      <a16:creationId xmlns:a16="http://schemas.microsoft.com/office/drawing/2014/main" id="{99790C77-D15D-426C-E6E2-13500C4C4CC5}"/>
                    </a:ext>
                  </a:extLst>
                </p:cNvPr>
                <p:cNvPicPr/>
                <p:nvPr/>
              </p:nvPicPr>
              <p:blipFill>
                <a:blip r:embed="rId559"/>
                <a:stretch>
                  <a:fillRect/>
                </a:stretch>
              </p:blipFill>
              <p:spPr>
                <a:xfrm>
                  <a:off x="9554902" y="2447096"/>
                  <a:ext cx="24588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560">
              <p14:nvContentPartPr>
                <p14:cNvPr id="319" name="Ink 318">
                  <a:extLst>
                    <a:ext uri="{FF2B5EF4-FFF2-40B4-BE49-F238E27FC236}">
                      <a16:creationId xmlns:a16="http://schemas.microsoft.com/office/drawing/2014/main" id="{413E3C87-362E-D85F-903D-5CED6FFD2577}"/>
                    </a:ext>
                  </a:extLst>
                </p14:cNvPr>
                <p14:cNvContentPartPr/>
                <p14:nvPr/>
              </p14:nvContentPartPr>
              <p14:xfrm>
                <a:off x="9843982" y="2554376"/>
                <a:ext cx="93960" cy="104400"/>
              </p14:xfrm>
            </p:contentPart>
          </mc:Choice>
          <mc:Fallback>
            <p:pic>
              <p:nvPicPr>
                <p:cNvPr id="319" name="Ink 318">
                  <a:extLst>
                    <a:ext uri="{FF2B5EF4-FFF2-40B4-BE49-F238E27FC236}">
                      <a16:creationId xmlns:a16="http://schemas.microsoft.com/office/drawing/2014/main" id="{413E3C87-362E-D85F-903D-5CED6FFD2577}"/>
                    </a:ext>
                  </a:extLst>
                </p:cNvPr>
                <p:cNvPicPr/>
                <p:nvPr/>
              </p:nvPicPr>
              <p:blipFill>
                <a:blip r:embed="rId561"/>
                <a:stretch>
                  <a:fillRect/>
                </a:stretch>
              </p:blipFill>
              <p:spPr>
                <a:xfrm>
                  <a:off x="9835342" y="2545376"/>
                  <a:ext cx="111600" cy="122040"/>
                </a:xfrm>
                <a:prstGeom prst="rect">
                  <a:avLst/>
                </a:prstGeom>
              </p:spPr>
            </p:pic>
          </mc:Fallback>
        </mc:AlternateContent>
      </p:grpSp>
      <p:grpSp>
        <p:nvGrpSpPr>
          <p:cNvPr id="327" name="Group 326">
            <a:extLst>
              <a:ext uri="{FF2B5EF4-FFF2-40B4-BE49-F238E27FC236}">
                <a16:creationId xmlns:a16="http://schemas.microsoft.com/office/drawing/2014/main" id="{3E9E3883-0349-50CA-5279-00219997BFAE}"/>
              </a:ext>
            </a:extLst>
          </p:cNvPr>
          <p:cNvGrpSpPr/>
          <p:nvPr/>
        </p:nvGrpSpPr>
        <p:grpSpPr>
          <a:xfrm>
            <a:off x="10195702" y="2417576"/>
            <a:ext cx="883440" cy="343800"/>
            <a:chOff x="10195702" y="2417576"/>
            <a:chExt cx="883440" cy="343800"/>
          </a:xfrm>
        </p:grpSpPr>
        <mc:AlternateContent xmlns:mc="http://schemas.openxmlformats.org/markup-compatibility/2006">
          <mc:Choice xmlns:p14="http://schemas.microsoft.com/office/powerpoint/2010/main" Requires="p14">
            <p:contentPart p14:bwMode="auto" r:id="rId562">
              <p14:nvContentPartPr>
                <p14:cNvPr id="321" name="Ink 320">
                  <a:extLst>
                    <a:ext uri="{FF2B5EF4-FFF2-40B4-BE49-F238E27FC236}">
                      <a16:creationId xmlns:a16="http://schemas.microsoft.com/office/drawing/2014/main" id="{02894125-9405-BD83-E0FB-1975BD3425C1}"/>
                    </a:ext>
                  </a:extLst>
                </p14:cNvPr>
                <p14:cNvContentPartPr/>
                <p14:nvPr/>
              </p14:nvContentPartPr>
              <p14:xfrm>
                <a:off x="10195702" y="2583536"/>
                <a:ext cx="92520" cy="65160"/>
              </p14:xfrm>
            </p:contentPart>
          </mc:Choice>
          <mc:Fallback>
            <p:pic>
              <p:nvPicPr>
                <p:cNvPr id="321" name="Ink 320">
                  <a:extLst>
                    <a:ext uri="{FF2B5EF4-FFF2-40B4-BE49-F238E27FC236}">
                      <a16:creationId xmlns:a16="http://schemas.microsoft.com/office/drawing/2014/main" id="{02894125-9405-BD83-E0FB-1975BD3425C1}"/>
                    </a:ext>
                  </a:extLst>
                </p:cNvPr>
                <p:cNvPicPr/>
                <p:nvPr/>
              </p:nvPicPr>
              <p:blipFill>
                <a:blip r:embed="rId563"/>
                <a:stretch>
                  <a:fillRect/>
                </a:stretch>
              </p:blipFill>
              <p:spPr>
                <a:xfrm>
                  <a:off x="10186702" y="2574536"/>
                  <a:ext cx="11016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564">
              <p14:nvContentPartPr>
                <p14:cNvPr id="322" name="Ink 321">
                  <a:extLst>
                    <a:ext uri="{FF2B5EF4-FFF2-40B4-BE49-F238E27FC236}">
                      <a16:creationId xmlns:a16="http://schemas.microsoft.com/office/drawing/2014/main" id="{1E8029C9-D07A-944D-85BD-E4FC974967F4}"/>
                    </a:ext>
                  </a:extLst>
                </p14:cNvPr>
                <p14:cNvContentPartPr/>
                <p14:nvPr/>
              </p14:nvContentPartPr>
              <p14:xfrm>
                <a:off x="10304062" y="2417576"/>
                <a:ext cx="129960" cy="343800"/>
              </p14:xfrm>
            </p:contentPart>
          </mc:Choice>
          <mc:Fallback>
            <p:pic>
              <p:nvPicPr>
                <p:cNvPr id="322" name="Ink 321">
                  <a:extLst>
                    <a:ext uri="{FF2B5EF4-FFF2-40B4-BE49-F238E27FC236}">
                      <a16:creationId xmlns:a16="http://schemas.microsoft.com/office/drawing/2014/main" id="{1E8029C9-D07A-944D-85BD-E4FC974967F4}"/>
                    </a:ext>
                  </a:extLst>
                </p:cNvPr>
                <p:cNvPicPr/>
                <p:nvPr/>
              </p:nvPicPr>
              <p:blipFill>
                <a:blip r:embed="rId565"/>
                <a:stretch>
                  <a:fillRect/>
                </a:stretch>
              </p:blipFill>
              <p:spPr>
                <a:xfrm>
                  <a:off x="10295062" y="2408936"/>
                  <a:ext cx="147600" cy="361440"/>
                </a:xfrm>
                <a:prstGeom prst="rect">
                  <a:avLst/>
                </a:prstGeom>
              </p:spPr>
            </p:pic>
          </mc:Fallback>
        </mc:AlternateContent>
        <mc:AlternateContent xmlns:mc="http://schemas.openxmlformats.org/markup-compatibility/2006">
          <mc:Choice xmlns:p14="http://schemas.microsoft.com/office/powerpoint/2010/main" Requires="p14">
            <p:contentPart p14:bwMode="auto" r:id="rId566">
              <p14:nvContentPartPr>
                <p14:cNvPr id="323" name="Ink 322">
                  <a:extLst>
                    <a:ext uri="{FF2B5EF4-FFF2-40B4-BE49-F238E27FC236}">
                      <a16:creationId xmlns:a16="http://schemas.microsoft.com/office/drawing/2014/main" id="{21FBE338-4000-8411-29B7-F8C348AFBE57}"/>
                    </a:ext>
                  </a:extLst>
                </p14:cNvPr>
                <p14:cNvContentPartPr/>
                <p14:nvPr/>
              </p14:nvContentPartPr>
              <p14:xfrm>
                <a:off x="10272022" y="2651576"/>
                <a:ext cx="95040" cy="22680"/>
              </p14:xfrm>
            </p:contentPart>
          </mc:Choice>
          <mc:Fallback>
            <p:pic>
              <p:nvPicPr>
                <p:cNvPr id="323" name="Ink 322">
                  <a:extLst>
                    <a:ext uri="{FF2B5EF4-FFF2-40B4-BE49-F238E27FC236}">
                      <a16:creationId xmlns:a16="http://schemas.microsoft.com/office/drawing/2014/main" id="{21FBE338-4000-8411-29B7-F8C348AFBE57}"/>
                    </a:ext>
                  </a:extLst>
                </p:cNvPr>
                <p:cNvPicPr/>
                <p:nvPr/>
              </p:nvPicPr>
              <p:blipFill>
                <a:blip r:embed="rId567"/>
                <a:stretch>
                  <a:fillRect/>
                </a:stretch>
              </p:blipFill>
              <p:spPr>
                <a:xfrm>
                  <a:off x="10263022" y="2642936"/>
                  <a:ext cx="11268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568">
              <p14:nvContentPartPr>
                <p14:cNvPr id="324" name="Ink 323">
                  <a:extLst>
                    <a:ext uri="{FF2B5EF4-FFF2-40B4-BE49-F238E27FC236}">
                      <a16:creationId xmlns:a16="http://schemas.microsoft.com/office/drawing/2014/main" id="{A1FB83EA-C0F1-C0FD-837A-B5ADA9A3C005}"/>
                    </a:ext>
                  </a:extLst>
                </p14:cNvPr>
                <p14:cNvContentPartPr/>
                <p14:nvPr/>
              </p14:nvContentPartPr>
              <p14:xfrm>
                <a:off x="10583422" y="2440976"/>
                <a:ext cx="103320" cy="190080"/>
              </p14:xfrm>
            </p:contentPart>
          </mc:Choice>
          <mc:Fallback>
            <p:pic>
              <p:nvPicPr>
                <p:cNvPr id="324" name="Ink 323">
                  <a:extLst>
                    <a:ext uri="{FF2B5EF4-FFF2-40B4-BE49-F238E27FC236}">
                      <a16:creationId xmlns:a16="http://schemas.microsoft.com/office/drawing/2014/main" id="{A1FB83EA-C0F1-C0FD-837A-B5ADA9A3C005}"/>
                    </a:ext>
                  </a:extLst>
                </p:cNvPr>
                <p:cNvPicPr/>
                <p:nvPr/>
              </p:nvPicPr>
              <p:blipFill>
                <a:blip r:embed="rId569"/>
                <a:stretch>
                  <a:fillRect/>
                </a:stretch>
              </p:blipFill>
              <p:spPr>
                <a:xfrm>
                  <a:off x="10574782" y="2431976"/>
                  <a:ext cx="12096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570">
              <p14:nvContentPartPr>
                <p14:cNvPr id="325" name="Ink 324">
                  <a:extLst>
                    <a:ext uri="{FF2B5EF4-FFF2-40B4-BE49-F238E27FC236}">
                      <a16:creationId xmlns:a16="http://schemas.microsoft.com/office/drawing/2014/main" id="{1110A7D3-43CD-8323-1488-3D3E952BF59C}"/>
                    </a:ext>
                  </a:extLst>
                </p14:cNvPr>
                <p14:cNvContentPartPr/>
                <p14:nvPr/>
              </p14:nvContentPartPr>
              <p14:xfrm>
                <a:off x="10779982" y="2468696"/>
                <a:ext cx="80280" cy="164160"/>
              </p14:xfrm>
            </p:contentPart>
          </mc:Choice>
          <mc:Fallback>
            <p:pic>
              <p:nvPicPr>
                <p:cNvPr id="325" name="Ink 324">
                  <a:extLst>
                    <a:ext uri="{FF2B5EF4-FFF2-40B4-BE49-F238E27FC236}">
                      <a16:creationId xmlns:a16="http://schemas.microsoft.com/office/drawing/2014/main" id="{1110A7D3-43CD-8323-1488-3D3E952BF59C}"/>
                    </a:ext>
                  </a:extLst>
                </p:cNvPr>
                <p:cNvPicPr/>
                <p:nvPr/>
              </p:nvPicPr>
              <p:blipFill>
                <a:blip r:embed="rId571"/>
                <a:stretch>
                  <a:fillRect/>
                </a:stretch>
              </p:blipFill>
              <p:spPr>
                <a:xfrm>
                  <a:off x="10771342" y="2459696"/>
                  <a:ext cx="9792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572">
              <p14:nvContentPartPr>
                <p14:cNvPr id="326" name="Ink 325">
                  <a:extLst>
                    <a:ext uri="{FF2B5EF4-FFF2-40B4-BE49-F238E27FC236}">
                      <a16:creationId xmlns:a16="http://schemas.microsoft.com/office/drawing/2014/main" id="{DC100A40-0A81-0FBF-7202-352DBE741DC8}"/>
                    </a:ext>
                  </a:extLst>
                </p14:cNvPr>
                <p14:cNvContentPartPr/>
                <p14:nvPr/>
              </p14:nvContentPartPr>
              <p14:xfrm>
                <a:off x="10933342" y="2435576"/>
                <a:ext cx="145800" cy="227880"/>
              </p14:xfrm>
            </p:contentPart>
          </mc:Choice>
          <mc:Fallback>
            <p:pic>
              <p:nvPicPr>
                <p:cNvPr id="326" name="Ink 325">
                  <a:extLst>
                    <a:ext uri="{FF2B5EF4-FFF2-40B4-BE49-F238E27FC236}">
                      <a16:creationId xmlns:a16="http://schemas.microsoft.com/office/drawing/2014/main" id="{DC100A40-0A81-0FBF-7202-352DBE741DC8}"/>
                    </a:ext>
                  </a:extLst>
                </p:cNvPr>
                <p:cNvPicPr/>
                <p:nvPr/>
              </p:nvPicPr>
              <p:blipFill>
                <a:blip r:embed="rId573"/>
                <a:stretch>
                  <a:fillRect/>
                </a:stretch>
              </p:blipFill>
              <p:spPr>
                <a:xfrm>
                  <a:off x="10924342" y="2426936"/>
                  <a:ext cx="163440" cy="245520"/>
                </a:xfrm>
                <a:prstGeom prst="rect">
                  <a:avLst/>
                </a:prstGeom>
              </p:spPr>
            </p:pic>
          </mc:Fallback>
        </mc:AlternateContent>
      </p:grpSp>
      <p:grpSp>
        <p:nvGrpSpPr>
          <p:cNvPr id="339" name="Group 338">
            <a:extLst>
              <a:ext uri="{FF2B5EF4-FFF2-40B4-BE49-F238E27FC236}">
                <a16:creationId xmlns:a16="http://schemas.microsoft.com/office/drawing/2014/main" id="{B6F07C5D-3A4B-108F-F39D-7840505764C0}"/>
              </a:ext>
            </a:extLst>
          </p:cNvPr>
          <p:cNvGrpSpPr/>
          <p:nvPr/>
        </p:nvGrpSpPr>
        <p:grpSpPr>
          <a:xfrm>
            <a:off x="7889902" y="2841656"/>
            <a:ext cx="378360" cy="273600"/>
            <a:chOff x="7889902" y="2841656"/>
            <a:chExt cx="378360" cy="273600"/>
          </a:xfrm>
        </p:grpSpPr>
        <mc:AlternateContent xmlns:mc="http://schemas.openxmlformats.org/markup-compatibility/2006">
          <mc:Choice xmlns:p14="http://schemas.microsoft.com/office/powerpoint/2010/main" Requires="p14">
            <p:contentPart p14:bwMode="auto" r:id="rId574">
              <p14:nvContentPartPr>
                <p14:cNvPr id="328" name="Ink 327">
                  <a:extLst>
                    <a:ext uri="{FF2B5EF4-FFF2-40B4-BE49-F238E27FC236}">
                      <a16:creationId xmlns:a16="http://schemas.microsoft.com/office/drawing/2014/main" id="{7E93BE5B-3BB6-E054-41A7-91542853C50A}"/>
                    </a:ext>
                  </a:extLst>
                </p14:cNvPr>
                <p14:cNvContentPartPr/>
                <p14:nvPr/>
              </p14:nvContentPartPr>
              <p14:xfrm>
                <a:off x="7897102" y="2841656"/>
                <a:ext cx="131040" cy="273600"/>
              </p14:xfrm>
            </p:contentPart>
          </mc:Choice>
          <mc:Fallback>
            <p:pic>
              <p:nvPicPr>
                <p:cNvPr id="328" name="Ink 327">
                  <a:extLst>
                    <a:ext uri="{FF2B5EF4-FFF2-40B4-BE49-F238E27FC236}">
                      <a16:creationId xmlns:a16="http://schemas.microsoft.com/office/drawing/2014/main" id="{7E93BE5B-3BB6-E054-41A7-91542853C50A}"/>
                    </a:ext>
                  </a:extLst>
                </p:cNvPr>
                <p:cNvPicPr/>
                <p:nvPr/>
              </p:nvPicPr>
              <p:blipFill>
                <a:blip r:embed="rId575"/>
                <a:stretch>
                  <a:fillRect/>
                </a:stretch>
              </p:blipFill>
              <p:spPr>
                <a:xfrm>
                  <a:off x="7888462" y="2832656"/>
                  <a:ext cx="14868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576">
              <p14:nvContentPartPr>
                <p14:cNvPr id="329" name="Ink 328">
                  <a:extLst>
                    <a:ext uri="{FF2B5EF4-FFF2-40B4-BE49-F238E27FC236}">
                      <a16:creationId xmlns:a16="http://schemas.microsoft.com/office/drawing/2014/main" id="{3CDF72AF-0283-AADF-5DD1-3CDD430D5B12}"/>
                    </a:ext>
                  </a:extLst>
                </p14:cNvPr>
                <p14:cNvContentPartPr/>
                <p14:nvPr/>
              </p14:nvContentPartPr>
              <p14:xfrm>
                <a:off x="7889902" y="2997536"/>
                <a:ext cx="116640" cy="11520"/>
              </p14:xfrm>
            </p:contentPart>
          </mc:Choice>
          <mc:Fallback>
            <p:pic>
              <p:nvPicPr>
                <p:cNvPr id="329" name="Ink 328">
                  <a:extLst>
                    <a:ext uri="{FF2B5EF4-FFF2-40B4-BE49-F238E27FC236}">
                      <a16:creationId xmlns:a16="http://schemas.microsoft.com/office/drawing/2014/main" id="{3CDF72AF-0283-AADF-5DD1-3CDD430D5B12}"/>
                    </a:ext>
                  </a:extLst>
                </p:cNvPr>
                <p:cNvPicPr/>
                <p:nvPr/>
              </p:nvPicPr>
              <p:blipFill>
                <a:blip r:embed="rId577"/>
                <a:stretch>
                  <a:fillRect/>
                </a:stretch>
              </p:blipFill>
              <p:spPr>
                <a:xfrm>
                  <a:off x="7880902" y="2988896"/>
                  <a:ext cx="1342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578">
              <p14:nvContentPartPr>
                <p14:cNvPr id="330" name="Ink 329">
                  <a:extLst>
                    <a:ext uri="{FF2B5EF4-FFF2-40B4-BE49-F238E27FC236}">
                      <a16:creationId xmlns:a16="http://schemas.microsoft.com/office/drawing/2014/main" id="{0B4C085F-63F8-3233-F7E2-CD82DE048984}"/>
                    </a:ext>
                  </a:extLst>
                </p14:cNvPr>
                <p14:cNvContentPartPr/>
                <p14:nvPr/>
              </p14:nvContentPartPr>
              <p14:xfrm>
                <a:off x="8050102" y="2980976"/>
                <a:ext cx="147960" cy="81000"/>
              </p14:xfrm>
            </p:contentPart>
          </mc:Choice>
          <mc:Fallback>
            <p:pic>
              <p:nvPicPr>
                <p:cNvPr id="330" name="Ink 329">
                  <a:extLst>
                    <a:ext uri="{FF2B5EF4-FFF2-40B4-BE49-F238E27FC236}">
                      <a16:creationId xmlns:a16="http://schemas.microsoft.com/office/drawing/2014/main" id="{0B4C085F-63F8-3233-F7E2-CD82DE048984}"/>
                    </a:ext>
                  </a:extLst>
                </p:cNvPr>
                <p:cNvPicPr/>
                <p:nvPr/>
              </p:nvPicPr>
              <p:blipFill>
                <a:blip r:embed="rId579"/>
                <a:stretch>
                  <a:fillRect/>
                </a:stretch>
              </p:blipFill>
              <p:spPr>
                <a:xfrm>
                  <a:off x="8041102" y="2971976"/>
                  <a:ext cx="16560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580">
              <p14:nvContentPartPr>
                <p14:cNvPr id="331" name="Ink 330">
                  <a:extLst>
                    <a:ext uri="{FF2B5EF4-FFF2-40B4-BE49-F238E27FC236}">
                      <a16:creationId xmlns:a16="http://schemas.microsoft.com/office/drawing/2014/main" id="{F7D0E9BF-9FF0-4F31-3DB0-92B702315CFE}"/>
                    </a:ext>
                  </a:extLst>
                </p14:cNvPr>
                <p14:cNvContentPartPr/>
                <p14:nvPr/>
              </p14:nvContentPartPr>
              <p14:xfrm>
                <a:off x="8197702" y="2949656"/>
                <a:ext cx="70560" cy="121680"/>
              </p14:xfrm>
            </p:contentPart>
          </mc:Choice>
          <mc:Fallback>
            <p:pic>
              <p:nvPicPr>
                <p:cNvPr id="331" name="Ink 330">
                  <a:extLst>
                    <a:ext uri="{FF2B5EF4-FFF2-40B4-BE49-F238E27FC236}">
                      <a16:creationId xmlns:a16="http://schemas.microsoft.com/office/drawing/2014/main" id="{F7D0E9BF-9FF0-4F31-3DB0-92B702315CFE}"/>
                    </a:ext>
                  </a:extLst>
                </p:cNvPr>
                <p:cNvPicPr/>
                <p:nvPr/>
              </p:nvPicPr>
              <p:blipFill>
                <a:blip r:embed="rId581"/>
                <a:stretch>
                  <a:fillRect/>
                </a:stretch>
              </p:blipFill>
              <p:spPr>
                <a:xfrm>
                  <a:off x="8189062" y="2940656"/>
                  <a:ext cx="88200" cy="139320"/>
                </a:xfrm>
                <a:prstGeom prst="rect">
                  <a:avLst/>
                </a:prstGeom>
              </p:spPr>
            </p:pic>
          </mc:Fallback>
        </mc:AlternateContent>
      </p:grpSp>
      <p:grpSp>
        <p:nvGrpSpPr>
          <p:cNvPr id="338" name="Group 337">
            <a:extLst>
              <a:ext uri="{FF2B5EF4-FFF2-40B4-BE49-F238E27FC236}">
                <a16:creationId xmlns:a16="http://schemas.microsoft.com/office/drawing/2014/main" id="{76E91169-3F4A-E257-F553-BBA79317A51A}"/>
              </a:ext>
            </a:extLst>
          </p:cNvPr>
          <p:cNvGrpSpPr/>
          <p:nvPr/>
        </p:nvGrpSpPr>
        <p:grpSpPr>
          <a:xfrm>
            <a:off x="8457982" y="2854616"/>
            <a:ext cx="722520" cy="273600"/>
            <a:chOff x="8457982" y="2854616"/>
            <a:chExt cx="722520" cy="273600"/>
          </a:xfrm>
        </p:grpSpPr>
        <mc:AlternateContent xmlns:mc="http://schemas.openxmlformats.org/markup-compatibility/2006">
          <mc:Choice xmlns:p14="http://schemas.microsoft.com/office/powerpoint/2010/main" Requires="p14">
            <p:contentPart p14:bwMode="auto" r:id="rId582">
              <p14:nvContentPartPr>
                <p14:cNvPr id="332" name="Ink 331">
                  <a:extLst>
                    <a:ext uri="{FF2B5EF4-FFF2-40B4-BE49-F238E27FC236}">
                      <a16:creationId xmlns:a16="http://schemas.microsoft.com/office/drawing/2014/main" id="{AEDD60A5-EFB1-CF9B-9A68-576E513B9BEF}"/>
                    </a:ext>
                  </a:extLst>
                </p14:cNvPr>
                <p14:cNvContentPartPr/>
                <p14:nvPr/>
              </p14:nvContentPartPr>
              <p14:xfrm>
                <a:off x="8457982" y="2940296"/>
                <a:ext cx="195480" cy="89280"/>
              </p14:xfrm>
            </p:contentPart>
          </mc:Choice>
          <mc:Fallback>
            <p:pic>
              <p:nvPicPr>
                <p:cNvPr id="332" name="Ink 331">
                  <a:extLst>
                    <a:ext uri="{FF2B5EF4-FFF2-40B4-BE49-F238E27FC236}">
                      <a16:creationId xmlns:a16="http://schemas.microsoft.com/office/drawing/2014/main" id="{AEDD60A5-EFB1-CF9B-9A68-576E513B9BEF}"/>
                    </a:ext>
                  </a:extLst>
                </p:cNvPr>
                <p:cNvPicPr/>
                <p:nvPr/>
              </p:nvPicPr>
              <p:blipFill>
                <a:blip r:embed="rId583"/>
                <a:stretch>
                  <a:fillRect/>
                </a:stretch>
              </p:blipFill>
              <p:spPr>
                <a:xfrm>
                  <a:off x="8448982" y="2931656"/>
                  <a:ext cx="21312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584">
              <p14:nvContentPartPr>
                <p14:cNvPr id="333" name="Ink 332">
                  <a:extLst>
                    <a:ext uri="{FF2B5EF4-FFF2-40B4-BE49-F238E27FC236}">
                      <a16:creationId xmlns:a16="http://schemas.microsoft.com/office/drawing/2014/main" id="{DD68D1F6-3DBC-45BD-B973-63BE832A6258}"/>
                    </a:ext>
                  </a:extLst>
                </p14:cNvPr>
                <p14:cNvContentPartPr/>
                <p14:nvPr/>
              </p14:nvContentPartPr>
              <p14:xfrm>
                <a:off x="8653822" y="2932736"/>
                <a:ext cx="122400" cy="107640"/>
              </p14:xfrm>
            </p:contentPart>
          </mc:Choice>
          <mc:Fallback>
            <p:pic>
              <p:nvPicPr>
                <p:cNvPr id="333" name="Ink 332">
                  <a:extLst>
                    <a:ext uri="{FF2B5EF4-FFF2-40B4-BE49-F238E27FC236}">
                      <a16:creationId xmlns:a16="http://schemas.microsoft.com/office/drawing/2014/main" id="{DD68D1F6-3DBC-45BD-B973-63BE832A6258}"/>
                    </a:ext>
                  </a:extLst>
                </p:cNvPr>
                <p:cNvPicPr/>
                <p:nvPr/>
              </p:nvPicPr>
              <p:blipFill>
                <a:blip r:embed="rId585"/>
                <a:stretch>
                  <a:fillRect/>
                </a:stretch>
              </p:blipFill>
              <p:spPr>
                <a:xfrm>
                  <a:off x="8645182" y="2923736"/>
                  <a:ext cx="14004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586">
              <p14:nvContentPartPr>
                <p14:cNvPr id="334" name="Ink 333">
                  <a:extLst>
                    <a:ext uri="{FF2B5EF4-FFF2-40B4-BE49-F238E27FC236}">
                      <a16:creationId xmlns:a16="http://schemas.microsoft.com/office/drawing/2014/main" id="{E2702BC2-1413-E030-62EF-6EDC7CCBA860}"/>
                    </a:ext>
                  </a:extLst>
                </p14:cNvPr>
                <p14:cNvContentPartPr/>
                <p14:nvPr/>
              </p14:nvContentPartPr>
              <p14:xfrm>
                <a:off x="8824822" y="2966216"/>
                <a:ext cx="44280" cy="59760"/>
              </p14:xfrm>
            </p:contentPart>
          </mc:Choice>
          <mc:Fallback>
            <p:pic>
              <p:nvPicPr>
                <p:cNvPr id="334" name="Ink 333">
                  <a:extLst>
                    <a:ext uri="{FF2B5EF4-FFF2-40B4-BE49-F238E27FC236}">
                      <a16:creationId xmlns:a16="http://schemas.microsoft.com/office/drawing/2014/main" id="{E2702BC2-1413-E030-62EF-6EDC7CCBA860}"/>
                    </a:ext>
                  </a:extLst>
                </p:cNvPr>
                <p:cNvPicPr/>
                <p:nvPr/>
              </p:nvPicPr>
              <p:blipFill>
                <a:blip r:embed="rId587"/>
                <a:stretch>
                  <a:fillRect/>
                </a:stretch>
              </p:blipFill>
              <p:spPr>
                <a:xfrm>
                  <a:off x="8816182" y="2957216"/>
                  <a:ext cx="6192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588">
              <p14:nvContentPartPr>
                <p14:cNvPr id="335" name="Ink 334">
                  <a:extLst>
                    <a:ext uri="{FF2B5EF4-FFF2-40B4-BE49-F238E27FC236}">
                      <a16:creationId xmlns:a16="http://schemas.microsoft.com/office/drawing/2014/main" id="{F39FBE78-4ED1-6907-0062-242330AE4C82}"/>
                    </a:ext>
                  </a:extLst>
                </p14:cNvPr>
                <p14:cNvContentPartPr/>
                <p14:nvPr/>
              </p14:nvContentPartPr>
              <p14:xfrm>
                <a:off x="8798182" y="2854616"/>
                <a:ext cx="5760" cy="42120"/>
              </p14:xfrm>
            </p:contentPart>
          </mc:Choice>
          <mc:Fallback>
            <p:pic>
              <p:nvPicPr>
                <p:cNvPr id="335" name="Ink 334">
                  <a:extLst>
                    <a:ext uri="{FF2B5EF4-FFF2-40B4-BE49-F238E27FC236}">
                      <a16:creationId xmlns:a16="http://schemas.microsoft.com/office/drawing/2014/main" id="{F39FBE78-4ED1-6907-0062-242330AE4C82}"/>
                    </a:ext>
                  </a:extLst>
                </p:cNvPr>
                <p:cNvPicPr/>
                <p:nvPr/>
              </p:nvPicPr>
              <p:blipFill>
                <a:blip r:embed="rId589"/>
                <a:stretch>
                  <a:fillRect/>
                </a:stretch>
              </p:blipFill>
              <p:spPr>
                <a:xfrm>
                  <a:off x="8789542" y="2845616"/>
                  <a:ext cx="2340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590">
              <p14:nvContentPartPr>
                <p14:cNvPr id="336" name="Ink 335">
                  <a:extLst>
                    <a:ext uri="{FF2B5EF4-FFF2-40B4-BE49-F238E27FC236}">
                      <a16:creationId xmlns:a16="http://schemas.microsoft.com/office/drawing/2014/main" id="{DF015AD1-1941-A478-8A64-695EDA73FE1E}"/>
                    </a:ext>
                  </a:extLst>
                </p14:cNvPr>
                <p14:cNvContentPartPr/>
                <p14:nvPr/>
              </p14:nvContentPartPr>
              <p14:xfrm>
                <a:off x="8868382" y="2917256"/>
                <a:ext cx="112680" cy="119160"/>
              </p14:xfrm>
            </p:contentPart>
          </mc:Choice>
          <mc:Fallback>
            <p:pic>
              <p:nvPicPr>
                <p:cNvPr id="336" name="Ink 335">
                  <a:extLst>
                    <a:ext uri="{FF2B5EF4-FFF2-40B4-BE49-F238E27FC236}">
                      <a16:creationId xmlns:a16="http://schemas.microsoft.com/office/drawing/2014/main" id="{DF015AD1-1941-A478-8A64-695EDA73FE1E}"/>
                    </a:ext>
                  </a:extLst>
                </p:cNvPr>
                <p:cNvPicPr/>
                <p:nvPr/>
              </p:nvPicPr>
              <p:blipFill>
                <a:blip r:embed="rId591"/>
                <a:stretch>
                  <a:fillRect/>
                </a:stretch>
              </p:blipFill>
              <p:spPr>
                <a:xfrm>
                  <a:off x="8859382" y="2908616"/>
                  <a:ext cx="13032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592">
              <p14:nvContentPartPr>
                <p14:cNvPr id="337" name="Ink 336">
                  <a:extLst>
                    <a:ext uri="{FF2B5EF4-FFF2-40B4-BE49-F238E27FC236}">
                      <a16:creationId xmlns:a16="http://schemas.microsoft.com/office/drawing/2014/main" id="{269081B8-DF28-553E-F8F3-9FFAEC8F3C1F}"/>
                    </a:ext>
                  </a:extLst>
                </p14:cNvPr>
                <p14:cNvContentPartPr/>
                <p14:nvPr/>
              </p14:nvContentPartPr>
              <p14:xfrm>
                <a:off x="9038302" y="2946776"/>
                <a:ext cx="142200" cy="181440"/>
              </p14:xfrm>
            </p:contentPart>
          </mc:Choice>
          <mc:Fallback>
            <p:pic>
              <p:nvPicPr>
                <p:cNvPr id="337" name="Ink 336">
                  <a:extLst>
                    <a:ext uri="{FF2B5EF4-FFF2-40B4-BE49-F238E27FC236}">
                      <a16:creationId xmlns:a16="http://schemas.microsoft.com/office/drawing/2014/main" id="{269081B8-DF28-553E-F8F3-9FFAEC8F3C1F}"/>
                    </a:ext>
                  </a:extLst>
                </p:cNvPr>
                <p:cNvPicPr/>
                <p:nvPr/>
              </p:nvPicPr>
              <p:blipFill>
                <a:blip r:embed="rId593"/>
                <a:stretch>
                  <a:fillRect/>
                </a:stretch>
              </p:blipFill>
              <p:spPr>
                <a:xfrm>
                  <a:off x="9029662" y="2937776"/>
                  <a:ext cx="159840" cy="199080"/>
                </a:xfrm>
                <a:prstGeom prst="rect">
                  <a:avLst/>
                </a:prstGeom>
              </p:spPr>
            </p:pic>
          </mc:Fallback>
        </mc:AlternateContent>
      </p:grpSp>
      <p:grpSp>
        <p:nvGrpSpPr>
          <p:cNvPr id="349" name="Group 348">
            <a:extLst>
              <a:ext uri="{FF2B5EF4-FFF2-40B4-BE49-F238E27FC236}">
                <a16:creationId xmlns:a16="http://schemas.microsoft.com/office/drawing/2014/main" id="{E308A3D8-2C50-E880-445B-2C17DE311F70}"/>
              </a:ext>
            </a:extLst>
          </p:cNvPr>
          <p:cNvGrpSpPr/>
          <p:nvPr/>
        </p:nvGrpSpPr>
        <p:grpSpPr>
          <a:xfrm>
            <a:off x="9393262" y="2768936"/>
            <a:ext cx="968400" cy="367560"/>
            <a:chOff x="9393262" y="2768936"/>
            <a:chExt cx="968400" cy="367560"/>
          </a:xfrm>
        </p:grpSpPr>
        <mc:AlternateContent xmlns:mc="http://schemas.openxmlformats.org/markup-compatibility/2006">
          <mc:Choice xmlns:p14="http://schemas.microsoft.com/office/powerpoint/2010/main" Requires="p14">
            <p:contentPart p14:bwMode="auto" r:id="rId594">
              <p14:nvContentPartPr>
                <p14:cNvPr id="340" name="Ink 339">
                  <a:extLst>
                    <a:ext uri="{FF2B5EF4-FFF2-40B4-BE49-F238E27FC236}">
                      <a16:creationId xmlns:a16="http://schemas.microsoft.com/office/drawing/2014/main" id="{218A73AC-4EF7-12FD-46CF-168DE529D165}"/>
                    </a:ext>
                  </a:extLst>
                </p14:cNvPr>
                <p14:cNvContentPartPr/>
                <p14:nvPr/>
              </p14:nvContentPartPr>
              <p14:xfrm>
                <a:off x="9393262" y="2895656"/>
                <a:ext cx="109080" cy="129960"/>
              </p14:xfrm>
            </p:contentPart>
          </mc:Choice>
          <mc:Fallback>
            <p:pic>
              <p:nvPicPr>
                <p:cNvPr id="340" name="Ink 339">
                  <a:extLst>
                    <a:ext uri="{FF2B5EF4-FFF2-40B4-BE49-F238E27FC236}">
                      <a16:creationId xmlns:a16="http://schemas.microsoft.com/office/drawing/2014/main" id="{218A73AC-4EF7-12FD-46CF-168DE529D165}"/>
                    </a:ext>
                  </a:extLst>
                </p:cNvPr>
                <p:cNvPicPr/>
                <p:nvPr/>
              </p:nvPicPr>
              <p:blipFill>
                <a:blip r:embed="rId595"/>
                <a:stretch>
                  <a:fillRect/>
                </a:stretch>
              </p:blipFill>
              <p:spPr>
                <a:xfrm>
                  <a:off x="9384622" y="2887016"/>
                  <a:ext cx="12672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596">
              <p14:nvContentPartPr>
                <p14:cNvPr id="341" name="Ink 340">
                  <a:extLst>
                    <a:ext uri="{FF2B5EF4-FFF2-40B4-BE49-F238E27FC236}">
                      <a16:creationId xmlns:a16="http://schemas.microsoft.com/office/drawing/2014/main" id="{8BCE0A8A-5A35-BE44-1E6B-36BA3B65202C}"/>
                    </a:ext>
                  </a:extLst>
                </p14:cNvPr>
                <p14:cNvContentPartPr/>
                <p14:nvPr/>
              </p14:nvContentPartPr>
              <p14:xfrm>
                <a:off x="9558502" y="2934176"/>
                <a:ext cx="16920" cy="57240"/>
              </p14:xfrm>
            </p:contentPart>
          </mc:Choice>
          <mc:Fallback>
            <p:pic>
              <p:nvPicPr>
                <p:cNvPr id="341" name="Ink 340">
                  <a:extLst>
                    <a:ext uri="{FF2B5EF4-FFF2-40B4-BE49-F238E27FC236}">
                      <a16:creationId xmlns:a16="http://schemas.microsoft.com/office/drawing/2014/main" id="{8BCE0A8A-5A35-BE44-1E6B-36BA3B65202C}"/>
                    </a:ext>
                  </a:extLst>
                </p:cNvPr>
                <p:cNvPicPr/>
                <p:nvPr/>
              </p:nvPicPr>
              <p:blipFill>
                <a:blip r:embed="rId597"/>
                <a:stretch>
                  <a:fillRect/>
                </a:stretch>
              </p:blipFill>
              <p:spPr>
                <a:xfrm>
                  <a:off x="9549502" y="2925536"/>
                  <a:ext cx="3456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598">
              <p14:nvContentPartPr>
                <p14:cNvPr id="342" name="Ink 341">
                  <a:extLst>
                    <a:ext uri="{FF2B5EF4-FFF2-40B4-BE49-F238E27FC236}">
                      <a16:creationId xmlns:a16="http://schemas.microsoft.com/office/drawing/2014/main" id="{63DEE224-8428-2B4D-217D-B81C1EC3711F}"/>
                    </a:ext>
                  </a:extLst>
                </p14:cNvPr>
                <p14:cNvContentPartPr/>
                <p14:nvPr/>
              </p14:nvContentPartPr>
              <p14:xfrm>
                <a:off x="9547702" y="2852096"/>
                <a:ext cx="13320" cy="43920"/>
              </p14:xfrm>
            </p:contentPart>
          </mc:Choice>
          <mc:Fallback>
            <p:pic>
              <p:nvPicPr>
                <p:cNvPr id="342" name="Ink 341">
                  <a:extLst>
                    <a:ext uri="{FF2B5EF4-FFF2-40B4-BE49-F238E27FC236}">
                      <a16:creationId xmlns:a16="http://schemas.microsoft.com/office/drawing/2014/main" id="{63DEE224-8428-2B4D-217D-B81C1EC3711F}"/>
                    </a:ext>
                  </a:extLst>
                </p:cNvPr>
                <p:cNvPicPr/>
                <p:nvPr/>
              </p:nvPicPr>
              <p:blipFill>
                <a:blip r:embed="rId599"/>
                <a:stretch>
                  <a:fillRect/>
                </a:stretch>
              </p:blipFill>
              <p:spPr>
                <a:xfrm>
                  <a:off x="9539062" y="2843096"/>
                  <a:ext cx="3096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600">
              <p14:nvContentPartPr>
                <p14:cNvPr id="343" name="Ink 342">
                  <a:extLst>
                    <a:ext uri="{FF2B5EF4-FFF2-40B4-BE49-F238E27FC236}">
                      <a16:creationId xmlns:a16="http://schemas.microsoft.com/office/drawing/2014/main" id="{DA3469DF-4313-8523-409F-51E64AB2059F}"/>
                    </a:ext>
                  </a:extLst>
                </p14:cNvPr>
                <p14:cNvContentPartPr/>
                <p14:nvPr/>
              </p14:nvContentPartPr>
              <p14:xfrm>
                <a:off x="9658582" y="2941016"/>
                <a:ext cx="132840" cy="195480"/>
              </p14:xfrm>
            </p:contentPart>
          </mc:Choice>
          <mc:Fallback>
            <p:pic>
              <p:nvPicPr>
                <p:cNvPr id="343" name="Ink 342">
                  <a:extLst>
                    <a:ext uri="{FF2B5EF4-FFF2-40B4-BE49-F238E27FC236}">
                      <a16:creationId xmlns:a16="http://schemas.microsoft.com/office/drawing/2014/main" id="{DA3469DF-4313-8523-409F-51E64AB2059F}"/>
                    </a:ext>
                  </a:extLst>
                </p:cNvPr>
                <p:cNvPicPr/>
                <p:nvPr/>
              </p:nvPicPr>
              <p:blipFill>
                <a:blip r:embed="rId601"/>
                <a:stretch>
                  <a:fillRect/>
                </a:stretch>
              </p:blipFill>
              <p:spPr>
                <a:xfrm>
                  <a:off x="9649582" y="2932016"/>
                  <a:ext cx="15048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602">
              <p14:nvContentPartPr>
                <p14:cNvPr id="344" name="Ink 343">
                  <a:extLst>
                    <a:ext uri="{FF2B5EF4-FFF2-40B4-BE49-F238E27FC236}">
                      <a16:creationId xmlns:a16="http://schemas.microsoft.com/office/drawing/2014/main" id="{A68C0126-C490-B9EE-95C1-303C952D6DD1}"/>
                    </a:ext>
                  </a:extLst>
                </p14:cNvPr>
                <p14:cNvContentPartPr/>
                <p14:nvPr/>
              </p14:nvContentPartPr>
              <p14:xfrm>
                <a:off x="9808342" y="2912936"/>
                <a:ext cx="148680" cy="69120"/>
              </p14:xfrm>
            </p:contentPart>
          </mc:Choice>
          <mc:Fallback>
            <p:pic>
              <p:nvPicPr>
                <p:cNvPr id="344" name="Ink 343">
                  <a:extLst>
                    <a:ext uri="{FF2B5EF4-FFF2-40B4-BE49-F238E27FC236}">
                      <a16:creationId xmlns:a16="http://schemas.microsoft.com/office/drawing/2014/main" id="{A68C0126-C490-B9EE-95C1-303C952D6DD1}"/>
                    </a:ext>
                  </a:extLst>
                </p:cNvPr>
                <p:cNvPicPr/>
                <p:nvPr/>
              </p:nvPicPr>
              <p:blipFill>
                <a:blip r:embed="rId603"/>
                <a:stretch>
                  <a:fillRect/>
                </a:stretch>
              </p:blipFill>
              <p:spPr>
                <a:xfrm>
                  <a:off x="9799702" y="2903936"/>
                  <a:ext cx="16632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604">
              <p14:nvContentPartPr>
                <p14:cNvPr id="345" name="Ink 344">
                  <a:extLst>
                    <a:ext uri="{FF2B5EF4-FFF2-40B4-BE49-F238E27FC236}">
                      <a16:creationId xmlns:a16="http://schemas.microsoft.com/office/drawing/2014/main" id="{88153749-7F5B-DAB0-6840-92CC25139081}"/>
                    </a:ext>
                  </a:extLst>
                </p14:cNvPr>
                <p14:cNvContentPartPr/>
                <p14:nvPr/>
              </p14:nvContentPartPr>
              <p14:xfrm>
                <a:off x="9999862" y="2768936"/>
                <a:ext cx="181080" cy="235440"/>
              </p14:xfrm>
            </p:contentPart>
          </mc:Choice>
          <mc:Fallback>
            <p:pic>
              <p:nvPicPr>
                <p:cNvPr id="345" name="Ink 344">
                  <a:extLst>
                    <a:ext uri="{FF2B5EF4-FFF2-40B4-BE49-F238E27FC236}">
                      <a16:creationId xmlns:a16="http://schemas.microsoft.com/office/drawing/2014/main" id="{88153749-7F5B-DAB0-6840-92CC25139081}"/>
                    </a:ext>
                  </a:extLst>
                </p:cNvPr>
                <p:cNvPicPr/>
                <p:nvPr/>
              </p:nvPicPr>
              <p:blipFill>
                <a:blip r:embed="rId605"/>
                <a:stretch>
                  <a:fillRect/>
                </a:stretch>
              </p:blipFill>
              <p:spPr>
                <a:xfrm>
                  <a:off x="9991222" y="2760296"/>
                  <a:ext cx="19872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606">
              <p14:nvContentPartPr>
                <p14:cNvPr id="346" name="Ink 345">
                  <a:extLst>
                    <a:ext uri="{FF2B5EF4-FFF2-40B4-BE49-F238E27FC236}">
                      <a16:creationId xmlns:a16="http://schemas.microsoft.com/office/drawing/2014/main" id="{035808F3-B4E4-7352-4145-3736EEC48444}"/>
                    </a:ext>
                  </a:extLst>
                </p14:cNvPr>
                <p14:cNvContentPartPr/>
                <p14:nvPr/>
              </p14:nvContentPartPr>
              <p14:xfrm>
                <a:off x="10259062" y="2866136"/>
                <a:ext cx="75960" cy="142920"/>
              </p14:xfrm>
            </p:contentPart>
          </mc:Choice>
          <mc:Fallback>
            <p:pic>
              <p:nvPicPr>
                <p:cNvPr id="346" name="Ink 345">
                  <a:extLst>
                    <a:ext uri="{FF2B5EF4-FFF2-40B4-BE49-F238E27FC236}">
                      <a16:creationId xmlns:a16="http://schemas.microsoft.com/office/drawing/2014/main" id="{035808F3-B4E4-7352-4145-3736EEC48444}"/>
                    </a:ext>
                  </a:extLst>
                </p:cNvPr>
                <p:cNvPicPr/>
                <p:nvPr/>
              </p:nvPicPr>
              <p:blipFill>
                <a:blip r:embed="rId607"/>
                <a:stretch>
                  <a:fillRect/>
                </a:stretch>
              </p:blipFill>
              <p:spPr>
                <a:xfrm>
                  <a:off x="10250062" y="2857136"/>
                  <a:ext cx="9360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608">
              <p14:nvContentPartPr>
                <p14:cNvPr id="348" name="Ink 347">
                  <a:extLst>
                    <a:ext uri="{FF2B5EF4-FFF2-40B4-BE49-F238E27FC236}">
                      <a16:creationId xmlns:a16="http://schemas.microsoft.com/office/drawing/2014/main" id="{9ACE3397-99A3-04AC-7D92-7BB3C2400870}"/>
                    </a:ext>
                  </a:extLst>
                </p14:cNvPr>
                <p14:cNvContentPartPr/>
                <p14:nvPr/>
              </p14:nvContentPartPr>
              <p14:xfrm>
                <a:off x="10223782" y="2856056"/>
                <a:ext cx="137880" cy="143640"/>
              </p14:xfrm>
            </p:contentPart>
          </mc:Choice>
          <mc:Fallback>
            <p:pic>
              <p:nvPicPr>
                <p:cNvPr id="348" name="Ink 347">
                  <a:extLst>
                    <a:ext uri="{FF2B5EF4-FFF2-40B4-BE49-F238E27FC236}">
                      <a16:creationId xmlns:a16="http://schemas.microsoft.com/office/drawing/2014/main" id="{9ACE3397-99A3-04AC-7D92-7BB3C2400870}"/>
                    </a:ext>
                  </a:extLst>
                </p:cNvPr>
                <p:cNvPicPr/>
                <p:nvPr/>
              </p:nvPicPr>
              <p:blipFill>
                <a:blip r:embed="rId609"/>
                <a:stretch>
                  <a:fillRect/>
                </a:stretch>
              </p:blipFill>
              <p:spPr>
                <a:xfrm>
                  <a:off x="10215142" y="2847056"/>
                  <a:ext cx="155520" cy="161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10">
            <p14:nvContentPartPr>
              <p14:cNvPr id="351" name="Ink 350">
                <a:extLst>
                  <a:ext uri="{FF2B5EF4-FFF2-40B4-BE49-F238E27FC236}">
                    <a16:creationId xmlns:a16="http://schemas.microsoft.com/office/drawing/2014/main" id="{F5D4C03B-F8E8-144E-88A9-41298455BF78}"/>
                  </a:ext>
                </a:extLst>
              </p14:cNvPr>
              <p14:cNvContentPartPr/>
              <p14:nvPr/>
            </p14:nvContentPartPr>
            <p14:xfrm>
              <a:off x="1360942" y="286736"/>
              <a:ext cx="120600" cy="91440"/>
            </p14:xfrm>
          </p:contentPart>
        </mc:Choice>
        <mc:Fallback>
          <p:pic>
            <p:nvPicPr>
              <p:cNvPr id="351" name="Ink 350">
                <a:extLst>
                  <a:ext uri="{FF2B5EF4-FFF2-40B4-BE49-F238E27FC236}">
                    <a16:creationId xmlns:a16="http://schemas.microsoft.com/office/drawing/2014/main" id="{F5D4C03B-F8E8-144E-88A9-41298455BF78}"/>
                  </a:ext>
                </a:extLst>
              </p:cNvPr>
              <p:cNvPicPr/>
              <p:nvPr/>
            </p:nvPicPr>
            <p:blipFill>
              <a:blip r:embed="rId161"/>
              <a:stretch>
                <a:fillRect/>
              </a:stretch>
            </p:blipFill>
            <p:spPr>
              <a:xfrm>
                <a:off x="1352302" y="277736"/>
                <a:ext cx="138240" cy="109080"/>
              </a:xfrm>
              <a:prstGeom prst="rect">
                <a:avLst/>
              </a:prstGeom>
            </p:spPr>
          </p:pic>
        </mc:Fallback>
      </mc:AlternateContent>
      <mc:AlternateContent xmlns:mc="http://schemas.openxmlformats.org/markup-compatibility/2006">
        <mc:Choice xmlns:a14="http://schemas.microsoft.com/office/drawing/2010/main" Requires="a14">
          <p:sp>
            <p:nvSpPr>
              <p:cNvPr id="352" name="TextBox 351">
                <a:extLst>
                  <a:ext uri="{FF2B5EF4-FFF2-40B4-BE49-F238E27FC236}">
                    <a16:creationId xmlns:a16="http://schemas.microsoft.com/office/drawing/2014/main" id="{0227E0C3-DC1A-6C5D-23DF-C4570F1D145F}"/>
                  </a:ext>
                </a:extLst>
              </p:cNvPr>
              <p:cNvSpPr txBox="1"/>
              <p:nvPr/>
            </p:nvSpPr>
            <p:spPr>
              <a:xfrm>
                <a:off x="2619115" y="5745784"/>
                <a:ext cx="2837187" cy="871457"/>
              </a:xfrm>
              <a:prstGeom prst="rect">
                <a:avLst/>
              </a:prstGeom>
              <a:noFill/>
            </p:spPr>
            <p:txBody>
              <a:bodyPr wrap="none" rtlCol="0">
                <a:spAutoFit/>
              </a:bodyPr>
              <a:lstStyle/>
              <a:p>
                <a14:m>
                  <m:oMathPara xmlns:m="http://schemas.openxmlformats.org/officeDocument/2006/math">
                    <m:oMath>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𝑛</m:t>
                          </m:r>
                          <m:r>
                            <m:rPr>
                              <m:brk m:alnAt="23"/>
                            </m:rPr>
                            <a:rPr lang="en-US" b="0" i="1" smtClean="0">
                              <a:latin typeface="Cambria Math" panose="02040503050406030204" pitchFamily="18" charset="0"/>
                            </a:rPr>
                            <m:t>=</m:t>
                          </m:r>
                          <m:r>
                            <m:rPr>
                              <m:brk m:alnAt="23"/>
                            </m:rP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−1</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e>
                              </m:d>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m:rPr>
                                  <m:brk m:alnAt="23"/>
                                </m:rPr>
                                <a:rPr lang="en-US" b="0" i="1" smtClean="0">
                                  <a:latin typeface="Cambria Math" panose="02040503050406030204" pitchFamily="18" charset="0"/>
                                </a:rPr>
                                <m:t>=</m:t>
                              </m:r>
                              <m:r>
                                <m:rPr>
                                  <m:brk m:alnAt="23"/>
                                </m:rP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−1</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e>
                                      </m:d>
                                    </m:e>
                                  </m:d>
                                </m:e>
                                <m:sup>
                                  <m:r>
                                    <a:rPr lang="en-US" b="0" i="1" smtClean="0">
                                      <a:latin typeface="Cambria Math" panose="02040503050406030204" pitchFamily="18" charset="0"/>
                                    </a:rPr>
                                    <m:t>2</m:t>
                                  </m:r>
                                </m:sup>
                              </m:sSup>
                            </m:e>
                          </m:nary>
                        </m:e>
                      </m:nary>
                    </m:oMath>
                  </m:oMathPara>
                </a14:m>
                <a:endParaRPr lang="en-US" dirty="0"/>
              </a:p>
            </p:txBody>
          </p:sp>
        </mc:Choice>
        <mc:Fallback>
          <p:sp>
            <p:nvSpPr>
              <p:cNvPr id="352" name="TextBox 351">
                <a:extLst>
                  <a:ext uri="{FF2B5EF4-FFF2-40B4-BE49-F238E27FC236}">
                    <a16:creationId xmlns:a16="http://schemas.microsoft.com/office/drawing/2014/main" id="{0227E0C3-DC1A-6C5D-23DF-C4570F1D145F}"/>
                  </a:ext>
                </a:extLst>
              </p:cNvPr>
              <p:cNvSpPr txBox="1">
                <a:spLocks noRot="1" noChangeAspect="1" noMove="1" noResize="1" noEditPoints="1" noAdjustHandles="1" noChangeArrowheads="1" noChangeShapeType="1" noTextEdit="1"/>
              </p:cNvSpPr>
              <p:nvPr/>
            </p:nvSpPr>
            <p:spPr>
              <a:xfrm>
                <a:off x="2619115" y="5745784"/>
                <a:ext cx="2837187" cy="871457"/>
              </a:xfrm>
              <a:prstGeom prst="rect">
                <a:avLst/>
              </a:prstGeom>
              <a:blipFill>
                <a:blip r:embed="rId611"/>
                <a:stretch>
                  <a:fillRect/>
                </a:stretch>
              </a:blipFill>
            </p:spPr>
            <p:txBody>
              <a:bodyPr/>
              <a:lstStyle/>
              <a:p>
                <a:r>
                  <a:rPr lang="en-US">
                    <a:noFill/>
                  </a:rPr>
                  <a:t> </a:t>
                </a:r>
              </a:p>
            </p:txBody>
          </p:sp>
        </mc:Fallback>
      </mc:AlternateContent>
      <p:sp>
        <p:nvSpPr>
          <p:cNvPr id="354" name="TextBox 353">
            <a:extLst>
              <a:ext uri="{FF2B5EF4-FFF2-40B4-BE49-F238E27FC236}">
                <a16:creationId xmlns:a16="http://schemas.microsoft.com/office/drawing/2014/main" id="{C08D96A1-B2F7-9C01-59F3-FA154D8BB356}"/>
              </a:ext>
            </a:extLst>
          </p:cNvPr>
          <p:cNvSpPr txBox="1"/>
          <p:nvPr/>
        </p:nvSpPr>
        <p:spPr>
          <a:xfrm>
            <a:off x="519982" y="6014115"/>
            <a:ext cx="1927900" cy="369332"/>
          </a:xfrm>
          <a:prstGeom prst="rect">
            <a:avLst/>
          </a:prstGeom>
          <a:noFill/>
        </p:spPr>
        <p:txBody>
          <a:bodyPr wrap="none" rtlCol="0">
            <a:spAutoFit/>
          </a:bodyPr>
          <a:lstStyle/>
          <a:p>
            <a:r>
              <a:rPr lang="en-US" dirty="0"/>
              <a:t>Parseval’s Identity:</a:t>
            </a:r>
          </a:p>
        </p:txBody>
      </p:sp>
    </p:spTree>
    <p:extLst>
      <p:ext uri="{BB962C8B-B14F-4D97-AF65-F5344CB8AC3E}">
        <p14:creationId xmlns:p14="http://schemas.microsoft.com/office/powerpoint/2010/main" val="490710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How to read a spectrogram</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SPECTROGRAM</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0:49–0:55</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chirp_spectrogram.png"/>
          <p:cNvPicPr>
            <a:picLocks noChangeAspect="1"/>
          </p:cNvPicPr>
          <p:nvPr/>
        </p:nvPicPr>
        <p:blipFill>
          <a:blip r:embed="rId2"/>
          <a:stretch>
            <a:fillRect/>
          </a:stretch>
        </p:blipFill>
        <p:spPr>
          <a:xfrm>
            <a:off x="594360" y="1234440"/>
            <a:ext cx="6858000" cy="3520440"/>
          </a:xfrm>
          <a:prstGeom prst="rect">
            <a:avLst/>
          </a:prstGeom>
        </p:spPr>
      </p:pic>
      <p:sp>
        <p:nvSpPr>
          <p:cNvPr id="8" name="TextBox 7"/>
          <p:cNvSpPr txBox="1"/>
          <p:nvPr/>
        </p:nvSpPr>
        <p:spPr>
          <a:xfrm>
            <a:off x="7726679" y="1325880"/>
            <a:ext cx="3429000" cy="3291840"/>
          </a:xfrm>
          <a:prstGeom prst="rect">
            <a:avLst/>
          </a:prstGeom>
          <a:noFill/>
        </p:spPr>
        <p:txBody>
          <a:bodyPr wrap="square">
            <a:spAutoFit/>
          </a:bodyPr>
          <a:lstStyle/>
          <a:p>
            <a:pPr>
              <a:spcAft>
                <a:spcPts val="700"/>
              </a:spcAft>
              <a:defRPr sz="1800">
                <a:solidFill>
                  <a:srgbClr val="191E26"/>
                </a:solidFill>
                <a:latin typeface="Aptos"/>
              </a:defRPr>
            </a:pPr>
            <a:r>
              <a:t>• Horizontal ridge → sustained tone.</a:t>
            </a:r>
          </a:p>
          <a:p>
            <a:pPr>
              <a:spcAft>
                <a:spcPts val="700"/>
              </a:spcAft>
              <a:defRPr sz="1800">
                <a:solidFill>
                  <a:srgbClr val="191E26"/>
                </a:solidFill>
                <a:latin typeface="Aptos"/>
              </a:defRPr>
            </a:pPr>
            <a:r>
              <a:t>• Vertical stripe → broadband transient.</a:t>
            </a:r>
          </a:p>
          <a:p>
            <a:pPr>
              <a:spcAft>
                <a:spcPts val="700"/>
              </a:spcAft>
              <a:defRPr sz="1800">
                <a:solidFill>
                  <a:srgbClr val="191E26"/>
                </a:solidFill>
                <a:latin typeface="Aptos"/>
              </a:defRPr>
            </a:pPr>
            <a:r>
              <a:t>• Sloped ridge → chirp or changing pitch.</a:t>
            </a:r>
          </a:p>
          <a:p>
            <a:pPr>
              <a:spcAft>
                <a:spcPts val="700"/>
              </a:spcAft>
              <a:defRPr sz="1800">
                <a:solidFill>
                  <a:srgbClr val="191E26"/>
                </a:solidFill>
                <a:latin typeface="Aptos"/>
              </a:defRPr>
            </a:pPr>
            <a:r>
              <a:t>• Harmonic stacks → periodic voiced or rotating behavior.</a:t>
            </a:r>
          </a:p>
          <a:p>
            <a:pPr>
              <a:spcAft>
                <a:spcPts val="700"/>
              </a:spcAft>
              <a:defRPr sz="1800">
                <a:solidFill>
                  <a:srgbClr val="191E26"/>
                </a:solidFill>
                <a:latin typeface="Aptos"/>
              </a:defRPr>
            </a:pPr>
            <a:r>
              <a:t>• Diffuse background → broadband noise.</a:t>
            </a:r>
          </a:p>
        </p:txBody>
      </p:sp>
      <p:sp>
        <p:nvSpPr>
          <p:cNvPr id="9" name="Rounded Rectangle 8"/>
          <p:cNvSpPr/>
          <p:nvPr/>
        </p:nvSpPr>
        <p:spPr>
          <a:xfrm>
            <a:off x="1828799" y="5029200"/>
            <a:ext cx="8702749" cy="768096"/>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75104" y="5120640"/>
            <a:ext cx="7936992" cy="219456"/>
          </a:xfrm>
          <a:prstGeom prst="rect">
            <a:avLst/>
          </a:prstGeom>
          <a:noFill/>
        </p:spPr>
        <p:txBody>
          <a:bodyPr wrap="square">
            <a:spAutoFit/>
          </a:bodyPr>
          <a:lstStyle/>
          <a:p>
            <a:pPr algn="l"/>
            <a:r>
              <a:rPr sz="1100" b="1">
                <a:solidFill>
                  <a:srgbClr val="24888E"/>
                </a:solidFill>
                <a:latin typeface="Aptos"/>
              </a:rPr>
              <a:t>Ask students</a:t>
            </a:r>
          </a:p>
        </p:txBody>
      </p:sp>
      <p:sp>
        <p:nvSpPr>
          <p:cNvPr id="11" name="TextBox 10"/>
          <p:cNvSpPr txBox="1"/>
          <p:nvPr/>
        </p:nvSpPr>
        <p:spPr>
          <a:xfrm>
            <a:off x="2016642" y="5373767"/>
            <a:ext cx="8623997" cy="353943"/>
          </a:xfrm>
          <a:prstGeom prst="rect">
            <a:avLst/>
          </a:prstGeom>
          <a:noFill/>
        </p:spPr>
        <p:txBody>
          <a:bodyPr wrap="square">
            <a:spAutoFit/>
          </a:bodyPr>
          <a:lstStyle/>
          <a:p>
            <a:pPr algn="l"/>
            <a:r>
              <a:rPr sz="1700" b="0" dirty="0">
                <a:solidFill>
                  <a:srgbClr val="191E26"/>
                </a:solidFill>
                <a:latin typeface="Aptos"/>
              </a:rPr>
              <a:t>What time-domain event would create a narrow vertical stripe across many frequencies?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Concept check: two close tones that switch</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CONCEPT CHECK</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0:55–0:58</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77240" y="1371600"/>
            <a:ext cx="10424160" cy="502920"/>
          </a:xfrm>
          <a:prstGeom prst="rect">
            <a:avLst/>
          </a:prstGeom>
          <a:noFill/>
        </p:spPr>
        <p:txBody>
          <a:bodyPr wrap="square">
            <a:spAutoFit/>
          </a:bodyPr>
          <a:lstStyle/>
          <a:p>
            <a:pPr algn="l"/>
            <a:r>
              <a:rPr sz="2300" b="1">
                <a:solidFill>
                  <a:srgbClr val="16253E"/>
                </a:solidFill>
                <a:latin typeface="Aptos"/>
              </a:rPr>
              <a:t>A signal contains 500 Hz for the first 50 ms and 550 Hz for the next 50 ms.</a:t>
            </a:r>
          </a:p>
        </p:txBody>
      </p:sp>
      <p:sp>
        <p:nvSpPr>
          <p:cNvPr id="8" name="TextBox 7"/>
          <p:cNvSpPr txBox="1"/>
          <p:nvPr/>
        </p:nvSpPr>
        <p:spPr>
          <a:xfrm>
            <a:off x="777240" y="2240280"/>
            <a:ext cx="10424160" cy="502920"/>
          </a:xfrm>
          <a:prstGeom prst="rect">
            <a:avLst/>
          </a:prstGeom>
          <a:noFill/>
        </p:spPr>
        <p:txBody>
          <a:bodyPr wrap="square">
            <a:spAutoFit/>
          </a:bodyPr>
          <a:lstStyle/>
          <a:p>
            <a:pPr algn="l"/>
            <a:r>
              <a:rPr sz="2300" b="1">
                <a:solidFill>
                  <a:srgbClr val="2463A0"/>
                </a:solidFill>
                <a:latin typeface="Aptos"/>
              </a:rPr>
              <a:t>Would you begin with a very short or very long STFT window?</a:t>
            </a:r>
          </a:p>
        </p:txBody>
      </p:sp>
      <p:sp>
        <p:nvSpPr>
          <p:cNvPr id="9" name="Rounded Rectangle 8"/>
          <p:cNvSpPr/>
          <p:nvPr/>
        </p:nvSpPr>
        <p:spPr>
          <a:xfrm>
            <a:off x="1280160" y="3291840"/>
            <a:ext cx="9601200" cy="146304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26463" y="3383280"/>
            <a:ext cx="9308592" cy="219456"/>
          </a:xfrm>
          <a:prstGeom prst="rect">
            <a:avLst/>
          </a:prstGeom>
          <a:noFill/>
        </p:spPr>
        <p:txBody>
          <a:bodyPr wrap="square">
            <a:spAutoFit/>
          </a:bodyPr>
          <a:lstStyle/>
          <a:p>
            <a:pPr algn="l"/>
            <a:r>
              <a:rPr sz="1100" b="1">
                <a:solidFill>
                  <a:srgbClr val="24888E"/>
                </a:solidFill>
                <a:latin typeface="Aptos"/>
              </a:rPr>
              <a:t>Good answer</a:t>
            </a:r>
          </a:p>
        </p:txBody>
      </p:sp>
      <p:sp>
        <p:nvSpPr>
          <p:cNvPr id="11" name="TextBox 10"/>
          <p:cNvSpPr txBox="1"/>
          <p:nvPr/>
        </p:nvSpPr>
        <p:spPr>
          <a:xfrm>
            <a:off x="1426463" y="3648456"/>
            <a:ext cx="9308592" cy="1014984"/>
          </a:xfrm>
          <a:prstGeom prst="rect">
            <a:avLst/>
          </a:prstGeom>
          <a:noFill/>
        </p:spPr>
        <p:txBody>
          <a:bodyPr wrap="square">
            <a:spAutoFit/>
          </a:bodyPr>
          <a:lstStyle/>
          <a:p>
            <a:pPr algn="l"/>
            <a:r>
              <a:rPr sz="1700" b="0">
                <a:solidFill>
                  <a:srgbClr val="191E26"/>
                </a:solidFill>
                <a:latin typeface="Aptos"/>
              </a:rPr>
              <a:t>Neither extreme. The window must be long enough to distinguish 50-Hz-separated tones but short enough not to smear the 50-ms transition. The problem is inherently a time–frequency trade-off.</a:t>
            </a:r>
          </a:p>
        </p:txBody>
      </p:sp>
      <mc:AlternateContent xmlns:mc="http://schemas.openxmlformats.org/markup-compatibility/2006">
        <mc:Choice xmlns:p14="http://schemas.microsoft.com/office/powerpoint/2010/main" Requires="p14">
          <p:contentPart p14:bwMode="auto" r:id="rId2">
            <p14:nvContentPartPr>
              <p14:cNvPr id="12" name="Ink 11">
                <a:extLst>
                  <a:ext uri="{FF2B5EF4-FFF2-40B4-BE49-F238E27FC236}">
                    <a16:creationId xmlns:a16="http://schemas.microsoft.com/office/drawing/2014/main" id="{EA4951C6-4FFE-D1C0-83F3-EE8491A1CF35}"/>
                  </a:ext>
                </a:extLst>
              </p14:cNvPr>
              <p14:cNvContentPartPr/>
              <p14:nvPr/>
            </p14:nvContentPartPr>
            <p14:xfrm>
              <a:off x="1156822" y="5434016"/>
              <a:ext cx="3441600" cy="70920"/>
            </p14:xfrm>
          </p:contentPart>
        </mc:Choice>
        <mc:Fallback>
          <p:pic>
            <p:nvPicPr>
              <p:cNvPr id="12" name="Ink 11">
                <a:extLst>
                  <a:ext uri="{FF2B5EF4-FFF2-40B4-BE49-F238E27FC236}">
                    <a16:creationId xmlns:a16="http://schemas.microsoft.com/office/drawing/2014/main" id="{EA4951C6-4FFE-D1C0-83F3-EE8491A1CF35}"/>
                  </a:ext>
                </a:extLst>
              </p:cNvPr>
              <p:cNvPicPr/>
              <p:nvPr/>
            </p:nvPicPr>
            <p:blipFill>
              <a:blip r:embed="rId3"/>
              <a:stretch>
                <a:fillRect/>
              </a:stretch>
            </p:blipFill>
            <p:spPr>
              <a:xfrm>
                <a:off x="1148182" y="5425016"/>
                <a:ext cx="345924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5320CB72-FD66-46B5-FC7C-01E5CF17341D}"/>
                  </a:ext>
                </a:extLst>
              </p14:cNvPr>
              <p14:cNvContentPartPr/>
              <p14:nvPr/>
            </p14:nvContentPartPr>
            <p14:xfrm>
              <a:off x="1679902" y="5072216"/>
              <a:ext cx="404640" cy="630000"/>
            </p14:xfrm>
          </p:contentPart>
        </mc:Choice>
        <mc:Fallback>
          <p:pic>
            <p:nvPicPr>
              <p:cNvPr id="14" name="Ink 13">
                <a:extLst>
                  <a:ext uri="{FF2B5EF4-FFF2-40B4-BE49-F238E27FC236}">
                    <a16:creationId xmlns:a16="http://schemas.microsoft.com/office/drawing/2014/main" id="{5320CB72-FD66-46B5-FC7C-01E5CF17341D}"/>
                  </a:ext>
                </a:extLst>
              </p:cNvPr>
              <p:cNvPicPr/>
              <p:nvPr/>
            </p:nvPicPr>
            <p:blipFill>
              <a:blip r:embed="rId5"/>
              <a:stretch>
                <a:fillRect/>
              </a:stretch>
            </p:blipFill>
            <p:spPr>
              <a:xfrm>
                <a:off x="1671262" y="5063216"/>
                <a:ext cx="422280" cy="647640"/>
              </a:xfrm>
              <a:prstGeom prst="rect">
                <a:avLst/>
              </a:prstGeom>
            </p:spPr>
          </p:pic>
        </mc:Fallback>
      </mc:AlternateContent>
      <p:grpSp>
        <p:nvGrpSpPr>
          <p:cNvPr id="19" name="Group 18">
            <a:extLst>
              <a:ext uri="{FF2B5EF4-FFF2-40B4-BE49-F238E27FC236}">
                <a16:creationId xmlns:a16="http://schemas.microsoft.com/office/drawing/2014/main" id="{82F60767-EE48-D0F3-6EE1-72135FBEADF7}"/>
              </a:ext>
            </a:extLst>
          </p:cNvPr>
          <p:cNvGrpSpPr/>
          <p:nvPr/>
        </p:nvGrpSpPr>
        <p:grpSpPr>
          <a:xfrm>
            <a:off x="2092462" y="5059256"/>
            <a:ext cx="627120" cy="1033920"/>
            <a:chOff x="2092462" y="5059256"/>
            <a:chExt cx="627120" cy="1033920"/>
          </a:xfrm>
        </p:grpSpPr>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FBF92574-3A8C-7EF1-01B6-A845A12358CC}"/>
                    </a:ext>
                  </a:extLst>
                </p14:cNvPr>
                <p14:cNvContentPartPr/>
                <p14:nvPr/>
              </p14:nvContentPartPr>
              <p14:xfrm>
                <a:off x="2092462" y="5059256"/>
                <a:ext cx="605520" cy="617400"/>
              </p14:xfrm>
            </p:contentPart>
          </mc:Choice>
          <mc:Fallback>
            <p:pic>
              <p:nvPicPr>
                <p:cNvPr id="15" name="Ink 14">
                  <a:extLst>
                    <a:ext uri="{FF2B5EF4-FFF2-40B4-BE49-F238E27FC236}">
                      <a16:creationId xmlns:a16="http://schemas.microsoft.com/office/drawing/2014/main" id="{FBF92574-3A8C-7EF1-01B6-A845A12358CC}"/>
                    </a:ext>
                  </a:extLst>
                </p:cNvPr>
                <p:cNvPicPr/>
                <p:nvPr/>
              </p:nvPicPr>
              <p:blipFill>
                <a:blip r:embed="rId7"/>
                <a:stretch>
                  <a:fillRect/>
                </a:stretch>
              </p:blipFill>
              <p:spPr>
                <a:xfrm>
                  <a:off x="2083462" y="5050256"/>
                  <a:ext cx="623160" cy="635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35553F13-B126-19C7-C542-0707EE8D4B57}"/>
                    </a:ext>
                  </a:extLst>
                </p14:cNvPr>
                <p14:cNvContentPartPr/>
                <p14:nvPr/>
              </p14:nvContentPartPr>
              <p14:xfrm>
                <a:off x="2494222" y="5815976"/>
                <a:ext cx="52200" cy="252360"/>
              </p14:xfrm>
            </p:contentPart>
          </mc:Choice>
          <mc:Fallback>
            <p:pic>
              <p:nvPicPr>
                <p:cNvPr id="16" name="Ink 15">
                  <a:extLst>
                    <a:ext uri="{FF2B5EF4-FFF2-40B4-BE49-F238E27FC236}">
                      <a16:creationId xmlns:a16="http://schemas.microsoft.com/office/drawing/2014/main" id="{35553F13-B126-19C7-C542-0707EE8D4B57}"/>
                    </a:ext>
                  </a:extLst>
                </p:cNvPr>
                <p:cNvPicPr/>
                <p:nvPr/>
              </p:nvPicPr>
              <p:blipFill>
                <a:blip r:embed="rId9"/>
                <a:stretch>
                  <a:fillRect/>
                </a:stretch>
              </p:blipFill>
              <p:spPr>
                <a:xfrm>
                  <a:off x="2485582" y="5807336"/>
                  <a:ext cx="6984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9A1D1991-0A37-CC45-4C63-F859F7160C6C}"/>
                    </a:ext>
                  </a:extLst>
                </p14:cNvPr>
                <p14:cNvContentPartPr/>
                <p14:nvPr/>
              </p14:nvContentPartPr>
              <p14:xfrm>
                <a:off x="2444902" y="5953496"/>
                <a:ext cx="128160" cy="21960"/>
              </p14:xfrm>
            </p:contentPart>
          </mc:Choice>
          <mc:Fallback>
            <p:pic>
              <p:nvPicPr>
                <p:cNvPr id="17" name="Ink 16">
                  <a:extLst>
                    <a:ext uri="{FF2B5EF4-FFF2-40B4-BE49-F238E27FC236}">
                      <a16:creationId xmlns:a16="http://schemas.microsoft.com/office/drawing/2014/main" id="{9A1D1991-0A37-CC45-4C63-F859F7160C6C}"/>
                    </a:ext>
                  </a:extLst>
                </p:cNvPr>
                <p:cNvPicPr/>
                <p:nvPr/>
              </p:nvPicPr>
              <p:blipFill>
                <a:blip r:embed="rId11"/>
                <a:stretch>
                  <a:fillRect/>
                </a:stretch>
              </p:blipFill>
              <p:spPr>
                <a:xfrm>
                  <a:off x="2436262" y="5944856"/>
                  <a:ext cx="1458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Ink 17">
                  <a:extLst>
                    <a:ext uri="{FF2B5EF4-FFF2-40B4-BE49-F238E27FC236}">
                      <a16:creationId xmlns:a16="http://schemas.microsoft.com/office/drawing/2014/main" id="{E62E234B-B609-C325-8287-C747BA231D1E}"/>
                    </a:ext>
                  </a:extLst>
                </p14:cNvPr>
                <p14:cNvContentPartPr/>
                <p14:nvPr/>
              </p14:nvContentPartPr>
              <p14:xfrm>
                <a:off x="2610142" y="6001736"/>
                <a:ext cx="109440" cy="91440"/>
              </p14:xfrm>
            </p:contentPart>
          </mc:Choice>
          <mc:Fallback>
            <p:pic>
              <p:nvPicPr>
                <p:cNvPr id="18" name="Ink 17">
                  <a:extLst>
                    <a:ext uri="{FF2B5EF4-FFF2-40B4-BE49-F238E27FC236}">
                      <a16:creationId xmlns:a16="http://schemas.microsoft.com/office/drawing/2014/main" id="{E62E234B-B609-C325-8287-C747BA231D1E}"/>
                    </a:ext>
                  </a:extLst>
                </p:cNvPr>
                <p:cNvPicPr/>
                <p:nvPr/>
              </p:nvPicPr>
              <p:blipFill>
                <a:blip r:embed="rId13"/>
                <a:stretch>
                  <a:fillRect/>
                </a:stretch>
              </p:blipFill>
              <p:spPr>
                <a:xfrm>
                  <a:off x="2601142" y="5993096"/>
                  <a:ext cx="127080" cy="109080"/>
                </a:xfrm>
                <a:prstGeom prst="rect">
                  <a:avLst/>
                </a:prstGeom>
              </p:spPr>
            </p:pic>
          </mc:Fallback>
        </mc:AlternateContent>
      </p:grpSp>
      <p:grpSp>
        <p:nvGrpSpPr>
          <p:cNvPr id="26" name="Group 25">
            <a:extLst>
              <a:ext uri="{FF2B5EF4-FFF2-40B4-BE49-F238E27FC236}">
                <a16:creationId xmlns:a16="http://schemas.microsoft.com/office/drawing/2014/main" id="{3C49B636-58DE-E33D-C543-52AB13C43BB4}"/>
              </a:ext>
            </a:extLst>
          </p:cNvPr>
          <p:cNvGrpSpPr/>
          <p:nvPr/>
        </p:nvGrpSpPr>
        <p:grpSpPr>
          <a:xfrm>
            <a:off x="1786102" y="5774576"/>
            <a:ext cx="526680" cy="363600"/>
            <a:chOff x="1786102" y="5774576"/>
            <a:chExt cx="526680" cy="363600"/>
          </a:xfrm>
        </p:grpSpPr>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D9B2AE69-F430-1975-9E65-5E48C3740D01}"/>
                    </a:ext>
                  </a:extLst>
                </p14:cNvPr>
                <p14:cNvContentPartPr/>
                <p14:nvPr/>
              </p14:nvContentPartPr>
              <p14:xfrm>
                <a:off x="1791862" y="5774576"/>
                <a:ext cx="90360" cy="363600"/>
              </p14:xfrm>
            </p:contentPart>
          </mc:Choice>
          <mc:Fallback>
            <p:pic>
              <p:nvPicPr>
                <p:cNvPr id="20" name="Ink 19">
                  <a:extLst>
                    <a:ext uri="{FF2B5EF4-FFF2-40B4-BE49-F238E27FC236}">
                      <a16:creationId xmlns:a16="http://schemas.microsoft.com/office/drawing/2014/main" id="{D9B2AE69-F430-1975-9E65-5E48C3740D01}"/>
                    </a:ext>
                  </a:extLst>
                </p:cNvPr>
                <p:cNvPicPr/>
                <p:nvPr/>
              </p:nvPicPr>
              <p:blipFill>
                <a:blip r:embed="rId15"/>
                <a:stretch>
                  <a:fillRect/>
                </a:stretch>
              </p:blipFill>
              <p:spPr>
                <a:xfrm>
                  <a:off x="1783222" y="5765576"/>
                  <a:ext cx="108000" cy="3812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1" name="Ink 20">
                  <a:extLst>
                    <a:ext uri="{FF2B5EF4-FFF2-40B4-BE49-F238E27FC236}">
                      <a16:creationId xmlns:a16="http://schemas.microsoft.com/office/drawing/2014/main" id="{0AF5E2F3-1E4B-95A5-3DEA-A92783BFBEAD}"/>
                    </a:ext>
                  </a:extLst>
                </p14:cNvPr>
                <p14:cNvContentPartPr/>
                <p14:nvPr/>
              </p14:nvContentPartPr>
              <p14:xfrm>
                <a:off x="1786102" y="6017576"/>
                <a:ext cx="127800" cy="32400"/>
              </p14:xfrm>
            </p:contentPart>
          </mc:Choice>
          <mc:Fallback>
            <p:pic>
              <p:nvPicPr>
                <p:cNvPr id="21" name="Ink 20">
                  <a:extLst>
                    <a:ext uri="{FF2B5EF4-FFF2-40B4-BE49-F238E27FC236}">
                      <a16:creationId xmlns:a16="http://schemas.microsoft.com/office/drawing/2014/main" id="{0AF5E2F3-1E4B-95A5-3DEA-A92783BFBEAD}"/>
                    </a:ext>
                  </a:extLst>
                </p:cNvPr>
                <p:cNvPicPr/>
                <p:nvPr/>
              </p:nvPicPr>
              <p:blipFill>
                <a:blip r:embed="rId17"/>
                <a:stretch>
                  <a:fillRect/>
                </a:stretch>
              </p:blipFill>
              <p:spPr>
                <a:xfrm>
                  <a:off x="1777462" y="6008936"/>
                  <a:ext cx="14544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2" name="Ink 21">
                  <a:extLst>
                    <a:ext uri="{FF2B5EF4-FFF2-40B4-BE49-F238E27FC236}">
                      <a16:creationId xmlns:a16="http://schemas.microsoft.com/office/drawing/2014/main" id="{503CC73B-207D-F70D-D213-9D8D698AC7F5}"/>
                    </a:ext>
                  </a:extLst>
                </p14:cNvPr>
                <p14:cNvContentPartPr/>
                <p14:nvPr/>
              </p14:nvContentPartPr>
              <p14:xfrm>
                <a:off x="1945582" y="6033776"/>
                <a:ext cx="35280" cy="69840"/>
              </p14:xfrm>
            </p:contentPart>
          </mc:Choice>
          <mc:Fallback>
            <p:pic>
              <p:nvPicPr>
                <p:cNvPr id="22" name="Ink 21">
                  <a:extLst>
                    <a:ext uri="{FF2B5EF4-FFF2-40B4-BE49-F238E27FC236}">
                      <a16:creationId xmlns:a16="http://schemas.microsoft.com/office/drawing/2014/main" id="{503CC73B-207D-F70D-D213-9D8D698AC7F5}"/>
                    </a:ext>
                  </a:extLst>
                </p:cNvPr>
                <p:cNvPicPr/>
                <p:nvPr/>
              </p:nvPicPr>
              <p:blipFill>
                <a:blip r:embed="rId19"/>
                <a:stretch>
                  <a:fillRect/>
                </a:stretch>
              </p:blipFill>
              <p:spPr>
                <a:xfrm>
                  <a:off x="1936582" y="6025136"/>
                  <a:ext cx="5292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4" name="Ink 23">
                  <a:extLst>
                    <a:ext uri="{FF2B5EF4-FFF2-40B4-BE49-F238E27FC236}">
                      <a16:creationId xmlns:a16="http://schemas.microsoft.com/office/drawing/2014/main" id="{87B56FDC-683A-8308-77B2-2FD74CB2A0F9}"/>
                    </a:ext>
                  </a:extLst>
                </p14:cNvPr>
                <p14:cNvContentPartPr/>
                <p14:nvPr/>
              </p14:nvContentPartPr>
              <p14:xfrm>
                <a:off x="2119822" y="5957456"/>
                <a:ext cx="192960" cy="76680"/>
              </p14:xfrm>
            </p:contentPart>
          </mc:Choice>
          <mc:Fallback>
            <p:pic>
              <p:nvPicPr>
                <p:cNvPr id="24" name="Ink 23">
                  <a:extLst>
                    <a:ext uri="{FF2B5EF4-FFF2-40B4-BE49-F238E27FC236}">
                      <a16:creationId xmlns:a16="http://schemas.microsoft.com/office/drawing/2014/main" id="{87B56FDC-683A-8308-77B2-2FD74CB2A0F9}"/>
                    </a:ext>
                  </a:extLst>
                </p:cNvPr>
                <p:cNvPicPr/>
                <p:nvPr/>
              </p:nvPicPr>
              <p:blipFill>
                <a:blip r:embed="rId21"/>
                <a:stretch>
                  <a:fillRect/>
                </a:stretch>
              </p:blipFill>
              <p:spPr>
                <a:xfrm>
                  <a:off x="2110822" y="5948456"/>
                  <a:ext cx="21060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5" name="Ink 24">
                  <a:extLst>
                    <a:ext uri="{FF2B5EF4-FFF2-40B4-BE49-F238E27FC236}">
                      <a16:creationId xmlns:a16="http://schemas.microsoft.com/office/drawing/2014/main" id="{A15F96B2-6193-8858-47DA-8B845DC4EBD2}"/>
                    </a:ext>
                  </a:extLst>
                </p14:cNvPr>
                <p14:cNvContentPartPr/>
                <p14:nvPr/>
              </p14:nvContentPartPr>
              <p14:xfrm>
                <a:off x="2111182" y="5882576"/>
                <a:ext cx="159120" cy="77040"/>
              </p14:xfrm>
            </p:contentPart>
          </mc:Choice>
          <mc:Fallback>
            <p:pic>
              <p:nvPicPr>
                <p:cNvPr id="25" name="Ink 24">
                  <a:extLst>
                    <a:ext uri="{FF2B5EF4-FFF2-40B4-BE49-F238E27FC236}">
                      <a16:creationId xmlns:a16="http://schemas.microsoft.com/office/drawing/2014/main" id="{A15F96B2-6193-8858-47DA-8B845DC4EBD2}"/>
                    </a:ext>
                  </a:extLst>
                </p:cNvPr>
                <p:cNvPicPr/>
                <p:nvPr/>
              </p:nvPicPr>
              <p:blipFill>
                <a:blip r:embed="rId23"/>
                <a:stretch>
                  <a:fillRect/>
                </a:stretch>
              </p:blipFill>
              <p:spPr>
                <a:xfrm>
                  <a:off x="2102182" y="5873576"/>
                  <a:ext cx="176760" cy="94680"/>
                </a:xfrm>
                <a:prstGeom prst="rect">
                  <a:avLst/>
                </a:prstGeom>
              </p:spPr>
            </p:pic>
          </mc:Fallback>
        </mc:AlternateContent>
      </p:grpSp>
      <p:grpSp>
        <p:nvGrpSpPr>
          <p:cNvPr id="38" name="Group 37">
            <a:extLst>
              <a:ext uri="{FF2B5EF4-FFF2-40B4-BE49-F238E27FC236}">
                <a16:creationId xmlns:a16="http://schemas.microsoft.com/office/drawing/2014/main" id="{434D4C04-D5E0-E3CA-CF26-592E1D5E43B9}"/>
              </a:ext>
            </a:extLst>
          </p:cNvPr>
          <p:cNvGrpSpPr/>
          <p:nvPr/>
        </p:nvGrpSpPr>
        <p:grpSpPr>
          <a:xfrm>
            <a:off x="1311982" y="4687736"/>
            <a:ext cx="1993680" cy="479160"/>
            <a:chOff x="1311982" y="4687736"/>
            <a:chExt cx="1993680" cy="479160"/>
          </a:xfrm>
        </p:grpSpPr>
        <mc:AlternateContent xmlns:mc="http://schemas.openxmlformats.org/markup-compatibility/2006">
          <mc:Choice xmlns:p14="http://schemas.microsoft.com/office/powerpoint/2010/main" Requires="p14">
            <p:contentPart p14:bwMode="auto" r:id="rId24">
              <p14:nvContentPartPr>
                <p14:cNvPr id="27" name="Ink 26">
                  <a:extLst>
                    <a:ext uri="{FF2B5EF4-FFF2-40B4-BE49-F238E27FC236}">
                      <a16:creationId xmlns:a16="http://schemas.microsoft.com/office/drawing/2014/main" id="{7EE27DE4-B843-56FA-634F-FDA36B2AC4C2}"/>
                    </a:ext>
                  </a:extLst>
                </p14:cNvPr>
                <p14:cNvContentPartPr/>
                <p14:nvPr/>
              </p14:nvContentPartPr>
              <p14:xfrm>
                <a:off x="1617622" y="4996976"/>
                <a:ext cx="479160" cy="14400"/>
              </p14:xfrm>
            </p:contentPart>
          </mc:Choice>
          <mc:Fallback>
            <p:pic>
              <p:nvPicPr>
                <p:cNvPr id="27" name="Ink 26">
                  <a:extLst>
                    <a:ext uri="{FF2B5EF4-FFF2-40B4-BE49-F238E27FC236}">
                      <a16:creationId xmlns:a16="http://schemas.microsoft.com/office/drawing/2014/main" id="{7EE27DE4-B843-56FA-634F-FDA36B2AC4C2}"/>
                    </a:ext>
                  </a:extLst>
                </p:cNvPr>
                <p:cNvPicPr/>
                <p:nvPr/>
              </p:nvPicPr>
              <p:blipFill>
                <a:blip r:embed="rId25"/>
                <a:stretch>
                  <a:fillRect/>
                </a:stretch>
              </p:blipFill>
              <p:spPr>
                <a:xfrm>
                  <a:off x="1608982" y="4987976"/>
                  <a:ext cx="49680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8" name="Ink 27">
                  <a:extLst>
                    <a:ext uri="{FF2B5EF4-FFF2-40B4-BE49-F238E27FC236}">
                      <a16:creationId xmlns:a16="http://schemas.microsoft.com/office/drawing/2014/main" id="{21E22258-3754-9BF0-E5F3-8E3DE24879DF}"/>
                    </a:ext>
                  </a:extLst>
                </p14:cNvPr>
                <p14:cNvContentPartPr/>
                <p14:nvPr/>
              </p14:nvContentPartPr>
              <p14:xfrm>
                <a:off x="2168422" y="4783496"/>
                <a:ext cx="23400" cy="225720"/>
              </p14:xfrm>
            </p:contentPart>
          </mc:Choice>
          <mc:Fallback>
            <p:pic>
              <p:nvPicPr>
                <p:cNvPr id="28" name="Ink 27">
                  <a:extLst>
                    <a:ext uri="{FF2B5EF4-FFF2-40B4-BE49-F238E27FC236}">
                      <a16:creationId xmlns:a16="http://schemas.microsoft.com/office/drawing/2014/main" id="{21E22258-3754-9BF0-E5F3-8E3DE24879DF}"/>
                    </a:ext>
                  </a:extLst>
                </p:cNvPr>
                <p:cNvPicPr/>
                <p:nvPr/>
              </p:nvPicPr>
              <p:blipFill>
                <a:blip r:embed="rId27"/>
                <a:stretch>
                  <a:fillRect/>
                </a:stretch>
              </p:blipFill>
              <p:spPr>
                <a:xfrm>
                  <a:off x="2159422" y="4774496"/>
                  <a:ext cx="4104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9" name="Ink 28">
                  <a:extLst>
                    <a:ext uri="{FF2B5EF4-FFF2-40B4-BE49-F238E27FC236}">
                      <a16:creationId xmlns:a16="http://schemas.microsoft.com/office/drawing/2014/main" id="{6FCA9CB1-BDD6-C622-89B8-F2EBCB6EEDC3}"/>
                    </a:ext>
                  </a:extLst>
                </p14:cNvPr>
                <p14:cNvContentPartPr/>
                <p14:nvPr/>
              </p14:nvContentPartPr>
              <p14:xfrm>
                <a:off x="2163382" y="4779176"/>
                <a:ext cx="725760" cy="27360"/>
              </p14:xfrm>
            </p:contentPart>
          </mc:Choice>
          <mc:Fallback>
            <p:pic>
              <p:nvPicPr>
                <p:cNvPr id="29" name="Ink 28">
                  <a:extLst>
                    <a:ext uri="{FF2B5EF4-FFF2-40B4-BE49-F238E27FC236}">
                      <a16:creationId xmlns:a16="http://schemas.microsoft.com/office/drawing/2014/main" id="{6FCA9CB1-BDD6-C622-89B8-F2EBCB6EEDC3}"/>
                    </a:ext>
                  </a:extLst>
                </p:cNvPr>
                <p:cNvPicPr/>
                <p:nvPr/>
              </p:nvPicPr>
              <p:blipFill>
                <a:blip r:embed="rId29"/>
                <a:stretch>
                  <a:fillRect/>
                </a:stretch>
              </p:blipFill>
              <p:spPr>
                <a:xfrm>
                  <a:off x="2154742" y="4770536"/>
                  <a:ext cx="74340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1" name="Ink 30">
                  <a:extLst>
                    <a:ext uri="{FF2B5EF4-FFF2-40B4-BE49-F238E27FC236}">
                      <a16:creationId xmlns:a16="http://schemas.microsoft.com/office/drawing/2014/main" id="{D260E771-6D31-ECC5-FE0D-F82546403F3C}"/>
                    </a:ext>
                  </a:extLst>
                </p14:cNvPr>
                <p14:cNvContentPartPr/>
                <p14:nvPr/>
              </p14:nvContentPartPr>
              <p14:xfrm>
                <a:off x="1336462" y="4915616"/>
                <a:ext cx="77760" cy="216720"/>
              </p14:xfrm>
            </p:contentPart>
          </mc:Choice>
          <mc:Fallback>
            <p:pic>
              <p:nvPicPr>
                <p:cNvPr id="31" name="Ink 30">
                  <a:extLst>
                    <a:ext uri="{FF2B5EF4-FFF2-40B4-BE49-F238E27FC236}">
                      <a16:creationId xmlns:a16="http://schemas.microsoft.com/office/drawing/2014/main" id="{D260E771-6D31-ECC5-FE0D-F82546403F3C}"/>
                    </a:ext>
                  </a:extLst>
                </p:cNvPr>
                <p:cNvPicPr/>
                <p:nvPr/>
              </p:nvPicPr>
              <p:blipFill>
                <a:blip r:embed="rId31"/>
                <a:stretch>
                  <a:fillRect/>
                </a:stretch>
              </p:blipFill>
              <p:spPr>
                <a:xfrm>
                  <a:off x="1327462" y="4906616"/>
                  <a:ext cx="9540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2" name="Ink 31">
                  <a:extLst>
                    <a:ext uri="{FF2B5EF4-FFF2-40B4-BE49-F238E27FC236}">
                      <a16:creationId xmlns:a16="http://schemas.microsoft.com/office/drawing/2014/main" id="{C09E4A60-B6B4-4146-B123-A46CC45AFBCA}"/>
                    </a:ext>
                  </a:extLst>
                </p14:cNvPr>
                <p14:cNvContentPartPr/>
                <p14:nvPr/>
              </p14:nvContentPartPr>
              <p14:xfrm>
                <a:off x="1311982" y="5049536"/>
                <a:ext cx="150120" cy="16920"/>
              </p14:xfrm>
            </p:contentPart>
          </mc:Choice>
          <mc:Fallback>
            <p:pic>
              <p:nvPicPr>
                <p:cNvPr id="32" name="Ink 31">
                  <a:extLst>
                    <a:ext uri="{FF2B5EF4-FFF2-40B4-BE49-F238E27FC236}">
                      <a16:creationId xmlns:a16="http://schemas.microsoft.com/office/drawing/2014/main" id="{C09E4A60-B6B4-4146-B123-A46CC45AFBCA}"/>
                    </a:ext>
                  </a:extLst>
                </p:cNvPr>
                <p:cNvPicPr/>
                <p:nvPr/>
              </p:nvPicPr>
              <p:blipFill>
                <a:blip r:embed="rId33"/>
                <a:stretch>
                  <a:fillRect/>
                </a:stretch>
              </p:blipFill>
              <p:spPr>
                <a:xfrm>
                  <a:off x="1302982" y="5040896"/>
                  <a:ext cx="16776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3" name="Ink 32">
                  <a:extLst>
                    <a:ext uri="{FF2B5EF4-FFF2-40B4-BE49-F238E27FC236}">
                      <a16:creationId xmlns:a16="http://schemas.microsoft.com/office/drawing/2014/main" id="{5D2ED018-1042-90FA-BB48-59545DA64F9F}"/>
                    </a:ext>
                  </a:extLst>
                </p14:cNvPr>
                <p14:cNvContentPartPr/>
                <p14:nvPr/>
              </p14:nvContentPartPr>
              <p14:xfrm>
                <a:off x="1499182" y="5071496"/>
                <a:ext cx="20520" cy="95400"/>
              </p14:xfrm>
            </p:contentPart>
          </mc:Choice>
          <mc:Fallback>
            <p:pic>
              <p:nvPicPr>
                <p:cNvPr id="33" name="Ink 32">
                  <a:extLst>
                    <a:ext uri="{FF2B5EF4-FFF2-40B4-BE49-F238E27FC236}">
                      <a16:creationId xmlns:a16="http://schemas.microsoft.com/office/drawing/2014/main" id="{5D2ED018-1042-90FA-BB48-59545DA64F9F}"/>
                    </a:ext>
                  </a:extLst>
                </p:cNvPr>
                <p:cNvPicPr/>
                <p:nvPr/>
              </p:nvPicPr>
              <p:blipFill>
                <a:blip r:embed="rId35"/>
                <a:stretch>
                  <a:fillRect/>
                </a:stretch>
              </p:blipFill>
              <p:spPr>
                <a:xfrm>
                  <a:off x="1490182" y="5062856"/>
                  <a:ext cx="3816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5" name="Ink 34">
                  <a:extLst>
                    <a:ext uri="{FF2B5EF4-FFF2-40B4-BE49-F238E27FC236}">
                      <a16:creationId xmlns:a16="http://schemas.microsoft.com/office/drawing/2014/main" id="{A983CBF5-10A4-1396-CF1F-B6D457206643}"/>
                    </a:ext>
                  </a:extLst>
                </p14:cNvPr>
                <p14:cNvContentPartPr/>
                <p14:nvPr/>
              </p14:nvContentPartPr>
              <p14:xfrm>
                <a:off x="2976262" y="4687736"/>
                <a:ext cx="129600" cy="299520"/>
              </p14:xfrm>
            </p:contentPart>
          </mc:Choice>
          <mc:Fallback>
            <p:pic>
              <p:nvPicPr>
                <p:cNvPr id="35" name="Ink 34">
                  <a:extLst>
                    <a:ext uri="{FF2B5EF4-FFF2-40B4-BE49-F238E27FC236}">
                      <a16:creationId xmlns:a16="http://schemas.microsoft.com/office/drawing/2014/main" id="{A983CBF5-10A4-1396-CF1F-B6D457206643}"/>
                    </a:ext>
                  </a:extLst>
                </p:cNvPr>
                <p:cNvPicPr/>
                <p:nvPr/>
              </p:nvPicPr>
              <p:blipFill>
                <a:blip r:embed="rId37"/>
                <a:stretch>
                  <a:fillRect/>
                </a:stretch>
              </p:blipFill>
              <p:spPr>
                <a:xfrm>
                  <a:off x="2967622" y="4679096"/>
                  <a:ext cx="147240" cy="317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6" name="Ink 35">
                  <a:extLst>
                    <a:ext uri="{FF2B5EF4-FFF2-40B4-BE49-F238E27FC236}">
                      <a16:creationId xmlns:a16="http://schemas.microsoft.com/office/drawing/2014/main" id="{DD4ED12B-2CFE-4F5B-74F6-8BE2F079EF70}"/>
                    </a:ext>
                  </a:extLst>
                </p14:cNvPr>
                <p14:cNvContentPartPr/>
                <p14:nvPr/>
              </p14:nvContentPartPr>
              <p14:xfrm>
                <a:off x="3046822" y="4869176"/>
                <a:ext cx="111240" cy="16560"/>
              </p14:xfrm>
            </p:contentPart>
          </mc:Choice>
          <mc:Fallback>
            <p:pic>
              <p:nvPicPr>
                <p:cNvPr id="36" name="Ink 35">
                  <a:extLst>
                    <a:ext uri="{FF2B5EF4-FFF2-40B4-BE49-F238E27FC236}">
                      <a16:creationId xmlns:a16="http://schemas.microsoft.com/office/drawing/2014/main" id="{DD4ED12B-2CFE-4F5B-74F6-8BE2F079EF70}"/>
                    </a:ext>
                  </a:extLst>
                </p:cNvPr>
                <p:cNvPicPr/>
                <p:nvPr/>
              </p:nvPicPr>
              <p:blipFill>
                <a:blip r:embed="rId39"/>
                <a:stretch>
                  <a:fillRect/>
                </a:stretch>
              </p:blipFill>
              <p:spPr>
                <a:xfrm>
                  <a:off x="3037822" y="4860536"/>
                  <a:ext cx="12888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7" name="Ink 36">
                  <a:extLst>
                    <a:ext uri="{FF2B5EF4-FFF2-40B4-BE49-F238E27FC236}">
                      <a16:creationId xmlns:a16="http://schemas.microsoft.com/office/drawing/2014/main" id="{CF03F59A-38CB-B38D-8D7B-6356083E2A56}"/>
                    </a:ext>
                  </a:extLst>
                </p14:cNvPr>
                <p14:cNvContentPartPr/>
                <p14:nvPr/>
              </p14:nvContentPartPr>
              <p14:xfrm>
                <a:off x="3173542" y="4876736"/>
                <a:ext cx="132120" cy="119880"/>
              </p14:xfrm>
            </p:contentPart>
          </mc:Choice>
          <mc:Fallback>
            <p:pic>
              <p:nvPicPr>
                <p:cNvPr id="37" name="Ink 36">
                  <a:extLst>
                    <a:ext uri="{FF2B5EF4-FFF2-40B4-BE49-F238E27FC236}">
                      <a16:creationId xmlns:a16="http://schemas.microsoft.com/office/drawing/2014/main" id="{CF03F59A-38CB-B38D-8D7B-6356083E2A56}"/>
                    </a:ext>
                  </a:extLst>
                </p:cNvPr>
                <p:cNvPicPr/>
                <p:nvPr/>
              </p:nvPicPr>
              <p:blipFill>
                <a:blip r:embed="rId41"/>
                <a:stretch>
                  <a:fillRect/>
                </a:stretch>
              </p:blipFill>
              <p:spPr>
                <a:xfrm>
                  <a:off x="3164902" y="4867736"/>
                  <a:ext cx="149760" cy="137520"/>
                </a:xfrm>
                <a:prstGeom prst="rect">
                  <a:avLst/>
                </a:prstGeom>
              </p:spPr>
            </p:pic>
          </mc:Fallback>
        </mc:AlternateContent>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Spectrograms as CNN inputs</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0:58–1:04</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spectrogram_ml_examples.png"/>
          <p:cNvPicPr>
            <a:picLocks noChangeAspect="1"/>
          </p:cNvPicPr>
          <p:nvPr/>
        </p:nvPicPr>
        <p:blipFill>
          <a:blip r:embed="rId2"/>
          <a:stretch>
            <a:fillRect/>
          </a:stretch>
        </p:blipFill>
        <p:spPr>
          <a:xfrm>
            <a:off x="548640" y="1371600"/>
            <a:ext cx="6766560" cy="2560320"/>
          </a:xfrm>
          <a:prstGeom prst="rect">
            <a:avLst/>
          </a:prstGeom>
        </p:spPr>
      </p:pic>
      <p:sp>
        <p:nvSpPr>
          <p:cNvPr id="8" name="TextBox 7"/>
          <p:cNvSpPr txBox="1"/>
          <p:nvPr/>
        </p:nvSpPr>
        <p:spPr>
          <a:xfrm>
            <a:off x="7498079" y="1280160"/>
            <a:ext cx="3840480" cy="3017520"/>
          </a:xfrm>
          <a:prstGeom prst="rect">
            <a:avLst/>
          </a:prstGeom>
          <a:noFill/>
        </p:spPr>
        <p:txBody>
          <a:bodyPr wrap="square">
            <a:spAutoFit/>
          </a:bodyPr>
          <a:lstStyle/>
          <a:p>
            <a:pPr>
              <a:spcAft>
                <a:spcPts val="700"/>
              </a:spcAft>
              <a:defRPr sz="1800">
                <a:solidFill>
                  <a:srgbClr val="191E26"/>
                </a:solidFill>
                <a:latin typeface="Aptos"/>
              </a:defRPr>
            </a:pPr>
            <a:r>
              <a:t>• Frequency bins behave like a vertical spatial axis.</a:t>
            </a:r>
          </a:p>
          <a:p>
            <a:pPr>
              <a:spcAft>
                <a:spcPts val="700"/>
              </a:spcAft>
              <a:defRPr sz="1800">
                <a:solidFill>
                  <a:srgbClr val="191E26"/>
                </a:solidFill>
                <a:latin typeface="Aptos"/>
              </a:defRPr>
            </a:pPr>
            <a:r>
              <a:t>• Time frames behave like a horizontal spatial axis.</a:t>
            </a:r>
          </a:p>
          <a:p>
            <a:pPr>
              <a:spcAft>
                <a:spcPts val="700"/>
              </a:spcAft>
              <a:defRPr sz="1800">
                <a:solidFill>
                  <a:srgbClr val="191E26"/>
                </a:solidFill>
                <a:latin typeface="Aptos"/>
              </a:defRPr>
            </a:pPr>
            <a:r>
              <a:t>• Local 2-D filters can learn ridges, transients, harmonic patterns, and modulations.</a:t>
            </a:r>
          </a:p>
          <a:p>
            <a:pPr>
              <a:spcAft>
                <a:spcPts val="700"/>
              </a:spcAft>
              <a:defRPr sz="1800">
                <a:solidFill>
                  <a:srgbClr val="191E26"/>
                </a:solidFill>
                <a:latin typeface="Aptos"/>
              </a:defRPr>
            </a:pPr>
            <a:r>
              <a:t>• Typical tensor shape: [batch, channel, frequency, time].</a:t>
            </a:r>
          </a:p>
        </p:txBody>
      </p:sp>
      <p:sp>
        <p:nvSpPr>
          <p:cNvPr id="9" name="TextBox 8"/>
          <p:cNvSpPr txBox="1"/>
          <p:nvPr/>
        </p:nvSpPr>
        <p:spPr>
          <a:xfrm>
            <a:off x="7635240" y="4572000"/>
            <a:ext cx="3486416" cy="430887"/>
          </a:xfrm>
          <a:prstGeom prst="rect">
            <a:avLst/>
          </a:prstGeom>
          <a:noFill/>
        </p:spPr>
        <p:txBody>
          <a:bodyPr wrap="square">
            <a:spAutoFit/>
          </a:bodyPr>
          <a:lstStyle/>
          <a:p>
            <a:pPr algn="l"/>
            <a:r>
              <a:rPr sz="2200" b="1" dirty="0">
                <a:solidFill>
                  <a:srgbClr val="24888E"/>
                </a:solidFill>
                <a:latin typeface="Aptos"/>
              </a:rPr>
              <a:t>Example: [32, 1, 257, 101]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Magnitude scaling and normalization before ML</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1:04–1:08</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280160"/>
            <a:ext cx="6858000" cy="3474720"/>
          </a:xfrm>
          <a:prstGeom prst="rect">
            <a:avLst/>
          </a:prstGeom>
          <a:noFill/>
        </p:spPr>
        <p:txBody>
          <a:bodyPr wrap="square">
            <a:spAutoFit/>
          </a:bodyPr>
          <a:lstStyle/>
          <a:p>
            <a:pPr>
              <a:spcAft>
                <a:spcPts val="700"/>
              </a:spcAft>
              <a:defRPr sz="2000">
                <a:solidFill>
                  <a:srgbClr val="191E26"/>
                </a:solidFill>
                <a:latin typeface="Aptos"/>
              </a:defRPr>
            </a:pPr>
            <a:r>
              <a:t>• Use magnitude or power consistently.</a:t>
            </a:r>
          </a:p>
          <a:p>
            <a:pPr>
              <a:spcAft>
                <a:spcPts val="700"/>
              </a:spcAft>
              <a:defRPr sz="2000">
                <a:solidFill>
                  <a:srgbClr val="191E26"/>
                </a:solidFill>
                <a:latin typeface="Aptos"/>
              </a:defRPr>
            </a:pPr>
            <a:r>
              <a:t>• Log compression reduces extreme dynamic range and often makes weak structure more visible.</a:t>
            </a:r>
          </a:p>
          <a:p>
            <a:pPr>
              <a:spcAft>
                <a:spcPts val="700"/>
              </a:spcAft>
              <a:defRPr sz="2000">
                <a:solidFill>
                  <a:srgbClr val="191E26"/>
                </a:solidFill>
                <a:latin typeface="Aptos"/>
              </a:defRPr>
            </a:pPr>
            <a:r>
              <a:t>• Normalize using training-set statistics, not statistics from the test set.</a:t>
            </a:r>
          </a:p>
          <a:p>
            <a:pPr>
              <a:spcAft>
                <a:spcPts val="700"/>
              </a:spcAft>
              <a:defRPr sz="2000">
                <a:solidFill>
                  <a:srgbClr val="191E26"/>
                </a:solidFill>
                <a:latin typeface="Aptos"/>
              </a:defRPr>
            </a:pPr>
            <a:r>
              <a:t>• Keep sample rate, STFT parameters, and frequency range fixed across examples.</a:t>
            </a:r>
          </a:p>
          <a:p>
            <a:pPr>
              <a:spcAft>
                <a:spcPts val="700"/>
              </a:spcAft>
              <a:defRPr sz="2000">
                <a:solidFill>
                  <a:srgbClr val="191E26"/>
                </a:solidFill>
                <a:latin typeface="Aptos"/>
              </a:defRPr>
            </a:pPr>
            <a:r>
              <a:t>• Avoid data leakage when computing normalization or augmentations.</a:t>
            </a:r>
          </a:p>
        </p:txBody>
      </p:sp>
      <p:sp>
        <p:nvSpPr>
          <p:cNvPr id="8" name="Rounded Rectangle 7"/>
          <p:cNvSpPr/>
          <p:nvPr/>
        </p:nvSpPr>
        <p:spPr>
          <a:xfrm>
            <a:off x="7818120" y="1554480"/>
            <a:ext cx="3474720" cy="201168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64424" y="1645920"/>
            <a:ext cx="3182112" cy="219456"/>
          </a:xfrm>
          <a:prstGeom prst="rect">
            <a:avLst/>
          </a:prstGeom>
          <a:noFill/>
        </p:spPr>
        <p:txBody>
          <a:bodyPr wrap="square">
            <a:spAutoFit/>
          </a:bodyPr>
          <a:lstStyle/>
          <a:p>
            <a:pPr algn="l"/>
            <a:r>
              <a:rPr sz="1100" b="1">
                <a:solidFill>
                  <a:srgbClr val="D67D35"/>
                </a:solidFill>
                <a:latin typeface="Aptos"/>
              </a:rPr>
              <a:t>Pipeline reproducibility</a:t>
            </a:r>
          </a:p>
        </p:txBody>
      </p:sp>
      <p:sp>
        <p:nvSpPr>
          <p:cNvPr id="10" name="TextBox 9"/>
          <p:cNvSpPr txBox="1"/>
          <p:nvPr/>
        </p:nvSpPr>
        <p:spPr>
          <a:xfrm>
            <a:off x="7964424" y="1911095"/>
            <a:ext cx="3182112" cy="1563624"/>
          </a:xfrm>
          <a:prstGeom prst="rect">
            <a:avLst/>
          </a:prstGeom>
          <a:noFill/>
        </p:spPr>
        <p:txBody>
          <a:bodyPr wrap="square">
            <a:spAutoFit/>
          </a:bodyPr>
          <a:lstStyle/>
          <a:p>
            <a:pPr algn="l"/>
            <a:r>
              <a:rPr sz="1700" b="0">
                <a:solidFill>
                  <a:srgbClr val="191E26"/>
                </a:solidFill>
                <a:latin typeface="Aptos"/>
              </a:rPr>
              <a:t>The STFT is part of the model input definition. Changing window length or hop changes the feature space just like changing a network layer.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PyTorch: from waveform to image tensor</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1:08–1:11</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371600"/>
            <a:ext cx="10698480" cy="548640"/>
          </a:xfrm>
          <a:prstGeom prst="rect">
            <a:avLst/>
          </a:prstGeom>
          <a:noFill/>
        </p:spPr>
        <p:txBody>
          <a:bodyPr wrap="square">
            <a:spAutoFit/>
          </a:bodyPr>
          <a:lstStyle/>
          <a:p>
            <a:pPr algn="l"/>
            <a:r>
              <a:rPr sz="2400" b="1">
                <a:solidFill>
                  <a:srgbClr val="16253E"/>
                </a:solidFill>
                <a:latin typeface="Aptos"/>
              </a:rPr>
              <a:t>waveform [B,N] → STFT → magnitude → log → [B,1,F,T] → Conv2d</a:t>
            </a:r>
          </a:p>
        </p:txBody>
      </p:sp>
      <p:sp>
        <p:nvSpPr>
          <p:cNvPr id="8" name="TextBox 7"/>
          <p:cNvSpPr txBox="1"/>
          <p:nvPr/>
        </p:nvSpPr>
        <p:spPr>
          <a:xfrm>
            <a:off x="731520" y="2331720"/>
            <a:ext cx="10698480" cy="457200"/>
          </a:xfrm>
          <a:prstGeom prst="rect">
            <a:avLst/>
          </a:prstGeom>
          <a:noFill/>
        </p:spPr>
        <p:txBody>
          <a:bodyPr wrap="square">
            <a:spAutoFit/>
          </a:bodyPr>
          <a:lstStyle/>
          <a:p>
            <a:pPr algn="l"/>
            <a:r>
              <a:rPr sz="1800" b="1">
                <a:solidFill>
                  <a:srgbClr val="2463A0"/>
                </a:solidFill>
                <a:latin typeface="Aptos"/>
              </a:rPr>
              <a:t>Z = torch.stft(x, n_fft=512, hop_length=128, window=win, return_complex=True)</a:t>
            </a:r>
          </a:p>
        </p:txBody>
      </p:sp>
      <p:sp>
        <p:nvSpPr>
          <p:cNvPr id="9" name="TextBox 8"/>
          <p:cNvSpPr txBox="1"/>
          <p:nvPr/>
        </p:nvSpPr>
        <p:spPr>
          <a:xfrm>
            <a:off x="731520" y="3017520"/>
            <a:ext cx="10698480" cy="457200"/>
          </a:xfrm>
          <a:prstGeom prst="rect">
            <a:avLst/>
          </a:prstGeom>
          <a:noFill/>
        </p:spPr>
        <p:txBody>
          <a:bodyPr wrap="square">
            <a:spAutoFit/>
          </a:bodyPr>
          <a:lstStyle/>
          <a:p>
            <a:pPr algn="l"/>
            <a:r>
              <a:rPr sz="1800" b="1">
                <a:solidFill>
                  <a:srgbClr val="24888E"/>
                </a:solidFill>
                <a:latin typeface="Aptos"/>
              </a:rPr>
              <a:t>S = torch.log1p(torch.abs(Z)**2).unsqueeze(1)</a:t>
            </a:r>
          </a:p>
        </p:txBody>
      </p:sp>
      <p:sp>
        <p:nvSpPr>
          <p:cNvPr id="10" name="Rounded Rectangle 9"/>
          <p:cNvSpPr/>
          <p:nvPr/>
        </p:nvSpPr>
        <p:spPr>
          <a:xfrm>
            <a:off x="1920240" y="4251960"/>
            <a:ext cx="8229600" cy="11430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66544" y="4343400"/>
            <a:ext cx="7936992" cy="219456"/>
          </a:xfrm>
          <a:prstGeom prst="rect">
            <a:avLst/>
          </a:prstGeom>
          <a:noFill/>
        </p:spPr>
        <p:txBody>
          <a:bodyPr wrap="square">
            <a:spAutoFit/>
          </a:bodyPr>
          <a:lstStyle/>
          <a:p>
            <a:pPr algn="l"/>
            <a:r>
              <a:rPr sz="1100" b="1">
                <a:solidFill>
                  <a:srgbClr val="24888E"/>
                </a:solidFill>
                <a:latin typeface="Aptos"/>
              </a:rPr>
              <a:t>Why Conv2d?</a:t>
            </a:r>
          </a:p>
        </p:txBody>
      </p:sp>
      <p:sp>
        <p:nvSpPr>
          <p:cNvPr id="12" name="TextBox 11"/>
          <p:cNvSpPr txBox="1"/>
          <p:nvPr/>
        </p:nvSpPr>
        <p:spPr>
          <a:xfrm>
            <a:off x="2066544" y="4608576"/>
            <a:ext cx="7936992" cy="694944"/>
          </a:xfrm>
          <a:prstGeom prst="rect">
            <a:avLst/>
          </a:prstGeom>
          <a:noFill/>
        </p:spPr>
        <p:txBody>
          <a:bodyPr wrap="square">
            <a:spAutoFit/>
          </a:bodyPr>
          <a:lstStyle/>
          <a:p>
            <a:pPr algn="l"/>
            <a:r>
              <a:rPr sz="1700" b="0">
                <a:solidFill>
                  <a:srgbClr val="191E26"/>
                </a:solidFill>
                <a:latin typeface="Aptos"/>
              </a:rPr>
              <a:t>The model can exploit local patterns jointly across neighboring times and neighboring frequencies.</a:t>
            </a:r>
          </a:p>
        </p:txBody>
      </p:sp>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D56938B0-F944-E7F7-B28D-1237FDA501A8}"/>
                  </a:ext>
                </a:extLst>
              </p14:cNvPr>
              <p14:cNvContentPartPr/>
              <p14:nvPr/>
            </p14:nvContentPartPr>
            <p14:xfrm>
              <a:off x="3205582" y="1858496"/>
              <a:ext cx="590400" cy="18360"/>
            </p14:xfrm>
          </p:contentPart>
        </mc:Choice>
        <mc:Fallback>
          <p:pic>
            <p:nvPicPr>
              <p:cNvPr id="13" name="Ink 12">
                <a:extLst>
                  <a:ext uri="{FF2B5EF4-FFF2-40B4-BE49-F238E27FC236}">
                    <a16:creationId xmlns:a16="http://schemas.microsoft.com/office/drawing/2014/main" id="{D56938B0-F944-E7F7-B28D-1237FDA501A8}"/>
                  </a:ext>
                </a:extLst>
              </p:cNvPr>
              <p:cNvPicPr/>
              <p:nvPr/>
            </p:nvPicPr>
            <p:blipFill>
              <a:blip r:embed="rId3"/>
              <a:stretch>
                <a:fillRect/>
              </a:stretch>
            </p:blipFill>
            <p:spPr>
              <a:xfrm>
                <a:off x="3196942" y="1849496"/>
                <a:ext cx="60804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6" name="Ink 35">
                <a:extLst>
                  <a:ext uri="{FF2B5EF4-FFF2-40B4-BE49-F238E27FC236}">
                    <a16:creationId xmlns:a16="http://schemas.microsoft.com/office/drawing/2014/main" id="{2B5CC90C-B016-BBB4-4256-1C05CC782CA4}"/>
                  </a:ext>
                </a:extLst>
              </p14:cNvPr>
              <p14:cNvContentPartPr/>
              <p14:nvPr/>
            </p14:nvContentPartPr>
            <p14:xfrm>
              <a:off x="7921222" y="2007896"/>
              <a:ext cx="109440" cy="101880"/>
            </p14:xfrm>
          </p:contentPart>
        </mc:Choice>
        <mc:Fallback>
          <p:pic>
            <p:nvPicPr>
              <p:cNvPr id="36" name="Ink 35">
                <a:extLst>
                  <a:ext uri="{FF2B5EF4-FFF2-40B4-BE49-F238E27FC236}">
                    <a16:creationId xmlns:a16="http://schemas.microsoft.com/office/drawing/2014/main" id="{2B5CC90C-B016-BBB4-4256-1C05CC782CA4}"/>
                  </a:ext>
                </a:extLst>
              </p:cNvPr>
              <p:cNvPicPr/>
              <p:nvPr/>
            </p:nvPicPr>
            <p:blipFill>
              <a:blip r:embed="rId5"/>
              <a:stretch>
                <a:fillRect/>
              </a:stretch>
            </p:blipFill>
            <p:spPr>
              <a:xfrm>
                <a:off x="7912222" y="1999256"/>
                <a:ext cx="127080" cy="119520"/>
              </a:xfrm>
              <a:prstGeom prst="rect">
                <a:avLst/>
              </a:prstGeom>
            </p:spPr>
          </p:pic>
        </mc:Fallback>
      </mc:AlternateContent>
      <p:grpSp>
        <p:nvGrpSpPr>
          <p:cNvPr id="38" name="Group 37">
            <a:extLst>
              <a:ext uri="{FF2B5EF4-FFF2-40B4-BE49-F238E27FC236}">
                <a16:creationId xmlns:a16="http://schemas.microsoft.com/office/drawing/2014/main" id="{152FC9D1-AFB0-BC72-43F6-409AA16130E3}"/>
              </a:ext>
            </a:extLst>
          </p:cNvPr>
          <p:cNvGrpSpPr/>
          <p:nvPr/>
        </p:nvGrpSpPr>
        <p:grpSpPr>
          <a:xfrm>
            <a:off x="6206542" y="770576"/>
            <a:ext cx="1470600" cy="644400"/>
            <a:chOff x="6206542" y="770576"/>
            <a:chExt cx="1470600" cy="644400"/>
          </a:xfrm>
        </p:grpSpPr>
        <mc:AlternateContent xmlns:mc="http://schemas.openxmlformats.org/markup-compatibility/2006">
          <mc:Choice xmlns:p14="http://schemas.microsoft.com/office/powerpoint/2010/main" Requires="p14">
            <p:contentPart p14:bwMode="auto" r:id="rId6">
              <p14:nvContentPartPr>
                <p14:cNvPr id="14" name="Ink 13">
                  <a:extLst>
                    <a:ext uri="{FF2B5EF4-FFF2-40B4-BE49-F238E27FC236}">
                      <a16:creationId xmlns:a16="http://schemas.microsoft.com/office/drawing/2014/main" id="{BEEE8165-C92E-B180-7097-CD22514FD30B}"/>
                    </a:ext>
                  </a:extLst>
                </p14:cNvPr>
                <p14:cNvContentPartPr/>
                <p14:nvPr/>
              </p14:nvContentPartPr>
              <p14:xfrm>
                <a:off x="6324622" y="884336"/>
                <a:ext cx="131040" cy="203040"/>
              </p14:xfrm>
            </p:contentPart>
          </mc:Choice>
          <mc:Fallback>
            <p:pic>
              <p:nvPicPr>
                <p:cNvPr id="14" name="Ink 13">
                  <a:extLst>
                    <a:ext uri="{FF2B5EF4-FFF2-40B4-BE49-F238E27FC236}">
                      <a16:creationId xmlns:a16="http://schemas.microsoft.com/office/drawing/2014/main" id="{BEEE8165-C92E-B180-7097-CD22514FD30B}"/>
                    </a:ext>
                  </a:extLst>
                </p:cNvPr>
                <p:cNvPicPr/>
                <p:nvPr/>
              </p:nvPicPr>
              <p:blipFill>
                <a:blip r:embed="rId7"/>
                <a:stretch>
                  <a:fillRect/>
                </a:stretch>
              </p:blipFill>
              <p:spPr>
                <a:xfrm>
                  <a:off x="6315622" y="875696"/>
                  <a:ext cx="14868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5" name="Ink 14">
                  <a:extLst>
                    <a:ext uri="{FF2B5EF4-FFF2-40B4-BE49-F238E27FC236}">
                      <a16:creationId xmlns:a16="http://schemas.microsoft.com/office/drawing/2014/main" id="{75B98051-293A-C407-EF36-5869E1DA643A}"/>
                    </a:ext>
                  </a:extLst>
                </p14:cNvPr>
                <p14:cNvContentPartPr/>
                <p14:nvPr/>
              </p14:nvContentPartPr>
              <p14:xfrm>
                <a:off x="6306262" y="892256"/>
                <a:ext cx="142560" cy="222840"/>
              </p14:xfrm>
            </p:contentPart>
          </mc:Choice>
          <mc:Fallback>
            <p:pic>
              <p:nvPicPr>
                <p:cNvPr id="15" name="Ink 14">
                  <a:extLst>
                    <a:ext uri="{FF2B5EF4-FFF2-40B4-BE49-F238E27FC236}">
                      <a16:creationId xmlns:a16="http://schemas.microsoft.com/office/drawing/2014/main" id="{75B98051-293A-C407-EF36-5869E1DA643A}"/>
                    </a:ext>
                  </a:extLst>
                </p:cNvPr>
                <p:cNvPicPr/>
                <p:nvPr/>
              </p:nvPicPr>
              <p:blipFill>
                <a:blip r:embed="rId9"/>
                <a:stretch>
                  <a:fillRect/>
                </a:stretch>
              </p:blipFill>
              <p:spPr>
                <a:xfrm>
                  <a:off x="6297262" y="883616"/>
                  <a:ext cx="16020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6" name="Ink 15">
                  <a:extLst>
                    <a:ext uri="{FF2B5EF4-FFF2-40B4-BE49-F238E27FC236}">
                      <a16:creationId xmlns:a16="http://schemas.microsoft.com/office/drawing/2014/main" id="{42014A5A-E20A-8F27-71C7-EE699A068506}"/>
                    </a:ext>
                  </a:extLst>
                </p14:cNvPr>
                <p14:cNvContentPartPr/>
                <p14:nvPr/>
              </p14:nvContentPartPr>
              <p14:xfrm>
                <a:off x="6537742" y="867056"/>
                <a:ext cx="69840" cy="243360"/>
              </p14:xfrm>
            </p:contentPart>
          </mc:Choice>
          <mc:Fallback>
            <p:pic>
              <p:nvPicPr>
                <p:cNvPr id="16" name="Ink 15">
                  <a:extLst>
                    <a:ext uri="{FF2B5EF4-FFF2-40B4-BE49-F238E27FC236}">
                      <a16:creationId xmlns:a16="http://schemas.microsoft.com/office/drawing/2014/main" id="{42014A5A-E20A-8F27-71C7-EE699A068506}"/>
                    </a:ext>
                  </a:extLst>
                </p:cNvPr>
                <p:cNvPicPr/>
                <p:nvPr/>
              </p:nvPicPr>
              <p:blipFill>
                <a:blip r:embed="rId11"/>
                <a:stretch>
                  <a:fillRect/>
                </a:stretch>
              </p:blipFill>
              <p:spPr>
                <a:xfrm>
                  <a:off x="6529102" y="858056"/>
                  <a:ext cx="8748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7" name="Ink 16">
                  <a:extLst>
                    <a:ext uri="{FF2B5EF4-FFF2-40B4-BE49-F238E27FC236}">
                      <a16:creationId xmlns:a16="http://schemas.microsoft.com/office/drawing/2014/main" id="{DF18BD19-A2E7-6805-06CC-BBFBF73DFECD}"/>
                    </a:ext>
                  </a:extLst>
                </p14:cNvPr>
                <p14:cNvContentPartPr/>
                <p14:nvPr/>
              </p14:nvContentPartPr>
              <p14:xfrm>
                <a:off x="6661582" y="962096"/>
                <a:ext cx="185760" cy="91080"/>
              </p14:xfrm>
            </p:contentPart>
          </mc:Choice>
          <mc:Fallback>
            <p:pic>
              <p:nvPicPr>
                <p:cNvPr id="17" name="Ink 16">
                  <a:extLst>
                    <a:ext uri="{FF2B5EF4-FFF2-40B4-BE49-F238E27FC236}">
                      <a16:creationId xmlns:a16="http://schemas.microsoft.com/office/drawing/2014/main" id="{DF18BD19-A2E7-6805-06CC-BBFBF73DFECD}"/>
                    </a:ext>
                  </a:extLst>
                </p:cNvPr>
                <p:cNvPicPr/>
                <p:nvPr/>
              </p:nvPicPr>
              <p:blipFill>
                <a:blip r:embed="rId13"/>
                <a:stretch>
                  <a:fillRect/>
                </a:stretch>
              </p:blipFill>
              <p:spPr>
                <a:xfrm>
                  <a:off x="6652942" y="953456"/>
                  <a:ext cx="20340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9" name="Ink 18">
                  <a:extLst>
                    <a:ext uri="{FF2B5EF4-FFF2-40B4-BE49-F238E27FC236}">
                      <a16:creationId xmlns:a16="http://schemas.microsoft.com/office/drawing/2014/main" id="{67AE11B2-FACD-E0E6-CF26-2CDAD53BC7FC}"/>
                    </a:ext>
                  </a:extLst>
                </p14:cNvPr>
                <p14:cNvContentPartPr/>
                <p14:nvPr/>
              </p14:nvContentPartPr>
              <p14:xfrm>
                <a:off x="6922942" y="1047056"/>
                <a:ext cx="49320" cy="75600"/>
              </p14:xfrm>
            </p:contentPart>
          </mc:Choice>
          <mc:Fallback>
            <p:pic>
              <p:nvPicPr>
                <p:cNvPr id="19" name="Ink 18">
                  <a:extLst>
                    <a:ext uri="{FF2B5EF4-FFF2-40B4-BE49-F238E27FC236}">
                      <a16:creationId xmlns:a16="http://schemas.microsoft.com/office/drawing/2014/main" id="{67AE11B2-FACD-E0E6-CF26-2CDAD53BC7FC}"/>
                    </a:ext>
                  </a:extLst>
                </p:cNvPr>
                <p:cNvPicPr/>
                <p:nvPr/>
              </p:nvPicPr>
              <p:blipFill>
                <a:blip r:embed="rId15"/>
                <a:stretch>
                  <a:fillRect/>
                </a:stretch>
              </p:blipFill>
              <p:spPr>
                <a:xfrm>
                  <a:off x="6913942" y="1038416"/>
                  <a:ext cx="6696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0" name="Ink 19">
                  <a:extLst>
                    <a:ext uri="{FF2B5EF4-FFF2-40B4-BE49-F238E27FC236}">
                      <a16:creationId xmlns:a16="http://schemas.microsoft.com/office/drawing/2014/main" id="{67ACB039-DA97-7132-9940-99501449914A}"/>
                    </a:ext>
                  </a:extLst>
                </p14:cNvPr>
                <p14:cNvContentPartPr/>
                <p14:nvPr/>
              </p14:nvContentPartPr>
              <p14:xfrm>
                <a:off x="7028062" y="950216"/>
                <a:ext cx="92160" cy="92160"/>
              </p14:xfrm>
            </p:contentPart>
          </mc:Choice>
          <mc:Fallback>
            <p:pic>
              <p:nvPicPr>
                <p:cNvPr id="20" name="Ink 19">
                  <a:extLst>
                    <a:ext uri="{FF2B5EF4-FFF2-40B4-BE49-F238E27FC236}">
                      <a16:creationId xmlns:a16="http://schemas.microsoft.com/office/drawing/2014/main" id="{67ACB039-DA97-7132-9940-99501449914A}"/>
                    </a:ext>
                  </a:extLst>
                </p:cNvPr>
                <p:cNvPicPr/>
                <p:nvPr/>
              </p:nvPicPr>
              <p:blipFill>
                <a:blip r:embed="rId17"/>
                <a:stretch>
                  <a:fillRect/>
                </a:stretch>
              </p:blipFill>
              <p:spPr>
                <a:xfrm>
                  <a:off x="7019062" y="941216"/>
                  <a:ext cx="10980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1" name="Ink 20">
                  <a:extLst>
                    <a:ext uri="{FF2B5EF4-FFF2-40B4-BE49-F238E27FC236}">
                      <a16:creationId xmlns:a16="http://schemas.microsoft.com/office/drawing/2014/main" id="{C619B5B9-2004-930C-7746-017752688B07}"/>
                    </a:ext>
                  </a:extLst>
                </p14:cNvPr>
                <p14:cNvContentPartPr/>
                <p14:nvPr/>
              </p14:nvContentPartPr>
              <p14:xfrm>
                <a:off x="7139662" y="871736"/>
                <a:ext cx="123480" cy="213480"/>
              </p14:xfrm>
            </p:contentPart>
          </mc:Choice>
          <mc:Fallback>
            <p:pic>
              <p:nvPicPr>
                <p:cNvPr id="21" name="Ink 20">
                  <a:extLst>
                    <a:ext uri="{FF2B5EF4-FFF2-40B4-BE49-F238E27FC236}">
                      <a16:creationId xmlns:a16="http://schemas.microsoft.com/office/drawing/2014/main" id="{C619B5B9-2004-930C-7746-017752688B07}"/>
                    </a:ext>
                  </a:extLst>
                </p:cNvPr>
                <p:cNvPicPr/>
                <p:nvPr/>
              </p:nvPicPr>
              <p:blipFill>
                <a:blip r:embed="rId19"/>
                <a:stretch>
                  <a:fillRect/>
                </a:stretch>
              </p:blipFill>
              <p:spPr>
                <a:xfrm>
                  <a:off x="7130662" y="862736"/>
                  <a:ext cx="14112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 name="Ink 22">
                  <a:extLst>
                    <a:ext uri="{FF2B5EF4-FFF2-40B4-BE49-F238E27FC236}">
                      <a16:creationId xmlns:a16="http://schemas.microsoft.com/office/drawing/2014/main" id="{2B02BC78-9B56-ADC6-FFE0-2CB7B9739050}"/>
                    </a:ext>
                  </a:extLst>
                </p14:cNvPr>
                <p14:cNvContentPartPr/>
                <p14:nvPr/>
              </p14:nvContentPartPr>
              <p14:xfrm>
                <a:off x="7368982" y="860936"/>
                <a:ext cx="26280" cy="255240"/>
              </p14:xfrm>
            </p:contentPart>
          </mc:Choice>
          <mc:Fallback>
            <p:pic>
              <p:nvPicPr>
                <p:cNvPr id="23" name="Ink 22">
                  <a:extLst>
                    <a:ext uri="{FF2B5EF4-FFF2-40B4-BE49-F238E27FC236}">
                      <a16:creationId xmlns:a16="http://schemas.microsoft.com/office/drawing/2014/main" id="{2B02BC78-9B56-ADC6-FFE0-2CB7B9739050}"/>
                    </a:ext>
                  </a:extLst>
                </p:cNvPr>
                <p:cNvPicPr/>
                <p:nvPr/>
              </p:nvPicPr>
              <p:blipFill>
                <a:blip r:embed="rId21"/>
                <a:stretch>
                  <a:fillRect/>
                </a:stretch>
              </p:blipFill>
              <p:spPr>
                <a:xfrm>
                  <a:off x="7359982" y="852296"/>
                  <a:ext cx="4392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4" name="Ink 23">
                  <a:extLst>
                    <a:ext uri="{FF2B5EF4-FFF2-40B4-BE49-F238E27FC236}">
                      <a16:creationId xmlns:a16="http://schemas.microsoft.com/office/drawing/2014/main" id="{17741E87-38C1-2D06-119D-784B36F936E3}"/>
                    </a:ext>
                  </a:extLst>
                </p14:cNvPr>
                <p14:cNvContentPartPr/>
                <p14:nvPr/>
              </p14:nvContentPartPr>
              <p14:xfrm>
                <a:off x="6206542" y="875696"/>
                <a:ext cx="13680" cy="237240"/>
              </p14:xfrm>
            </p:contentPart>
          </mc:Choice>
          <mc:Fallback>
            <p:pic>
              <p:nvPicPr>
                <p:cNvPr id="24" name="Ink 23">
                  <a:extLst>
                    <a:ext uri="{FF2B5EF4-FFF2-40B4-BE49-F238E27FC236}">
                      <a16:creationId xmlns:a16="http://schemas.microsoft.com/office/drawing/2014/main" id="{17741E87-38C1-2D06-119D-784B36F936E3}"/>
                    </a:ext>
                  </a:extLst>
                </p:cNvPr>
                <p:cNvPicPr/>
                <p:nvPr/>
              </p:nvPicPr>
              <p:blipFill>
                <a:blip r:embed="rId23"/>
                <a:stretch>
                  <a:fillRect/>
                </a:stretch>
              </p:blipFill>
              <p:spPr>
                <a:xfrm>
                  <a:off x="6197902" y="867056"/>
                  <a:ext cx="3132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5" name="Ink 24">
                  <a:extLst>
                    <a:ext uri="{FF2B5EF4-FFF2-40B4-BE49-F238E27FC236}">
                      <a16:creationId xmlns:a16="http://schemas.microsoft.com/office/drawing/2014/main" id="{8F25005F-84EF-8318-95E9-46221456EA62}"/>
                    </a:ext>
                  </a:extLst>
                </p14:cNvPr>
                <p14:cNvContentPartPr/>
                <p14:nvPr/>
              </p14:nvContentPartPr>
              <p14:xfrm>
                <a:off x="7501102" y="770576"/>
                <a:ext cx="176040" cy="90360"/>
              </p14:xfrm>
            </p:contentPart>
          </mc:Choice>
          <mc:Fallback>
            <p:pic>
              <p:nvPicPr>
                <p:cNvPr id="25" name="Ink 24">
                  <a:extLst>
                    <a:ext uri="{FF2B5EF4-FFF2-40B4-BE49-F238E27FC236}">
                      <a16:creationId xmlns:a16="http://schemas.microsoft.com/office/drawing/2014/main" id="{8F25005F-84EF-8318-95E9-46221456EA62}"/>
                    </a:ext>
                  </a:extLst>
                </p:cNvPr>
                <p:cNvPicPr/>
                <p:nvPr/>
              </p:nvPicPr>
              <p:blipFill>
                <a:blip r:embed="rId25"/>
                <a:stretch>
                  <a:fillRect/>
                </a:stretch>
              </p:blipFill>
              <p:spPr>
                <a:xfrm>
                  <a:off x="7492102" y="761936"/>
                  <a:ext cx="19368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7" name="Ink 36">
                  <a:extLst>
                    <a:ext uri="{FF2B5EF4-FFF2-40B4-BE49-F238E27FC236}">
                      <a16:creationId xmlns:a16="http://schemas.microsoft.com/office/drawing/2014/main" id="{00F18775-53D6-F136-1DC6-C920B8C38166}"/>
                    </a:ext>
                  </a:extLst>
                </p14:cNvPr>
                <p14:cNvContentPartPr/>
                <p14:nvPr/>
              </p14:nvContentPartPr>
              <p14:xfrm>
                <a:off x="7097182" y="1153616"/>
                <a:ext cx="470880" cy="261360"/>
              </p14:xfrm>
            </p:contentPart>
          </mc:Choice>
          <mc:Fallback>
            <p:pic>
              <p:nvPicPr>
                <p:cNvPr id="37" name="Ink 36">
                  <a:extLst>
                    <a:ext uri="{FF2B5EF4-FFF2-40B4-BE49-F238E27FC236}">
                      <a16:creationId xmlns:a16="http://schemas.microsoft.com/office/drawing/2014/main" id="{00F18775-53D6-F136-1DC6-C920B8C38166}"/>
                    </a:ext>
                  </a:extLst>
                </p:cNvPr>
                <p:cNvPicPr/>
                <p:nvPr/>
              </p:nvPicPr>
              <p:blipFill>
                <a:blip r:embed="rId27"/>
                <a:stretch>
                  <a:fillRect/>
                </a:stretch>
              </p:blipFill>
              <p:spPr>
                <a:xfrm>
                  <a:off x="7088182" y="1144616"/>
                  <a:ext cx="488520" cy="279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8">
            <p14:nvContentPartPr>
              <p14:cNvPr id="39" name="Ink 38">
                <a:extLst>
                  <a:ext uri="{FF2B5EF4-FFF2-40B4-BE49-F238E27FC236}">
                    <a16:creationId xmlns:a16="http://schemas.microsoft.com/office/drawing/2014/main" id="{BAABBCAF-EB75-1B1C-B6F6-E8315C860DCC}"/>
                  </a:ext>
                </a:extLst>
              </p14:cNvPr>
              <p14:cNvContentPartPr/>
              <p14:nvPr/>
            </p14:nvContentPartPr>
            <p14:xfrm>
              <a:off x="5930782" y="1789376"/>
              <a:ext cx="928080" cy="208440"/>
            </p14:xfrm>
          </p:contentPart>
        </mc:Choice>
        <mc:Fallback>
          <p:pic>
            <p:nvPicPr>
              <p:cNvPr id="39" name="Ink 38">
                <a:extLst>
                  <a:ext uri="{FF2B5EF4-FFF2-40B4-BE49-F238E27FC236}">
                    <a16:creationId xmlns:a16="http://schemas.microsoft.com/office/drawing/2014/main" id="{BAABBCAF-EB75-1B1C-B6F6-E8315C860DCC}"/>
                  </a:ext>
                </a:extLst>
              </p:cNvPr>
              <p:cNvPicPr/>
              <p:nvPr/>
            </p:nvPicPr>
            <p:blipFill>
              <a:blip r:embed="rId29"/>
              <a:stretch>
                <a:fillRect/>
              </a:stretch>
            </p:blipFill>
            <p:spPr>
              <a:xfrm>
                <a:off x="5922142" y="1780376"/>
                <a:ext cx="94572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0" name="Ink 39">
                <a:extLst>
                  <a:ext uri="{FF2B5EF4-FFF2-40B4-BE49-F238E27FC236}">
                    <a16:creationId xmlns:a16="http://schemas.microsoft.com/office/drawing/2014/main" id="{CB4740AB-0140-75F7-4612-F76ED29C614B}"/>
                  </a:ext>
                </a:extLst>
              </p14:cNvPr>
              <p14:cNvContentPartPr/>
              <p14:nvPr/>
            </p14:nvContentPartPr>
            <p14:xfrm>
              <a:off x="5109982" y="1982696"/>
              <a:ext cx="141480" cy="154800"/>
            </p14:xfrm>
          </p:contentPart>
        </mc:Choice>
        <mc:Fallback>
          <p:pic>
            <p:nvPicPr>
              <p:cNvPr id="40" name="Ink 39">
                <a:extLst>
                  <a:ext uri="{FF2B5EF4-FFF2-40B4-BE49-F238E27FC236}">
                    <a16:creationId xmlns:a16="http://schemas.microsoft.com/office/drawing/2014/main" id="{CB4740AB-0140-75F7-4612-F76ED29C614B}"/>
                  </a:ext>
                </a:extLst>
              </p:cNvPr>
              <p:cNvPicPr/>
              <p:nvPr/>
            </p:nvPicPr>
            <p:blipFill>
              <a:blip r:embed="rId31"/>
              <a:stretch>
                <a:fillRect/>
              </a:stretch>
            </p:blipFill>
            <p:spPr>
              <a:xfrm>
                <a:off x="5101342" y="1974056"/>
                <a:ext cx="15912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1" name="Ink 40">
                <a:extLst>
                  <a:ext uri="{FF2B5EF4-FFF2-40B4-BE49-F238E27FC236}">
                    <a16:creationId xmlns:a16="http://schemas.microsoft.com/office/drawing/2014/main" id="{BEF9944D-2D2D-8AED-678A-4C9F8CB4F3D3}"/>
                  </a:ext>
                </a:extLst>
              </p14:cNvPr>
              <p14:cNvContentPartPr/>
              <p14:nvPr/>
            </p14:nvContentPartPr>
            <p14:xfrm>
              <a:off x="5285662" y="2073056"/>
              <a:ext cx="128520" cy="75600"/>
            </p14:xfrm>
          </p:contentPart>
        </mc:Choice>
        <mc:Fallback>
          <p:pic>
            <p:nvPicPr>
              <p:cNvPr id="41" name="Ink 40">
                <a:extLst>
                  <a:ext uri="{FF2B5EF4-FFF2-40B4-BE49-F238E27FC236}">
                    <a16:creationId xmlns:a16="http://schemas.microsoft.com/office/drawing/2014/main" id="{BEF9944D-2D2D-8AED-678A-4C9F8CB4F3D3}"/>
                  </a:ext>
                </a:extLst>
              </p:cNvPr>
              <p:cNvPicPr/>
              <p:nvPr/>
            </p:nvPicPr>
            <p:blipFill>
              <a:blip r:embed="rId33"/>
              <a:stretch>
                <a:fillRect/>
              </a:stretch>
            </p:blipFill>
            <p:spPr>
              <a:xfrm>
                <a:off x="5277022" y="2064416"/>
                <a:ext cx="14616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2" name="Ink 41">
                <a:extLst>
                  <a:ext uri="{FF2B5EF4-FFF2-40B4-BE49-F238E27FC236}">
                    <a16:creationId xmlns:a16="http://schemas.microsoft.com/office/drawing/2014/main" id="{28D56175-2EFF-E684-8026-9C3C3363202E}"/>
                  </a:ext>
                </a:extLst>
              </p14:cNvPr>
              <p14:cNvContentPartPr/>
              <p14:nvPr/>
            </p14:nvContentPartPr>
            <p14:xfrm>
              <a:off x="5406622" y="1972256"/>
              <a:ext cx="65520" cy="152280"/>
            </p14:xfrm>
          </p:contentPart>
        </mc:Choice>
        <mc:Fallback>
          <p:pic>
            <p:nvPicPr>
              <p:cNvPr id="42" name="Ink 41">
                <a:extLst>
                  <a:ext uri="{FF2B5EF4-FFF2-40B4-BE49-F238E27FC236}">
                    <a16:creationId xmlns:a16="http://schemas.microsoft.com/office/drawing/2014/main" id="{28D56175-2EFF-E684-8026-9C3C3363202E}"/>
                  </a:ext>
                </a:extLst>
              </p:cNvPr>
              <p:cNvPicPr/>
              <p:nvPr/>
            </p:nvPicPr>
            <p:blipFill>
              <a:blip r:embed="rId35"/>
              <a:stretch>
                <a:fillRect/>
              </a:stretch>
            </p:blipFill>
            <p:spPr>
              <a:xfrm>
                <a:off x="5397622" y="1963256"/>
                <a:ext cx="8316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3" name="Ink 42">
                <a:extLst>
                  <a:ext uri="{FF2B5EF4-FFF2-40B4-BE49-F238E27FC236}">
                    <a16:creationId xmlns:a16="http://schemas.microsoft.com/office/drawing/2014/main" id="{8ED537C9-CC90-F7AF-8720-343A5A9BD0A8}"/>
                  </a:ext>
                </a:extLst>
              </p14:cNvPr>
              <p14:cNvContentPartPr/>
              <p14:nvPr/>
            </p14:nvContentPartPr>
            <p14:xfrm>
              <a:off x="5423542" y="2057216"/>
              <a:ext cx="57960" cy="23040"/>
            </p14:xfrm>
          </p:contentPart>
        </mc:Choice>
        <mc:Fallback>
          <p:pic>
            <p:nvPicPr>
              <p:cNvPr id="43" name="Ink 42">
                <a:extLst>
                  <a:ext uri="{FF2B5EF4-FFF2-40B4-BE49-F238E27FC236}">
                    <a16:creationId xmlns:a16="http://schemas.microsoft.com/office/drawing/2014/main" id="{8ED537C9-CC90-F7AF-8720-343A5A9BD0A8}"/>
                  </a:ext>
                </a:extLst>
              </p:cNvPr>
              <p:cNvPicPr/>
              <p:nvPr/>
            </p:nvPicPr>
            <p:blipFill>
              <a:blip r:embed="rId37"/>
              <a:stretch>
                <a:fillRect/>
              </a:stretch>
            </p:blipFill>
            <p:spPr>
              <a:xfrm>
                <a:off x="5414542" y="2048576"/>
                <a:ext cx="7560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4" name="Ink 43">
                <a:extLst>
                  <a:ext uri="{FF2B5EF4-FFF2-40B4-BE49-F238E27FC236}">
                    <a16:creationId xmlns:a16="http://schemas.microsoft.com/office/drawing/2014/main" id="{2DD9FC06-8302-9AB1-7D32-2EF6B4371100}"/>
                  </a:ext>
                </a:extLst>
              </p14:cNvPr>
              <p14:cNvContentPartPr/>
              <p14:nvPr/>
            </p14:nvContentPartPr>
            <p14:xfrm>
              <a:off x="5540542" y="1928336"/>
              <a:ext cx="219960" cy="192960"/>
            </p14:xfrm>
          </p:contentPart>
        </mc:Choice>
        <mc:Fallback>
          <p:pic>
            <p:nvPicPr>
              <p:cNvPr id="44" name="Ink 43">
                <a:extLst>
                  <a:ext uri="{FF2B5EF4-FFF2-40B4-BE49-F238E27FC236}">
                    <a16:creationId xmlns:a16="http://schemas.microsoft.com/office/drawing/2014/main" id="{2DD9FC06-8302-9AB1-7D32-2EF6B4371100}"/>
                  </a:ext>
                </a:extLst>
              </p:cNvPr>
              <p:cNvPicPr/>
              <p:nvPr/>
            </p:nvPicPr>
            <p:blipFill>
              <a:blip r:embed="rId39"/>
              <a:stretch>
                <a:fillRect/>
              </a:stretch>
            </p:blipFill>
            <p:spPr>
              <a:xfrm>
                <a:off x="5531902" y="1919696"/>
                <a:ext cx="23760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5" name="Ink 44">
                <a:extLst>
                  <a:ext uri="{FF2B5EF4-FFF2-40B4-BE49-F238E27FC236}">
                    <a16:creationId xmlns:a16="http://schemas.microsoft.com/office/drawing/2014/main" id="{09C1931F-3600-038C-BB71-4FDB8661DAEC}"/>
                  </a:ext>
                </a:extLst>
              </p14:cNvPr>
              <p14:cNvContentPartPr/>
              <p14:nvPr/>
            </p14:nvContentPartPr>
            <p14:xfrm>
              <a:off x="5882902" y="2048576"/>
              <a:ext cx="71280" cy="99720"/>
            </p14:xfrm>
          </p:contentPart>
        </mc:Choice>
        <mc:Fallback>
          <p:pic>
            <p:nvPicPr>
              <p:cNvPr id="45" name="Ink 44">
                <a:extLst>
                  <a:ext uri="{FF2B5EF4-FFF2-40B4-BE49-F238E27FC236}">
                    <a16:creationId xmlns:a16="http://schemas.microsoft.com/office/drawing/2014/main" id="{09C1931F-3600-038C-BB71-4FDB8661DAEC}"/>
                  </a:ext>
                </a:extLst>
              </p:cNvPr>
              <p:cNvPicPr/>
              <p:nvPr/>
            </p:nvPicPr>
            <p:blipFill>
              <a:blip r:embed="rId41"/>
              <a:stretch>
                <a:fillRect/>
              </a:stretch>
            </p:blipFill>
            <p:spPr>
              <a:xfrm>
                <a:off x="5873902" y="2039936"/>
                <a:ext cx="8892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6" name="Ink 45">
                <a:extLst>
                  <a:ext uri="{FF2B5EF4-FFF2-40B4-BE49-F238E27FC236}">
                    <a16:creationId xmlns:a16="http://schemas.microsoft.com/office/drawing/2014/main" id="{62729466-B49E-7A08-F831-56E931080280}"/>
                  </a:ext>
                </a:extLst>
              </p14:cNvPr>
              <p14:cNvContentPartPr/>
              <p14:nvPr/>
            </p14:nvContentPartPr>
            <p14:xfrm>
              <a:off x="6004942" y="2105096"/>
              <a:ext cx="22320" cy="44640"/>
            </p14:xfrm>
          </p:contentPart>
        </mc:Choice>
        <mc:Fallback>
          <p:pic>
            <p:nvPicPr>
              <p:cNvPr id="46" name="Ink 45">
                <a:extLst>
                  <a:ext uri="{FF2B5EF4-FFF2-40B4-BE49-F238E27FC236}">
                    <a16:creationId xmlns:a16="http://schemas.microsoft.com/office/drawing/2014/main" id="{62729466-B49E-7A08-F831-56E931080280}"/>
                  </a:ext>
                </a:extLst>
              </p:cNvPr>
              <p:cNvPicPr/>
              <p:nvPr/>
            </p:nvPicPr>
            <p:blipFill>
              <a:blip r:embed="rId43"/>
              <a:stretch>
                <a:fillRect/>
              </a:stretch>
            </p:blipFill>
            <p:spPr>
              <a:xfrm>
                <a:off x="5996302" y="2096096"/>
                <a:ext cx="3996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7" name="Ink 46">
                <a:extLst>
                  <a:ext uri="{FF2B5EF4-FFF2-40B4-BE49-F238E27FC236}">
                    <a16:creationId xmlns:a16="http://schemas.microsoft.com/office/drawing/2014/main" id="{632C2461-3D69-9F06-7191-ED2F5F3040B0}"/>
                  </a:ext>
                </a:extLst>
              </p14:cNvPr>
              <p14:cNvContentPartPr/>
              <p14:nvPr/>
            </p14:nvContentPartPr>
            <p14:xfrm>
              <a:off x="5991262" y="2014736"/>
              <a:ext cx="10080" cy="15840"/>
            </p14:xfrm>
          </p:contentPart>
        </mc:Choice>
        <mc:Fallback>
          <p:pic>
            <p:nvPicPr>
              <p:cNvPr id="47" name="Ink 46">
                <a:extLst>
                  <a:ext uri="{FF2B5EF4-FFF2-40B4-BE49-F238E27FC236}">
                    <a16:creationId xmlns:a16="http://schemas.microsoft.com/office/drawing/2014/main" id="{632C2461-3D69-9F06-7191-ED2F5F3040B0}"/>
                  </a:ext>
                </a:extLst>
              </p:cNvPr>
              <p:cNvPicPr/>
              <p:nvPr/>
            </p:nvPicPr>
            <p:blipFill>
              <a:blip r:embed="rId45"/>
              <a:stretch>
                <a:fillRect/>
              </a:stretch>
            </p:blipFill>
            <p:spPr>
              <a:xfrm>
                <a:off x="5982622" y="2005736"/>
                <a:ext cx="2772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8" name="Ink 47">
                <a:extLst>
                  <a:ext uri="{FF2B5EF4-FFF2-40B4-BE49-F238E27FC236}">
                    <a16:creationId xmlns:a16="http://schemas.microsoft.com/office/drawing/2014/main" id="{CFCA82EE-E9D6-8925-2295-D95164E659D1}"/>
                  </a:ext>
                </a:extLst>
              </p14:cNvPr>
              <p14:cNvContentPartPr/>
              <p14:nvPr/>
            </p14:nvContentPartPr>
            <p14:xfrm>
              <a:off x="6060382" y="2057216"/>
              <a:ext cx="100440" cy="101520"/>
            </p14:xfrm>
          </p:contentPart>
        </mc:Choice>
        <mc:Fallback>
          <p:pic>
            <p:nvPicPr>
              <p:cNvPr id="48" name="Ink 47">
                <a:extLst>
                  <a:ext uri="{FF2B5EF4-FFF2-40B4-BE49-F238E27FC236}">
                    <a16:creationId xmlns:a16="http://schemas.microsoft.com/office/drawing/2014/main" id="{CFCA82EE-E9D6-8925-2295-D95164E659D1}"/>
                  </a:ext>
                </a:extLst>
              </p:cNvPr>
              <p:cNvPicPr/>
              <p:nvPr/>
            </p:nvPicPr>
            <p:blipFill>
              <a:blip r:embed="rId47"/>
              <a:stretch>
                <a:fillRect/>
              </a:stretch>
            </p:blipFill>
            <p:spPr>
              <a:xfrm>
                <a:off x="6051382" y="2048216"/>
                <a:ext cx="11808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9" name="Ink 48">
                <a:extLst>
                  <a:ext uri="{FF2B5EF4-FFF2-40B4-BE49-F238E27FC236}">
                    <a16:creationId xmlns:a16="http://schemas.microsoft.com/office/drawing/2014/main" id="{DF78A7D7-2E2F-7DCE-8F90-D6E7C54519BC}"/>
                  </a:ext>
                </a:extLst>
              </p14:cNvPr>
              <p14:cNvContentPartPr/>
              <p14:nvPr/>
            </p14:nvContentPartPr>
            <p14:xfrm>
              <a:off x="6113662" y="2030576"/>
              <a:ext cx="197280" cy="117360"/>
            </p14:xfrm>
          </p:contentPart>
        </mc:Choice>
        <mc:Fallback>
          <p:pic>
            <p:nvPicPr>
              <p:cNvPr id="49" name="Ink 48">
                <a:extLst>
                  <a:ext uri="{FF2B5EF4-FFF2-40B4-BE49-F238E27FC236}">
                    <a16:creationId xmlns:a16="http://schemas.microsoft.com/office/drawing/2014/main" id="{DF78A7D7-2E2F-7DCE-8F90-D6E7C54519BC}"/>
                  </a:ext>
                </a:extLst>
              </p:cNvPr>
              <p:cNvPicPr/>
              <p:nvPr/>
            </p:nvPicPr>
            <p:blipFill>
              <a:blip r:embed="rId49"/>
              <a:stretch>
                <a:fillRect/>
              </a:stretch>
            </p:blipFill>
            <p:spPr>
              <a:xfrm>
                <a:off x="6104662" y="2021576"/>
                <a:ext cx="214920" cy="135000"/>
              </a:xfrm>
              <a:prstGeom prst="rect">
                <a:avLst/>
              </a:prstGeom>
            </p:spPr>
          </p:pic>
        </mc:Fallback>
      </mc:AlternateContent>
      <p:grpSp>
        <p:nvGrpSpPr>
          <p:cNvPr id="71" name="Group 70">
            <a:extLst>
              <a:ext uri="{FF2B5EF4-FFF2-40B4-BE49-F238E27FC236}">
                <a16:creationId xmlns:a16="http://schemas.microsoft.com/office/drawing/2014/main" id="{3C675EE4-A97F-571A-804A-B0C3AEEC80B5}"/>
              </a:ext>
            </a:extLst>
          </p:cNvPr>
          <p:cNvGrpSpPr/>
          <p:nvPr/>
        </p:nvGrpSpPr>
        <p:grpSpPr>
          <a:xfrm>
            <a:off x="6373222" y="1791536"/>
            <a:ext cx="1636560" cy="625680"/>
            <a:chOff x="6373222" y="1791536"/>
            <a:chExt cx="1636560" cy="625680"/>
          </a:xfrm>
        </p:grpSpPr>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8CD54026-D66E-0287-AC44-5CBCDD09AA3D}"/>
                    </a:ext>
                  </a:extLst>
                </p14:cNvPr>
                <p14:cNvContentPartPr/>
                <p14:nvPr/>
              </p14:nvContentPartPr>
              <p14:xfrm>
                <a:off x="7703062" y="1791536"/>
                <a:ext cx="97560" cy="178200"/>
              </p14:xfrm>
            </p:contentPart>
          </mc:Choice>
          <mc:Fallback>
            <p:pic>
              <p:nvPicPr>
                <p:cNvPr id="32" name="Ink 31">
                  <a:extLst>
                    <a:ext uri="{FF2B5EF4-FFF2-40B4-BE49-F238E27FC236}">
                      <a16:creationId xmlns:a16="http://schemas.microsoft.com/office/drawing/2014/main" id="{8CD54026-D66E-0287-AC44-5CBCDD09AA3D}"/>
                    </a:ext>
                  </a:extLst>
                </p:cNvPr>
                <p:cNvPicPr/>
                <p:nvPr/>
              </p:nvPicPr>
              <p:blipFill>
                <a:blip r:embed="rId51"/>
                <a:stretch>
                  <a:fillRect/>
                </a:stretch>
              </p:blipFill>
              <p:spPr>
                <a:xfrm>
                  <a:off x="7694422" y="1782536"/>
                  <a:ext cx="11520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677A8D05-D19A-DE76-65E7-20AAA9F2C7C3}"/>
                    </a:ext>
                  </a:extLst>
                </p14:cNvPr>
                <p14:cNvContentPartPr/>
                <p14:nvPr/>
              </p14:nvContentPartPr>
              <p14:xfrm>
                <a:off x="7252342" y="1795496"/>
                <a:ext cx="130320" cy="167400"/>
              </p14:xfrm>
            </p:contentPart>
          </mc:Choice>
          <mc:Fallback>
            <p:pic>
              <p:nvPicPr>
                <p:cNvPr id="29" name="Ink 28">
                  <a:extLst>
                    <a:ext uri="{FF2B5EF4-FFF2-40B4-BE49-F238E27FC236}">
                      <a16:creationId xmlns:a16="http://schemas.microsoft.com/office/drawing/2014/main" id="{677A8D05-D19A-DE76-65E7-20AAA9F2C7C3}"/>
                    </a:ext>
                  </a:extLst>
                </p:cNvPr>
                <p:cNvPicPr/>
                <p:nvPr/>
              </p:nvPicPr>
              <p:blipFill>
                <a:blip r:embed="rId53"/>
                <a:stretch>
                  <a:fillRect/>
                </a:stretch>
              </p:blipFill>
              <p:spPr>
                <a:xfrm>
                  <a:off x="7243702" y="1786496"/>
                  <a:ext cx="14796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0" name="Ink 29">
                  <a:extLst>
                    <a:ext uri="{FF2B5EF4-FFF2-40B4-BE49-F238E27FC236}">
                      <a16:creationId xmlns:a16="http://schemas.microsoft.com/office/drawing/2014/main" id="{8EC53AE7-2C95-7F7D-2504-02808A8691C6}"/>
                    </a:ext>
                  </a:extLst>
                </p14:cNvPr>
                <p14:cNvContentPartPr/>
                <p14:nvPr/>
              </p14:nvContentPartPr>
              <p14:xfrm>
                <a:off x="6969382" y="2051816"/>
                <a:ext cx="192600" cy="96840"/>
              </p14:xfrm>
            </p:contentPart>
          </mc:Choice>
          <mc:Fallback>
            <p:pic>
              <p:nvPicPr>
                <p:cNvPr id="30" name="Ink 29">
                  <a:extLst>
                    <a:ext uri="{FF2B5EF4-FFF2-40B4-BE49-F238E27FC236}">
                      <a16:creationId xmlns:a16="http://schemas.microsoft.com/office/drawing/2014/main" id="{8EC53AE7-2C95-7F7D-2504-02808A8691C6}"/>
                    </a:ext>
                  </a:extLst>
                </p:cNvPr>
                <p:cNvPicPr/>
                <p:nvPr/>
              </p:nvPicPr>
              <p:blipFill>
                <a:blip r:embed="rId55"/>
                <a:stretch>
                  <a:fillRect/>
                </a:stretch>
              </p:blipFill>
              <p:spPr>
                <a:xfrm>
                  <a:off x="6960742" y="2043176"/>
                  <a:ext cx="21024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1" name="Ink 50">
                  <a:extLst>
                    <a:ext uri="{FF2B5EF4-FFF2-40B4-BE49-F238E27FC236}">
                      <a16:creationId xmlns:a16="http://schemas.microsoft.com/office/drawing/2014/main" id="{353446A4-AF1B-923D-5A4E-8F40D1B112EB}"/>
                    </a:ext>
                  </a:extLst>
                </p14:cNvPr>
                <p14:cNvContentPartPr/>
                <p14:nvPr/>
              </p14:nvContentPartPr>
              <p14:xfrm>
                <a:off x="6646102" y="1807016"/>
                <a:ext cx="506160" cy="342360"/>
              </p14:xfrm>
            </p:contentPart>
          </mc:Choice>
          <mc:Fallback>
            <p:pic>
              <p:nvPicPr>
                <p:cNvPr id="51" name="Ink 50">
                  <a:extLst>
                    <a:ext uri="{FF2B5EF4-FFF2-40B4-BE49-F238E27FC236}">
                      <a16:creationId xmlns:a16="http://schemas.microsoft.com/office/drawing/2014/main" id="{353446A4-AF1B-923D-5A4E-8F40D1B112EB}"/>
                    </a:ext>
                  </a:extLst>
                </p:cNvPr>
                <p:cNvPicPr/>
                <p:nvPr/>
              </p:nvPicPr>
              <p:blipFill>
                <a:blip r:embed="rId57"/>
                <a:stretch>
                  <a:fillRect/>
                </a:stretch>
              </p:blipFill>
              <p:spPr>
                <a:xfrm>
                  <a:off x="6637102" y="1798016"/>
                  <a:ext cx="5238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2" name="Ink 51">
                  <a:extLst>
                    <a:ext uri="{FF2B5EF4-FFF2-40B4-BE49-F238E27FC236}">
                      <a16:creationId xmlns:a16="http://schemas.microsoft.com/office/drawing/2014/main" id="{5C669F48-E063-6865-D4C1-54A919EA56B4}"/>
                    </a:ext>
                  </a:extLst>
                </p14:cNvPr>
                <p14:cNvContentPartPr/>
                <p14:nvPr/>
              </p14:nvContentPartPr>
              <p14:xfrm>
                <a:off x="6464302" y="2237936"/>
                <a:ext cx="23040" cy="103680"/>
              </p14:xfrm>
            </p:contentPart>
          </mc:Choice>
          <mc:Fallback>
            <p:pic>
              <p:nvPicPr>
                <p:cNvPr id="52" name="Ink 51">
                  <a:extLst>
                    <a:ext uri="{FF2B5EF4-FFF2-40B4-BE49-F238E27FC236}">
                      <a16:creationId xmlns:a16="http://schemas.microsoft.com/office/drawing/2014/main" id="{5C669F48-E063-6865-D4C1-54A919EA56B4}"/>
                    </a:ext>
                  </a:extLst>
                </p:cNvPr>
                <p:cNvPicPr/>
                <p:nvPr/>
              </p:nvPicPr>
              <p:blipFill>
                <a:blip r:embed="rId59"/>
                <a:stretch>
                  <a:fillRect/>
                </a:stretch>
              </p:blipFill>
              <p:spPr>
                <a:xfrm>
                  <a:off x="6455662" y="2229296"/>
                  <a:ext cx="4068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3" name="Ink 52">
                  <a:extLst>
                    <a:ext uri="{FF2B5EF4-FFF2-40B4-BE49-F238E27FC236}">
                      <a16:creationId xmlns:a16="http://schemas.microsoft.com/office/drawing/2014/main" id="{ABCC23B0-8118-62C6-8EF6-D06DA2310958}"/>
                    </a:ext>
                  </a:extLst>
                </p14:cNvPr>
                <p14:cNvContentPartPr/>
                <p14:nvPr/>
              </p14:nvContentPartPr>
              <p14:xfrm>
                <a:off x="6490942" y="2232536"/>
                <a:ext cx="51840" cy="140760"/>
              </p14:xfrm>
            </p:contentPart>
          </mc:Choice>
          <mc:Fallback>
            <p:pic>
              <p:nvPicPr>
                <p:cNvPr id="53" name="Ink 52">
                  <a:extLst>
                    <a:ext uri="{FF2B5EF4-FFF2-40B4-BE49-F238E27FC236}">
                      <a16:creationId xmlns:a16="http://schemas.microsoft.com/office/drawing/2014/main" id="{ABCC23B0-8118-62C6-8EF6-D06DA2310958}"/>
                    </a:ext>
                  </a:extLst>
                </p:cNvPr>
                <p:cNvPicPr/>
                <p:nvPr/>
              </p:nvPicPr>
              <p:blipFill>
                <a:blip r:embed="rId61"/>
                <a:stretch>
                  <a:fillRect/>
                </a:stretch>
              </p:blipFill>
              <p:spPr>
                <a:xfrm>
                  <a:off x="6482302" y="2223896"/>
                  <a:ext cx="6948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54" name="Ink 53">
                  <a:extLst>
                    <a:ext uri="{FF2B5EF4-FFF2-40B4-BE49-F238E27FC236}">
                      <a16:creationId xmlns:a16="http://schemas.microsoft.com/office/drawing/2014/main" id="{C0C15E09-4C06-9A0F-7E3B-67C2CD175B6B}"/>
                    </a:ext>
                  </a:extLst>
                </p14:cNvPr>
                <p14:cNvContentPartPr/>
                <p14:nvPr/>
              </p14:nvContentPartPr>
              <p14:xfrm>
                <a:off x="6399142" y="2331896"/>
                <a:ext cx="206640" cy="12600"/>
              </p14:xfrm>
            </p:contentPart>
          </mc:Choice>
          <mc:Fallback>
            <p:pic>
              <p:nvPicPr>
                <p:cNvPr id="54" name="Ink 53">
                  <a:extLst>
                    <a:ext uri="{FF2B5EF4-FFF2-40B4-BE49-F238E27FC236}">
                      <a16:creationId xmlns:a16="http://schemas.microsoft.com/office/drawing/2014/main" id="{C0C15E09-4C06-9A0F-7E3B-67C2CD175B6B}"/>
                    </a:ext>
                  </a:extLst>
                </p:cNvPr>
                <p:cNvPicPr/>
                <p:nvPr/>
              </p:nvPicPr>
              <p:blipFill>
                <a:blip r:embed="rId63"/>
                <a:stretch>
                  <a:fillRect/>
                </a:stretch>
              </p:blipFill>
              <p:spPr>
                <a:xfrm>
                  <a:off x="6390502" y="2323256"/>
                  <a:ext cx="2242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5" name="Ink 54">
                  <a:extLst>
                    <a:ext uri="{FF2B5EF4-FFF2-40B4-BE49-F238E27FC236}">
                      <a16:creationId xmlns:a16="http://schemas.microsoft.com/office/drawing/2014/main" id="{0122D2DB-1C8C-7503-3458-F77EB907FB5B}"/>
                    </a:ext>
                  </a:extLst>
                </p14:cNvPr>
                <p14:cNvContentPartPr/>
                <p14:nvPr/>
              </p14:nvContentPartPr>
              <p14:xfrm>
                <a:off x="6373222" y="2274656"/>
                <a:ext cx="197640" cy="27360"/>
              </p14:xfrm>
            </p:contentPart>
          </mc:Choice>
          <mc:Fallback>
            <p:pic>
              <p:nvPicPr>
                <p:cNvPr id="55" name="Ink 54">
                  <a:extLst>
                    <a:ext uri="{FF2B5EF4-FFF2-40B4-BE49-F238E27FC236}">
                      <a16:creationId xmlns:a16="http://schemas.microsoft.com/office/drawing/2014/main" id="{0122D2DB-1C8C-7503-3458-F77EB907FB5B}"/>
                    </a:ext>
                  </a:extLst>
                </p:cNvPr>
                <p:cNvPicPr/>
                <p:nvPr/>
              </p:nvPicPr>
              <p:blipFill>
                <a:blip r:embed="rId65"/>
                <a:stretch>
                  <a:fillRect/>
                </a:stretch>
              </p:blipFill>
              <p:spPr>
                <a:xfrm>
                  <a:off x="6364582" y="2265656"/>
                  <a:ext cx="21528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6" name="Ink 55">
                  <a:extLst>
                    <a:ext uri="{FF2B5EF4-FFF2-40B4-BE49-F238E27FC236}">
                      <a16:creationId xmlns:a16="http://schemas.microsoft.com/office/drawing/2014/main" id="{655265F2-9753-C29D-BFEF-5C36914ECE77}"/>
                    </a:ext>
                  </a:extLst>
                </p14:cNvPr>
                <p14:cNvContentPartPr/>
                <p14:nvPr/>
              </p14:nvContentPartPr>
              <p14:xfrm>
                <a:off x="6400582" y="2227496"/>
                <a:ext cx="64440" cy="143640"/>
              </p14:xfrm>
            </p:contentPart>
          </mc:Choice>
          <mc:Fallback>
            <p:pic>
              <p:nvPicPr>
                <p:cNvPr id="56" name="Ink 55">
                  <a:extLst>
                    <a:ext uri="{FF2B5EF4-FFF2-40B4-BE49-F238E27FC236}">
                      <a16:creationId xmlns:a16="http://schemas.microsoft.com/office/drawing/2014/main" id="{655265F2-9753-C29D-BFEF-5C36914ECE77}"/>
                    </a:ext>
                  </a:extLst>
                </p:cNvPr>
                <p:cNvPicPr/>
                <p:nvPr/>
              </p:nvPicPr>
              <p:blipFill>
                <a:blip r:embed="rId67"/>
                <a:stretch>
                  <a:fillRect/>
                </a:stretch>
              </p:blipFill>
              <p:spPr>
                <a:xfrm>
                  <a:off x="6391942" y="2218496"/>
                  <a:ext cx="8208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8" name="Ink 57">
                  <a:extLst>
                    <a:ext uri="{FF2B5EF4-FFF2-40B4-BE49-F238E27FC236}">
                      <a16:creationId xmlns:a16="http://schemas.microsoft.com/office/drawing/2014/main" id="{2C299F1C-DD61-B8E6-A64A-7E5BAE964DB1}"/>
                    </a:ext>
                  </a:extLst>
                </p14:cNvPr>
                <p14:cNvContentPartPr/>
                <p14:nvPr/>
              </p14:nvContentPartPr>
              <p14:xfrm>
                <a:off x="6704422" y="2312456"/>
                <a:ext cx="93960" cy="65520"/>
              </p14:xfrm>
            </p:contentPart>
          </mc:Choice>
          <mc:Fallback>
            <p:pic>
              <p:nvPicPr>
                <p:cNvPr id="58" name="Ink 57">
                  <a:extLst>
                    <a:ext uri="{FF2B5EF4-FFF2-40B4-BE49-F238E27FC236}">
                      <a16:creationId xmlns:a16="http://schemas.microsoft.com/office/drawing/2014/main" id="{2C299F1C-DD61-B8E6-A64A-7E5BAE964DB1}"/>
                    </a:ext>
                  </a:extLst>
                </p:cNvPr>
                <p:cNvPicPr/>
                <p:nvPr/>
              </p:nvPicPr>
              <p:blipFill>
                <a:blip r:embed="rId69"/>
                <a:stretch>
                  <a:fillRect/>
                </a:stretch>
              </p:blipFill>
              <p:spPr>
                <a:xfrm>
                  <a:off x="6695422" y="2303456"/>
                  <a:ext cx="11160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9" name="Ink 58">
                  <a:extLst>
                    <a:ext uri="{FF2B5EF4-FFF2-40B4-BE49-F238E27FC236}">
                      <a16:creationId xmlns:a16="http://schemas.microsoft.com/office/drawing/2014/main" id="{026D36E7-EB65-886E-0E23-DD1F4FE54607}"/>
                    </a:ext>
                  </a:extLst>
                </p14:cNvPr>
                <p14:cNvContentPartPr/>
                <p14:nvPr/>
              </p14:nvContentPartPr>
              <p14:xfrm>
                <a:off x="6828982" y="2219576"/>
                <a:ext cx="81720" cy="197640"/>
              </p14:xfrm>
            </p:contentPart>
          </mc:Choice>
          <mc:Fallback>
            <p:pic>
              <p:nvPicPr>
                <p:cNvPr id="59" name="Ink 58">
                  <a:extLst>
                    <a:ext uri="{FF2B5EF4-FFF2-40B4-BE49-F238E27FC236}">
                      <a16:creationId xmlns:a16="http://schemas.microsoft.com/office/drawing/2014/main" id="{026D36E7-EB65-886E-0E23-DD1F4FE54607}"/>
                    </a:ext>
                  </a:extLst>
                </p:cNvPr>
                <p:cNvPicPr/>
                <p:nvPr/>
              </p:nvPicPr>
              <p:blipFill>
                <a:blip r:embed="rId71"/>
                <a:stretch>
                  <a:fillRect/>
                </a:stretch>
              </p:blipFill>
              <p:spPr>
                <a:xfrm>
                  <a:off x="6820342" y="2210936"/>
                  <a:ext cx="9936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0" name="Ink 59">
                  <a:extLst>
                    <a:ext uri="{FF2B5EF4-FFF2-40B4-BE49-F238E27FC236}">
                      <a16:creationId xmlns:a16="http://schemas.microsoft.com/office/drawing/2014/main" id="{9765A2DA-3231-BE86-DB8D-6C7056209FAD}"/>
                    </a:ext>
                  </a:extLst>
                </p14:cNvPr>
                <p14:cNvContentPartPr/>
                <p14:nvPr/>
              </p14:nvContentPartPr>
              <p14:xfrm>
                <a:off x="6850582" y="2365736"/>
                <a:ext cx="55440" cy="360"/>
              </p14:xfrm>
            </p:contentPart>
          </mc:Choice>
          <mc:Fallback>
            <p:pic>
              <p:nvPicPr>
                <p:cNvPr id="60" name="Ink 59">
                  <a:extLst>
                    <a:ext uri="{FF2B5EF4-FFF2-40B4-BE49-F238E27FC236}">
                      <a16:creationId xmlns:a16="http://schemas.microsoft.com/office/drawing/2014/main" id="{9765A2DA-3231-BE86-DB8D-6C7056209FAD}"/>
                    </a:ext>
                  </a:extLst>
                </p:cNvPr>
                <p:cNvPicPr/>
                <p:nvPr/>
              </p:nvPicPr>
              <p:blipFill>
                <a:blip r:embed="rId73"/>
                <a:stretch>
                  <a:fillRect/>
                </a:stretch>
              </p:blipFill>
              <p:spPr>
                <a:xfrm>
                  <a:off x="6841582" y="2356736"/>
                  <a:ext cx="73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1" name="Ink 60">
                  <a:extLst>
                    <a:ext uri="{FF2B5EF4-FFF2-40B4-BE49-F238E27FC236}">
                      <a16:creationId xmlns:a16="http://schemas.microsoft.com/office/drawing/2014/main" id="{F4D0A7B5-2C91-2AC6-D326-C85C150204BB}"/>
                    </a:ext>
                  </a:extLst>
                </p14:cNvPr>
                <p14:cNvContentPartPr/>
                <p14:nvPr/>
              </p14:nvContentPartPr>
              <p14:xfrm>
                <a:off x="7052542" y="2317856"/>
                <a:ext cx="108360" cy="70200"/>
              </p14:xfrm>
            </p:contentPart>
          </mc:Choice>
          <mc:Fallback>
            <p:pic>
              <p:nvPicPr>
                <p:cNvPr id="61" name="Ink 60">
                  <a:extLst>
                    <a:ext uri="{FF2B5EF4-FFF2-40B4-BE49-F238E27FC236}">
                      <a16:creationId xmlns:a16="http://schemas.microsoft.com/office/drawing/2014/main" id="{F4D0A7B5-2C91-2AC6-D326-C85C150204BB}"/>
                    </a:ext>
                  </a:extLst>
                </p:cNvPr>
                <p:cNvPicPr/>
                <p:nvPr/>
              </p:nvPicPr>
              <p:blipFill>
                <a:blip r:embed="rId75"/>
                <a:stretch>
                  <a:fillRect/>
                </a:stretch>
              </p:blipFill>
              <p:spPr>
                <a:xfrm>
                  <a:off x="7043542" y="2308856"/>
                  <a:ext cx="12600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2" name="Ink 61">
                  <a:extLst>
                    <a:ext uri="{FF2B5EF4-FFF2-40B4-BE49-F238E27FC236}">
                      <a16:creationId xmlns:a16="http://schemas.microsoft.com/office/drawing/2014/main" id="{4A325958-2FB6-3356-AB93-592DB9B09B4E}"/>
                    </a:ext>
                  </a:extLst>
                </p14:cNvPr>
                <p14:cNvContentPartPr/>
                <p14:nvPr/>
              </p14:nvContentPartPr>
              <p14:xfrm>
                <a:off x="7134262" y="2237936"/>
                <a:ext cx="143280" cy="133560"/>
              </p14:xfrm>
            </p:contentPart>
          </mc:Choice>
          <mc:Fallback>
            <p:pic>
              <p:nvPicPr>
                <p:cNvPr id="62" name="Ink 61">
                  <a:extLst>
                    <a:ext uri="{FF2B5EF4-FFF2-40B4-BE49-F238E27FC236}">
                      <a16:creationId xmlns:a16="http://schemas.microsoft.com/office/drawing/2014/main" id="{4A325958-2FB6-3356-AB93-592DB9B09B4E}"/>
                    </a:ext>
                  </a:extLst>
                </p:cNvPr>
                <p:cNvPicPr/>
                <p:nvPr/>
              </p:nvPicPr>
              <p:blipFill>
                <a:blip r:embed="rId77"/>
                <a:stretch>
                  <a:fillRect/>
                </a:stretch>
              </p:blipFill>
              <p:spPr>
                <a:xfrm>
                  <a:off x="7125622" y="2229296"/>
                  <a:ext cx="16092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63" name="Ink 62">
                  <a:extLst>
                    <a:ext uri="{FF2B5EF4-FFF2-40B4-BE49-F238E27FC236}">
                      <a16:creationId xmlns:a16="http://schemas.microsoft.com/office/drawing/2014/main" id="{A2183CD7-BD48-B834-A48E-53605F7FAA14}"/>
                    </a:ext>
                  </a:extLst>
                </p14:cNvPr>
                <p14:cNvContentPartPr/>
                <p14:nvPr/>
              </p14:nvContentPartPr>
              <p14:xfrm>
                <a:off x="7320382" y="2285816"/>
                <a:ext cx="84600" cy="82080"/>
              </p14:xfrm>
            </p:contentPart>
          </mc:Choice>
          <mc:Fallback>
            <p:pic>
              <p:nvPicPr>
                <p:cNvPr id="63" name="Ink 62">
                  <a:extLst>
                    <a:ext uri="{FF2B5EF4-FFF2-40B4-BE49-F238E27FC236}">
                      <a16:creationId xmlns:a16="http://schemas.microsoft.com/office/drawing/2014/main" id="{A2183CD7-BD48-B834-A48E-53605F7FAA14}"/>
                    </a:ext>
                  </a:extLst>
                </p:cNvPr>
                <p:cNvPicPr/>
                <p:nvPr/>
              </p:nvPicPr>
              <p:blipFill>
                <a:blip r:embed="rId79"/>
                <a:stretch>
                  <a:fillRect/>
                </a:stretch>
              </p:blipFill>
              <p:spPr>
                <a:xfrm>
                  <a:off x="7311382" y="2277176"/>
                  <a:ext cx="10224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64" name="Ink 63">
                  <a:extLst>
                    <a:ext uri="{FF2B5EF4-FFF2-40B4-BE49-F238E27FC236}">
                      <a16:creationId xmlns:a16="http://schemas.microsoft.com/office/drawing/2014/main" id="{FA65B139-7F54-7537-B22D-E0FA66C0B28A}"/>
                    </a:ext>
                  </a:extLst>
                </p14:cNvPr>
                <p14:cNvContentPartPr/>
                <p14:nvPr/>
              </p14:nvContentPartPr>
              <p14:xfrm>
                <a:off x="7437382" y="2301656"/>
                <a:ext cx="97200" cy="53280"/>
              </p14:xfrm>
            </p:contentPart>
          </mc:Choice>
          <mc:Fallback>
            <p:pic>
              <p:nvPicPr>
                <p:cNvPr id="64" name="Ink 63">
                  <a:extLst>
                    <a:ext uri="{FF2B5EF4-FFF2-40B4-BE49-F238E27FC236}">
                      <a16:creationId xmlns:a16="http://schemas.microsoft.com/office/drawing/2014/main" id="{FA65B139-7F54-7537-B22D-E0FA66C0B28A}"/>
                    </a:ext>
                  </a:extLst>
                </p:cNvPr>
                <p:cNvPicPr/>
                <p:nvPr/>
              </p:nvPicPr>
              <p:blipFill>
                <a:blip r:embed="rId81"/>
                <a:stretch>
                  <a:fillRect/>
                </a:stretch>
              </p:blipFill>
              <p:spPr>
                <a:xfrm>
                  <a:off x="7428382" y="2293016"/>
                  <a:ext cx="11484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65" name="Ink 64">
                  <a:extLst>
                    <a:ext uri="{FF2B5EF4-FFF2-40B4-BE49-F238E27FC236}">
                      <a16:creationId xmlns:a16="http://schemas.microsoft.com/office/drawing/2014/main" id="{0FECA9DB-E1EC-F5A7-4706-D476303F2D88}"/>
                    </a:ext>
                  </a:extLst>
                </p14:cNvPr>
                <p14:cNvContentPartPr/>
                <p14:nvPr/>
              </p14:nvContentPartPr>
              <p14:xfrm>
                <a:off x="7586062" y="2300216"/>
                <a:ext cx="116280" cy="54720"/>
              </p14:xfrm>
            </p:contentPart>
          </mc:Choice>
          <mc:Fallback>
            <p:pic>
              <p:nvPicPr>
                <p:cNvPr id="65" name="Ink 64">
                  <a:extLst>
                    <a:ext uri="{FF2B5EF4-FFF2-40B4-BE49-F238E27FC236}">
                      <a16:creationId xmlns:a16="http://schemas.microsoft.com/office/drawing/2014/main" id="{0FECA9DB-E1EC-F5A7-4706-D476303F2D88}"/>
                    </a:ext>
                  </a:extLst>
                </p:cNvPr>
                <p:cNvPicPr/>
                <p:nvPr/>
              </p:nvPicPr>
              <p:blipFill>
                <a:blip r:embed="rId83"/>
                <a:stretch>
                  <a:fillRect/>
                </a:stretch>
              </p:blipFill>
              <p:spPr>
                <a:xfrm>
                  <a:off x="7577422" y="2291216"/>
                  <a:ext cx="13392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6" name="Ink 65">
                  <a:extLst>
                    <a:ext uri="{FF2B5EF4-FFF2-40B4-BE49-F238E27FC236}">
                      <a16:creationId xmlns:a16="http://schemas.microsoft.com/office/drawing/2014/main" id="{6AC1D089-116E-58B3-98AB-0E2503E59A8D}"/>
                    </a:ext>
                  </a:extLst>
                </p14:cNvPr>
                <p14:cNvContentPartPr/>
                <p14:nvPr/>
              </p14:nvContentPartPr>
              <p14:xfrm>
                <a:off x="7757422" y="2298776"/>
                <a:ext cx="88920" cy="56520"/>
              </p14:xfrm>
            </p:contentPart>
          </mc:Choice>
          <mc:Fallback>
            <p:pic>
              <p:nvPicPr>
                <p:cNvPr id="66" name="Ink 65">
                  <a:extLst>
                    <a:ext uri="{FF2B5EF4-FFF2-40B4-BE49-F238E27FC236}">
                      <a16:creationId xmlns:a16="http://schemas.microsoft.com/office/drawing/2014/main" id="{6AC1D089-116E-58B3-98AB-0E2503E59A8D}"/>
                    </a:ext>
                  </a:extLst>
                </p:cNvPr>
                <p:cNvPicPr/>
                <p:nvPr/>
              </p:nvPicPr>
              <p:blipFill>
                <a:blip r:embed="rId85"/>
                <a:stretch>
                  <a:fillRect/>
                </a:stretch>
              </p:blipFill>
              <p:spPr>
                <a:xfrm>
                  <a:off x="7748782" y="2289776"/>
                  <a:ext cx="10656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8" name="Ink 67">
                  <a:extLst>
                    <a:ext uri="{FF2B5EF4-FFF2-40B4-BE49-F238E27FC236}">
                      <a16:creationId xmlns:a16="http://schemas.microsoft.com/office/drawing/2014/main" id="{3DD8F9D3-7B59-B408-C7AF-FEE5B5DD6D9F}"/>
                    </a:ext>
                  </a:extLst>
                </p14:cNvPr>
                <p14:cNvContentPartPr/>
                <p14:nvPr/>
              </p14:nvContentPartPr>
              <p14:xfrm>
                <a:off x="7845982" y="2180696"/>
                <a:ext cx="86760" cy="158400"/>
              </p14:xfrm>
            </p:contentPart>
          </mc:Choice>
          <mc:Fallback>
            <p:pic>
              <p:nvPicPr>
                <p:cNvPr id="68" name="Ink 67">
                  <a:extLst>
                    <a:ext uri="{FF2B5EF4-FFF2-40B4-BE49-F238E27FC236}">
                      <a16:creationId xmlns:a16="http://schemas.microsoft.com/office/drawing/2014/main" id="{3DD8F9D3-7B59-B408-C7AF-FEE5B5DD6D9F}"/>
                    </a:ext>
                  </a:extLst>
                </p:cNvPr>
                <p:cNvPicPr/>
                <p:nvPr/>
              </p:nvPicPr>
              <p:blipFill>
                <a:blip r:embed="rId87"/>
                <a:stretch>
                  <a:fillRect/>
                </a:stretch>
              </p:blipFill>
              <p:spPr>
                <a:xfrm>
                  <a:off x="7836982" y="2172056"/>
                  <a:ext cx="10440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9" name="Ink 68">
                  <a:extLst>
                    <a:ext uri="{FF2B5EF4-FFF2-40B4-BE49-F238E27FC236}">
                      <a16:creationId xmlns:a16="http://schemas.microsoft.com/office/drawing/2014/main" id="{A86210B8-2F64-5AE8-454B-8522EDA8F379}"/>
                    </a:ext>
                  </a:extLst>
                </p14:cNvPr>
                <p14:cNvContentPartPr/>
                <p14:nvPr/>
              </p14:nvContentPartPr>
              <p14:xfrm>
                <a:off x="7984942" y="2237936"/>
                <a:ext cx="24840" cy="105480"/>
              </p14:xfrm>
            </p:contentPart>
          </mc:Choice>
          <mc:Fallback>
            <p:pic>
              <p:nvPicPr>
                <p:cNvPr id="69" name="Ink 68">
                  <a:extLst>
                    <a:ext uri="{FF2B5EF4-FFF2-40B4-BE49-F238E27FC236}">
                      <a16:creationId xmlns:a16="http://schemas.microsoft.com/office/drawing/2014/main" id="{A86210B8-2F64-5AE8-454B-8522EDA8F379}"/>
                    </a:ext>
                  </a:extLst>
                </p:cNvPr>
                <p:cNvPicPr/>
                <p:nvPr/>
              </p:nvPicPr>
              <p:blipFill>
                <a:blip r:embed="rId89"/>
                <a:stretch>
                  <a:fillRect/>
                </a:stretch>
              </p:blipFill>
              <p:spPr>
                <a:xfrm>
                  <a:off x="7976302" y="2229296"/>
                  <a:ext cx="424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0" name="Ink 69">
                  <a:extLst>
                    <a:ext uri="{FF2B5EF4-FFF2-40B4-BE49-F238E27FC236}">
                      <a16:creationId xmlns:a16="http://schemas.microsoft.com/office/drawing/2014/main" id="{4028F0E2-4609-8568-F407-E3C5A3C7AB00}"/>
                    </a:ext>
                  </a:extLst>
                </p14:cNvPr>
                <p14:cNvContentPartPr/>
                <p14:nvPr/>
              </p14:nvContentPartPr>
              <p14:xfrm>
                <a:off x="7767502" y="2302016"/>
                <a:ext cx="21240" cy="10800"/>
              </p14:xfrm>
            </p:contentPart>
          </mc:Choice>
          <mc:Fallback>
            <p:pic>
              <p:nvPicPr>
                <p:cNvPr id="70" name="Ink 69">
                  <a:extLst>
                    <a:ext uri="{FF2B5EF4-FFF2-40B4-BE49-F238E27FC236}">
                      <a16:creationId xmlns:a16="http://schemas.microsoft.com/office/drawing/2014/main" id="{4028F0E2-4609-8568-F407-E3C5A3C7AB00}"/>
                    </a:ext>
                  </a:extLst>
                </p:cNvPr>
                <p:cNvPicPr/>
                <p:nvPr/>
              </p:nvPicPr>
              <p:blipFill>
                <a:blip r:embed="rId91"/>
                <a:stretch>
                  <a:fillRect/>
                </a:stretch>
              </p:blipFill>
              <p:spPr>
                <a:xfrm>
                  <a:off x="7758502" y="2293016"/>
                  <a:ext cx="38880" cy="28440"/>
                </a:xfrm>
                <a:prstGeom prst="rect">
                  <a:avLst/>
                </a:prstGeom>
              </p:spPr>
            </p:pic>
          </mc:Fallback>
        </mc:AlternateContent>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When not to treat the spectrogram as a generic image</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1:11–1:13</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325880"/>
            <a:ext cx="6675120" cy="3017520"/>
          </a:xfrm>
          <a:prstGeom prst="rect">
            <a:avLst/>
          </a:prstGeom>
          <a:noFill/>
        </p:spPr>
        <p:txBody>
          <a:bodyPr wrap="square">
            <a:spAutoFit/>
          </a:bodyPr>
          <a:lstStyle/>
          <a:p>
            <a:pPr>
              <a:spcAft>
                <a:spcPts val="700"/>
              </a:spcAft>
              <a:defRPr sz="2000">
                <a:solidFill>
                  <a:srgbClr val="191E26"/>
                </a:solidFill>
                <a:latin typeface="Aptos"/>
              </a:defRPr>
            </a:pPr>
            <a:r>
              <a:t>• Time and frequency axes are not interchangeable.</a:t>
            </a:r>
          </a:p>
          <a:p>
            <a:pPr>
              <a:spcAft>
                <a:spcPts val="700"/>
              </a:spcAft>
              <a:defRPr sz="2000">
                <a:solidFill>
                  <a:srgbClr val="191E26"/>
                </a:solidFill>
                <a:latin typeface="Aptos"/>
              </a:defRPr>
            </a:pPr>
            <a:r>
              <a:t>• A one-bin translation in frequency may have a different physical meaning at different scales.</a:t>
            </a:r>
          </a:p>
          <a:p>
            <a:pPr>
              <a:spcAft>
                <a:spcPts val="700"/>
              </a:spcAft>
              <a:defRPr sz="2000">
                <a:solidFill>
                  <a:srgbClr val="191E26"/>
                </a:solidFill>
                <a:latin typeface="Aptos"/>
              </a:defRPr>
            </a:pPr>
            <a:r>
              <a:t>• Image augmentations such as arbitrary rotation or vertical flipping are usually physically nonsensical.</a:t>
            </a:r>
          </a:p>
          <a:p>
            <a:pPr>
              <a:spcAft>
                <a:spcPts val="700"/>
              </a:spcAft>
              <a:defRPr sz="2000">
                <a:solidFill>
                  <a:srgbClr val="191E26"/>
                </a:solidFill>
                <a:latin typeface="Aptos"/>
              </a:defRPr>
            </a:pPr>
            <a:r>
              <a:t>• DSP-informed augmentations should preserve plausible signal behavior.</a:t>
            </a:r>
          </a:p>
        </p:txBody>
      </p:sp>
      <p:sp>
        <p:nvSpPr>
          <p:cNvPr id="8" name="Rounded Rectangle 7"/>
          <p:cNvSpPr/>
          <p:nvPr/>
        </p:nvSpPr>
        <p:spPr>
          <a:xfrm>
            <a:off x="7726679" y="1600200"/>
            <a:ext cx="3566160" cy="205740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72983" y="1691640"/>
            <a:ext cx="3273552" cy="219456"/>
          </a:xfrm>
          <a:prstGeom prst="rect">
            <a:avLst/>
          </a:prstGeom>
          <a:noFill/>
        </p:spPr>
        <p:txBody>
          <a:bodyPr wrap="square">
            <a:spAutoFit/>
          </a:bodyPr>
          <a:lstStyle/>
          <a:p>
            <a:pPr algn="l"/>
            <a:r>
              <a:rPr sz="1100" b="1">
                <a:solidFill>
                  <a:srgbClr val="D67D35"/>
                </a:solidFill>
                <a:latin typeface="Aptos"/>
              </a:rPr>
              <a:t>Good ML habit</a:t>
            </a:r>
          </a:p>
        </p:txBody>
      </p:sp>
      <p:sp>
        <p:nvSpPr>
          <p:cNvPr id="10" name="TextBox 9"/>
          <p:cNvSpPr txBox="1"/>
          <p:nvPr/>
        </p:nvSpPr>
        <p:spPr>
          <a:xfrm>
            <a:off x="7872983" y="1956816"/>
            <a:ext cx="3273552" cy="1609344"/>
          </a:xfrm>
          <a:prstGeom prst="rect">
            <a:avLst/>
          </a:prstGeom>
          <a:noFill/>
        </p:spPr>
        <p:txBody>
          <a:bodyPr wrap="square">
            <a:spAutoFit/>
          </a:bodyPr>
          <a:lstStyle/>
          <a:p>
            <a:pPr algn="l"/>
            <a:r>
              <a:rPr sz="1700" b="0">
                <a:solidFill>
                  <a:srgbClr val="191E26"/>
                </a:solidFill>
                <a:latin typeface="Aptos"/>
              </a:rPr>
              <a:t>Use domain knowledge to decide which invariances the model should learn rather than importing image tricks blindly.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image displays a Python code snippet demonstrating how to create a spectrogram tensor from an audio signal, apply a Short-Time Fourier Transform (STFT), and pass it through a simple Convolutional Neural Network (CNN) to obtain logits.&#10;&#10;AI-generated content may be incorrect.">
            <a:extLst>
              <a:ext uri="{FF2B5EF4-FFF2-40B4-BE49-F238E27FC236}">
                <a16:creationId xmlns:a16="http://schemas.microsoft.com/office/drawing/2014/main" id="{DFE06033-F347-1EE7-8EB3-84D12EFB0E90}"/>
              </a:ext>
            </a:extLst>
          </p:cNvPr>
          <p:cNvPicPr>
            <a:picLocks noChangeAspect="1"/>
          </p:cNvPicPr>
          <p:nvPr/>
        </p:nvPicPr>
        <p:blipFill>
          <a:blip r:embed="rId2"/>
          <a:stretch>
            <a:fillRect/>
          </a:stretch>
        </p:blipFill>
        <p:spPr>
          <a:xfrm>
            <a:off x="364170" y="275228"/>
            <a:ext cx="7229475" cy="4151668"/>
          </a:xfrm>
          <a:prstGeom prst="rect">
            <a:avLst/>
          </a:prstGeom>
        </p:spPr>
      </p:pic>
      <p:pic>
        <p:nvPicPr>
          <p:cNvPr id="2" name="Picture 1" descr="convnet">
            <a:extLst>
              <a:ext uri="{FF2B5EF4-FFF2-40B4-BE49-F238E27FC236}">
                <a16:creationId xmlns:a16="http://schemas.microsoft.com/office/drawing/2014/main" id="{6FDFAD07-769E-51D5-E604-8D3F90744D78}"/>
              </a:ext>
            </a:extLst>
          </p:cNvPr>
          <p:cNvPicPr>
            <a:picLocks noChangeAspect="1"/>
          </p:cNvPicPr>
          <p:nvPr/>
        </p:nvPicPr>
        <p:blipFill>
          <a:blip r:embed="rId3"/>
          <a:stretch>
            <a:fillRect/>
          </a:stretch>
        </p:blipFill>
        <p:spPr>
          <a:xfrm>
            <a:off x="4511195" y="4381881"/>
            <a:ext cx="7229475" cy="1990725"/>
          </a:xfrm>
          <a:prstGeom prst="rect">
            <a:avLst/>
          </a:prstGeom>
        </p:spPr>
      </p:pic>
      <p:pic>
        <p:nvPicPr>
          <p:cNvPr id="6" name="Picture 5" descr="shape&#10;&#10;AI-generated content may be incorrect.">
            <a:extLst>
              <a:ext uri="{FF2B5EF4-FFF2-40B4-BE49-F238E27FC236}">
                <a16:creationId xmlns:a16="http://schemas.microsoft.com/office/drawing/2014/main" id="{422AB9FA-0410-F48F-9682-2E3840C705DD}"/>
              </a:ext>
            </a:extLst>
          </p:cNvPr>
          <p:cNvPicPr>
            <a:picLocks noChangeAspect="1"/>
          </p:cNvPicPr>
          <p:nvPr/>
        </p:nvPicPr>
        <p:blipFill>
          <a:blip r:embed="rId4"/>
          <a:stretch>
            <a:fillRect/>
          </a:stretch>
        </p:blipFill>
        <p:spPr>
          <a:xfrm>
            <a:off x="8402831" y="735887"/>
            <a:ext cx="842260" cy="710141"/>
          </a:xfrm>
          <a:prstGeom prst="rect">
            <a:avLst/>
          </a:prstGeom>
        </p:spPr>
      </p:pic>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D8F29D0D-936D-9D92-CD15-2D01394D3187}"/>
                  </a:ext>
                </a:extLst>
              </p14:cNvPr>
              <p14:cNvContentPartPr/>
              <p14:nvPr/>
            </p14:nvContentPartPr>
            <p14:xfrm>
              <a:off x="688462" y="2365736"/>
              <a:ext cx="1262880" cy="18000"/>
            </p14:xfrm>
          </p:contentPart>
        </mc:Choice>
        <mc:Fallback>
          <p:pic>
            <p:nvPicPr>
              <p:cNvPr id="7" name="Ink 6">
                <a:extLst>
                  <a:ext uri="{FF2B5EF4-FFF2-40B4-BE49-F238E27FC236}">
                    <a16:creationId xmlns:a16="http://schemas.microsoft.com/office/drawing/2014/main" id="{D8F29D0D-936D-9D92-CD15-2D01394D3187}"/>
                  </a:ext>
                </a:extLst>
              </p:cNvPr>
              <p:cNvPicPr/>
              <p:nvPr/>
            </p:nvPicPr>
            <p:blipFill>
              <a:blip r:embed="rId6"/>
              <a:stretch>
                <a:fillRect/>
              </a:stretch>
            </p:blipFill>
            <p:spPr>
              <a:xfrm>
                <a:off x="679462" y="2356736"/>
                <a:ext cx="1280520" cy="35640"/>
              </a:xfrm>
              <a:prstGeom prst="rect">
                <a:avLst/>
              </a:prstGeom>
            </p:spPr>
          </p:pic>
        </mc:Fallback>
      </mc:AlternateContent>
      <p:grpSp>
        <p:nvGrpSpPr>
          <p:cNvPr id="12" name="Group 11">
            <a:extLst>
              <a:ext uri="{FF2B5EF4-FFF2-40B4-BE49-F238E27FC236}">
                <a16:creationId xmlns:a16="http://schemas.microsoft.com/office/drawing/2014/main" id="{D7DEEBED-052E-FBBA-872D-8F10357DBA31}"/>
              </a:ext>
            </a:extLst>
          </p:cNvPr>
          <p:cNvGrpSpPr/>
          <p:nvPr/>
        </p:nvGrpSpPr>
        <p:grpSpPr>
          <a:xfrm>
            <a:off x="1945222" y="2668496"/>
            <a:ext cx="2541960" cy="181800"/>
            <a:chOff x="1945222" y="2668496"/>
            <a:chExt cx="2541960" cy="181800"/>
          </a:xfrm>
        </p:grpSpPr>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43802609-E0AD-A497-B640-E588D33A5814}"/>
                    </a:ext>
                  </a:extLst>
                </p14:cNvPr>
                <p14:cNvContentPartPr/>
                <p14:nvPr/>
              </p14:nvContentPartPr>
              <p14:xfrm>
                <a:off x="4470982" y="2668496"/>
                <a:ext cx="5760" cy="118800"/>
              </p14:xfrm>
            </p:contentPart>
          </mc:Choice>
          <mc:Fallback>
            <p:pic>
              <p:nvPicPr>
                <p:cNvPr id="8" name="Ink 7">
                  <a:extLst>
                    <a:ext uri="{FF2B5EF4-FFF2-40B4-BE49-F238E27FC236}">
                      <a16:creationId xmlns:a16="http://schemas.microsoft.com/office/drawing/2014/main" id="{43802609-E0AD-A497-B640-E588D33A5814}"/>
                    </a:ext>
                  </a:extLst>
                </p:cNvPr>
                <p:cNvPicPr/>
                <p:nvPr/>
              </p:nvPicPr>
              <p:blipFill>
                <a:blip r:embed="rId8"/>
                <a:stretch>
                  <a:fillRect/>
                </a:stretch>
              </p:blipFill>
              <p:spPr>
                <a:xfrm>
                  <a:off x="4461982" y="2659856"/>
                  <a:ext cx="2340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9A7E6E29-DE99-DF08-1745-DE020F5B6AE9}"/>
                    </a:ext>
                  </a:extLst>
                </p14:cNvPr>
                <p14:cNvContentPartPr/>
                <p14:nvPr/>
              </p14:nvContentPartPr>
              <p14:xfrm>
                <a:off x="3448222" y="2817536"/>
                <a:ext cx="1038960" cy="32760"/>
              </p14:xfrm>
            </p:contentPart>
          </mc:Choice>
          <mc:Fallback>
            <p:pic>
              <p:nvPicPr>
                <p:cNvPr id="9" name="Ink 8">
                  <a:extLst>
                    <a:ext uri="{FF2B5EF4-FFF2-40B4-BE49-F238E27FC236}">
                      <a16:creationId xmlns:a16="http://schemas.microsoft.com/office/drawing/2014/main" id="{9A7E6E29-DE99-DF08-1745-DE020F5B6AE9}"/>
                    </a:ext>
                  </a:extLst>
                </p:cNvPr>
                <p:cNvPicPr/>
                <p:nvPr/>
              </p:nvPicPr>
              <p:blipFill>
                <a:blip r:embed="rId10"/>
                <a:stretch>
                  <a:fillRect/>
                </a:stretch>
              </p:blipFill>
              <p:spPr>
                <a:xfrm>
                  <a:off x="3439582" y="2808536"/>
                  <a:ext cx="105660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704C713A-3C24-766E-4E52-747DB06DC7BE}"/>
                    </a:ext>
                  </a:extLst>
                </p14:cNvPr>
                <p14:cNvContentPartPr/>
                <p14:nvPr/>
              </p14:nvContentPartPr>
              <p14:xfrm>
                <a:off x="1945222" y="2759936"/>
                <a:ext cx="1281960" cy="64080"/>
              </p14:xfrm>
            </p:contentPart>
          </mc:Choice>
          <mc:Fallback>
            <p:pic>
              <p:nvPicPr>
                <p:cNvPr id="11" name="Ink 10">
                  <a:extLst>
                    <a:ext uri="{FF2B5EF4-FFF2-40B4-BE49-F238E27FC236}">
                      <a16:creationId xmlns:a16="http://schemas.microsoft.com/office/drawing/2014/main" id="{704C713A-3C24-766E-4E52-747DB06DC7BE}"/>
                    </a:ext>
                  </a:extLst>
                </p:cNvPr>
                <p:cNvPicPr/>
                <p:nvPr/>
              </p:nvPicPr>
              <p:blipFill>
                <a:blip r:embed="rId12"/>
                <a:stretch>
                  <a:fillRect/>
                </a:stretch>
              </p:blipFill>
              <p:spPr>
                <a:xfrm>
                  <a:off x="1936582" y="2751296"/>
                  <a:ext cx="1299600" cy="81720"/>
                </a:xfrm>
                <a:prstGeom prst="rect">
                  <a:avLst/>
                </a:prstGeom>
              </p:spPr>
            </p:pic>
          </mc:Fallback>
        </mc:AlternateContent>
      </p:grpSp>
    </p:spTree>
    <p:extLst>
      <p:ext uri="{BB962C8B-B14F-4D97-AF65-F5344CB8AC3E}">
        <p14:creationId xmlns:p14="http://schemas.microsoft.com/office/powerpoint/2010/main" val="3057415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38609"/>
          </a:xfrm>
          <a:prstGeom prst="rect">
            <a:avLst/>
          </a:prstGeom>
          <a:noFill/>
        </p:spPr>
        <p:txBody>
          <a:bodyPr wrap="square">
            <a:spAutoFit/>
          </a:bodyPr>
          <a:lstStyle/>
          <a:p>
            <a:pPr algn="l"/>
            <a:r>
              <a:rPr sz="2900" b="1" dirty="0">
                <a:solidFill>
                  <a:srgbClr val="16253E"/>
                </a:solidFill>
                <a:latin typeface="Aptos"/>
              </a:rPr>
              <a:t>Lecture </a:t>
            </a:r>
            <a:r>
              <a:rPr lang="en-US" sz="2900" b="1" dirty="0">
                <a:solidFill>
                  <a:srgbClr val="16253E"/>
                </a:solidFill>
                <a:latin typeface="Aptos"/>
              </a:rPr>
              <a:t>1</a:t>
            </a:r>
            <a:r>
              <a:rPr sz="2900" b="1" dirty="0">
                <a:solidFill>
                  <a:srgbClr val="16253E"/>
                </a:solidFill>
                <a:latin typeface="Aptos"/>
              </a:rPr>
              <a:t>2 wrap-up</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WRAP-UP</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1:13–1:15</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280160"/>
            <a:ext cx="7406640" cy="3200400"/>
          </a:xfrm>
          <a:prstGeom prst="rect">
            <a:avLst/>
          </a:prstGeom>
          <a:noFill/>
        </p:spPr>
        <p:txBody>
          <a:bodyPr wrap="square">
            <a:spAutoFit/>
          </a:bodyPr>
          <a:lstStyle/>
          <a:p>
            <a:pPr>
              <a:spcAft>
                <a:spcPts val="700"/>
              </a:spcAft>
              <a:defRPr sz="2000">
                <a:solidFill>
                  <a:srgbClr val="191E26"/>
                </a:solidFill>
                <a:latin typeface="Aptos"/>
              </a:defRPr>
            </a:pPr>
            <a:r>
              <a:t>• A global transform loses when frequency content occurs.</a:t>
            </a:r>
          </a:p>
          <a:p>
            <a:pPr>
              <a:spcAft>
                <a:spcPts val="700"/>
              </a:spcAft>
              <a:defRPr sz="2000">
                <a:solidFill>
                  <a:srgbClr val="191E26"/>
                </a:solidFill>
                <a:latin typeface="Aptos"/>
              </a:defRPr>
            </a:pPr>
            <a:r>
              <a:t>• The STFT computes local windowed spectra over time.</a:t>
            </a:r>
          </a:p>
          <a:p>
            <a:pPr>
              <a:spcAft>
                <a:spcPts val="700"/>
              </a:spcAft>
              <a:defRPr sz="2000">
                <a:solidFill>
                  <a:srgbClr val="191E26"/>
                </a:solidFill>
                <a:latin typeface="Aptos"/>
              </a:defRPr>
            </a:pPr>
            <a:r>
              <a:t>• Window duration trades time resolution against frequency resolution.</a:t>
            </a:r>
          </a:p>
          <a:p>
            <a:pPr>
              <a:spcAft>
                <a:spcPts val="700"/>
              </a:spcAft>
              <a:defRPr sz="2000">
                <a:solidFill>
                  <a:srgbClr val="191E26"/>
                </a:solidFill>
                <a:latin typeface="Aptos"/>
              </a:defRPr>
            </a:pPr>
            <a:r>
              <a:t>• The spectrogram is |STFT|² and is a structured time–frequency matrix.</a:t>
            </a:r>
          </a:p>
          <a:p>
            <a:pPr>
              <a:spcAft>
                <a:spcPts val="700"/>
              </a:spcAft>
              <a:defRPr sz="2000">
                <a:solidFill>
                  <a:srgbClr val="191E26"/>
                </a:solidFill>
                <a:latin typeface="Aptos"/>
              </a:defRPr>
            </a:pPr>
            <a:r>
              <a:t>• Spectrograms create a direct bridge from DSP to 2-D CNNs.</a:t>
            </a:r>
          </a:p>
        </p:txBody>
      </p:sp>
      <p:sp>
        <p:nvSpPr>
          <p:cNvPr id="8" name="Rounded Rectangle 7"/>
          <p:cNvSpPr/>
          <p:nvPr/>
        </p:nvSpPr>
        <p:spPr>
          <a:xfrm>
            <a:off x="8321040" y="1554480"/>
            <a:ext cx="3063240" cy="201168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67344" y="1645920"/>
            <a:ext cx="2770632" cy="219456"/>
          </a:xfrm>
          <a:prstGeom prst="rect">
            <a:avLst/>
          </a:prstGeom>
          <a:noFill/>
        </p:spPr>
        <p:txBody>
          <a:bodyPr wrap="square">
            <a:spAutoFit/>
          </a:bodyPr>
          <a:lstStyle/>
          <a:p>
            <a:pPr algn="l"/>
            <a:r>
              <a:rPr sz="1100" b="1">
                <a:solidFill>
                  <a:srgbClr val="D67D35"/>
                </a:solidFill>
                <a:latin typeface="Aptos"/>
              </a:rPr>
              <a:t>Exit ticket</a:t>
            </a:r>
          </a:p>
        </p:txBody>
      </p:sp>
      <p:sp>
        <p:nvSpPr>
          <p:cNvPr id="10" name="TextBox 9"/>
          <p:cNvSpPr txBox="1"/>
          <p:nvPr/>
        </p:nvSpPr>
        <p:spPr>
          <a:xfrm>
            <a:off x="8467344" y="1911095"/>
            <a:ext cx="2770632" cy="1563624"/>
          </a:xfrm>
          <a:prstGeom prst="rect">
            <a:avLst/>
          </a:prstGeom>
          <a:noFill/>
        </p:spPr>
        <p:txBody>
          <a:bodyPr wrap="square">
            <a:spAutoFit/>
          </a:bodyPr>
          <a:lstStyle/>
          <a:p>
            <a:pPr algn="l"/>
            <a:r>
              <a:rPr sz="1700" b="0">
                <a:solidFill>
                  <a:srgbClr val="191E26"/>
                </a:solidFill>
                <a:latin typeface="Aptos"/>
              </a:rPr>
              <a:t>A transient lasts 8 ms. Why might a 200-ms STFT window be a poor choice even if it gives excellent frequency resolution?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3024</TotalTime>
  <Words>1488</Words>
  <Application>Microsoft Office PowerPoint</Application>
  <PresentationFormat>Widescreen</PresentationFormat>
  <Paragraphs>184</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viby</dc:creator>
  <cp:keywords/>
  <dc:description>generated using python-pptx</dc:description>
  <cp:lastModifiedBy>Peter Mathys</cp:lastModifiedBy>
  <cp:revision>14</cp:revision>
  <cp:lastPrinted>2026-09-30T19:49:56Z</cp:lastPrinted>
  <dcterms:created xsi:type="dcterms:W3CDTF">2013-01-27T09:14:16Z</dcterms:created>
  <dcterms:modified xsi:type="dcterms:W3CDTF">2026-10-15T18:34:47Z</dcterms:modified>
  <cp:category/>
</cp:coreProperties>
</file>