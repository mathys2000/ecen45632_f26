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4" r:id="rId2"/>
    <p:sldId id="256" r:id="rId3"/>
    <p:sldId id="257" r:id="rId4"/>
    <p:sldId id="258" r:id="rId5"/>
    <p:sldId id="259" r:id="rId6"/>
    <p:sldId id="295" r:id="rId7"/>
    <p:sldId id="296"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90" d="100"/>
          <a:sy n="90" d="100"/>
        </p:scale>
        <p:origin x="147" y="3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0:16.347"/>
    </inkml:context>
    <inkml:brush xml:id="br0">
      <inkml:brushProperty name="width" value="0.05" units="cm"/>
      <inkml:brushProperty name="height" value="0.05" units="cm"/>
      <inkml:brushProperty name="color" value="#E71224"/>
    </inkml:brush>
  </inkml:definitions>
  <inkml:trace contextRef="#ctx0" brushRef="#br0">4656 46 24575,'4'0'0,"-6"0"0,-10 2 0,-19 2 0,11-1 0,0-1 0,-30 1 0,3-2 0,-3 6 0,32-4 0,-26 2 0,-225-6 0,162-6 0,9-1 0,-179 8 0,129 1 0,48 6 0,1 1 0,-51-10 0,-106 4 0,175 5 0,-35 1 0,108-8 0,-43 0 0,-92-10 0,-146-22 0,25 28 0,153 5 0,-291-1 0,374-1 0,-29-6 0,-26-1 0,50 8 0,-46-8 0,33 4 0,1 1 0,-49 4 0,-35-1 0,60-7 0,-24-1 0,-500 9 0,590-2-105,-1 1 0,1 0 0,-1 1 0,1-1 0,0 1 0,-1-1 0,1 1 0,0 0 0,-1 0 0,1 1 0,0-1 0,-4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0:19.527"/>
    </inkml:context>
    <inkml:brush xml:id="br0">
      <inkml:brushProperty name="width" value="0.05" units="cm"/>
      <inkml:brushProperty name="height" value="0.05" units="cm"/>
      <inkml:brushProperty name="color" value="#E71224"/>
    </inkml:brush>
  </inkml:definitions>
  <inkml:trace contextRef="#ctx0" brushRef="#br0">6622 16 24575,'-32'0'0,"-56"9"0,37-4 0,-1-2 0,-59-4 0,30 0 0,-13 1 0,-106-1 0,106-6 0,-30-1 0,-296 9 0,331 6 0,7 1 0,-172-8 0,239-1 0,0-1 0,-17-3 0,16 2 0,-25-2 0,-41-2 0,-13-1 0,-822 9 0,831 7 0,5-1 0,53-6 0,-225-3 0,179-5 0,-18 0 0,78 6 0,-199 3 0,134 5 0,-30 0 0,-772-7 0,861 1 0,-32 5 0,33-2 0,-32 0 0,-742-3 0,364-2 0,345 7 0,18 1 0,-123 8-1365,166-14-5461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3.821"/>
    </inkml:context>
    <inkml:brush xml:id="br0">
      <inkml:brushProperty name="width" value="0.05" units="cm"/>
      <inkml:brushProperty name="height" value="0.05" units="cm"/>
      <inkml:brushProperty name="color" value="#E71224"/>
    </inkml:brush>
  </inkml:definitions>
  <inkml:trace contextRef="#ctx0" brushRef="#br0">4340 0 24575,'36'9'0,"-36"-9"0,0 0 0,0 0 0,0 0 0,0 0 0,0 0 0,0 0 0,0 1 0,0-1 0,0 0 0,0 0 0,0 0 0,0 0 0,0 0 0,-1 0 0,1 0 0,0 0 0,0 0 0,0 0 0,0 0 0,0 0 0,0 0 0,0 0 0,0 0 0,0 0 0,0 0 0,0 0 0,0 1 0,0-1 0,0 0 0,0 0 0,0 0 0,0 0 0,0 0 0,0 0 0,0 0 0,0 0 0,0 0 0,0 0 0,0 0 0,0 0 0,0 0 0,0 0 0,0 0 0,1 1 0,-1-1 0,0 0 0,0 0 0,0 0 0,0 0 0,0 0 0,0 0 0,0 0 0,0 0 0,0 0 0,0 0 0,0 0 0,0 0 0,0 0 0,0 0 0,0 0 0,0 0 0,-9 2 0,-13 0 0,-73-3 0,-126 7 0,-78 3 0,228-9 0,-35-8 0,2 1 0,-83 16 0,46-3 0,3 0 0,70-1 0,0-2 0,-109-11 0,10 3 0,-8-2 0,58-2 0,-124 8 0,118 2 0,40-2 0,-94 3 0,95 5 0,-23 0 0,-439-6 0,261-2 0,272 0 0,0 0 0,-19-5 0,18 4 0,0 0 0,-14-1 0,-237 2 0,127 2 0,125-1-176,1-2-1,-21-3 0,24 3-658,-6 0-5991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8.132"/>
    </inkml:context>
    <inkml:brush xml:id="br0">
      <inkml:brushProperty name="width" value="0.05" units="cm"/>
      <inkml:brushProperty name="height" value="0.05" units="cm"/>
      <inkml:brushProperty name="color" value="#E71224"/>
    </inkml:brush>
  </inkml:definitions>
  <inkml:trace contextRef="#ctx0" brushRef="#br0">7971 106 24575,'22'1'0,"0"1"0,0 2 0,39 10 0,-48-11 0,29 5 0,7 1 0,-63-12 0,-1 0 0,1 1 0,-23-1 0,-54 2 0,60 1 0,16 1 0,0 1 0,-16 3 0,-20 2 0,-101-6 0,80-2 0,-15-7 0,1 1 0,32 7 0,-164-9 0,-65 2 0,178 9 0,-407-2 0,484-2 0,-29-4 0,-26-2 0,40 9 0,19 0 0,0-2 0,-45-5 0,22 0 0,0 2 0,-91 4 0,57 1 0,-743-1 0,813 1 0,-1 0 0,-22 6 0,2-1 0,6-2 0,0 1 0,-54 1 0,-186-6 0,251 0 0,1 2 0,-18 3 0,16-2 0,-25 2 0,-192-5 0,112-1 0,104 1 0,1-2 0,-15-3 0,13 2 0,-24-2 0,-85-4 0,112 7 0,-215-2 0,135 5 0,60-1 0,1 1 0,0-2 0,-55-8 0,65 6 0,1 1 0,-1 0 0,-26 3 0,-36-1 0,37-7 0,31 3 0,-33 0 0,-28-4 0,53 5 0,-32-1 0,43 3 0,0 0 0,-16-4 0,15 2 0,-25-2 0,-2 5 0,16 0 0,0-1 0,-38-6 0,-19-2 0,19 3 0,-28 0 0,63 6 0,-38-6 0,2-1 0,1 3 0,-68 5 0,43 0 0,62-1 0,-4 0 0,-1 1 0,-51 7 0,40 0 0,0-1 0,-75-1 0,108-5 0,0 0 0,-21 5 0,20-4 0,0 0 0,-13 1 0,-302-2 0,159-2 0,6 0 0,-175 2 0,297 1-682,-69 12-1,90-10-6143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58.444"/>
    </inkml:context>
    <inkml:brush xml:id="br0">
      <inkml:brushProperty name="width" value="0.05" units="cm"/>
      <inkml:brushProperty name="height" value="0.05" units="cm"/>
      <inkml:brushProperty name="color" value="#E71224"/>
    </inkml:brush>
  </inkml:definitions>
  <inkml:trace contextRef="#ctx0" brushRef="#br0">1 30 24575,'2'-5'0,"4"-2"0,3 1 0,3 1 0,1 1 0,4 2 0,4 3 0,4 2 0,2 0 0,4 0 0,5-1 0,5 2 0,5 0 0,-2 0 0,-8-2-8191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2.221"/>
    </inkml:context>
    <inkml:brush xml:id="br0">
      <inkml:brushProperty name="width" value="0.05" units="cm"/>
      <inkml:brushProperty name="height" value="0.05" units="cm"/>
    </inkml:brush>
  </inkml:definitions>
  <inkml:trace contextRef="#ctx0" brushRef="#br0">10 35 24575,'-3'-7'0,"2"5"0,0 0 0,0 0 0,0-1 0,1 1 0,-1 0 0,1-1 0,-1 1 0,1 0 0,0-5 0,14 18 0,8 12 0,36 49 0,-19-22 0,272 376 0,-306-418 0,-4-5 0,1-1 0,-1 1 0,1-1 0,-1 0 0,1 1 0,0-1 0,0 0 0,0 0 0,0 0 0,3 1 0,-3-4 0,-4-4 0,-4-6 0,6 11 0,-54-89-1365,45 74-5461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2.857"/>
    </inkml:context>
    <inkml:brush xml:id="br0">
      <inkml:brushProperty name="width" value="0.05" units="cm"/>
      <inkml:brushProperty name="height" value="0.05" units="cm"/>
    </inkml:brush>
  </inkml:definitions>
  <inkml:trace contextRef="#ctx0" brushRef="#br0">216 43 24575,'4'-14'0,"-3"12"0,0-1 0,0 0 0,0 0 0,-1 0 0,1 0 0,-1 0 0,0-5 0,-13 26 0,1 4 0,1 0 0,0 0 0,2 1 0,1 1 0,-9 36 0,-24 161 0,27-166 0,-23 57 0,29-86 0,2-12-23,-15 28-1,10-22-1294,6-10-5508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3.543"/>
    </inkml:context>
    <inkml:brush xml:id="br0">
      <inkml:brushProperty name="width" value="0.05" units="cm"/>
      <inkml:brushProperty name="height" value="0.05" units="cm"/>
    </inkml:brush>
  </inkml:definitions>
  <inkml:trace contextRef="#ctx0" brushRef="#br0">191 22 24575,'5'-19'0,"-5"19"0,0-1 0,0 1 0,-1 0 0,1 0 0,0 0 0,0 0 0,0 0 0,0 0 0,0 0 0,0 0 0,0 0 0,0-1 0,0 1 0,0 0 0,0 0 0,0 0 0,0 0 0,0 0 0,-1 0 0,1 0 0,0 0 0,0 0 0,0 0 0,0 0 0,0 0 0,0 0 0,0 0 0,0 0 0,0 0 0,-1 0 0,1 0 0,0 0 0,0 0 0,0 0 0,0 0 0,0 0 0,0 0 0,0 0 0,0 0 0,-1 0 0,1 0 0,0 0 0,0 0 0,0 0 0,0 0 0,-10 8 0,3-1 0,1 0 0,0 0 0,-9 16 0,-3 6 0,14-24 0,-62 87 0,58-79 0,1 0 0,0 1 0,1 0 0,1 0 0,-6 21 0,6-15 0,1 0 0,1 0 0,1 0 0,1 0 0,0 0 0,2 0 0,0 0 0,1 1 0,1-1 0,1-1 0,10 29 0,23 46 0,-29-78 0,0-2 0,1 1 0,0-1 0,12 13 0,-6-9 0,-8-8 0,1-1 0,16 15 0,-22-23-1365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4.102"/>
    </inkml:context>
    <inkml:brush xml:id="br0">
      <inkml:brushProperty name="width" value="0.05" units="cm"/>
      <inkml:brushProperty name="height" value="0.05" units="cm"/>
    </inkml:brush>
  </inkml:definitions>
  <inkml:trace contextRef="#ctx0" brushRef="#br0">1 75 24575,'0'7'0,"1"-1"0,0 1 0,0 0 0,1 0 0,0-1 0,0 1 0,4 7 0,24 44 0,-17-35 0,0-2 0,1 0 0,1-1 0,0 0 0,27 24 0,-60-62 0,1 0 0,-18-27 0,25 31 0,1-1 0,1 0 0,-12-30 0,17 35 0,0 1 0,1-1 0,0 1 0,1-1 0,0 0 0,0 0 0,1 0 0,1-12 0,0 18 6,0 1 0,0 0 0,0-1 0,0 1 0,1 0 0,-1 0 0,1 0 0,0 0 0,0 0 0,0 0 0,0 0 0,1 1 0,-1-1 0,1 1 0,-1-1 0,1 1 0,0 0 0,0 0 0,4-2 0,-3 2-105,0 0 0,0 0 0,0 1 0,0-1 0,1 1 0,-1-1 0,1 2 0,-1-1 0,1 0 0,-1 1 0,1 0 0,-1 0 0,1 0 0,7 2 0,-3 1-6727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4.491"/>
    </inkml:context>
    <inkml:brush xml:id="br0">
      <inkml:brushProperty name="width" value="0.05" units="cm"/>
      <inkml:brushProperty name="height" value="0.05" units="cm"/>
    </inkml:brush>
  </inkml:definitions>
  <inkml:trace contextRef="#ctx0" brushRef="#br0">56 0 24575,'-3'9'0,"1"-1"0,0 0 0,0 1 0,1-1 0,0 1 0,1 0 0,0-1 0,0 1 0,1 0 0,0-1 0,0 1 0,1-1 0,0 0 0,1 1 0,-1-1 0,2 0 0,4 9 0,-6-13 0,0-1 0,0 1 0,-1 0 0,1-1 0,-1 1 0,0 0 0,1 8 0,-2-11 0,0 0 0,-1 0 0,1 0 0,0 0 0,0 0 0,0 0 0,-1 0 0,1 0 0,-1 0 0,1 0 0,0-1 0,-1 1 0,0 0 0,1 0 0,-1 0 0,1 0 0,-1-1 0,0 1 0,0 0 0,0-1 0,1 1 0,-1 0 0,0-1 0,0 1 0,0-1 0,0 1 0,0-1 0,0 0 0,0 1 0,0-1 0,0 0 0,0 0 0,0 0 0,-2 0 0,-1 1-170,-1-1-1,0 0 0,1 0 1,-1-1-1,0 1 0,1-1 1,-7-2-1,-2 0-6655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39:45.846"/>
    </inkml:context>
    <inkml:brush xml:id="br0">
      <inkml:brushProperty name="width" value="0.05" units="cm"/>
      <inkml:brushProperty name="height" value="0.05" units="cm"/>
    </inkml:brush>
  </inkml:definitions>
  <inkml:trace contextRef="#ctx0" brushRef="#br0">1 0 24575,'21'10'0,"1"1"0,-1 1 0,0 1 0,28 24 0,-38-27 0,0 0 0,-1 1 0,0 0 0,-1 1 0,-1 0 0,1 0 0,-2 1 0,11 23 0,-8-10 0,-1 1 0,-2 0 0,6 37 0,1 84 0,-13-126 0,0 44 0,-1-59 0,-1 0 0,0 0 0,0 0 0,-1 0 0,1 0 0,-7 12 0,6-15 0,0-1 0,0 0 0,-1 0 0,1 0 0,-1 0 0,0 0 0,0 0 0,0-1 0,0 0 0,-1 1 0,1-1 0,-1 0 0,-3 1 0,-9 4 0,-28 7 0,34-11 0,-8 2-1365,2-2-5461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3.394"/>
    </inkml:context>
    <inkml:brush xml:id="br0">
      <inkml:brushProperty name="width" value="0.05" units="cm"/>
      <inkml:brushProperty name="height" value="0.05" units="cm"/>
    </inkml:brush>
  </inkml:definitions>
  <inkml:trace contextRef="#ctx0" brushRef="#br0">2 77 24575,'0'-1'0,"1"0"0,-1 1 0,1-1 0,-1 0 0,1 1 0,0-1 0,-1 1 0,1-1 0,0 1 0,0-1 0,-1 1 0,1-1 0,0 1 0,1-1 0,-2 2 0,1 0 0,-1 0 0,0 0 0,0 0 0,0 0 0,0 0 0,0 0 0,-1 0 0,1 0 0,0 0 0,0 0 0,-1 0 0,1 0 0,-1 1 0,-2 11 0,0-1 0,1 1 0,1 0 0,0 0 0,0 0 0,1 0 0,4 25 0,2-8 0,1-1 0,13 38 0,-19-64 0,0 0 0,1-1 0,-1 1 0,1 0 0,-1-1 0,1 1 0,0-1 0,0 1 0,0-1 0,0 0 0,0 0 0,1 0 0,-1 0 0,1 0 0,-1 0 0,1-1 0,-1 1 0,1-1 0,0 0 0,0 0 0,0 0 0,4 1 0,5 0 0,0-1 0,1 0 0,-1 0 0,17-3 0,-4 1 0,-23 2 0,0-1 0,1-1 0,-1 1 0,0 0 0,0 0 0,0-1 0,0 1 0,0-1 0,0 0 0,0 1 0,0-1 0,0 0 0,0 0 0,3-2 0,-4 2 0,0-1 0,0 1 0,-1 0 0,1 0 0,0-1 0,-1 1 0,1-1 0,0 1 0,-1 0 0,0-1 0,1 1 0,-1-1 0,0 1 0,0-1 0,0 1 0,0-1 0,0 1 0,0-1 0,0 1 0,0-1 0,-1-2 0,-3-10 0,-8-25 0,-2-5 0,19 52 0,1 0 0,0 0 0,0-1 0,9 8 0,-7-9 0,0 0 0,0 0 0,0-1 0,1 0 0,0 0 0,0-1 0,17 6 0,-23-9 0,0 0 0,0-1 0,0 1 0,0-1 0,0 1 0,0-1 0,0 0 0,0 0 0,0-1 0,0 1 0,0 0 0,0-1 0,0 0 0,-1 0 0,1 0 0,0 0 0,0 0 0,-1-1 0,1 1 0,0-1 0,-1 1 0,0-1 0,1 0 0,-1 0 0,0 0 0,0 0 0,0-1 0,0 1 0,3-6 0,17-25 0,-17 28 0,0-1 0,-1 0 0,0-1 0,0 1 0,-1-1 0,0 1 0,0-1 0,0 0 0,-1 0 0,0 0 0,-1-1 0,2-8 0,-3 8 0,0 0 0,-1 0 0,0 0 0,0 0 0,0 1 0,-1-1 0,-1 0 0,1 1 0,-7-13 0,7 15 0,-1 0 0,-1 0 0,1 0 0,-1 0 0,0 0 0,0 1 0,0-1 0,-1 1 0,1 0 0,-1 1 0,0-1 0,0 1 0,-7-4 0,-6-2-22,9 5-425,1 0-1,-14-5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8.423"/>
    </inkml:context>
    <inkml:brush xml:id="br0">
      <inkml:brushProperty name="width" value="0.05" units="cm"/>
      <inkml:brushProperty name="height" value="0.05" units="cm"/>
    </inkml:brush>
  </inkml:definitions>
  <inkml:trace contextRef="#ctx0" brushRef="#br0">294 0 24575,'1'0'0,"0"0"0,0 0 0,-1 0 0,1 0 0,0 0 0,0 0 0,-1 1 0,1-1 0,0 0 0,0 0 0,-1 1 0,1-1 0,0 0 0,0 1 0,0 0 0,-1-1 0,0 0 0,0 0 0,0 1 0,1-1 0,-1 0 0,0 0 0,0 1 0,0-1 0,0 0 0,0 1 0,0-1 0,0 0 0,0 0 0,0 1 0,0-1 0,1 0 0,-1 1 0,-1-1 0,1 0 0,0 1 0,0-1 0,0 0 0,0 1 0,0 0 0,-1 0 0,1 0 0,-1 0 0,0 0 0,1-1 0,-1 1 0,0 0 0,1 0 0,-1-1 0,0 1 0,0 0 0,0-1 0,0 1 0,1 0 0,-1-1 0,0 1 0,0-1 0,0 0 0,-2 1 0,-8 2 0,-1-1 0,1-1 0,-1 0 0,0 0 0,-11-1 0,-60-9 0,53 4 0,-40 0 0,56 5-1365,2 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38.890"/>
    </inkml:context>
    <inkml:brush xml:id="br0">
      <inkml:brushProperty name="width" value="0.05" units="cm"/>
      <inkml:brushProperty name="height" value="0.05" units="cm"/>
    </inkml:brush>
  </inkml:definitions>
  <inkml:trace contextRef="#ctx0" brushRef="#br0">369 31 24575,'0'-1'0,"0"1"0,0-1 0,-1 0 0,1 1 0,0-1 0,-1 1 0,1-1 0,0 0 0,-1 1 0,1-1 0,-1 1 0,1-1 0,-1 1 0,0 0 0,1-1 0,-1 1 0,1-1 0,-1 1 0,0 0 0,1-1 0,-1 1 0,0 0 0,1 0 0,-1 0 0,0 0 0,1-1 0,-2 1 0,-23-2 0,22 2 0,-63-2 0,-33-3 0,-48-4-1365,133 9-5461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0.851"/>
    </inkml:context>
    <inkml:brush xml:id="br0">
      <inkml:brushProperty name="width" value="0.05" units="cm"/>
      <inkml:brushProperty name="height" value="0.05" units="cm"/>
    </inkml:brush>
  </inkml:definitions>
  <inkml:trace contextRef="#ctx0" brushRef="#br0">682 15 24575,'30'-4'0,"6"-1"0,0 1 0,40 2 0,-75 2 0,0 0 0,1 0 0,-1 0 0,0 1 0,1-1 0,-1 0 0,0 1 0,0-1 0,1 0 0,-1 1 0,0 0 0,0-1 0,2 2 0,-3-2 0,0 0 0,0 0 0,0 0 0,0 1 0,0-1 0,0 0 0,1 0 0,-1 0 0,0 0 0,0 1 0,0-1 0,0 0 0,0 0 0,0 0 0,0 1 0,0-1 0,0 0 0,0 0 0,0 0 0,0 1 0,0-1 0,0 0 0,0 0 0,0 0 0,0 0 0,0 1 0,0-1 0,-1 0 0,1 0 0,0 1 0,-9 6 0,3-5 0,1 1 0,-1-1 0,0-1 0,0 1 0,1-1 0,-1 0 0,-11 0 0,-45-2 0,27 0 0,-562 1 0,589 0 0,0 1 0,-1 0 0,1 0 0,0 1 0,0 0 0,0 0 0,0 1 0,1 0 0,-1 0 0,1 1 0,0 0 0,-13 10 0,19-14 0,1 0 0,0 1 0,-1-1 0,1 0 0,0 0 0,0 1 0,-1-1 0,1 0 0,0 1 0,0-1 0,-1 0 0,1 1 0,0-1 0,0 0 0,0 1 0,-1-1 0,1 1 0,0-1 0,0 0 0,0 1 0,0-1 0,0 1 0,0-1 0,0 0 0,0 1 0,0-1 0,0 1 0,0-1 0,0 0 0,0 1 0,1-1 0,-1 1 0,0-1 0,0 0 0,0 1 0,1-1 0,-1 0 0,0 1 0,0-1 0,0 0 0,1 1 0,-1-1 0,0 0 0,1 0 0,-1 1 0,0-1 0,1 0 0,-1 0 0,0 0 0,1 1 0,-1-1 0,1 0 0,-1 0 0,0 0 0,1 0 0,0 0 0,28 8 0,-23-7 0,282 79 0,-254-69 0,2 0 0,-11-4 0,0 0 0,-1 2 0,36 19 0,-57-27 0,0 1 0,0 0 0,0 0 0,-1 0 0,1 0 0,0 1 0,-1-1 0,1 1 0,-1 0 0,0-1 0,0 1 0,2 3 0,-4-4 0,1 0 0,-1-1 0,0 1 0,1-1 0,-1 1 0,0 0 0,0-1 0,0 1 0,0 0 0,0-1 0,-1 1 0,1-1 0,0 1 0,-1 0 0,1-1 0,-1 1 0,0-1 0,0 1 0,1-1 0,-1 1 0,0-1 0,0 0 0,0 1 0,0-1 0,0 0 0,-1 0 0,0 1 0,-10 9 0,-1-1 0,0-1 0,-25 15 0,0-1 0,16-9 0,0-1 0,0-1 0,-2-1 0,-30 11 0,-57 21 0,96-36 0,1 1 0,0 0 0,1 1 0,-1 0 0,-15 15 0,28-23 0,1 0 0,-1 0 0,0-1 0,0 1 0,0 0 0,0 0 0,1 0 0,-1 0 0,0 0 0,1 0 0,-1 0 0,1 0 0,-1 0 0,1 0 0,-1 1 0,1-1 0,0 0 0,0 0 0,-1 0 0,1 1 0,0-1 0,0 1 0,1-1 0,0 0 0,-1 0 0,1 0 0,0 0 0,-1 0 0,1 0 0,0-1 0,0 1 0,0 0 0,0-1 0,0 1 0,0 0 0,0-1 0,0 1 0,0-1 0,0 0 0,0 1 0,0-1 0,0 0 0,0 0 0,1 1 0,-1-1 0,2 0 0,44 1 0,-34-1 0,0 1 0,21 2 0,63 10 0,-43-7 0,24 0 0,105-6 0,-83-1 0,206 16 0,-264-9-1365,-28-3-5461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2.687"/>
    </inkml:context>
    <inkml:brush xml:id="br0">
      <inkml:brushProperty name="width" value="0.05" units="cm"/>
      <inkml:brushProperty name="height" value="0.05" units="cm"/>
    </inkml:brush>
  </inkml:definitions>
  <inkml:trace contextRef="#ctx0" brushRef="#br0">11 3 24575,'0'0'0,"-1"0"0,1 0 0,-1 1 0,1-1 0,-1 0 0,0 0 0,1 0 0,0 1 0,-1-1 0,1 0 0,-1 1 0,1-1 0,-1 0 0,1 1 0,0-1 0,-1 1 0,1-1 0,-1 1 0,1-1 0,0 1 0,0-1 0,-1 1 0,1-1 0,0 1 0,0-1 0,0 1 0,0-1 0,-1 1 0,1-1 0,0 1 0,0 0 0,0-1 0,0 1 0,1 0 0,1 21 0,2-8 0,0 0 0,8 14 0,4 15 0,-16-43 0,7 19 0,-7-18 0,1 0 0,-1 0 0,1 0 0,-1 0 0,1 0 0,-1-1 0,1 1 0,-1 0 0,1-1 0,0 1 0,-1 0 0,1-1 0,0 1 0,0-1 0,-1 1 0,1-1 0,0 1 0,1 0 0,-2-1 0,1-1 0,-1 1 0,1 0 0,-1 0 0,1 0 0,-1 0 0,1 0 0,-1-1 0,0 1 0,1 0 0,-1 0 0,1-1 0,-1 1 0,0 0 0,1-1 0,-1 1 0,0 0 0,0-1 0,1 1 0,-1-1 0,0 1 0,0 0 0,1-1 0,-1 1 0,0-1 0,0 1 0,0-1 0,0 1 0,0-1 0,0 1 0,0 0 0,0-2 0,3-17 0,-3 18 0,1-16 0,-1 8 0,0 0 0,1 0 0,4-17 0,-4 23 0,0 0 0,0 0 0,1 0 0,-1 0 0,1 0 0,0 1 0,0-1 0,0 0 0,0 1 0,0-1 0,0 1 0,1 0 0,-1 0 0,6-3 0,-6 4 0,0 0 0,1 0 0,-1 0 0,0 0 0,1 1 0,-1 0 0,1-1 0,-1 1 0,1 0 0,-1 0 0,1 0 0,-1 0 0,0 1 0,1-1 0,-1 1 0,1-1 0,-1 1 0,0 0 0,1 0 0,-1 0 0,4 2 0,5 4 0,0 0 0,18 13 0,-29-19 0,11 7 0,0 1 0,-1 0 0,0 1 0,-1 0 0,0 0 0,-1 1 0,8 12 0,-13-14 0,-6-10 0,-8-12 0,7 6 0,1 0 0,-1-1 0,2 1 0,-1-1 0,1 1 0,0-1 0,0 0 0,0-9 0,2 14 0,0 0 0,0 0 0,0 1 0,0-1 0,1 0 0,-1 0 0,1 1 0,0-1 0,0 1 0,0-1 0,0 1 0,0-1 0,1 1 0,-1-1 0,1 1 0,-1 0 0,1 0 0,0 0 0,0 0 0,0 0 0,0 0 0,0 0 0,0 1 0,1-1 0,-1 1 0,0 0 0,5-2 0,-3 1 0,0 1 0,0-1 0,0 1 0,0 0 0,0 0 0,0 1 0,0-1 0,0 1 0,0 0 0,1 0 0,-1 0 0,0 1 0,0-1 0,0 1 0,0 0 0,4 2 0,-2 0 0,0-1 0,0 2 0,0-1 0,0 1 0,-1 0 0,0 0 0,0 0 0,0 1 0,5 6 0,70 77 0,-46-53-1365,-25-26-5461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8.802"/>
    </inkml:context>
    <inkml:brush xml:id="br0">
      <inkml:brushProperty name="width" value="0.05" units="cm"/>
      <inkml:brushProperty name="height" value="0.05" units="cm"/>
    </inkml:brush>
  </inkml:definitions>
  <inkml:trace contextRef="#ctx0" brushRef="#br0">0 2 24575,'2'-1'0,"4"4"0,8 9 0,-11-9 0,47 39 0,138 125 0,-180-158 0,1 0 0,0 0 0,1-1 0,-1 0 0,1 0 0,1-1 0,0-1 0,17 9 0,-15-11-1365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49.469"/>
    </inkml:context>
    <inkml:brush xml:id="br0">
      <inkml:brushProperty name="width" value="0.05" units="cm"/>
      <inkml:brushProperty name="height" value="0.05" units="cm"/>
    </inkml:brush>
  </inkml:definitions>
  <inkml:trace contextRef="#ctx0" brushRef="#br0">234 60 24575,'1'-5'0,"5"-24"0,-6 28 0,0-1 0,0 1 0,0 0 0,0 0 0,0 0 0,0-1 0,0 1 0,0 0 0,0 0 0,0-1 0,-1 1 0,1 0 0,0 0 0,-1 0 0,1 0 0,-1-1 0,0 1 0,-1-2 0,2 3 0,-1 0 0,0 0 0,1 0 0,-1 0 0,0 0 0,0-1 0,1 1 0,-1 1 0,0-1 0,1 0 0,-1 0 0,0 0 0,1 0 0,-1 0 0,0 1 0,1-1 0,-1 0 0,0 0 0,1 1 0,-1-1 0,0 1 0,1-1 0,-1 0 0,1 1 0,-1-1 0,1 1 0,-1 0 0,-14 16 0,-3 15 0,14-24 0,-1 0 0,-7 12 0,-18 25 0,21-31 0,0-1 0,-1 0 0,-13 15 0,-2-5-37,18-17-185,-1 0 1,1 1 0,0 0 0,1 1-1,-11 14 1,12-12-6605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0.603"/>
    </inkml:context>
    <inkml:brush xml:id="br0">
      <inkml:brushProperty name="width" value="0.05" units="cm"/>
      <inkml:brushProperty name="height" value="0.05" units="cm"/>
    </inkml:brush>
  </inkml:definitions>
  <inkml:trace contextRef="#ctx0" brushRef="#br0">196 1 24575,'-11'0'0,"0"0"0,0 0 0,0 1 0,0 1 0,1 0 0,-1 0 0,0 1 0,-17 7 0,0-1 0,24-8 0,-1 0 0,1 0 0,0 1 0,0-1 0,0 1 0,-4 3 0,7-4 0,-1 0 0,1 0 0,-1 1 0,1-1 0,0 0 0,0 1 0,0-1 0,0 1 0,0 0 0,0-1 0,0 1 0,0 0 0,1 0 0,-1-1 0,1 1 0,-1 0 0,1 0 0,0 2 0,-2 25 0,3 49 0,1-21 0,-2-43 0,2 1 0,3 17 0,-2-16 0,2 25 0,2 34 0,-3-47 0,0 31 0,-5-41 0,0-12 0,1 1 0,0 0 0,0-1 0,2 12 0,-1-16 0,-1-1 0,0 0 0,1 1 0,-1-1 0,1 0 0,0 1 0,-1-1 0,1 0 0,0 0 0,0 1 0,0-1 0,0 0 0,0 0 0,0 0 0,0 0 0,0 0 0,0-1 0,0 1 0,1 0 0,-1 0 0,0-1 0,0 1 0,1-1 0,-1 1 0,1-1 0,1 1 0,15 1 0,1-1 0,-1 0 0,26-4 0,6 1 0,-23-1-1365,-18 0-5461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1.728"/>
    </inkml:context>
    <inkml:brush xml:id="br0">
      <inkml:brushProperty name="width" value="0.05" units="cm"/>
      <inkml:brushProperty name="height" value="0.05" units="cm"/>
    </inkml:brush>
  </inkml:definitions>
  <inkml:trace contextRef="#ctx0" brushRef="#br0">2 11 24575,'-1'0'0,"1"-1"0,0 1 0,0 0 0,0 0 0,0-1 0,0 1 0,0 0 0,0-1 0,0 1 0,0 0 0,0-1 0,0 1 0,0 0 0,0-1 0,0 1 0,0 0 0,0 0 0,0-1 0,1 1 0,-1 0 0,0-1 0,0 1 0,0 0 0,0 0 0,1-1 0,-1 1 0,0 0 0,0 0 0,0 0 0,1-1 0,-1 1 0,0 0 0,0 0 0,1 0 0,-1 0 0,0-1 0,1 1 0,-1 0 0,1 0 0,0 0 0,0 1 0,0-1 0,0 1 0,0-1 0,0 1 0,-1 0 0,1-1 0,0 1 0,0 0 0,0 0 0,0 1 0,20 26 0,-15-19 0,-1 0 0,-1 0 0,0 1 0,0 0 0,0-1 0,-2 1 0,1 0 0,-1 1 0,0-1 0,-1 0 0,0 19 0,-2 9 0,1-38 0,0 0 0,0 0 0,0 0 0,0 0 0,0 1 0,0-1 0,0 0 0,0 0 0,0 0 0,0 0 0,0 0 0,0 0 0,0 0 0,0 0 0,0 0 0,0 0 0,0 0 0,0 0 0,0 0 0,0 0 0,0 0 0,0 1 0,0-1 0,0 0 0,0 0 0,0 0 0,0 0 0,0 0 0,0 0 0,0 0 0,0 0 0,0 0 0,1 0 0,-1 0 0,0 0 0,0 0 0,0 0 0,0 0 0,0 0 0,0 0 0,0 0 0,0 0 0,0 0 0,0 0 0,0 0 0,0 0 0,0 0 0,0 0 0,0 0 0,0 0 0,1 0 0,-1 0 0,0 0 0,0 0 0,0 0 0,0 0 0,0 0 0,0 0 0,0 0 0,0 0 0,0 0 0,0 0 0,0 0 0,0 0 0,0 0 0,0 0 0,0 0 0,4-6 0,1-10 0,-5 16 0,4-22 0,9-32 0,-12 49 0,1-1 0,0 1 0,1 0 0,-1 0 0,1 0 0,0 0 0,0 0 0,0 1 0,1-1 0,0 1 0,6-6 0,-7 8 0,0 0 0,0 1 0,0 0 0,0-1 0,0 1 0,1 0 0,-1 1 0,0-1 0,0 0 0,1 1 0,-1 0 0,1 0 0,-1 0 0,0 0 0,1 0 0,-1 1 0,0-1 0,1 1 0,-1 0 0,0 0 0,4 3 0,9 2 0,-1 1 0,27 19 0,-36-23 0,71 49 0,-77-52 0,1 1 0,-1-1 0,1 0 0,-1 1 0,1-1 0,0 0 0,-1 0 0,1 1 0,-1-1 0,1 0 0,0 0 0,-1 0 0,1 0 0,0 0 0,-1 0 0,1 0 0,-1 0 0,1 0 0,0 0 0,-1 0 0,1 0 0,0 0 0,-1-1 0,1 1 0,-1 0 0,1 0 0,0-1 0,-1 1 0,1 0 0,-1-1 0,1 1 0,-1-1 0,1 1 0,-1-1 0,0 1 0,1-1 0,-1 1 0,1-1 0,-1 0 0,4-4 0,-1-1 0,0 1 0,3-10 0,3-3 0,-8 16 0,0 0 0,0 0 0,1 1 0,-1-1 0,0 0 0,1 1 0,0-1 0,-1 1 0,1 0 0,0 0 0,-1-1 0,1 1 0,0 0 0,0 1 0,0-1 0,0 0 0,0 0 0,4 0 0,-4 1 0,1 0 0,-1 1 0,0-1 0,0 0 0,1 1 0,-1 0 0,0-1 0,0 1 0,0 0 0,0 0 0,0 0 0,0 1 0,0-1 0,0 0 0,-1 1 0,1-1 0,2 3 0,6 7 0,17 23 0,-2-1 0,-13-18 0,0 1 0,10 17 0,-22-32-76,1 0 1,-1 0-1,1-1 0,-1 1 0,0 0 0,1 0 0,-1 0 0,0 0 1,1 0-1,-1 0 0,0-1 0,0 1 0,0 0 0,0 0 1,0 0-1,0 0 0,0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2.571"/>
    </inkml:context>
    <inkml:brush xml:id="br0">
      <inkml:brushProperty name="width" value="0.05" units="cm"/>
      <inkml:brushProperty name="height" value="0.05" units="cm"/>
    </inkml:brush>
  </inkml:definitions>
  <inkml:trace contextRef="#ctx0" brushRef="#br0">0 78 24575,'4'-7'0,"0"1"0,1 0 0,0 0 0,0 0 0,0 1 0,0 0 0,1 0 0,11-8 0,-12 10 0,-1 1 0,1 0 0,0-1 0,0 2 0,0-1 0,0 0 0,0 1 0,0 0 0,0 0 0,0 1 0,1-1 0,-1 1 0,8 1 0,-11-1 0,0 1 0,0-1 0,0 1 0,1 0 0,-1 0 0,0 0 0,0 0 0,0 0 0,0 0 0,-1 0 0,1 0 0,0 1 0,0-1 0,-1 1 0,1 0 0,-1-1 0,1 1 0,-1 0 0,0 0 0,2 3 0,1 4 0,1 0 0,-2 1 0,4 13 0,0-3 0,1 3 0,0 1 0,-2 0 0,-1 0 0,0 1 0,-2-1 0,0 34 0,-3-34 0,-1-8 0,1 1 0,0-1 0,1 1 0,1 0 0,1-1 0,6 21 0,2-4 0,-6-16 0,1 0 0,0-1 0,16 29 0,-19-41 0,0 0 0,-1 0 0,0 0 0,0 1 0,4 7 0,-6-11 0,0 0 0,0 0 0,1 0 0,-1 0 0,0 0 0,0 0 0,0 0 0,0 0 0,0 0 0,0 0 0,-1 0 0,1 0 0,0-1 0,0 1 0,-1 0 0,1 0 0,0 0 0,-1 0 0,1 0 0,-1-1 0,1 1 0,-1 0 0,1 0 0,-1-1 0,0 1 0,1 0 0,-1-1 0,0 1 0,0 0 0,-1 0 0,-7 3 5,0-1 0,0 1 0,0-2-1,0 1 1,-1-1 0,1-1 0,-17 2-1,-15 2-1407,28-3-5423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0:53.178"/>
    </inkml:context>
    <inkml:brush xml:id="br0">
      <inkml:brushProperty name="width" value="0.05" units="cm"/>
      <inkml:brushProperty name="height" value="0.05" units="cm"/>
    </inkml:brush>
  </inkml:definitions>
  <inkml:trace contextRef="#ctx0" brushRef="#br0">1 0 24575,'0'3'0,"2"0"0,2 3 0,-1 2 0,0 3 0,-2 2 0,1-2-8191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5.359"/>
    </inkml:context>
    <inkml:brush xml:id="br0">
      <inkml:brushProperty name="width" value="0.05" units="cm"/>
      <inkml:brushProperty name="height" value="0.05" units="cm"/>
      <inkml:brushProperty name="color" value="#00A0D7"/>
    </inkml:brush>
  </inkml:definitions>
  <inkml:trace contextRef="#ctx0" brushRef="#br0">1 3 24575,'0'0'0,"0"0"0,0 0 0,0 0 0,0 0 0,0 0 0,0 0 0,0 0 0,0 0 0,0 0 0,0 0 0,0 0 0,0-1 0,0 1 0,0 0 0,0 0 0,0 0 0,0 0 0,0 0 0,0 0 0,0 0 0,0 0 0,0 0 0,0 0 0,0 0 0,0 0 0,0 0 0,0 0 0,0 0 0,0-1 0,0 1 0,0 0 0,0 0 0,0 0 0,0 0 0,0 0 0,0 0 0,0 0 0,0 0 0,0 0 0,0 0 0,0 0 0,0 0 0,0 0 0,0 0 0,1 0 0,-1 0 0,0 0 0,0 0 0,0 0 0,0 0 0,0 0 0,0 0 0,0 0 0,0 0 0,0 0 0,0 0 0,0 0 0,0 0 0,0 0 0,0 0 0,0 0 0,1 0 0,-1 0 0,0 0 0,3 5 0,4 9 0,5 73 0,9 103 0,-14-124 0,1 47 0,-8-95-80,1-10-177,-1 0 0,-1 0 0,1 0 0,-3 14 0,-1-13-6569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8.167"/>
    </inkml:context>
    <inkml:brush xml:id="br0">
      <inkml:brushProperty name="width" value="0.05" units="cm"/>
      <inkml:brushProperty name="height" value="0.05" units="cm"/>
      <inkml:brushProperty name="color" value="#00A0D7"/>
    </inkml:brush>
  </inkml:definitions>
  <inkml:trace contextRef="#ctx0" brushRef="#br0">9775 31 24575,'-799'0'0,"785"1"0,-1 0 0,-17 5 0,16-3 0,-25 1 0,12-3 0,1-1 0,-1-2 0,-32-6 0,-43-7 0,77 11 0,-1 1 0,0 2 0,-52 4 0,25 3 0,-28 3 0,-127-19 0,-16-5 0,-56 8 0,176 9 0,-5 5 0,2 1 0,32-9 0,-66 2 0,97 6 0,31-4 0,-28 2 0,33-4 0,-1 0 0,1 1 0,-1 0 0,-14 6 0,14-4 0,0-1 0,0 0 0,-21 2 0,-183-4 0,105-2 0,-576 1 0,537-9 0,81 3 0,-2 0 0,-87-3 0,-102 18 0,78 6 0,88-8 0,-8 1 0,32-2 0,-101-5 0,81-2 0,-1613 1 0,1649 2 0,-59 11 0,-47 2 0,61-8 0,-9 0 0,-604-7 0,690 1 0,-31 5 0,-16 2 0,-206-8 0,130 0 0,31-9 0,53 2 0,4 1 0,-48-3 0,74 9 0,-50-8 0,-2 1 0,-2-1 0,41 3-8,0 2-1,-63 4 0,34 1-1330,58-2-5487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38.633"/>
    </inkml:context>
    <inkml:brush xml:id="br0">
      <inkml:brushProperty name="width" value="0.05" units="cm"/>
      <inkml:brushProperty name="height" value="0.05" units="cm"/>
      <inkml:brushProperty name="color" value="#00A0D7"/>
    </inkml:brush>
  </inkml:definitions>
  <inkml:trace contextRef="#ctx0" brushRef="#br0">35 1 24575,'-1'0'0,"1"0"0,-1 0 0,0 1 0,1-1 0,-1 0 0,0 1 0,1-1 0,-1 1 0,1-1 0,-1 0 0,1 1 0,-1-1 0,1 1 0,-1 0 0,1-1 0,0 1 0,-1-1 0,1 1 0,0 0 0,-1-1 0,1 1 0,0 0 0,0-1 0,0 1 0,0 0 0,-1-1 0,1 2 0,-2 23 0,1-23 0,-5 52 0,4-39 0,0-1 0,1 1 0,0 0 0,1 0 0,3 17 0,3 16 0,-2 1 0,-2 0 0,-5 50 0,1-83-341,0 0 0,0 0-1,-6 16 1,3-17-6485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2.318"/>
    </inkml:context>
    <inkml:brush xml:id="br0">
      <inkml:brushProperty name="width" value="0.05" units="cm"/>
      <inkml:brushProperty name="height" value="0.05" units="cm"/>
      <inkml:brushProperty name="color" value="#00A0D7"/>
    </inkml:brush>
  </inkml:definitions>
  <inkml:trace contextRef="#ctx0" brushRef="#br0">9630 75 24575,'-53'1'0,"-57"-2"0,68-6 0,32 4 0,-1 1 0,-15-1 0,-196 3 0,208 1 0,-1 1 0,-17 3 0,16-2 0,-25 2 0,-151-6 0,178 0 0,-1 0 0,-17-4 0,16 2 0,-25-2 0,35 5 0,-31-1 0,-41-7 0,-7-7 0,-35-6 0,82 16 0,17 1 0,-37-1 0,14 5 0,-66 9 0,80-6 0,-40-1 0,4 0 0,12 5 0,34-4 0,-29 1 0,25-4 0,-36-7 0,36 3 0,-31 0 0,39 3 0,-29-6 0,32 5 0,0 0 0,0 0 0,-19 1 0,-10 9 0,31-6 0,1 0 0,-16 1 0,-237-2 0,128-2 0,20-7 0,3 1 0,53 6 0,-85 11 0,95-3 0,-133 24 0,38-6 0,82-21 0,-73-4 0,50-2 0,-49-7 0,110 7 0,-158-2 0,117 4 0,-23 8 0,14-1 0,-35 2 0,45-3 0,3 0 0,-75 3 0,27 1 0,71-5 0,-69 10 0,62-9 0,15-2 0,-34 1 0,-6-5 0,-114-1 0,63-14 0,-17 0 0,35 8 0,-19-1 0,-17 0 0,82 3 0,-76 3 0,74 3 0,43 0 0,-30 5 0,-9 1 0,-142-5 0,101-3 0,75 0 0,-31-6 0,31 4 0,-25-1 0,-4 3 0,-95 11 0,-1 5 0,79-10 0,-81-4 0,71-2 0,62 1 0,0-2 0,-17-3 0,16 2 0,-27-2 0,-251 5 0,140 1 0,130-2 0,-31-6 0,-18 0 0,-22-1 0,-3 1 0,74 7 0,-152-9 0,127 4 0,0 3 0,-60 4 0,55 5 0,33-4 0,-25 2 0,-33 2 0,50-3 0,-31 0 0,29-4 0,-53 8 0,-18-1 0,69-6 0,-40 6 0,53-5 0,-24 1 0,3-2 0,1 6 0,29-4 0,-1-1 0,-13 1 0,2-2 0,1-1 0,-1-1 0,1-1 0,-28-6 0,35 5-96,8 2-116,-1-1 1,1 0-1,0 0 1,0-1-1,-9-4 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2.551"/>
    </inkml:context>
    <inkml:brush xml:id="br0">
      <inkml:brushProperty name="width" value="0.05" units="cm"/>
      <inkml:brushProperty name="height" value="0.05" units="cm"/>
      <inkml:brushProperty name="color" value="#00A0D7"/>
    </inkml:brush>
  </inkml:definitions>
  <inkml:trace contextRef="#ctx0" brushRef="#br0">111 1 24575,'-26'5'0,"-7"4"0,4 1 0,6-2-8191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4.584"/>
    </inkml:context>
    <inkml:brush xml:id="br0">
      <inkml:brushProperty name="width" value="0.05" units="cm"/>
      <inkml:brushProperty name="height" value="0.05" units="cm"/>
      <inkml:brushProperty name="color" value="#00A0D7"/>
    </inkml:brush>
  </inkml:definitions>
  <inkml:trace contextRef="#ctx0" brushRef="#br0">1 7 24575,'0'-1'0,"0"1"0,0 0 0,0 0 0,0 0 0,0-1 0,0 1 0,0 0 0,0 0 0,0-1 0,0 1 0,0 0 0,0 0 0,0 0 0,0-1 0,1 1 0,-1 0 0,0 0 0,0 0 0,0-1 0,0 1 0,0 0 0,0 0 0,1 0 0,-1 0 0,0 0 0,0-1 0,0 1 0,0 0 0,1 0 0,-1 0 0,0 0 0,0 0 0,0 0 0,1 0 0,-1 0 0,0 0 0,0-1 0,1 1 0,10 4 0,7 9 0,43 37 0,79 49 0,-84-60-1365,-48-35-5461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4.976"/>
    </inkml:context>
    <inkml:brush xml:id="br0">
      <inkml:brushProperty name="width" value="0.05" units="cm"/>
      <inkml:brushProperty name="height" value="0.05" units="cm"/>
      <inkml:brushProperty name="color" value="#00A0D7"/>
    </inkml:brush>
  </inkml:definitions>
  <inkml:trace contextRef="#ctx0" brushRef="#br0">182 23 24575,'-4'-3'0,"2"1"0,-1 0 0,1 0 0,-1 0 0,1 0 0,-1 0 0,0 1 0,0 0 0,0-1 0,0 1 0,-6-1 0,9 2 0,0 0 0,0 0 0,-1 0 0,1 0 0,0 0 0,0 0 0,0 0 0,-1 1 0,1-1 0,0 0 0,0 0 0,0 0 0,0 0 0,-1 0 0,1 1 0,0-1 0,0 0 0,0 0 0,0 0 0,0 1 0,-1-1 0,1 0 0,0 0 0,0 1 0,0-1 0,0 0 0,0 0 0,0 0 0,0 1 0,0-1 0,0 0 0,0 0 0,0 1 0,0-1 0,0 0 0,0 0 0,0 1 0,0-1 0,0 0 0,1 0 0,3 13 0,-3-8 0,1-1 0,-1-1 0,0 1 0,-1 0 0,1 0 0,-1-1 0,0 1 0,0 0 0,0 0 0,0 0 0,0 0 0,-1 0 0,0-1 0,0 1 0,0 0 0,0-1 0,-1 1 0,1-1 0,-1 1 0,0-1 0,0 1 0,0-1 0,0 0 0,-1 0 0,1 0 0,-1 0 0,0-1 0,0 1 0,0-1 0,0 0 0,0 0 0,0 0 0,-8 3 0,9-4-43,-8 3-122,1 0 0,0 1-1,0 0 1,0 0 0,0 1 0,1 0-1,-13 13 1,13-11-6661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5.847"/>
    </inkml:context>
    <inkml:brush xml:id="br0">
      <inkml:brushProperty name="width" value="0.05" units="cm"/>
      <inkml:brushProperty name="height" value="0.05" units="cm"/>
      <inkml:brushProperty name="color" value="#00A0D7"/>
    </inkml:brush>
  </inkml:definitions>
  <inkml:trace contextRef="#ctx0" brushRef="#br0">0 0 24575,'13'10'0,"3"4"-8191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6.833"/>
    </inkml:context>
    <inkml:brush xml:id="br0">
      <inkml:brushProperty name="width" value="0.05" units="cm"/>
      <inkml:brushProperty name="height" value="0.05" units="cm"/>
      <inkml:brushProperty name="color" value="#00A0D7"/>
    </inkml:brush>
  </inkml:definitions>
  <inkml:trace contextRef="#ctx0" brushRef="#br0">168 27 24575,'-3'-2'0,"0"-1"0,-1 0 0,1 1 0,-1 0 0,1-1 0,-1 1 0,0 1 0,0-1 0,0 1 0,0-1 0,0 1 0,0 0 0,0 0 0,-8 0 0,3 1 0,-1 0 0,1 1 0,0 0 0,-1 0 0,-12 5 0,20-6 0,0 1 0,0 0 0,0 0 0,1-1 0,-1 1 0,0 0 0,1 1 0,-1-1 0,1 0 0,-1 0 0,1 1 0,0-1 0,-1 1 0,1-1 0,0 1 0,0-1 0,0 1 0,0 0 0,0 0 0,1-1 0,-1 1 0,0 0 0,1 0 0,-1 0 0,1 3 0,-1 6 0,0-1 0,1 1 0,2 18 0,0-7 0,-1 166 0,-2-109 0,1-76 0,0 0 0,0 0 0,1 0 0,-1 0 0,1 0 0,-1 0 0,1 0 0,0-1 0,0 1 0,0 0 0,1 0 0,-1-1 0,1 1 0,-1-1 0,1 1 0,0-1 0,3 3 0,-2-2 0,0-1 0,0 0 0,0 0 0,0 0 0,1 0 0,-1-1 0,1 1 0,-1-1 0,1 0 0,-1 0 0,1 0 0,0-1 0,6 1 0,-10-1-9,12 1-217,-1 0 0,1-1 0,0 0 0,-1-1 0,16-3 0,-17 1-6600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7.554"/>
    </inkml:context>
    <inkml:brush xml:id="br0">
      <inkml:brushProperty name="width" value="0.05" units="cm"/>
      <inkml:brushProperty name="height" value="0.05" units="cm"/>
      <inkml:brushProperty name="color" value="#00A0D7"/>
    </inkml:brush>
  </inkml:definitions>
  <inkml:trace contextRef="#ctx0" brushRef="#br0">8 58 24575,'-6'-15'0,"4"13"0,5 9 0,0-1 0,1 0 0,-1 0 0,1-1 0,0 1 0,8 8 0,-10-12 0,0 0 0,0 0 0,0-1 0,0 1 0,0-1 0,0 1 0,0-1 0,0 0 0,0 1 0,1-1 0,-1-1 0,0 1 0,1 0 0,-1 0 0,1-1 0,-1 1 0,1-1 0,3 0 0,-5 0 0,0-1 0,0 1 0,0 0 0,0-1 0,0 1 0,0-1 0,0 0 0,0 1 0,-1-1 0,1 0 0,0 1 0,0-1 0,0 0 0,-1 0 0,1 0 0,0 0 0,-1 0 0,1 0 0,-1 0 0,1 0 0,-1 0 0,0 0 0,1 0 0,-1-1 0,6-32 0,-4 22 0,-1 8 0,-1 1 0,1 0 0,0 0 0,0-1 0,0 1 0,1 0 0,-1 0 0,1 0 0,3-4 0,-5 6 0,1 0 0,0 0 0,0 1 0,0-1 0,0 0 0,0 0 0,0 1 0,0-1 0,0 1 0,0-1 0,0 1 0,1 0 0,-1-1 0,0 1 0,0 0 0,0 0 0,0 0 0,1 0 0,-1 0 0,0 0 0,0 0 0,0 0 0,1 0 0,-1 0 0,0 1 0,0-1 0,0 1 0,0-1 0,0 1 0,2 0 0,2 2 0,1 1 0,-1 0 0,0 0 0,0 0 0,-1 0 0,1 1 0,-1 0 0,7 9 0,-6-7 0,0-1 0,0 0 0,0-1 0,12 11 0,-16-16 0,-1 0 0,0 0 0,0 0 0,1 1 0,-1-1 0,0 0 0,1 0 0,-1 0 0,0 0 0,1 0 0,-1 1 0,0-1 0,1 0 0,-1 0 0,0 0 0,1 0 0,-1 0 0,0 0 0,1 0 0,-1 0 0,0 0 0,1 0 0,-1-1 0,0 1 0,1 0 0,-1 0 0,0 0 0,1 0 0,-1 0 0,0-1 0,0 1 0,1 0 0,-1 0 0,0 0 0,0-1 0,1 1 0,-1 0 0,0 0 0,1-1 0,6-16 0,1 0 0,-7 16 0,0 0 0,0 1 0,0-1 0,1 0 0,-1 1 0,0-1 0,1 1 0,-1 0 0,0-1 0,1 1 0,-1 0 0,0 0 0,1 0 0,-1 0 0,1 0 0,-1 0 0,0 0 0,1 0 0,-1 0 0,0 1 0,1-1 0,-1 1 0,0-1 0,1 1 0,-1-1 0,0 1 0,0 0 0,0-1 0,0 1 0,0 0 0,1 0 0,-1 0 0,0 1 0,6 4 0,-2 0 0,1 0 0,8 14 0,-7-9-1365,-1-2-5461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48.196"/>
    </inkml:context>
    <inkml:brush xml:id="br0">
      <inkml:brushProperty name="width" value="0.05" units="cm"/>
      <inkml:brushProperty name="height" value="0.05" units="cm"/>
      <inkml:brushProperty name="color" value="#00A0D7"/>
    </inkml:brush>
  </inkml:definitions>
  <inkml:trace contextRef="#ctx0" brushRef="#br0">0 61 24575,'27'-10'0,"70"-23"0,-80 28 0,0 2 0,0-1 0,32-1 0,-47 5 0,0 0 0,0 0 0,0 0 0,1 0 0,-1 1 0,0-1 0,0 0 0,0 1 0,0 0 0,0-1 0,1 1 0,-1 0 0,-1 0 0,1 0 0,0 1 0,0-1 0,0 0 0,-1 1 0,1-1 0,0 1 0,-1-1 0,1 1 0,-1 0 0,0-1 0,2 5 0,-1-1 0,0 1 0,0-1 0,-1 0 0,0 1 0,0 0 0,0-1 0,-1 1 0,1-1 0,-2 7 0,1 6 0,6 35 0,0 11 0,-4-37 0,5 35 0,-5-48 0,8 60 0,-10-72 0,1-1 0,-1 1 0,1 0 0,-1 0 0,0 0 0,0-1 0,0 1 0,0 0 0,0 0 0,0 0 0,-1 0 0,1-1 0,0 1 0,-1 0 0,0 0 0,-1 2 0,1-3 0,0 0 0,0 1 0,0-1 0,-1 0 0,1 0 0,0-1 0,-1 1 0,1 0 0,-1 0 0,1-1 0,-1 1 0,0-1 0,1 1 0,-1-1 0,1 0 0,-1 1 0,0-1 0,1 0 0,-3 0 0,-12 0-73,-28 4-1219,31-1-5534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56.787"/>
    </inkml:context>
    <inkml:brush xml:id="br0">
      <inkml:brushProperty name="width" value="0.05" units="cm"/>
      <inkml:brushProperty name="height" value="0.05" units="cm"/>
      <inkml:brushProperty name="color" value="#008C3A"/>
    </inkml:brush>
  </inkml:definitions>
  <inkml:trace contextRef="#ctx0" brushRef="#br0">33 6 24575,'4'-5'0,"-4"5"0,0-1 0,0 1 0,0 0 0,0 0 0,0 0 0,0 0 0,0 0 0,1 0 0,-1 1 0,0-1 0,0 0 0,0 0 0,0 0 0,0 0 0,0 0 0,0 0 0,0 0 0,1 0 0,-1 0 0,0 0 0,0 0 0,0 0 0,0 0 0,0 0 0,0 0 0,0 1 0,0-1 0,0 0 0,0 0 0,0 0 0,0 0 0,1 0 0,-1 0 0,0 0 0,0 0 0,0 1 0,0-1 0,0 0 0,0 0 0,0 0 0,0 0 0,0 0 0,0 0 0,0 0 0,0 1 0,0-1 0,0 0 0,0 0 0,0 0 0,-1 0 0,1 0 0,0 0 0,0 0 0,0 0 0,0 1 0,0-1 0,0 0 0,0 0 0,0 0 0,-9 27 0,7-22 0,0 1 0,0-1 0,0 1 0,0 5 0,0 11-87,2-16-29,-1-1 0,1 1 0,-1-1-1,0 0 1,0 1 0,-1-1 0,1 0 0,-1 0-1,0 0 1,-4 7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2:58.803"/>
    </inkml:context>
    <inkml:brush xml:id="br0">
      <inkml:brushProperty name="width" value="0.05" units="cm"/>
      <inkml:brushProperty name="height" value="0.05" units="cm"/>
      <inkml:brushProperty name="color" value="#008C3A"/>
    </inkml:brush>
  </inkml:definitions>
  <inkml:trace contextRef="#ctx0" brushRef="#br0">1924 162 24575,'-14'-1'0,"-1"1"0,1-2 0,-22-4 0,-26-3 0,10 2 0,25 4 0,0 1 0,-53 2 0,-22 0 0,62-7 0,29 4 0,0 1 0,-16-1 0,-314 2 0,165 2 0,165-1 0,0-2 0,-20-3 0,19 2 0,0 1 0,-14-1 0,-166 3 0,165 3 0,-1 0 0,1 2 0,1 0 0,-29 11 0,16-7 0,-54 7 0,48-12 0,-76-4 0,50-1 0,69 1 0,-1 0 0,0 0 0,0 0 0,0-1 0,1 1 0,-1-1 0,0 1 0,1-1 0,-1 0 0,0 0 0,1 0 0,-1 0 0,1-1 0,0 1 0,-4-3 0,4 2 0,1 0 0,-1 0 0,1 0 0,0 0 0,-1-1 0,1 1 0,0-1 0,0 1 0,0 0 0,1-1 0,-1 1 0,1-1 0,-1 0 0,1 1 0,0-1 0,0-3 0,-1-4 0,1 0 0,0 0 0,1 0 0,0 0 0,0 1 0,1-1 0,5-17 0,-2 20-1365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2.872"/>
    </inkml:context>
    <inkml:brush xml:id="br0">
      <inkml:brushProperty name="width" value="0.05" units="cm"/>
      <inkml:brushProperty name="height" value="0.05" units="cm"/>
      <inkml:brushProperty name="color" value="#008C3A"/>
    </inkml:brush>
  </inkml:definitions>
  <inkml:trace contextRef="#ctx0" brushRef="#br0">1 14 24575,'1'12'0,"1"0"0,1-1 0,6 17 0,3 13 0,-8-24 0,1 0 0,10 25 0,-14-39 0,1 1 0,-1-1 0,1 1 0,0-1 0,0 0 0,0 0 0,1 0 0,-1 0 0,1 0 0,-1 0 0,1 0 0,0-1 0,0 0 0,0 1 0,1-1 0,-1 0 0,0-1 0,5 3 0,-7-4 0,1 0 0,-1 1 0,0-1 0,1 0 0,-1 0 0,1 0 0,-1 0 0,0 0 0,1 0 0,-1 0 0,0 0 0,1 0 0,-1-1 0,1 1 0,-1 0 0,0-1 0,0 0 0,1 1 0,-1-1 0,0 0 0,0 1 0,0-1 0,1 0 0,-1 0 0,0 0 0,0 0 0,-1 0 0,1 0 0,0 0 0,0 0 0,0-1 0,-1 1 0,1 0 0,-1 0 0,1-1 0,-1 1 0,1 0 0,-1-1 0,1-1 0,0-7 0,1 0 0,-2 1 0,1-1 0,-2-15 0,1 16 0,1-16 0,-1 24 0,0 1 0,0-1 0,0 1 0,1-1 0,-1 1 0,0-1 0,0 1 0,0-1 0,1 1 0,-1-1 0,0 1 0,0-1 0,1 1 0,-1 0 0,0-1 0,1 1 0,-1 0 0,1-1 0,-1 1 0,1 0 0,-1 0 0,1 0 0,-1 0 0,1 0 0,-1 0 0,0 0 0,1 0 0,-1 1 0,1-1 0,-1 0 0,0 0 0,1 0 0,-1 0 0,1 1 0,-1-1 0,0 0 0,1 1 0,-1-1 0,0 0 0,0 0 0,1 1 0,-1-1 0,0 1 0,0-1 0,1 1 0,13 15 0,43 50 0,-48-57 0,1-1 0,0 1 0,0-2 0,21 13 0,-25-18 0,-1 2 0,1-1 0,0 0 0,0-1 0,0 0 0,8 2 0,-13-3 0,0-1 0,0 0 0,0 0 0,0 0 0,0 0 0,0 0 0,0 0 0,0 0 0,0 0 0,0 0 0,0 0 0,0-1 0,0 1 0,0 0 0,0-1 0,0 1 0,0-1 0,0 1 0,0-1 0,0 1 0,-1-1 0,1 0 0,0 1 0,0-1 0,-1 0 0,1 0 0,0 0 0,-1 1 0,1-1 0,-1 0 0,1 0 0,-1 0 0,0 0 0,1 0 0,-1 0 0,0 0 0,1 0 0,-1 0 0,0 0 0,0-1 0,1-5 0,-1 0 0,0 0 0,0 1 0,0-1 0,-1 0 0,0 0 0,-3-9 0,-18-48 0,10 30 0,8 24-117,0-2-195,0-1 0,0 1 0,-2-19 0,5 19-6514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6.343"/>
    </inkml:context>
    <inkml:brush xml:id="br0">
      <inkml:brushProperty name="width" value="0.05" units="cm"/>
      <inkml:brushProperty name="height" value="0.05" units="cm"/>
      <inkml:brushProperty name="color" value="#008C3A"/>
    </inkml:brush>
  </inkml:definitions>
  <inkml:trace contextRef="#ctx0" brushRef="#br0">196 43 24575,'-19'-14'0,"13"9"0,0 1 0,0 0 0,-11-5 0,14 7 0,0 1 0,0 1 0,0-1 0,0 0 0,0 1 0,1-1 0,-1 1 0,0 0 0,0 0 0,0 0 0,0 0 0,-5 2 0,-14 2 0,15-4 0,0 2 0,0-1 0,0 1 0,0 0 0,-6 3 0,11-4 0,0 0 0,1 0 0,-1 0 0,0 0 0,1 0 0,-1 1 0,1-1 0,-1 1 0,1-1 0,0 1 0,0-1 0,0 1 0,0 0 0,0 0 0,0-1 0,0 1 0,0 0 0,1 0 0,-1 0 0,1 0 0,-1 0 0,1 2 0,-2 29 0,3 50 0,1-20 0,-3-7 0,2 64 0,-1-118 0,1-1 0,-1 1 0,0-1 0,1 1 0,-1-1 0,1 1 0,-1-1 0,1 0 0,0 1 0,0-1 0,0 0 0,-1 0 0,1 1 0,0-1 0,0 0 0,0 0 0,1 0 0,-1 0 0,0 0 0,0-1 0,1 1 0,-1 0 0,0 0 0,1-1 0,-1 1 0,0-1 0,1 1 0,-1-1 0,1 0 0,1 1 0,6 0 0,0-1 0,0 1 0,0-1 0,10-2 0,-3 1 0,-7 1-105,-4 0-210,1-1 0,0 1 0,10-3 0,-6 0-6511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7.187"/>
    </inkml:context>
    <inkml:brush xml:id="br0">
      <inkml:brushProperty name="width" value="0.05" units="cm"/>
      <inkml:brushProperty name="height" value="0.05" units="cm"/>
      <inkml:brushProperty name="color" value="#008C3A"/>
    </inkml:brush>
  </inkml:definitions>
  <inkml:trace contextRef="#ctx0" brushRef="#br0">9 54 24575,'-7'-15'0,"6"13"0,4 9 0,18 33 0,-19-37 0,1 1 0,-1-1 0,1 1 0,0-1 0,0 0 0,0 0 0,0-1 0,5 5 0,-7-7 0,0 0 0,0 1 0,0-1 0,0 0 0,0 0 0,0 0 0,0 0 0,0 0 0,0 0 0,0 0 0,0 0 0,-1 0 0,1 0 0,0-1 0,0 1 0,0 0 0,0 0 0,0-1 0,0 1 0,-1-1 0,1 1 0,0-1 0,0 1 0,-1-1 0,1 0 0,0 1 0,-1-1 0,1 0 0,0 1 0,-1-1 0,1 0 0,-1 0 0,1 0 0,-1-1 0,5-5 0,-1 0 0,5-16 0,-7 17 0,2-3 0,-3 4 0,1 1 0,-1 0 0,1 0 0,0 0 0,0 0 0,0 0 0,1 0 0,-1 1 0,1-1 0,5-4 0,-7 7 0,0 1 0,0 0 0,0 0 0,0-1 0,0 1 0,0 0 0,0 0 0,1 0 0,-1 0 0,0 0 0,0 0 0,0 0 0,0 0 0,0 1 0,0-1 0,0 0 0,0 1 0,0-1 0,0 1 0,0-1 0,0 1 0,0-1 0,0 1 0,0 0 0,-1-1 0,2 2 0,23 23 0,-21-20 0,16 21 0,-15-18 0,1-1 0,1 1 0,-1-1 0,10 8 0,-15-14 0,-1-1 0,1 1 0,0-1 0,-1 0 0,1 1 0,0-1 0,-1 1 0,1-1 0,0 0 0,-1 0 0,1 1 0,0-1 0,0 0 0,-1 0 0,1 0 0,0 0 0,0 0 0,0 0 0,-1 0 0,1 0 0,0 0 0,0 0 0,-1-1 0,1 1 0,0 0 0,0 0 0,-1-1 0,1 1 0,0 0 0,-1-1 0,1 1 0,0-1 0,-1 1 0,1-1 0,-1 1 0,1-1 0,-1 1 0,1-1 0,-1 0 0,1 1 0,-1-1 0,0 0 0,1-1 0,3-4 0,-2-1 0,1 1 0,-1-1 0,2-7 0,0 1 0,-4 12 0,1 0 0,-1 0 0,1 0 0,-1 0 0,0 0 0,1 0 0,0 0 0,-1 0 0,1 0 0,0 0 0,-1 0 0,1 1 0,0-1 0,0 0 0,0 0 0,0 1 0,-1-1 0,1 1 0,0-1 0,0 1 0,0-1 0,0 1 0,3-1 0,-3 1 0,1 0 0,0 0 0,0 0 0,-1 0 0,1 1 0,0-1 0,-1 1 0,1-1 0,0 1 0,-1-1 0,1 1 0,-1 0 0,3 2 0,4 2 0,0 2 0,-1-1 0,0 1 0,7 9 0,-2-3-104,-3-4-211,-1 1-1,0 0 1,7 12 0,-9-10-6511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07.833"/>
    </inkml:context>
    <inkml:brush xml:id="br0">
      <inkml:brushProperty name="width" value="0.05" units="cm"/>
      <inkml:brushProperty name="height" value="0.05" units="cm"/>
      <inkml:brushProperty name="color" value="#008C3A"/>
    </inkml:brush>
  </inkml:definitions>
  <inkml:trace contextRef="#ctx0" brushRef="#br0">0 19 24575,'15'-4'0,"0"-1"0,29-3 0,-36 7 0,-1 1 0,0 0 0,0 0 0,0 0 0,1 1 0,-1 0 0,0 0 0,11 4 0,-16-4 0,0 0 0,-1 0 0,1 0 0,0 1 0,0-1 0,0 0 0,-1 1 0,1-1 0,-1 1 0,1-1 0,-1 1 0,0 0 0,1 0 0,-1 0 0,0-1 0,0 1 0,0 0 0,-1 0 0,1 1 0,0-1 0,-1 0 0,1 0 0,-1 4 0,1 5 0,0 0 0,-1 0 0,-2 18 0,0-6 0,3 12 0,1 0 0,13 60 0,-4-22 0,-8-60 0,-2-10 0,-1 0 0,1 0 0,-1 1 0,1-1 0,-1 0 0,-1 6 0,1-8 0,0 0 0,0 0 0,-1 0 0,1-1 0,0 1 0,-1 0 0,1 0 0,-1 0 0,1-1 0,-1 1 0,0 0 0,1 0 0,-1-1 0,0 1 0,1-1 0,-1 1 0,0 0 0,0-1 0,0 1 0,1-1 0,-1 0 0,0 1 0,0-1 0,0 0 0,0 0 0,0 1 0,0-1 0,-1 0 0,-6 1-376,0 0 0,-16-2 0,22 1 139,-11 0-6589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080"/>
    </inkml:context>
    <inkml:brush xml:id="br0">
      <inkml:brushProperty name="width" value="0.05" units="cm"/>
      <inkml:brushProperty name="height" value="0.05" units="cm"/>
      <inkml:brushProperty name="color" value="#008C3A"/>
    </inkml:brush>
  </inkml:definitions>
  <inkml:trace contextRef="#ctx0" brushRef="#br0">45 136 24575,'1'4'0,"0"1"0,0-1 0,0 0 0,0 1 0,1-1 0,-1 0 0,1 0 0,0 0 0,0 0 0,1 0 0,-1 0 0,1-1 0,3 4 0,-3-4 0,0 1 0,-1-1 0,1 1 0,-1-1 0,0 1 0,0 0 0,0 0 0,0 0 0,-1 0 0,0 0 0,0 0 0,1 6 0,-2-10 0,0 0 0,0 1 0,0-1 0,0 0 0,0 0 0,1 1 0,-1-1 0,-1 0 0,1 1 0,0-1 0,0 0 0,0 0 0,0 1 0,0-1 0,0 0 0,0 0 0,0 1 0,0-1 0,0 0 0,-1 0 0,1 1 0,0-1 0,0 0 0,0 0 0,0 0 0,-1 1 0,1-1 0,0 0 0,0 0 0,-1 0 0,1 0 0,0 0 0,0 1 0,-1-1 0,1 0 0,-11-4 0,-8-12 0,19 16 0,-6-7 0,1 0 0,-1 0 0,1 0 0,0 0 0,1-1 0,0 0 0,0 0 0,-2-9 0,1 3 0,1 0 0,1-1 0,0 1 0,-1-16 0,4 27 6,0 0 0,0 0-1,0 0 1,0 0 0,0 0-1,1 0 1,-1 0 0,1 0 0,0 1-1,0-1 1,0 0 0,0 0-1,0 1 1,1-1 0,-1 1-1,1-1 1,0 1 0,0 0 0,0-1-1,3-2 1,-2 3-84,0 0 0,0 0 0,0 1-1,0-1 1,0 1 0,0 0 0,0 0 0,0 0 0,0 0-1,0 1 1,1-1 0,-1 1 0,0 0 0,0 0 0,1 0-1,-1 0 1,0 1 0,5 0 0,5 3-6748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515"/>
    </inkml:context>
    <inkml:brush xml:id="br0">
      <inkml:brushProperty name="width" value="0.05" units="cm"/>
      <inkml:brushProperty name="height" value="0.05" units="cm"/>
      <inkml:brushProperty name="color" value="#008C3A"/>
    </inkml:brush>
  </inkml:definitions>
  <inkml:trace contextRef="#ctx0" brushRef="#br0">177 7 24575,'-15'-3'0,"-8"0"0,1 2 0,1 2 0,4 3 0,2 1 0,2-1 0,0-1 0,0 0 0,0-2 0,2 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0.918"/>
    </inkml:context>
    <inkml:brush xml:id="br0">
      <inkml:brushProperty name="width" value="0.05" units="cm"/>
      <inkml:brushProperty name="height" value="0.05" units="cm"/>
      <inkml:brushProperty name="color" value="#008C3A"/>
    </inkml:brush>
  </inkml:definitions>
  <inkml:trace contextRef="#ctx0" brushRef="#br0">146 0 24575,'-10'0'0,"-5"0"0,-2 3 0,2 0 0,-1 0 0,0 2 0,1 0 0,0 0 0,0-2 0,3-1-8191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1.545"/>
    </inkml:context>
    <inkml:brush xml:id="br0">
      <inkml:brushProperty name="width" value="0.05" units="cm"/>
      <inkml:brushProperty name="height" value="0.05" units="cm"/>
      <inkml:brushProperty name="color" value="#008C3A"/>
    </inkml:brush>
  </inkml:definitions>
  <inkml:trace contextRef="#ctx0" brushRef="#br0">81 8 24575,'6'-2'0,"0"1"0,1 0 0,-1 0 0,1 0 0,-1 1 0,11 1 0,-13 0 0,0-1 0,0 1 0,-1 0 0,1 1 0,0-1 0,-1 1 0,1-1 0,-1 1 0,0 0 0,0 0 0,1 1 0,3 3 0,1 1 0,2 2 0,0 1 0,-1 0 0,10 13 0,-17-21 0,0 1 0,-1-1 0,1 0 0,-1 1 0,0-1 0,0 1 0,0-1 0,0 1 0,0-1 0,0 1 0,-1 0 0,1 0 0,-1-1 0,0 1 0,0 0 0,0 0 0,0-1 0,0 1 0,-1 0 0,1-1 0,-1 1 0,-1 3 0,1-4 0,0-1 0,0 1 0,-1 0 0,1 0 0,-1-1 0,1 1 0,-1-1 0,0 0 0,0 1 0,1-1 0,-1 0 0,0 0 0,0 0 0,0 0 0,0-1 0,0 1 0,-1 0 0,1-1 0,0 0 0,0 1 0,0-1 0,-4 0 0,-4 0 0,1 0 0,-1 0 0,-17-4 0,17 1 0,-1 1 0,0-2 0,1 0 0,-1 0 0,1-1 0,-13-8 0,17 10 0,0-1 0,1 0 0,-1-1 0,1 1 0,0-1 0,1 0 0,-1 0 0,1 0 0,0-1 0,0 0 0,-5-9 0,9 13-52,-1 0-1,1 0 1,-1-1-1,1 1 1,0 0-1,-1 0 1,1-1-1,0 1 1,1 0-1,-1 0 1,0-1-1,1 1 1,-1 0-1,1 0 1,0 0-1,-1 0 1,1 0-1,0 0 1,1 0-1,-1 0 1,0 0-1,0 0 0,1 0 1,-1 1-1,4-4 1,6-4-6774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18.658"/>
    </inkml:context>
    <inkml:brush xml:id="br0">
      <inkml:brushProperty name="width" value="0.05" units="cm"/>
      <inkml:brushProperty name="height" value="0.05" units="cm"/>
      <inkml:brushProperty name="color" value="#F6630D"/>
    </inkml:brush>
  </inkml:definitions>
  <inkml:trace contextRef="#ctx0" brushRef="#br0">1 2 24575,'6'-1'0,"-2"1"0,-1 7 0,14 105 0,-3-44 0,-9-52 0,-2 0 0,0 1 0,2 28 0,-5-32 0,5 22 0,-2-18 0,-3-16-76,0 0 1,0 0-1,0 0 0,0 0 0,0 0 0,0 0 0,0 0 0,0 0 1,-1-1-1,1 1 0,0 0 0,0 0 0,-1 0 0,1 0 1,0-1-1,-1 1 0,0 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0.485"/>
    </inkml:context>
    <inkml:brush xml:id="br0">
      <inkml:brushProperty name="width" value="0.05" units="cm"/>
      <inkml:brushProperty name="height" value="0.05" units="cm"/>
      <inkml:brushProperty name="color" value="#F6630D"/>
    </inkml:brush>
  </inkml:definitions>
  <inkml:trace contextRef="#ctx0" brushRef="#br0">5 454 24575,'0'-1'0,"-1"1"0,1 0 0,0 0 0,-1-1 0,1 1 0,0 0 0,0-1 0,-1 1 0,1-1 0,0 1 0,0 0 0,-1-1 0,1 1 0,0-1 0,0 1 0,0-1 0,0 1 0,0 0 0,0-1 0,0 1 0,0-1 0,0 1 0,0-1 0,0 1 0,0-1 0,0 1 0,0 0 0,0-1 0,0 1 0,0-1 0,1 0 0,-1 0 0,1 1 0,0-1 0,0 0 0,0 0 0,0 0 0,-1 1 0,1-1 0,0 1 0,0-1 0,0 0 0,3 0 0,1-1 0,1 1 0,-1-1 0,12 0 0,160 1 0,-86 2 0,-76 0 0,-1 0 0,18 5 0,-16-3 0,25 1 0,-12-3 0,0-1 0,0-2 0,32-6 0,-38 5 0,1 1 0,0 0 0,26 3 0,36-1 0,-37-7 0,-31 4 0,33-2 0,362 5 0,-403 1 0,-1 0 0,0 0 0,11 4 0,21 2 0,7 0 0,-35-4 0,0-1 0,16 1 0,-21-2 0,1-2 0,-1 1 0,0-1 0,0 0 0,12-3 0,-18 3 0,0 0 0,1 1 0,-1-1 0,0 0 0,0-1 0,1 1 0,-1 0 0,0 0 0,0-1 0,0 1 0,-1-1 0,1 0 0,0 0 0,-1 0 0,1 1 0,-1-1 0,1-1 0,-1 1 0,0 0 0,0 0 0,0 0 0,1-4 0,2-12 0,0 0 0,2-27 0,-6 36 0,0 0 0,-1 0 0,0 0 0,0 0 0,-1 0 0,0 0 0,-3-8 0,-7-17 0,2 0 0,2-1 0,-7-55 0,14 52 0,13 88 0,3 21 72,-9-50-551,-1 1 0,2 31 0,-6-40-6347</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1.747"/>
    </inkml:context>
    <inkml:brush xml:id="br0">
      <inkml:brushProperty name="width" value="0.05" units="cm"/>
      <inkml:brushProperty name="height" value="0.05" units="cm"/>
      <inkml:brushProperty name="color" value="#F6630D"/>
    </inkml:brush>
  </inkml:definitions>
  <inkml:trace contextRef="#ctx0" brushRef="#br0">15 3 24575,'-1'0'0,"1"0"0,0 0 0,0 0 0,0 0 0,0-1 0,0 1 0,-1 0 0,1 0 0,0 0 0,0 0 0,0 0 0,-1-1 0,1 1 0,0 0 0,0 0 0,0 0 0,-1 0 0,1 0 0,0 0 0,0 0 0,0 0 0,-1 0 0,1 0 0,0 0 0,0 0 0,-1 0 0,1 0 0,0 0 0,0 0 0,0 0 0,-1 0 0,1 0 0,0 0 0,0 0 0,-1 1 0,-3 7 0,2 14 0,2-15 0,1 0 0,0-1 0,0 1 0,1 0 0,0 0 0,4 8 0,21 39 0,0 0 0,-15-25-1365,-8-16-5461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3.346"/>
    </inkml:context>
    <inkml:brush xml:id="br0">
      <inkml:brushProperty name="width" value="0.05" units="cm"/>
      <inkml:brushProperty name="height" value="0.05" units="cm"/>
      <inkml:brushProperty name="color" value="#F6630D"/>
    </inkml:brush>
  </inkml:definitions>
  <inkml:trace contextRef="#ctx0" brushRef="#br0">0 19 24575,'1'19'0,"1"0"0,0 0 0,2-1 0,7 26 0,24 74 0,-35-117 0,0 1 0,1-1 0,-1 1 0,1-1 0,-1 0 0,1 1 0,0-1 0,-1 0 0,1 1 0,0-1 0,0 0 0,0 0 0,0 1 0,0-1 0,0 0 0,0 0 0,0 0 0,1-1 0,-1 1 0,0 0 0,1 0 0,-1-1 0,0 1 0,1 0 0,-1-1 0,1 0 0,-1 1 0,1-1 0,-1 0 0,1 0 0,-1 0 0,1 1 0,-1-2 0,1 1 0,-1 0 0,1 0 0,-1 0 0,1-1 0,-1 1 0,3-2 0,0 0 0,0 0 0,0 0 0,0-1 0,0 1 0,0-1 0,-1 0 0,1 0 0,-1 0 0,0-1 0,0 1 0,0-1 0,3-5 0,-3 3 0,1 0 0,-1-1 0,-1 1 0,1-1 0,-1 0 0,0 0 0,-1 0 0,0 0 0,1-12 0,-2 3 0,-1 1 0,-1-1 0,-4-19 0,4 25 0,4 8 0,8 14 0,-4-4 0,20 21 0,56 49 0,-61-59 0,-10-9 0,19 17 0,-28-25 0,0-1 0,1 1 0,-1-1 0,0 0 0,1 1 0,-1-1 0,0 0 0,1-1 0,-1 1 0,1 0 0,4 0 0,-5-1 0,-1 0 0,0-1 0,0 1 0,1 0 0,-1-1 0,0 1 0,0 0 0,0-1 0,1 0 0,-1 1 0,0-1 0,0 0 0,0 1 0,0-1 0,0 0 0,0 0 0,-1 0 0,1 0 0,0 0 0,0 0 0,0 0 0,-1 0 0,1 0 0,-1 0 0,1 0 0,-1-1 0,1 1 0,-1 0 0,0 0 0,0-1 0,1-1 0,0-5 0,0 0 0,0-1 0,-2-12 0,1 16 0,0-36 0,1 20 0,-2 0 0,-4-33 0,4 49-273,-1-1 0,0 0 0,0 1 0,-5-11 0,1 7-6553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4.235"/>
    </inkml:context>
    <inkml:brush xml:id="br0">
      <inkml:brushProperty name="width" value="0.05" units="cm"/>
      <inkml:brushProperty name="height" value="0.05" units="cm"/>
      <inkml:brushProperty name="color" value="#F6630D"/>
    </inkml:brush>
  </inkml:definitions>
  <inkml:trace contextRef="#ctx0" brushRef="#br0">246 29 24575,'-39'-6'0,"-12"-4"0,-75-2 0,125 11 0,-1 1 0,0 0 0,0 0 0,1 0 0,-1 0 0,0 1 0,0-1 0,1 0 0,-1 1 0,0-1 0,1 1 0,-1-1 0,1 1 0,-3 1 0,4-1 0,-1-1 0,1 1 0,0 0 0,-1 0 0,1 0 0,0 0 0,0 0 0,0 0 0,0 0 0,0 0 0,0-1 0,0 1 0,0 0 0,0 0 0,0 0 0,0 0 0,0 0 0,1 0 0,-1 0 0,0 0 0,1-1 0,-1 1 0,1 0 0,-1 0 0,2 1 0,0 2 0,3 5 0,0 1 0,-1 0 0,0 1 0,0-1 0,-1 1 0,0 0 0,1 16 0,3 32 0,-3-37 0,0 30 0,-5 1 0,2 42 0,-1-94 0,0 0 0,0 0 0,0 1 0,0-1 0,1 0 0,-1 0 0,0 1 0,1-1 0,-1 0 0,1 0 0,0 0 0,-1 0 0,1 0 0,0 0 0,0 0 0,0 0 0,-1 0 0,1 0 0,0 0 0,0-1 0,0 1 0,0 0 0,1-1 0,-1 1 0,0 0 0,0-1 0,0 1 0,0-1 0,1 0 0,-1 1 0,0-1 0,0 0 0,1 0 0,-1 0 0,0 0 0,0 0 0,1 0 0,-1 0 0,0 0 0,2-1 0,6-1 0,1 0 0,-1-1 0,0 0 0,11-5 0,-12 5 0,-6 2-45,6-1-144,0-2 1,0 1-1,0-1 1,-1-1-1,1 1 1,7-7-1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5.092"/>
    </inkml:context>
    <inkml:brush xml:id="br0">
      <inkml:brushProperty name="width" value="0.05" units="cm"/>
      <inkml:brushProperty name="height" value="0.05" units="cm"/>
      <inkml:brushProperty name="color" value="#F6630D"/>
    </inkml:brush>
  </inkml:definitions>
  <inkml:trace contextRef="#ctx0" brushRef="#br0">2 9 24575,'0'0'0,"0"0"0,0 0 0,0 0 0,0 0 0,0 0 0,0 1 0,0-1 0,0 0 0,0 0 0,0 0 0,0 0 0,0 0 0,0 0 0,0 0 0,0 0 0,0 0 0,0 0 0,0 0 0,0 0 0,0 0 0,0 0 0,0 0 0,0 0 0,0 0 0,0 0 0,0 1 0,0-1 0,0 0 0,0 0 0,0 0 0,0 0 0,0 0 0,0 0 0,0 0 0,0 0 0,0 0 0,-1 0 0,1 0 0,0 0 0,0 0 0,0 0 0,0 0 0,0 0 0,0 0 0,0 0 0,0 0 0,0 0 0,0 0 0,0 0 0,0 0 0,0 0 0,0 0 0,0 0 0,0 0 0,-1 0 0,4 10 0,5 11 0,-6-15 0,1 0 0,0-1 0,1 1 0,0-1 0,-1 0 0,2 0 0,-1 0 0,0 0 0,10 7 0,-13-12 0,-1 0 0,1 0 0,0 1 0,-1-1 0,1 0 0,-1 0 0,1 0 0,0 0 0,-1 0 0,1 0 0,0 0 0,-1 0 0,1 0 0,-1 0 0,1 0 0,0 0 0,-1 0 0,1 0 0,0 0 0,-1-1 0,1 1 0,-1 0 0,1-1 0,-1 1 0,1 0 0,-1-1 0,1 1 0,-1 0 0,1-1 0,-1 1 0,1-1 0,-1 1 0,0-1 0,1 1 0,-1-1 0,0 1 0,1-1 0,-1 0 0,0 1 0,0-1 0,0 1 0,1-2 0,8-29 0,-8 28 0,0-2 0,0-1 0,1 1 0,-1-1 0,1 1 0,5-11 0,-7 15 0,1 0 0,0 0 0,-1 1 0,1-1 0,-1 0 0,1 0 0,0 0 0,0 1 0,-1-1 0,1 0 0,0 1 0,0-1 0,0 0 0,0 1 0,0 0 0,0-1 0,0 1 0,0-1 0,0 1 0,0 0 0,0 0 0,0-1 0,0 1 0,0 0 0,0 0 0,0 0 0,0 0 0,0 0 0,0 0 0,0 1 0,0-1 0,0 0 0,2 1 0,5 3 0,1 1 0,-1 0 0,-1 0 0,1 1 0,-1 0 0,0 0 0,9 10 0,-7-7 0,0 0 0,21 14 0,-29-23 0,0 1 0,0 0 0,0-1 0,0 1 0,0-1 0,0 1 0,0-1 0,0 0 0,0 1 0,0-1 0,1 0 0,-1 0 0,0 0 0,0 0 0,1 0 0,-1 0 0,0 0 0,-1-1 0,1 1 0,-1 0 0,1 0 0,-1-1 0,1 1 0,-1 0 0,1-1 0,-1 1 0,1-1 0,-1 1 0,0 0 0,1-1 0,-1 1 0,0-1 0,1 1 0,-1-1 0,0 0 0,1 0 0,0-4 0,0 0 0,0 0 0,0 0 0,-1 0 0,1-9 0,0-10 0,0 24 0,-1-1 0,0 0 0,0 0 0,0 1 0,1-1 0,-1 0 0,0 1 0,1-1 0,-1 1 0,1-1 0,-1 0 0,1 1 0,-1-1 0,1 1 0,-1-1 0,1 1 0,-1-1 0,1 1 0,0 0 0,-1-1 0,1 1 0,-1 0 0,1-1 0,1 1 0,-1 0 0,1 0 0,-1 0 0,0 0 0,1 0 0,-1 0 0,0 0 0,0 1 0,1-1 0,-1 0 0,0 1 0,0-1 0,3 2 0,2 2 0,1 1 0,-1 0 0,9 9 0,-13-13 0,62 60-1365,-57-53-5461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5.903"/>
    </inkml:context>
    <inkml:brush xml:id="br0">
      <inkml:brushProperty name="width" value="0.05" units="cm"/>
      <inkml:brushProperty name="height" value="0.05" units="cm"/>
      <inkml:brushProperty name="color" value="#F6630D"/>
    </inkml:brush>
  </inkml:definitions>
  <inkml:trace contextRef="#ctx0" brushRef="#br0">206 1 24575,'0'0'0,"0"0"0,0 0 0,0 0 0,0 0 0,0-1 0,0 1 0,0 0 0,0 0 0,0 0 0,0 0 0,0 0 0,0 0 0,0 0 0,0 0 0,1 0 0,-1 0 0,0 0 0,0 0 0,0 0 0,0 0 0,0 0 0,0 0 0,0 0 0,0 0 0,0 0 0,0 0 0,0 0 0,0 0 0,0 0 0,0 1 0,0-1 0,0 0 0,1 0 0,-1 0 0,0 0 0,0 0 0,0 0 0,0 0 0,0 0 0,0 0 0,0 0 0,0 0 0,0 0 0,0 0 0,0 0 0,0 0 0,0 0 0,0 0 0,0 0 0,0 0 0,0 1 0,0-1 0,0 0 0,0 0 0,0 0 0,0 0 0,0 0 0,0 0 0,0 0 0,0 0 0,0 0 0,0 0 0,0 0 0,0 0 0,-5 4 0,-9 2 0,-10-3-1,0-1 0,0-1 0,-30-2 0,4-1-1360,37 2-5465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7.006"/>
    </inkml:context>
    <inkml:brush xml:id="br0">
      <inkml:brushProperty name="width" value="0.05" units="cm"/>
      <inkml:brushProperty name="height" value="0.05" units="cm"/>
      <inkml:brushProperty name="color" value="#F6630D"/>
    </inkml:brush>
  </inkml:definitions>
  <inkml:trace contextRef="#ctx0" brushRef="#br0">61 92 24575,'-4'14'0,"2"0"0,0 0 0,0 0 0,1 1 0,1-1 0,1 1 0,0-1 0,0 0 0,2 0 0,6 23 0,-5-26 0,0-1 0,7 13 0,-33-61 0,8 15 0,-12-27 0,22 41 0,0 0 0,1 0 0,0 0 0,1 0 0,0-1 0,-1-19 0,2 24 0,1 0 0,0 0 0,1 0 0,0 0 0,-1 0 0,1-1 0,1 1 0,2-7 0,-2 9 0,-1 0 0,1-1 0,1 1 0,-1 0 0,0 0 0,1 0 0,-1 1 0,1-1 0,0 1 0,0-1 0,0 1 0,4-3 0,1 1 0,0 0 0,0 1 0,0 0 0,0 0 0,0 0 0,1 1 0,14-1 0,-8 1 0,1 1 0,0 1 0,21 3 0,-34-3 0,-1 1 0,1-1 0,0 1 0,-1 0 0,1-1 0,0 1 0,-1 0 0,1 1 0,-1-1 0,1 0 0,-1 1 0,0-1 0,0 1 0,0 0 0,0 0 0,0 0 0,0 0 0,3 4 0,-4-4 0,0-1 0,-1 1 0,1-1 0,-1 1 0,1 0 0,-1-1 0,0 1 0,0 0 0,0-1 0,0 1 0,0 0 0,0-1 0,0 1 0,0 0 0,0-1 0,-1 1 0,1 0 0,-1-1 0,0 1 0,1-1 0,-1 1 0,0-1 0,0 1 0,0-1 0,0 1 0,0-1 0,0 0 0,0 0 0,0 1 0,-1-1 0,-1 1 0,-11 9 0,-21 14 0,26-20 0,1 0 0,-1 1 0,1 0 0,1 0 0,-1 1 0,1 0 0,0 0 0,1 1 0,-7 8 0,13-15 0,-1 0 0,1 0 0,0 0 0,-1-1 0,1 1 0,-1 0 0,1 0 0,0 0 0,0 0 0,0 0 0,-1-1 0,1 1 0,0 0 0,0 0 0,0 0 0,0 0 0,1 0 0,-1 0 0,0 0 0,0 0 0,0-1 0,1 1 0,-1 0 0,0 0 0,1 0 0,-1 0 0,1-1 0,-1 1 0,1 0 0,-1 0 0,1-1 0,0 1 0,-1-1 0,1 1 0,0 0 0,0-1 0,-1 1 0,1-1 0,1 1 0,4 2 0,0-1 0,0 1 0,1-1 0,10 2 0,0 0 0,139 34-1187,-152-37 1009,10 2-6648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27.927"/>
    </inkml:context>
    <inkml:brush xml:id="br0">
      <inkml:brushProperty name="width" value="0.05" units="cm"/>
      <inkml:brushProperty name="height" value="0.05" units="cm"/>
      <inkml:brushProperty name="color" value="#F6630D"/>
    </inkml:brush>
  </inkml:definitions>
  <inkml:trace contextRef="#ctx0" brushRef="#br0">1 41 24575,'6'-5'0,"1"0"0,-1 0 0,1 1 0,0 0 0,0 1 0,0-1 0,1 1 0,8-2 0,-11 4 0,0 0 0,0 1 0,0-1 0,0 1 0,0 0 0,1 0 0,-1 1 0,0 0 0,0 0 0,0 0 0,0 0 0,0 1 0,7 2 0,4 4 0,0 0 0,0 1 0,18 14 0,-33-22 0,0-1 0,0 1 0,-1-1 0,1 1 0,0 0 0,-1-1 0,1 1 0,0 0 0,-1 0 0,1-1 0,-1 1 0,1 0 0,-1 0 0,1 0 0,-1 0 0,0 0 0,0 0 0,1 0 0,-1-1 0,0 1 0,0 0 0,0 0 0,0 0 0,0 0 0,0 0 0,0 0 0,0 2 0,-2 0 0,1 0 0,-1 0 0,1 0 0,-1 0 0,0 0 0,-4 4 0,4-4 0,-1 0 0,1 0 0,0 0 0,0 1 0,-2 4 0,2-2 0,1 1 0,-1-1 0,1 1 0,0 0 0,1 0 0,0 0 0,0-1 0,0 1 0,1 0 0,0 0 0,3 9 0,2 4 0,2 0 0,12 25 0,-10-23 0,10 29 0,-19-47 0,0-1 0,0 1 0,0 0 0,0 0 0,-1-1 0,0 1 0,0 0 0,0 4 0,-1-7 0,1 0 0,0-1 0,0 1 0,0 0 0,-1 0 0,1 0 0,-1 0 0,1 0 0,-1 0 0,1 0 0,-1-1 0,1 1 0,-1 0 0,1 0 0,-1-1 0,0 1 0,0 0 0,1-1 0,-1 1 0,0-1 0,0 1 0,0-1 0,0 0 0,1 1 0,-1-1 0,0 0 0,0 1 0,0-1 0,0 0 0,0 0 0,0 0 0,0 0 0,0 0 0,0 0 0,-2 0 0,-7-1 25,0-1 0,-1 0 0,1-1-1,-10-3 1,10 2-397,-1 1-1,1 0 1,-18-1 0,16 3-6454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39.859"/>
    </inkml:context>
    <inkml:brush xml:id="br0">
      <inkml:brushProperty name="width" value="0.05" units="cm"/>
      <inkml:brushProperty name="height" value="0.05" units="cm"/>
      <inkml:brushProperty name="color" value="#5B2D90"/>
    </inkml:brush>
  </inkml:definitions>
  <inkml:trace contextRef="#ctx0" brushRef="#br0">1 0 24575,'1'16'0,"5"21"0,-3-16 0,2 24 0,-6 117-1365,1-149-5461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1.177"/>
    </inkml:context>
    <inkml:brush xml:id="br0">
      <inkml:brushProperty name="width" value="0.05" units="cm"/>
      <inkml:brushProperty name="height" value="0.05" units="cm"/>
      <inkml:brushProperty name="color" value="#5B2D90"/>
    </inkml:brush>
  </inkml:definitions>
  <inkml:trace contextRef="#ctx0" brushRef="#br0">0 377 24575,'19'-11'0,"-16"8"0,1 1 0,0 0 0,0 0 0,0 0 0,0 0 0,1 1 0,7-2 0,17 0 0,0 1 0,46 3 0,-15 1 0,442-2 0,-491 1 0,0 0 0,20 5 0,-19-4 0,0 0 0,14 1 0,-7-2 0,6-1 0,50 8 0,-41-4 0,1-1 0,68-3 0,-39-1 0,-38 1 0,0-2 0,40-5 0,-40 3 0,0 2 0,0 1 0,31 2 0,44-2 0,-99 1 0,-1 0 0,1-1 0,0 1 0,-1-1 0,1 1 0,-1-1 0,1 0 0,-1 0 0,0 1 0,1-1 0,-1 0 0,0 0 0,1-1 0,-1 1 0,0 0 0,0 0 0,0-1 0,0 1 0,0 0 0,0-1 0,0 1 0,-1-1 0,1 1 0,-1-1 0,1 1 0,-1-1 0,1 0 0,-1 1 0,0-1 0,0 0 0,1-1 0,-1-8 0,1 1 0,-2-1 0,-1-17 0,1 24 0,-2-12 0,-1 0 0,0 1 0,-1 0 0,-1 0 0,-8-15 0,8 17 0,0 0 0,0 0 0,2-1 0,-1 1 0,2-1 0,-3-22 0,8 15 0,-2 20 0,0 1 0,0-1 0,1 0 0,-1 0 0,0 1 0,0-1 0,1 0 0,-1 0 0,0 1 0,1-1 0,-1 1 0,1-1 0,-1 0 0,1 1 0,-1-1 0,1 1 0,0-1 0,-1 1 0,1-1 0,0 1 0,-1-1 0,1 1 0,1-1 0,-2 1-47,1 0 0,-1 1 0,0-1 0,1 0 0,-1 0 0,1 0 0,-1 0 0,0 0 0,1 1-1,-1-1 1,1 0 0,-1 0 0,0 1 0,1-1 0,-1 0 0,0 1 0,1-1 0,-1 0 0,0 1 0,0-1 0,1 0 0,-1 1-1,0-1 1,0 0 0,0 1 0,0-1 0,1 1 0,-1 0 0,3 7-6779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2.257"/>
    </inkml:context>
    <inkml:brush xml:id="br0">
      <inkml:brushProperty name="width" value="0.05" units="cm"/>
      <inkml:brushProperty name="height" value="0.05" units="cm"/>
      <inkml:brushProperty name="color" value="#5B2D90"/>
    </inkml:brush>
  </inkml:definitions>
  <inkml:trace contextRef="#ctx0" brushRef="#br0">1 0 24575,'0'2'0,"0"0"0,1 0 0,-1 0 0,1 0 0,0 0 0,0 0 0,-1 0 0,1-1 0,0 1 0,1 0 0,-1-1 0,0 1 0,0 0 0,1-1 0,-1 0 0,1 1 0,-1-1 0,1 0 0,-1 0 0,1 0 0,0 0 0,0 0 0,0 0 0,3 1 0,6 2 0,0 0 0,21 4 0,-31-8 0,136 33 0,399 48-187,-159-28-1034,145 40 681,-447-79-300,-37-7-4563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4.225"/>
    </inkml:context>
    <inkml:brush xml:id="br0">
      <inkml:brushProperty name="width" value="0.05" units="cm"/>
      <inkml:brushProperty name="height" value="0.05" units="cm"/>
      <inkml:brushProperty name="color" value="#5B2D90"/>
    </inkml:brush>
  </inkml:definitions>
  <inkml:trace contextRef="#ctx0" brushRef="#br0">0 49 24575,'1'13'0,"0"1"0,1-1 0,0-1 0,7 21 0,22 54 0,-17-51 0,-13-32 0,1 0 0,0 1 0,0-1 0,0 0 0,0 0 0,1-1 0,-1 1 0,1 0 0,0-1 0,6 6 0,-6-7 0,-1-1 0,1 1 0,-1-1 0,1 0 0,-1 0 0,1 0 0,0 0 0,0 0 0,-1-1 0,1 1 0,0-1 0,0 0 0,0 0 0,0 0 0,-1 0 0,1 0 0,0-1 0,4 0 0,-3 0 0,-1 0 0,1 0 0,-1 0 0,1 0 0,-1-1 0,0 0 0,1 1 0,-1-1 0,0 0 0,0 0 0,-1-1 0,1 1 0,0-1 0,-1 1 0,1-1 0,-1 0 0,0 0 0,3-5 0,-2 1 0,0 0 0,0 1 0,-1-1 0,-1 0 0,1 0 0,-1 0 0,0 0 0,0-13 0,-1 15 0,0 3 0,0 0 0,0 0 0,0 0 0,0 0 0,0 0 0,0 0 0,1 0 0,-1 0 0,1 1 0,-1-1 0,1 0 0,1-3 0,-1 5 0,-1 0 0,0 0 0,1 0 0,-1 0 0,0 0 0,0-1 0,1 1 0,-1 0 0,0 0 0,0 0 0,1 0 0,-1 0 0,0 1 0,1-1 0,-1 0 0,0 0 0,0 0 0,1 0 0,-1 0 0,0 0 0,0 0 0,1 0 0,-1 1 0,0-1 0,0 0 0,0 0 0,1 0 0,-1 1 0,0-1 0,0 0 0,8 7 0,-8-6 0,7 7 0,48 50 0,-49-53 0,1 1 0,-1-1 0,1-1 0,0 1 0,0-1 0,1 0 0,9 4 0,-15-8 0,-1 1 0,1-1 0,-1 1 0,1-1 0,0 0 0,-1 1 0,1-1 0,-1 0 0,1 0 0,0 0 0,-1 0 0,1 0 0,-1-1 0,1 1 0,-1 0 0,1-1 0,-1 0 0,1 1 0,-1-1 0,1 0 0,-1 1 0,0-1 0,1 0 0,-1 0 0,0 0 0,0 0 0,1 0 0,-1 0 0,0-1 0,0 1 0,0 0 0,-1-1 0,1 1 0,0 0 0,0-1 0,-1 1 0,1-1 0,-1 1 0,1-1 0,-1-1 0,2-4 0,-1 0 0,0 0 0,0 1 0,-1-1 0,0 0 0,0 0 0,0 0 0,-3-9 0,-1-6 0,1 0 0,0 0 0,2 0 0,2-39 0,4 38-1365,-1 14-5461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6.173"/>
    </inkml:context>
    <inkml:brush xml:id="br0">
      <inkml:brushProperty name="width" value="0.05" units="cm"/>
      <inkml:brushProperty name="height" value="0.05" units="cm"/>
      <inkml:brushProperty name="color" value="#5B2D90"/>
    </inkml:brush>
  </inkml:definitions>
  <inkml:trace contextRef="#ctx0" brushRef="#br0">225 41 24575,'-13'-3'0,"-33"-10"0,-70-10 0,112 22 0,1 1 0,-1 0 0,0 0 0,0 0 0,1 0 0,-1 1 0,-6 1 0,9-2 0,0 1 0,0-1 0,1 0 0,-1 1 0,0-1 0,0 0 0,1 1 0,-1-1 0,1 1 0,-1-1 0,0 1 0,1-1 0,-1 1 0,1 0 0,-1-1 0,1 1 0,-1 0 0,1-1 0,0 1 0,-1 0 0,1 0 0,0-1 0,0 1 0,-1 0 0,1 0 0,0 0 0,0-1 0,0 1 0,0 0 0,0 0 0,0 0 0,0-1 0,0 1 0,0 0 0,1 0 0,-1-1 0,0 1 0,0 0 0,1 0 0,-1-1 0,1 2 0,3 6 0,0 0 0,1-1 0,5 8 0,9 15 0,-11-15 0,-1-1 0,0 2 0,-2-1 0,1 1 0,-2 0 0,0 0 0,-1 0 0,-1 0 0,-1 1 0,0 19 0,-2 9 0,2 73 0,13-45 0,-13-70 0,0 0 0,-1 0 0,1 0 0,0-1 0,0 1 0,1 0 0,-1-1 0,0 1 0,1-1 0,0 1 0,-1-1 0,1 0 0,0 1 0,0-1 0,0 0 0,1-1 0,-1 1 0,0 0 0,1 0 0,-1-1 0,1 0 0,0 1 0,-1-1 0,1 0 0,4 1 0,2 0 0,0-1 0,0 0 0,0 0 0,0 0 0,0-1 0,18-3 0,-22 3-170,0-1-1,0 0 0,0-1 1,0 1-1,0-1 0,0 0 1,6-4-1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6.942"/>
    </inkml:context>
    <inkml:brush xml:id="br0">
      <inkml:brushProperty name="width" value="0.05" units="cm"/>
      <inkml:brushProperty name="height" value="0.05" units="cm"/>
      <inkml:brushProperty name="color" value="#5B2D90"/>
    </inkml:brush>
  </inkml:definitions>
  <inkml:trace contextRef="#ctx0" brushRef="#br0">0 11 24575,'32'39'0,"16"20"0,-45-56 0,-1 1 0,1-1 0,-1 0 0,1 0 0,0 0 0,5 3 0,-8-5 0,1-1 0,0 1 0,0-1 0,-1 0 0,1 1 0,0-1 0,0 0 0,-1 0 0,1 1 0,0-1 0,0 0 0,0 0 0,0 0 0,-1 0 0,1 0 0,0 0 0,0 0 0,0 0 0,-1-1 0,1 1 0,0 0 0,0 0 0,-1-1 0,1 1 0,0 0 0,0-1 0,-1 1 0,1-1 0,0 1 0,-1-1 0,1 1 0,0-1 0,-1 1 0,1-1 0,-1 0 0,1 1 0,-1-1 0,1-1 0,3-6 0,0 1 0,0-1 0,-1 0 0,4-13 0,-5 15 0,0 0 0,0-1 0,0 1 0,1 0 0,0 0 0,0 1 0,0-1 0,1 1 0,8-10 0,-11 14 0,0 0 0,0 1 0,1-1 0,-1 0 0,0 1 0,1-1 0,-1 1 0,0 0 0,1-1 0,-1 1 0,1 0 0,-1 0 0,1 0 0,-1 0 0,0 0 0,1 0 0,-1 0 0,1 0 0,-1 0 0,1 1 0,-1-1 0,0 1 0,1-1 0,-1 1 0,0 0 0,0-1 0,1 1 0,-1 0 0,2 2 0,5 3 0,1 0 0,-2 1 0,9 9 0,-7-7 0,0 1 0,-3-4 0,-1 0 0,1 0 0,1-1 0,-1 0 0,1 0 0,12 6 0,-19-11 0,1 1 0,-1-1 0,1 0 0,0 0 0,-1 0 0,1 0 0,-1 1 0,1-1 0,0 0 0,-1 0 0,1 0 0,0 0 0,-1-1 0,1 1 0,0 0 0,-1 0 0,1 0 0,-1 0 0,1-1 0,0 1 0,-1 0 0,1 0 0,-1-1 0,1 1 0,-1-1 0,1 1 0,-1 0 0,1-1 0,-1 1 0,1-1 0,-1 1 0,0-1 0,1 0 0,1-3 0,0 1 0,-1-1 0,1 0 0,1-6 0,5-12 0,-7 21 0,-1 0 0,1 1 0,-1-1 0,1 0 0,0 1 0,-1-1 0,1 1 0,0-1 0,0 1 0,-1-1 0,1 1 0,0 0 0,0-1 0,0 1 0,-1 0 0,1 0 0,0-1 0,0 1 0,0 0 0,0 0 0,1 0 0,0 0 0,0 1 0,-1-1 0,1 1 0,0-1 0,0 1 0,0 0 0,-1-1 0,1 1 0,2 2 0,2 1 0,0 0 0,-1 1 0,0 0 0,7 7 0,31 44-1365,-35-46-5461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7.504"/>
    </inkml:context>
    <inkml:brush xml:id="br0">
      <inkml:brushProperty name="width" value="0.05" units="cm"/>
      <inkml:brushProperty name="height" value="0.05" units="cm"/>
      <inkml:brushProperty name="color" value="#5B2D90"/>
    </inkml:brush>
  </inkml:definitions>
  <inkml:trace contextRef="#ctx0" brushRef="#br0">326 32 24575,'-27'-5'0,"-13"-2"0,-1 1 0,2 1 0,4 1 0,6 2 0,5 0 0,4 2 0,4 0 0,1 0 0,1 0 0,0 1 0,3-1-8191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8.908"/>
    </inkml:context>
    <inkml:brush xml:id="br0">
      <inkml:brushProperty name="width" value="0.05" units="cm"/>
      <inkml:brushProperty name="height" value="0.05" units="cm"/>
      <inkml:brushProperty name="color" value="#5B2D90"/>
    </inkml:brush>
  </inkml:definitions>
  <inkml:trace contextRef="#ctx0" brushRef="#br0">4 45 24575,'0'0'0,"0"0"0,-1-1 0,1 1 0,0 0 0,-1-1 0,1 1 0,0 0 0,0-1 0,-1 1 0,1-1 0,0 1 0,0 0 0,0-1 0,0 1 0,-1-1 0,1 1 0,0 0 0,0-1 0,0 1 0,0-1 0,0 1 0,0-1 0,0 1 0,0-1 0,0 1 0,0 0 0,1-2 0,-1 2 0,1-1 0,-1 0 0,1 1 0,-1-1 0,1 0 0,0 1 0,-1-1 0,1 0 0,0 1 0,-1-1 0,1 1 0,1-1 0,25-7 0,-19 6 0,57-10 0,-55 11 0,-1 0 0,0 1 0,1 0 0,-1 0 0,10 2 0,-17-1 0,0-1 0,1 1 0,-1 0 0,0 0 0,0 0 0,0 0 0,-1 0 0,1 1 0,0-1 0,0 0 0,-1 1 0,1-1 0,-1 1 0,1 0 0,-1-1 0,0 1 0,1 0 0,-1 0 0,0 0 0,0 0 0,0 0 0,-1 0 0,2 4 0,1 5 0,-1 0 0,0 0 0,0 17 0,-1-12 0,0-12 0,-1 1 0,0-1 0,0 0 0,0 0 0,0 0 0,-1 1 0,1-1 0,-1 0 0,0 0 0,-1 0 0,1 0 0,-1 0 0,1 0 0,-1 0 0,0-1 0,-1 1 0,1-1 0,-1 1 0,1-1 0,-1 0 0,0 0 0,0 0 0,-4 3 0,-68 67 0,72-71 0,1 1 0,-1 0 0,1 0 0,-1 0 0,1 0 0,0 1 0,0-1 0,-1 4 0,2-6 0,1 0 0,0-1 0,0 1 0,0 0 0,-1 0 0,1-1 0,0 1 0,0 0 0,0 0 0,0-1 0,0 1 0,0 0 0,1-1 0,-1 1 0,0 0 0,0 0 0,0-1 0,1 1 0,-1 0 0,0-1 0,1 1 0,-1-1 0,1 1 0,-1 0 0,0-1 0,1 1 0,-1-1 0,1 1 0,0-1 0,-1 1 0,1-1 0,-1 1 0,1-1 0,0 0 0,-1 1 0,1-1 0,0 0 0,-1 0 0,1 0 0,0 1 0,0-1 0,-1 0 0,1 0 0,0 0 0,0 0 0,1 0 0,25 2 0,1-1 0,33-3 0,-4 0 0,23 2-1365,-67 0-5461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49.688"/>
    </inkml:context>
    <inkml:brush xml:id="br0">
      <inkml:brushProperty name="width" value="0.05" units="cm"/>
      <inkml:brushProperty name="height" value="0.05" units="cm"/>
      <inkml:brushProperty name="color" value="#5B2D90"/>
    </inkml:brush>
  </inkml:definitions>
  <inkml:trace contextRef="#ctx0" brushRef="#br0">57 225 24575,'-2'13'0,"-10"54"0,11-58 0,1 0 0,-1 1 0,1-1 0,1 0 0,2 12 0,-3-19 0,1 0 0,0 0 0,0 0 0,0 0 0,0 0 0,0-1 0,0 1 0,3 3 0,-4-5 0,0 1 0,0-1 0,1 0 0,-1 0 0,0 0 0,0 1 0,0-1 0,1 0 0,-1 0 0,0 0 0,0 0 0,1 1 0,-1-1 0,0 0 0,1 0 0,-1 0 0,0 0 0,0 0 0,1 0 0,-1 0 0,0 0 0,1 0 0,-1 0 0,0 0 0,1 0 0,-1 0 0,1-1 0,-1 1 0,1-1 0,-1 1 0,0-1 0,1 1 0,-1-1 0,0 1 0,1-1 0,-1 1 0,0-1 0,0 1 0,1-1 0,-1 0 0,0 1 0,0-1 0,0 1 0,0-2 0,1-4 0,-1 0 0,0 1 0,0-1 0,0 0 0,-1 0 0,0 0 0,-3-10 0,-18-41 0,15 40 0,-7-24 0,12 36 0,-3-12 0,1-1 0,1 1 0,0-1 0,0-26 0,3 40 0,1-1 0,-1 1 0,1-1 0,0 0 0,0 1 0,0-1 0,1 1 0,-1 0 0,5-8 0,-4 10 0,0-1 0,0 0 0,0 1 0,0-1 0,1 1 0,-1 0 0,1 0 0,-1 0 0,1 0 0,0 0 0,0 1 0,-1-1 0,1 1 0,1 0 0,3-2 0,5 1 0,0 0 0,0 0 0,0 1 0,0 0 0,0 1 0,0 1 0,0 0 0,0 0 0,0 2 0,0-1 0,0 1 0,-1 1 0,1 0 0,-1 1 0,0 0 0,20 13 0,-28-16 0,0 0 0,0 0 0,0 0 0,0 0 0,0 1 0,-1 0 0,1-1 0,-1 1 0,0 0 0,0 0 0,0 0 0,0 0 0,2 7 0,-4-8 0,1 0 0,-1 0 0,0 0 0,1 0 0,-1 0 0,0 0 0,-1 0 0,1 0 0,0 0 0,0 0 0,-1 0 0,1 0 0,-1 0 0,0 0 0,0-1 0,1 1 0,-1 0 0,0 0 0,-1-1 0,1 1 0,0 0 0,0-1 0,-1 1 0,1-1 0,-3 2 0,-3 3 0,0-1 0,-1 0 0,1 0 0,-1-1 0,0 0 0,0-1 0,0 0 0,-1 0 0,-15 3 0,-7 0 0,-45 1 0,49-6 0,23 0 0,0-1 0,0 1 0,0-1 0,0 1 0,1 0 0,-1 1 0,0-1 0,0 1 0,-4 2 0,7-4 0,1 1 0,-1 0 0,0-1 0,0 1 0,1 0 0,-1 0 0,0-1 0,1 1 0,-1 0 0,1 0 0,-1 0 0,1 0 0,-1 0 0,1 0 0,0 0 0,-1 0 0,1 0 0,0 0 0,0 0 0,0 0 0,0 0 0,0 0 0,0 0 0,0 0 0,0 0 0,0 0 0,0 0 0,1 0 0,-1 0 0,0 0 0,1 0 0,-1 0 0,1 0 0,-1 0 0,1 0 0,-1 0 0,1-1 0,-1 1 0,2 1 0,4 5 0,1-1 0,-1 0 0,1-1 0,0 1 0,0-1 0,1-1 0,0 1 0,12 4 0,-2 0 0,139 64 0,-137-65-341,0 0 0,0-2-1,28 6 1,-35-10-6485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0.560"/>
    </inkml:context>
    <inkml:brush xml:id="br0">
      <inkml:brushProperty name="width" value="0.05" units="cm"/>
      <inkml:brushProperty name="height" value="0.05" units="cm"/>
      <inkml:brushProperty name="color" value="#5B2D90"/>
    </inkml:brush>
  </inkml:definitions>
  <inkml:trace contextRef="#ctx0" brushRef="#br0">1 35 24575,'9'-5'0,"0"0"0,1 0 0,0 0 0,0 1 0,15-4 0,-22 8 0,1-1 0,-1 0 0,0 1 0,1 0 0,-1 0 0,0 0 0,1 0 0,-1 0 0,0 1 0,0 0 0,1-1 0,-1 1 0,0 0 0,0 1 0,0-1 0,0 0 0,0 1 0,0 0 0,0-1 0,-1 1 0,5 4 0,-4-3 0,0 1 0,0-1 0,0 0 0,-1 1 0,0-1 0,1 1 0,-1 0 0,-1 0 0,1 0 0,0 0 0,-1 0 0,1 5 0,0 3 0,-1-1 0,-1 1 0,0 13 0,0-21 0,-7 66 0,4-55 0,1 0 0,1 0 0,0 0 0,1 0 0,3 24 0,2-11 0,1-1 0,1-1 0,2 1 0,0-1 0,2-1 0,17 31 0,-26-52 0,0-1 0,-1 0 0,1 0 0,-1 1 0,1-1 0,-1 1 0,1 5 0,-2-8 0,0 0 0,0 0 0,0 0 0,0 0 0,0 0 0,0 0 0,0 0 0,0 0 0,-1-1 0,1 1 0,0 0 0,-1 0 0,1 0 0,0 0 0,-1 0 0,1-1 0,-1 1 0,1 0 0,-1 0 0,0-1 0,1 1 0,-1 0 0,0-1 0,1 1 0,-1-1 0,0 1 0,0-1 0,0 1 0,0-1 0,1 1 0,-1-1 0,0 0 0,0 0 0,0 1 0,-1-1 0,-30 3 134,7-1-1633,12 1-5327</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5.055"/>
    </inkml:context>
    <inkml:brush xml:id="br0">
      <inkml:brushProperty name="width" value="0.05" units="cm"/>
      <inkml:brushProperty name="height" value="0.05" units="cm"/>
      <inkml:brushProperty name="color" value="#5B2D90"/>
    </inkml:brush>
  </inkml:definitions>
  <inkml:trace contextRef="#ctx0" brushRef="#br0">1 1 24575,'0'12'0,"0"10"0,0 3 0,2 3 0,2 1 0,-1 1 0,-1 0 0,0 1 0,-1-1 0,0 0 0,-1 22 0,0 8 0,0-4 0,0-9 0,0-13-8191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3:56.361"/>
    </inkml:context>
    <inkml:brush xml:id="br0">
      <inkml:brushProperty name="width" value="0.05" units="cm"/>
      <inkml:brushProperty name="height" value="0.05" units="cm"/>
      <inkml:brushProperty name="color" value="#5B2D90"/>
    </inkml:brush>
  </inkml:definitions>
  <inkml:trace contextRef="#ctx0" brushRef="#br0">0 1 24575,'9'4'0,"-7"-4"0,-1 1 0,1-1 0,-1 1 0,0 0 0,1 0 0,-1 0 0,0-1 0,1 1 0,-1 0 0,0 1 0,0-1 0,0 0 0,0 0 0,0 0 0,0 1 0,0-1 0,0 1 0,1 2 0,1 7 0,1 0 0,-2 0 0,0 1 0,0 0 0,-1-1 0,-1 20 0,2 7 0,9 310-1365,-11-328-5461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04.663"/>
    </inkml:context>
    <inkml:brush xml:id="br0">
      <inkml:brushProperty name="width" value="0.05" units="cm"/>
      <inkml:brushProperty name="height" value="0.05" units="cm"/>
      <inkml:brushProperty name="color" value="#F6630D"/>
    </inkml:brush>
  </inkml:definitions>
  <inkml:trace contextRef="#ctx0" brushRef="#br0">5 21 24575,'-5'-17'0,"5"14"0,5 11 0,2 11 0,0 1 0,7 37 0,-9-33 0,8 31 0,-2 0 0,-3 0 0,2 90 0,-10-136-120,0-3-4,0-1-1,0 0 1,0 0-1,-1 0 1,1 1-1,-2-1 1,1 0-1,0 0 0,-3 6 1,-3-1-6702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05.999"/>
    </inkml:context>
    <inkml:brush xml:id="br0">
      <inkml:brushProperty name="width" value="0.05" units="cm"/>
      <inkml:brushProperty name="height" value="0.05" units="cm"/>
      <inkml:brushProperty name="color" value="#F6630D"/>
    </inkml:brush>
  </inkml:definitions>
  <inkml:trace contextRef="#ctx0" brushRef="#br0">48 10 24575,'0'-1'0,"0"1"0,0 0 0,0-1 0,0 1 0,0 0 0,0-1 0,0 1 0,0 0 0,0-1 0,0 1 0,0 0 0,0-1 0,0 1 0,0 0 0,-1-1 0,1 1 0,0 0 0,0-1 0,0 1 0,-1 0 0,1 0 0,0-1 0,0 1 0,-1 0 0,1 0 0,0 0 0,0-1 0,-1 1 0,0 0 0,-9 2 0,8-1 0,0 1 0,-1-1 0,1 0 0,0 1 0,1 0 0,-1-1 0,-2 4 0,1-1 0,1 0 0,0 1 0,1-1 0,-1 0 0,1 1 0,0 0 0,0-1 0,0 1 0,1-1 0,0 1 0,0 5 0,1 9 0,5 27 0,-2-16 0,5 113 0,-2-9 0,-6-117-273,0-1 0,-1 1 0,0 0 0,-5 25 0,2-29-6553</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1.609"/>
    </inkml:context>
    <inkml:brush xml:id="br0">
      <inkml:brushProperty name="width" value="0.05" units="cm"/>
      <inkml:brushProperty name="height" value="0.05" units="cm"/>
      <inkml:brushProperty name="color" value="#008C3A"/>
    </inkml:brush>
  </inkml:definitions>
  <inkml:trace contextRef="#ctx0" brushRef="#br0">1 69 24575,'1'-2'0,"0"0"0,-1 0 0,1 0 0,-1 0 0,1 0 0,-1 0 0,0 0 0,1 0 0,-1 0 0,0-1 0,-1 1 0,1 0 0,0 0 0,-1-3 0,0-3 0,1 4 0,-1-15 0,0 16 0,1 12 0,1 15 0,5 33 0,2 13 0,-7 160 0,-2-119 0,0-96-455,0 1 0,-6 25 0,4-28-6371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2.552"/>
    </inkml:context>
    <inkml:brush xml:id="br0">
      <inkml:brushProperty name="width" value="0.05" units="cm"/>
      <inkml:brushProperty name="height" value="0.05" units="cm"/>
      <inkml:brushProperty name="color" value="#008C3A"/>
    </inkml:brush>
  </inkml:definitions>
  <inkml:trace contextRef="#ctx0" brushRef="#br0">0 1 24575,'0'516'-1365,"0"-494"-5461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19.402"/>
    </inkml:context>
    <inkml:brush xml:id="br0">
      <inkml:brushProperty name="width" value="0.05" units="cm"/>
      <inkml:brushProperty name="height" value="0.05" units="cm"/>
    </inkml:brush>
  </inkml:definitions>
  <inkml:trace contextRef="#ctx0" brushRef="#br0">1 1 24575,'0'423'-1365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104"/>
    </inkml:context>
    <inkml:brush xml:id="br0">
      <inkml:brushProperty name="width" value="0.05" units="cm"/>
      <inkml:brushProperty name="height" value="0.05" units="cm"/>
    </inkml:brush>
  </inkml:definitions>
  <inkml:trace contextRef="#ctx0" brushRef="#br0">1 56 24575,'41'-14'0,"1"2"0,0 2 0,51-7 0,-77 16 0,0 0 0,0 1 0,0 0 0,0 1 0,-1 1 0,1 1 0,0 0 0,-1 1 0,0 0 0,0 1 0,0 1 0,16 9 0,-28-14 0,-1 1 0,1-1 0,-1 1 0,0 0 0,0-1 0,0 1 0,1 0 0,-2 1 0,1-1 0,0 0 0,0 0 0,-1 1 0,1-1 0,-1 1 0,0 0 0,0-1 0,0 1 0,0 0 0,0 0 0,0-1 0,-1 1 0,0 0 0,1 4 0,-1-4 0,-1 1 0,1-1 0,-1 1 0,0-1 0,0 1 0,0-1 0,0 1 0,-1-1 0,1 0 0,-1 0 0,0 0 0,0 0 0,0 0 0,0 0 0,-1 0 0,1-1 0,-1 1 0,-4 3 0,-4 2 0,-1 0 0,0 0 0,-1-1 0,-15 6 0,-54 16 0,36-13 0,44-15 0,-37 14 0,37-13 0,0-1 0,0 0 0,0 0 0,0 1 0,0-1 0,0 1 0,0 0 0,0-1 0,1 1 0,-1 0 0,0 0 0,1 0 0,-2 4 0,2-5 0,1 0 0,0 0 0,0 1 0,0-1 0,0 0 0,0 0 0,1 0 0,-1 0 0,0 0 0,0 0 0,1 0 0,-1 0 0,1 0 0,-1 0 0,1 0 0,-1 0 0,1 0 0,-1 0 0,1 0 0,0 0 0,0-1 0,-1 1 0,1 0 0,0 0 0,0-1 0,0 1 0,0-1 0,0 1 0,1 0 0,32 16 0,-32-16 0,25 11 0,242 100 0,-224-93 0,39 14 0,-72-31 120,-11-4-321,-5-2-1083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647"/>
    </inkml:context>
    <inkml:brush xml:id="br0">
      <inkml:brushProperty name="width" value="0.05" units="cm"/>
      <inkml:brushProperty name="height" value="0.05" units="cm"/>
    </inkml:brush>
  </inkml:definitions>
  <inkml:trace contextRef="#ctx0" brushRef="#br0">1 1 24575,'2'2'0,"2"4"0,1 3 0,1 3 0,-1-2-8191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0.835"/>
    </inkml:context>
    <inkml:brush xml:id="br0">
      <inkml:brushProperty name="width" value="0.05" units="cm"/>
      <inkml:brushProperty name="height" value="0.05" units="cm"/>
    </inkml:brush>
  </inkml:definitions>
  <inkml:trace contextRef="#ctx0" brushRef="#br0">6 0 24575,'0'8'0,"0"4"0,-3 1 0,0-2-8191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1.553"/>
    </inkml:context>
    <inkml:brush xml:id="br0">
      <inkml:brushProperty name="width" value="0.05" units="cm"/>
      <inkml:brushProperty name="height" value="0.05" units="cm"/>
    </inkml:brush>
  </inkml:definitions>
  <inkml:trace contextRef="#ctx0" brushRef="#br0">32 1 24575,'-1'0'0,"0"0"0,1 1 0,-1-1 0,0 0 0,1 1 0,-1-1 0,0 1 0,1-1 0,-1 1 0,1-1 0,-1 1 0,1-1 0,-1 1 0,1 0 0,-1-1 0,1 1 0,-1 0 0,1-1 0,0 1 0,-1 1 0,-6 15 0,7-16 0,-3 10 0,0 0 0,0 0 0,2 1 0,-2 16 0,4 49 0,0-36 0,-1-6 0,3 1 0,0-1 0,11 39 0,-4-7 0,-10-67 0,0 0 0,0 0 0,0 0 0,0 0 0,0 0 0,0 0 0,0 0 0,0 0 0,0 0 0,0 0 0,0 0 0,0 1 0,0-1 0,0 0 0,0 0 0,0 0 0,0 0 0,0 0 0,0 0 0,0 0 0,0 0 0,0 0 0,0 0 0,1 0 0,-1 0 0,0 0 0,0 1 0,0-1 0,0 0 0,0 0 0,0 0 0,0 0 0,0 0 0,0 0 0,0 0 0,0 0 0,0 0 0,0 0 0,0 0 0,1 0 0,-1 0 0,0 0 0,0 0 0,0 0 0,0 0 0,0 0 0,0 0 0,0 0 0,0 0 0,0 0 0,0 0 0,0 0 0,0 0 0,1 0 0,-1 0 0,0 0 0,0 0 0,0 0 0,0 0 0,0 0 0,0 0 0,0 0 0,0-1 0,0 1 0,0 0 0,6-7 0,3-10 0,-4 7 0,0 1 0,1 0 0,0 0 0,0 1 0,1 0 0,0 0 0,1 0 0,8-7 0,-10 11 0,1-1 0,-1 1 0,1 0 0,-1 1 0,1-1 0,1 2 0,-1-1 0,0 1 0,1 0 0,-1 0 0,15-1 0,-15 3 0,-1-1 0,1 1 0,0 1 0,-1-1 0,1 1 0,-1 1 0,1-1 0,-1 1 0,1 0 0,-1 0 0,0 1 0,0 0 0,0 0 0,0 0 0,-1 1 0,1 0 0,-1 0 0,0 0 0,0 1 0,-1-1 0,1 1 0,-1 0 0,0 1 0,0-1 0,-1 1 0,1 0 0,2 6 0,-3-4 0,0-1 0,-1 1 0,1 0 0,-2 0 0,1 0 0,-1 0 0,0 9 0,0-15 0,-1 0 0,0 0 0,0-1 0,0 1 0,0 0 0,-1 0 0,1-1 0,0 1 0,-1 0 0,0-1 0,1 1 0,-1 0 0,0-1 0,1 1 0,-1-1 0,0 1 0,0-1 0,0 0 0,-1 1 0,1-1 0,0 0 0,0 0 0,-1 1 0,1-1 0,0 0 0,-1 0 0,1-1 0,-1 1 0,0 0 0,1 0 0,-1-1 0,0 1 0,1-1 0,-1 0 0,0 1 0,1-1 0,-1 0 0,0 0 0,-2 0 0,3 0-72,-1 0 1,0-1-1,0 1 0,0 0 0,0-1 0,0 0 0,1 1 0,-1-1 1,0 0-1,1 0 0,-1 0 0,0 0 0,1 0 0,-1 0 0,1 0 1,0-1-1,-1 1 0,0-2 0,-6-7-6754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1.802"/>
    </inkml:context>
    <inkml:brush xml:id="br0">
      <inkml:brushProperty name="width" value="0.05" units="cm"/>
      <inkml:brushProperty name="height" value="0.05" units="cm"/>
    </inkml:brush>
  </inkml:definitions>
  <inkml:trace contextRef="#ctx0" brushRef="#br0">1 0 24575,'0'10'0,"0"6"0,0 3 0,0 0 0,0 0 0,2-4 0,2-1 0,2-1 0,-1 0 0,3-2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2.006"/>
    </inkml:context>
    <inkml:brush xml:id="br0">
      <inkml:brushProperty name="width" value="0.05" units="cm"/>
      <inkml:brushProperty name="height" value="0.05" units="cm"/>
    </inkml:brush>
  </inkml:definitions>
  <inkml:trace contextRef="#ctx0" brushRef="#br0">1 1 24575,'2'7'0,"2"6"0,-1 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3.099"/>
    </inkml:context>
    <inkml:brush xml:id="br0">
      <inkml:brushProperty name="width" value="0.05" units="cm"/>
      <inkml:brushProperty name="height" value="0.05" units="cm"/>
    </inkml:brush>
  </inkml:definitions>
  <inkml:trace contextRef="#ctx0" brushRef="#br0">75 41 24575,'4'-3'0,"0"0"0,1 1 0,-1-1 0,1 1 0,0 0 0,0 1 0,0-1 0,0 1 0,0 0 0,9-1 0,-11 2 0,1 0 0,0 0 0,-1 1 0,1-1 0,-1 1 0,1 0 0,0 0 0,-1 1 0,0-1 0,1 1 0,-1-1 0,0 1 0,0 0 0,0 0 0,5 4 0,2 5 0,0 0 0,-1 0 0,0 0 0,0 1 0,-1 1 0,-1-1 0,0 1 0,-1 0 0,-1 1 0,0-1 0,0 1 0,-1 0 0,2 18 0,-6-29 0,1 0 0,-1 1 0,0-1 0,0 0 0,0 1 0,-1-1 0,1 0 0,-1 0 0,0 1 0,1-1 0,-2 0 0,1 0 0,0 0 0,0 0 0,-1 0 0,-2 3 0,1-2 0,0-1 0,0 0 0,0 0 0,0 0 0,0-1 0,-1 1 0,1-1 0,-1 1 0,0-1 0,0-1 0,-5 3 0,0-1 0,0-1 0,0 1 0,0-2 0,0 1 0,-1-2 0,1 1 0,0-1 0,-1 0 0,1-1 0,-17-3 0,19 2 0,1-1 0,-1 1 0,1-1 0,-1 0 0,1 0 0,0-1 0,0 0 0,1 0 0,-1-1 0,1 1 0,0-1 0,0 0 0,1 0 0,-7-9 0,7 6 0,0 0 0,1 0 0,0 0 0,0-1 0,1 1 0,0-1 0,0 1 0,1-1 0,0 0 0,1-13 0,1 8 0,2 0 0,-1 1 0,2-1 0,0 1 0,6-14 0,-8 22 0,0 1 0,1-1 0,-1 1 0,1-1 0,0 1 0,0 0 0,0 0 0,0 1 0,1-1 0,0 1 0,7-6 0,-9 7 0,1 1 0,-1 0 0,1 0 0,-1-1 0,1 1 0,0 1 0,-1-1 0,1 0 0,0 1 0,0 0 0,0-1 0,-1 1 0,1 0 0,0 0 0,0 1 0,0-1 0,-1 1 0,1-1 0,0 1 0,0 0 0,-1 0 0,4 1 0,7 5-151,0 1-1,0 0 0,-1 1 0,0 0 1,-1 0-1,0 2 0,0-1 1,10 15-1,-12-13-6674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3.946"/>
    </inkml:context>
    <inkml:brush xml:id="br0">
      <inkml:brushProperty name="width" value="0.05" units="cm"/>
      <inkml:brushProperty name="height" value="0.05" units="cm"/>
    </inkml:brush>
  </inkml:definitions>
  <inkml:trace contextRef="#ctx0" brushRef="#br0">151 150 24575,'-7'35'0,"2"0"0,2 1 0,2 50 0,2-70 0,0-1 0,1 1 0,1-1 0,1 0 0,0 0 0,1 0 0,0-1 0,1 0 0,1 0 0,12 19 0,15 15 0,-63-73 0,1-7 0,2-2 0,1-1 0,-36-67 0,51 84 0,2-1 0,0 0 0,1-1 0,1 0 0,1 1 0,1-2 0,0 1 0,2 0 0,0-42 0,2 57 0,0-1 0,1 0 0,0 0 0,0 1 0,1-1 0,0 1 0,0-1 0,0 1 0,0 0 0,1-1 0,4-5 0,-5 8 0,1 0 0,0 0 0,-1 0 0,1 1 0,0 0 0,0-1 0,0 1 0,1 0 0,-1 1 0,0-1 0,1 1 0,-1-1 0,1 1 0,0 0 0,-1 0 0,1 0 0,0 1 0,5-1 0,-2 1 0,1 0 0,-1 1 0,1 0 0,-1 0 0,0 1 0,1 0 0,-1 0 0,0 0 0,0 1 0,-1 0 0,1 1 0,8 4 0,-6-1 0,0-1 0,0 1 0,-1 1 0,0 0 0,0 0 0,0 0 0,8 15 0,-13-20 0,-1 0 0,-1 0 0,1 0 0,0 0 0,-1 1 0,0-1 0,0 0 0,0 1 0,0-1 0,0 1 0,-1 0 0,1 5 0,-2-7 0,1 0 0,0 0 0,-1 0 0,1 0 0,-1 0 0,0 0 0,0 0 0,1 0 0,-1-1 0,-1 1 0,1 0 0,0-1 0,0 1 0,0-1 0,-1 1 0,1-1 0,-1 1 0,1-1 0,-1 0 0,0 0 0,0 0 0,1 0 0,-1 0 0,-2 1 0,-10 3 24,0 0 0,0-1 0,-1 0 0,-25 3 0,-60 0-1509,81-7-5341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6.191"/>
    </inkml:context>
    <inkml:brush xml:id="br0">
      <inkml:brushProperty name="width" value="0.05" units="cm"/>
      <inkml:brushProperty name="height" value="0.05" units="cm"/>
    </inkml:brush>
  </inkml:definitions>
  <inkml:trace contextRef="#ctx0" brushRef="#br0">119 538 24575,'9'-18'0,"0"-1"0,0 0 0,-2 0 0,0-1 0,4-26 0,-8 32 0,-2 0 0,0 0 0,0-1 0,-1 1 0,-1 0 0,0 0 0,-2 0 0,-4-21 0,-33-90 0,6 20 0,34 104 0,-1 0 0,1 0 0,0 0 0,0 0 0,-1 0 0,1 0 0,0 1 0,-1-1 0,1 0 0,-1 0 0,1 0 0,-1 1 0,1-1 0,-1 0 0,1 1 0,-1-1 0,0 0 0,1 1 0,-1-1 0,0 1 0,0-1 0,1 1 0,-3-1 0,2 1 0,0 0 0,0 0 0,0 0 0,1 0 0,-1 1 0,0-1 0,0 0 0,0 1 0,0-1 0,0 1 0,0-1 0,1 0 0,-1 1 0,0 0 0,0-1 0,1 1 0,-1 0 0,-1 0 0,-3 5 0,1 0 0,-1 0 0,1 0 0,-5 9 0,4-4 0,0-1 0,1 1 0,0-1 0,0 1 0,1 0 0,1 0 0,0 1 0,0-1 0,1 1 0,1-1 0,0 0 0,0 1 0,1-1 0,1 1 0,0-1 0,0 0 0,1 0 0,1 0 0,7 17 0,0-2 0,2-1 0,21 33 0,-24-45 0,-1 0 0,2 0 0,0-1 0,0-1 0,22 17 0,-9-10 0,-6-4 0,1 0 0,0-1 0,22 10 0,-36-21 0,1 1 0,0-1 0,0 0 0,0 0 0,0 0 0,0-1 0,1 0 0,-1-1 0,0 1 0,1-1 0,-1 0 0,0-1 0,0 1 0,1-1 0,10-4 0,-13 4 0,-1-1 0,1 0 0,-1 0 0,0 0 0,0 0 0,0-1 0,0 1 0,-1-1 0,1 0 0,-1 0 0,1 0 0,-1 0 0,0 0 0,0-1 0,0 1 0,-1 0 0,1-1 0,-1 1 0,0-1 0,2-7 0,0-2 0,-1 0 0,0 0 0,-1 0 0,-1-23 0,-1 26 0,0-1 0,-1 1 0,0 0 0,0 0 0,-1 0 0,-1 1 0,1-1 0,-1 1 0,-1 0 0,0 0 0,0 0 0,-1 1 0,0-1 0,-9-7 0,15 15 0,-1 0 0,1 1 0,-1-1 0,1 0 0,-1 1 0,0-1 0,1 1 0,-1-1 0,0 1 0,1-1 0,-1 1 0,0 0 0,1-1 0,-1 1 0,0 0 0,0 0 0,0-1 0,1 1 0,-1 0 0,0 0 0,0 0 0,0 0 0,0 0 0,1 0 0,-3 1 0,2-1 0,0 1 0,1-1 0,-1 1 0,0 0 0,0 0 0,0-1 0,0 1 0,1 0 0,-1 0 0,0 0 0,1 0 0,-1 0 0,0 0 0,1 0 0,-1 2 0,-1 4 0,0 0 0,0 0 0,1 0 0,-1 12 0,1-6 0,1-1 0,1 0 0,0 0 0,1 0 0,5 23 0,-4-28 0,-1 0 0,1 0 0,1 0 0,-1 0 0,1-1 0,0 1 0,1-1 0,0 0 0,0 0 0,9 8 0,-1-3 0,0-1 0,0 0 0,29 15 0,-34-21 0,0-1 0,0 1 0,0-2 0,0 1 0,0-1 0,1 0 0,-1-1 0,0 0 0,15 0 0,-20-1 0,0 0 0,0-1 0,0 1 0,0-1 0,0 0 0,-1 0 0,1 0 0,0 0 0,0 0 0,-1-1 0,1 1 0,0-1 0,-1 0 0,0 1 0,5-5 0,-4 2 0,0 0 0,0 0 0,0-1 0,0 1 0,-1-1 0,1 1 0,-1-1 0,2-7 0,0-5 0,-1 1 0,0-1 0,-1 0 0,-1-26 0,-1 42 0,0 1 0,0-1 0,0 1 0,0-1 0,0 1 0,0-1 0,0 1 0,0-1 0,0 1 0,1-1 0,-1 1 0,0 0 0,0-1 0,0 1 0,0-1 0,1 1 0,-1-1 0,0 1 0,0 0 0,1-1 0,0 0 0,-1 1 0,0 0 0,1 0 0,-1 0 0,0 0 0,1 0 0,-1 0 0,0 1 0,1-1 0,-1 0 0,0 0 0,1 0 0,-1 0 0,0 0 0,1 1 0,-1-1 0,0 0 0,1 0 0,-1 1 0,0-1 0,0 0 0,1 0 0,-1 1 0,18 23 0,-13-16 0,9 10 0,0 1 0,33 28 0,-41-41 0,1 0 0,0 0 0,1-1 0,-1 0 0,1-1 0,0 0 0,0 0 0,0-1 0,1 0 0,13 3 0,-20-5 0,0-1 0,-1 0 0,1 1 0,0-1 0,-1 0 0,1 0 0,-1 0 0,1 0 0,0-1 0,-1 1 0,1 0 0,-1-1 0,1 1 0,0-1 0,-1 1 0,1-1 0,-1 0 0,0 0 0,1 0 0,0-1 0,0 1 0,-1-1 0,0 0 0,0 0 0,1 0 0,-1 1 0,-1-1 0,1 0 0,0 0 0,0 0 0,-1-1 0,1 1 0,-1 0 0,0 0 0,0 0 0,0-2 0,1-7 0,-1 7 0,0 0 0,0 0 0,0 0 0,1 0 0,0 0 0,0 0 0,2-5 0,-3 8 0,1 0 0,0 0 0,-1 0 0,1 0 0,0 0 0,0 1 0,-1-1 0,1 0 0,0 1 0,0-1 0,0 0 0,0 1 0,0-1 0,0 1 0,0-1 0,0 1 0,0 0 0,0 0 0,1-1 0,-1 1 0,0 0 0,0 0 0,0 0 0,0 0 0,0 0 0,0 0 0,1 0 0,-1 1 0,0-1 0,0 0 0,0 1 0,2 0 0,0 0 10,1 0 0,-1 1 0,1-1 0,-1 1 0,0 0 0,0 0 0,1 0 0,-2 1 0,1-1 0,0 1 0,3 3 0,2 4-753,14 21 1,-14-18-6084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6.804"/>
    </inkml:context>
    <inkml:brush xml:id="br0">
      <inkml:brushProperty name="width" value="0.05" units="cm"/>
      <inkml:brushProperty name="height" value="0.05" units="cm"/>
    </inkml:brush>
  </inkml:definitions>
  <inkml:trace contextRef="#ctx0" brushRef="#br0">170 52 24575,'-8'-5'0,"-11"-6"0,-27-13 0,41 22 0,0 0 0,0 0 0,0 1 0,0-1 0,0 1 0,0 0 0,0 1 0,-1-1 0,1 1 0,0 0 0,-8 1 0,12-1 0,-1 1 0,1-1 0,0 0 0,0 1 0,-1-1 0,1 1 0,0 0 0,0-1 0,-1 1 0,1 0 0,0-1 0,0 1 0,0 0 0,0 0 0,0 0 0,0 0 0,1 0 0,-1 0 0,0 0 0,0 1 0,0 0 0,0 0 0,1 1 0,-1-1 0,1 0 0,-1 1 0,1-1 0,0 1 0,0-1 0,0 1 0,0-1 0,1 5 0,1 2 0,0 1 0,1-1 0,1 0 0,6 15 0,-6-18 0,-1 0 0,1 0 0,0 0 0,1-1 0,-1 0 0,1 0 0,0 0 0,1 0 0,-1-1 0,1 1 0,9 4 0,-13-8 0,0 0 0,0 0 0,0 0 0,0 0 0,1 0 0,-1 0 0,0-1 0,1 1 0,-1-1 0,1 0 0,-1 0 0,0 0 0,1 0 0,-1 0 0,1 0 0,-1 0 0,0-1 0,1 0 0,-1 1 0,0-1 0,1 0 0,-1 0 0,0 0 0,0 0 0,0 0 0,0-1 0,0 1 0,0-1 0,0 1 0,0-1 0,-1 0 0,1 0 0,-1 1 0,1-1 0,1-5 0,1 0 0,0-1 0,-1 0 0,0 0 0,-1 0 0,1 0 0,0-12 0,3-8 0,-6 28 0,0-1 0,0 1 0,0 0 0,0-1 0,0 1 0,0 0 0,0-1 0,1 1 0,-1 0 0,0-1 0,0 1 0,0 0 0,0-1 0,0 1 0,1 0 0,-1 0 0,0-1 0,0 1 0,0 0 0,1 0 0,-1-1 0,0 1 0,0 0 0,1 0 0,-1 0 0,0-1 0,1 1 0,-1 0 0,1 0 0,4 7 0,3 19 0,-8-26 0,24 119 0,-7-27 0,-13-72 0,23 125 0,-26-141 0,-1-1 0,0 0 0,1 0 0,-2 1 0,1-1 0,0 0 0,-1 1 0,1-1 0,-1 0 0,0 0 0,-1 4 0,1-5 0,0-1 0,0 1 0,0-1 0,-1 1 0,1-1 0,0 0 0,-1 1 0,1-1 0,0 0 0,-1 0 0,1 0 0,-1 0 0,0 0 0,1-1 0,-1 1 0,0 0 0,1-1 0,-1 1 0,0-1 0,0 0 0,-3 1 0,-9-1-195,0 0 0,0-1 0,-1-1 0,1 0 0,0-1 0,-17-5 0,11 2-6631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7.308"/>
    </inkml:context>
    <inkml:brush xml:id="br0">
      <inkml:brushProperty name="width" value="0.05" units="cm"/>
      <inkml:brushProperty name="height" value="0.05" units="cm"/>
    </inkml:brush>
  </inkml:definitions>
  <inkml:trace contextRef="#ctx0" brushRef="#br0">0 0 24575,'26'77'0,"27"82"0,-36-100 0,50 180 0,-43-163-1365,-21-64-5461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7.479"/>
    </inkml:context>
    <inkml:brush xml:id="br0">
      <inkml:brushProperty name="width" value="0.05" units="cm"/>
      <inkml:brushProperty name="height" value="0.05" units="cm"/>
    </inkml:brush>
  </inkml:definitions>
  <inkml:trace contextRef="#ctx0" brushRef="#br0">368 75 24575,'-30'-7'0,"-12"-6"0,-5 0 0,4 3 0,6 2 0,7 2 0,7 1 0,4 0 0,3 2 0,1 0 0,2 2 0,-1 1 0,1-1 0,-1 2 0,2-1-8191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28.024"/>
    </inkml:context>
    <inkml:brush xml:id="br0">
      <inkml:brushProperty name="width" value="0.05" units="cm"/>
      <inkml:brushProperty name="height" value="0.05" units="cm"/>
    </inkml:brush>
  </inkml:definitions>
  <inkml:trace contextRef="#ctx0" brushRef="#br0">0 0 24575,'22'160'0,"-16"-99"0,18 75 0,16-19 0,-23-70 0,-7-10 0,-10-43 0,0 0 0,1 0 0,0 0 0,2-9 0,3-13 0,-5 17 0,1 0 0,0 0 0,0 1 0,1-1 0,1 1 0,4-11 0,-7 19 0,0 0 0,0 0 0,1 0 0,-1 0 0,0 0 0,1 0 0,-1 1 0,1-1 0,0 0 0,-1 1 0,1 0 0,0-1 0,0 1 0,0 0 0,0 0 0,0 0 0,0 0 0,0 0 0,1 0 0,-1 1 0,0-1 0,0 1 0,1-1 0,-1 1 0,0 0 0,1 0 0,-1 0 0,0 0 0,0 1 0,1-1 0,-1 1 0,0-1 0,0 1 0,4 1 0,10 5 0,0 0 0,-1 2 0,25 17 0,-5-3 0,-20-13-146,0 1-1,-1 1 1,15 16-1,-20-19-632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1.328"/>
    </inkml:context>
    <inkml:brush xml:id="br0">
      <inkml:brushProperty name="width" value="0.05" units="cm"/>
      <inkml:brushProperty name="height" value="0.05" units="cm"/>
    </inkml:brush>
  </inkml:definitions>
  <inkml:trace contextRef="#ctx0" brushRef="#br0">75 222 24575,'42'-14'0,"54"-19"0,-86 28 0,-1 1 0,0-2 0,0 1 0,0-1 0,-1 0 0,1-1 0,9-11 0,-14 15 0,-1 0 0,-1-1 0,1 0 0,0 1 0,-1-1 0,0 0 0,0 0 0,2-4 0,-4 6 0,0 1 0,1-1 0,-1 1 0,0-1 0,0 1 0,0-1 0,0 0 0,0 1 0,0-1 0,-1 1 0,1-1 0,0 1 0,-1 0 0,1-1 0,-1 1 0,1-1 0,-1 1 0,0 0 0,0-1 0,0 1 0,0 0 0,1 0 0,-2 0 0,1 0 0,0-1 0,0 2 0,-2-3 0,-5-2 0,-1 0 0,1 0 0,-1 0 0,0 1 0,-1 1 0,1 0 0,-1 0 0,1 0 0,-1 1 0,-12 0 0,14 2 0,-1 0 0,1 1 0,0 0 0,-1 1 0,1-1 0,0 2 0,0-1 0,0 1 0,1 0 0,-1 1 0,1 0 0,0 0 0,-1 1 0,-10 9 0,12-8 0,1 1 0,-1 0 0,1 1 0,-6 11 0,8-14 0,-1 4 0,-1 1 0,2-1 0,0 1 0,0 0 0,0-1 0,1 1 0,1 0 0,0 1 0,0-1 0,1 14 0,1-20 0,0 1 0,0-1 0,0 0 0,0 0 0,1 1 0,0-1 0,0 0 0,0-1 0,0 1 0,1 0 0,-1-1 0,1 1 0,0-1 0,0 0 0,4 4 0,2 1 0,1 0 0,0-1 0,1 0 0,12 6 0,-17-11 0,1 1 0,-1-1 0,1-1 0,0 1 0,0-1 0,-1 0 0,1-1 0,8 1 0,26 2 0,40 8 0,-23-4 0,-49-6-108,36 4 350,-42-5-379,1 0 1,-1 0 0,1 0 0,-1-1-1,1 1 1,-1-1 0,0 0 0,1 0-1,-1 0 1,4-3 0,3-2-6690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2.585"/>
    </inkml:context>
    <inkml:brush xml:id="br0">
      <inkml:brushProperty name="width" value="0.05" units="cm"/>
      <inkml:brushProperty name="height" value="0.05" units="cm"/>
    </inkml:brush>
  </inkml:definitions>
  <inkml:trace contextRef="#ctx0" brushRef="#br0">235 63 24575,'21'3'0,"-16"-4"0,-15-3 0,-4 1 0,0 0 0,0 0 0,-1 1 0,1 1 0,-17 1 0,-16-2 0,19-3 0,27 5 0,0 0 0,-1-1 0,1 1 0,0 0 0,0-1 0,0 1 0,-1-1 0,1 0 0,0 1 0,0-1 0,0 0 0,0 0 0,0 1 0,0-1 0,0 0 0,0 0 0,1 0 0,-2-2 0,2 3 0,0-1 0,0 0 0,0 0 0,0 0 0,1 1 0,-1-1 0,0 0 0,0 0 0,1 1 0,-1-1 0,0 0 0,1 1 0,-1-1 0,1 0 0,-1 1 0,1-1 0,-1 1 0,1-1 0,-1 0 0,1 1 0,0 0 0,-1-1 0,1 1 0,0-1 0,-1 1 0,1 0 0,0-1 0,0 1 0,-1 0 0,1 0 0,0 0 0,1-1 0,26-5 0,-16 6 0,-1 0 0,0 0 0,0 1 0,20 5 0,16 1 0,-42-7 0,-1 0 0,0 0 0,-1 1 0,1-1 0,0 1 0,-1 0 0,1 0 0,4 2 0,-8-3 0,0 0 0,0 0 0,0 0 0,0 0 0,0 0 0,0 0 0,0 0 0,0 0 0,-1 0 0,1 0 0,0 0 0,0 1 0,0-1 0,0 0 0,0 0 0,0 0 0,0 0 0,0 0 0,0 0 0,0 0 0,0 0 0,0 0 0,0 1 0,0-1 0,0 0 0,0 0 0,0 0 0,0 0 0,0 0 0,0 0 0,0 0 0,0 0 0,0 1 0,0-1 0,0 0 0,0 0 0,0 0 0,0 0 0,0 0 0,0 0 0,0 0 0,0 0 0,0 1 0,0-1 0,0 0 0,0 0 0,0 0 0,0 0 0,0 0 0,1 0 0,-1 0 0,-11 0 0,-61-13-33,-11-1 153,73 13-362,-1 0 0,0 1 0,1 0 0,-1 1 0,-18 4 0,17-2-6584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6.084"/>
    </inkml:context>
    <inkml:brush xml:id="br0">
      <inkml:brushProperty name="width" value="0.05" units="cm"/>
      <inkml:brushProperty name="height" value="0.05" units="cm"/>
    </inkml:brush>
  </inkml:definitions>
  <inkml:trace contextRef="#ctx0" brushRef="#br0">17 3 24575,'0'0'0,"0"0"0,0-1 0,0 1 0,0 0 0,1 0 0,-1 0 0,0 0 0,0 0 0,0-1 0,1 1 0,-1 0 0,0 0 0,0 0 0,0 0 0,1 0 0,-1 0 0,0 0 0,0 0 0,0 0 0,1 0 0,-1-1 0,0 1 0,0 0 0,0 0 0,1 0 0,-1 1 0,0-1 0,0 0 0,1 0 0,-1 0 0,0 0 0,0 0 0,0 0 0,1 0 0,-1 0 0,4 9 0,-1 12 0,-3-21 0,2 54 0,-2-35 0,0 0 0,2 1 0,0-1 0,7 24 0,8 14 0,49 108 0,-56-146 0,6 22 0,-14-34 0,0 0 0,0 1 0,0-1 0,-1 1 0,0-1 0,-1 12 0,0-17 0,0-1 0,0 0 0,0 0 0,-1 1 0,1-1 0,0 0 0,-1 0 0,1 0 0,-1 1 0,0-1 0,1 0 0,-1 0 0,0 0 0,1 0 0,-1 0 0,0 0 0,0 0 0,0 0 0,0 0 0,-1 0 0,-1 1 0,1-1 0,0 0 0,-1 0 0,1 0 0,-1-1 0,1 1 0,-1 0 0,1-1 0,-5 1 0,0-1 0,-1 0 0,1-1 0,0 0 0,0 0 0,0 0 0,-11-4 0,14 3 0,0 1 0,0-1 0,1 0 0,-1-1 0,0 1 0,1 0 0,0-1 0,-1 0 0,1 0 0,0 0 0,1 0 0,-1-1 0,-4-6 0,6 8 0,-1-1 0,1 0 0,0 0 0,0 1 0,0-1 0,0 0 0,0 0 0,1 0 0,-1 0 0,1 0 0,0-1 0,0 1 0,0 0 0,0 0 0,1 0 0,-1 0 0,1 0 0,0 0 0,2-5 0,-2 6 0,1-1 0,-1 1 0,1 0 0,0 0 0,0 0 0,0 0 0,0 0 0,0 0 0,0 1 0,1-1 0,-1 0 0,1 1 0,-1 0 0,4-2 0,40-12 0,-41 13 0,8-1 0,-1 0 0,0 0 0,1-1 0,-2-1 0,1 1 0,0-2 0,18-12 0,-28 17-91,0-1 0,-1 1 0,1-1 0,-1 0 0,0 0 0,1 0 0,-1 0 0,0 0 0,0 0 0,0 0 0,0 0 0,-1 0 0,1 0 0,0-5 0,1-4-6735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6.507"/>
    </inkml:context>
    <inkml:brush xml:id="br0">
      <inkml:brushProperty name="width" value="0.05" units="cm"/>
      <inkml:brushProperty name="height" value="0.05" units="cm"/>
    </inkml:brush>
  </inkml:definitions>
  <inkml:trace contextRef="#ctx0" brushRef="#br0">117 32 24575,'0'-10'0,"0"-1"0,0 4 0,-3 3 0,-3 5 0,-3 3 0,-2-1 0,-3 3 0,0 0 0,-1-1 0,-1-1 0,1 1 0,2-1-8191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8.333"/>
    </inkml:context>
    <inkml:brush xml:id="br0">
      <inkml:brushProperty name="width" value="0.05" units="cm"/>
      <inkml:brushProperty name="height" value="0.05" units="cm"/>
    </inkml:brush>
  </inkml:definitions>
  <inkml:trace contextRef="#ctx0" brushRef="#br0">1 45 24575,'0'16'0,"0"1"0,0 0 0,3 18 0,-2-29 0,1 0 0,-1 0 0,1-1 0,0 1 0,0 0 0,1-1 0,0 0 0,0 1 0,6 7 0,7 6 0,1 0 0,1-1 0,1 0 0,32 21 0,-49-37 0,1 0 0,0 0 0,0-1 0,0 1 0,0-1 0,0 0 0,0 0 0,0 0 0,1 0 0,-1 0 0,0-1 0,1 1 0,-1-1 0,6 0 0,-7-1 0,-1 1 0,1-1 0,0 1 0,-1-1 0,1 0 0,-1 1 0,1-1 0,-1 0 0,1 0 0,-1 0 0,1 0 0,-1 0 0,0-1 0,1 1 0,-1 0 0,0-1 0,0 1 0,0 0 0,0-1 0,0 1 0,-1-1 0,1 0 0,0 1 0,-1-1 0,1 0 0,-1 1 0,0-1 0,1 0 0,-1-1 0,1-8 0,0 1 0,-1 0 0,-2-14 0,1 13 0,1 0 0,1-14 0,-1 25 0,0 0 0,0 0 0,0 0 0,0-1 0,0 1 0,0 0 0,0 0 0,0 0 0,0 0 0,0 0 0,0-1 0,0 1 0,1 0 0,-1 0 0,0 0 0,0 0 0,0 0 0,0-1 0,0 1 0,0 0 0,0 0 0,1 0 0,-1 0 0,0 0 0,0 0 0,0 0 0,0 0 0,0 0 0,1 0 0,-1 0 0,0 0 0,0 0 0,0-1 0,0 1 0,1 0 0,7 3 0,11 10 0,-14-9 0,9 5 0,68 43 0,-70-45 0,0-1 0,0-1 0,1 0 0,-1 0 0,17 2 0,-27-6 0,1-1 0,-1 1 0,0-1 0,1 0 0,-1 0 0,0 0 0,1 0 0,-1 0 0,0-1 0,1 1 0,-1-1 0,0 1 0,0-1 0,0 0 0,1 0 0,-1 0 0,0 0 0,0 0 0,0-1 0,0 1 0,-1 0 0,1-1 0,0 0 0,-1 1 0,1-1 0,-1 0 0,1 0 0,-1 0 0,0 0 0,1 0 0,0-3 0,0 0 0,-1 0 0,1 0 0,-1 0 0,0 1 0,-1-1 0,1 0 0,-1-1 0,0 1 0,0 0 0,-1 0 0,1 0 0,-1 0 0,-3-9 0,-1 0 17,0 0 0,-2 0 1,1 0-1,-2 1 0,0 0 0,-10-13 0,12 19-141,0 0 0,-1 0 1,1 1-1,-1 0 0,-1 0 0,1 0 1,-1 1-1,0 0 0,0 1 0,0-1 1,-11-2-1,5 3-6702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39.409"/>
    </inkml:context>
    <inkml:brush xml:id="br0">
      <inkml:brushProperty name="width" value="0.05" units="cm"/>
      <inkml:brushProperty name="height" value="0.05" units="cm"/>
    </inkml:brush>
  </inkml:definitions>
  <inkml:trace contextRef="#ctx0" brushRef="#br0">10 20 24575,'-7'-15'0,"4"14"0,5 11 0,16 60 0,3 43 0,-20-109 0,0 0 0,-1-1 0,2 1 0,-1-1 0,0 1 0,1-1 0,0 1 0,0-1 0,0 0 0,0 0 0,0 0 0,1 0 0,2 2 0,-4-4 0,0 0 0,-1 0 0,1 0 0,0-1 0,0 1 0,0 0 0,0-1 0,1 1 0,-1-1 0,0 1 0,0-1 0,0 1 0,0-1 0,0 0 0,1 0 0,-1 1 0,0-1 0,0 0 0,0 0 0,1 0 0,-1 0 0,0-1 0,0 1 0,0 0 0,1 0 0,-1-1 0,0 1 0,0-1 0,0 1 0,0-1 0,0 1 0,0-1 0,0 0 0,0 1 0,0-1 0,0 0 0,0 0 0,0 0 0,-1 0 0,1 0 0,0 0 0,1-2 0,0-1 0,1-1 0,-1 1 0,0-1 0,0 0 0,0 0 0,-1 1 0,0-1 0,0-1 0,0 1 0,0-6 0,0-10 0,-3-26 0,1 16 0,0 16 0,1-19 0,0 32 0,0-1 0,1 1 0,-1 0 0,0 0 0,1 0 0,0 0 0,-1 0 0,1 0 0,0 0 0,0 0 0,0 0 0,2-2 0,-3 4 0,1-1 0,-1 1 0,0 0 0,1-1 0,-1 1 0,0 0 0,1 0 0,-1 0 0,1-1 0,-1 1 0,1 0 0,-1 0 0,1 0 0,-1 0 0,0 0 0,1 0 0,-1 0 0,1 0 0,-1 0 0,1 0 0,-1 0 0,1 0 0,-1 0 0,1 0 0,-1 1 0,0-1 0,1 0 0,-1 0 0,1 0 0,-1 1 0,0-1 0,1 0 0,-1 0 0,0 1 0,1-1 0,-1 0 0,0 1 0,1 0 0,12 15 0,-13-16 0,76 106 0,-61-89 0,-1 0 0,2-2 0,33 27 0,-46-39 0,0-1 0,0 0 0,0 0 0,0-1 0,1 1 0,-1-1 0,1 1 0,4 0 0,-7-2 0,0 0 0,0 0 0,0 0 0,0 0 0,0 0 0,0 0 0,-1 0 0,1 0 0,0-1 0,0 1 0,0 0 0,0 0 0,0-1 0,-1 1 0,1-1 0,0 1 0,0-1 0,-1 1 0,1-1 0,0 1 0,0-1 0,-1 0 0,1 1 0,-1-1 0,1 0 0,-1 0 0,1 1 0,-1-1 0,1 0 0,-1 0 0,0 0 0,1 0 0,-1 1 0,0-1 0,0 0 0,0 0 0,0 0 0,0 0 0,0-1 0,2-12 0,-1 1 0,-2-25 0,0 21 0,2-23 0,-1 35 0,1-1 0,0 1 0,0 0 0,1 0 0,-1 0 0,1 0 0,0 0 0,5-7 0,-6 10 0,-1 1 0,1 0 0,0 0 0,0-1 0,0 1 0,0 0 0,0 0 0,1 0 0,-1 0 0,0 0 0,0 1 0,1-1 0,-1 0 0,0 0 0,1 1 0,-1-1 0,1 1 0,-1-1 0,0 1 0,1 0 0,-1 0 0,1 0 0,-1-1 0,1 1 0,0 0 0,-1 1 0,1-1 0,-1 0 0,0 0 0,1 1 0,-1-1 0,1 1 0,1 0 0,5 3 0,-1 0 0,0 0 0,0 1 0,12 10 0,-12-10 0,22 22 0,-1 0 0,27 34 0,-35-38 0,-15-17-195,1 1 0,-1 0 0,0 0 0,0 0 0,-1 0 0,4 10 0,-4-4-6631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3.271"/>
    </inkml:context>
    <inkml:brush xml:id="br0">
      <inkml:brushProperty name="width" value="0.05" units="cm"/>
      <inkml:brushProperty name="height" value="0.05" units="cm"/>
    </inkml:brush>
  </inkml:definitions>
  <inkml:trace contextRef="#ctx0" brushRef="#br0">0 94 24575,'6'-7'0,"6"-3"0,-12 10 0,1 0 0,-1 0 0,1 0 0,0 0 0,-1 0 0,1 0 0,0 0 0,-1 0 0,1 0 0,-1 0 0,1 1 0,0-1 0,-1 0 0,1 0 0,-1 1 0,1-1 0,-1 0 0,1 1 0,-1-1 0,1 0 0,-1 1 0,1-1 0,-1 1 0,1-1 0,0 2 0,3 3 0,0 0 0,0 1 0,0-1 0,-1 1 0,6 12 0,10 36 0,-9-25 0,-4-12 0,20 52 0,-22-60 0,0-1 0,1 1 0,0-1 0,1 1 0,8 8 0,-13-16 0,0 0 0,0 1 0,1-1 0,-1 0 0,1 0 0,-1 0 0,1 0 0,-1 0 0,1 0 0,0 0 0,0 0 0,-1-1 0,1 1 0,0 0 0,0-1 0,0 0 0,-1 1 0,1-1 0,0 0 0,0 0 0,0 0 0,0 0 0,0-1 0,-1 1 0,1 0 0,0-1 0,0 1 0,3-2 0,-3 0 0,1 1 0,0-1 0,-1 0 0,1 0 0,-1 0 0,0 0 0,0 0 0,0 0 0,0-1 0,0 1 0,0-1 0,-1 1 0,1-1 0,-1 0 0,1 0 0,1-5 0,3-17 0,-2 0 0,0 1 0,-1-2 0,-1-48 0,-3 72 0,1 1 0,0-1 0,0 1 0,0-1 0,0 0 0,1 1 0,-1-1 0,0 1 0,1-1 0,-1 1 0,1-1 0,-1 1 0,2-2 0,-1 2 0,-1 1 0,0 0 0,0 0 0,0 0 0,1 0 0,-1-1 0,0 1 0,1 0 0,-1 0 0,0 0 0,0 0 0,1 0 0,-1 0 0,0 0 0,1 0 0,-1 0 0,0 0 0,0 0 0,1 0 0,-1 0 0,0 0 0,1 0 0,-1 0 0,0 0 0,1 1 0,11 8 0,-1 3 0,-1 0 0,16 27 0,-18-24 0,2-1 0,15 18 0,-7-7 0,-16-21 0,1 0 0,0 0 0,-1 0 0,1 0 0,1-1 0,5 6 0,-8-8 0,-1-1 0,0 0 0,1 0 0,-1 0 0,0 1 0,1-1 0,-1 0 0,0 0 0,1 0 0,-1 0 0,0 0 0,1 0 0,-1 0 0,0 0 0,1 1 0,-1-1 0,1 0 0,-1-1 0,0 1 0,1 0 0,-1 0 0,0 0 0,1 0 0,-1 0 0,0 0 0,1 0 0,-1-1 0,0 1 0,1 0 0,0 0 0,7-13 0,1-18 0,-9 30 0,7-35 0,2-4 0,-2-1 0,-1 1 0,-1-43 0,-5 79-109,0 2 13,0 0-1,0 0 0,0 0 1,0 0-1,0 0 0,1-1 1,-1 1-1,0 0 0,1 0 1,0 0-1,0 0 1,1-2-1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5.384"/>
    </inkml:context>
    <inkml:brush xml:id="br0">
      <inkml:brushProperty name="width" value="0.05" units="cm"/>
      <inkml:brushProperty name="height" value="0.05" units="cm"/>
    </inkml:brush>
  </inkml:definitions>
  <inkml:trace contextRef="#ctx0" brushRef="#br0">225 24 24575,'-81'-10'0,"-2"-1"0,80 10 0,0 0 0,1 1 0,-1 0 0,0-1 0,0 1 0,1 0 0,-1 0 0,0 1 0,1-1 0,-1 0 0,0 1 0,-4 1 0,5-1 0,1 0 0,0 0 0,-1 0 0,1 0 0,0 0 0,0 0 0,0 1 0,0-1 0,0 0 0,0 1 0,0-1 0,0 0 0,1 1 0,-1-1 0,0 1 0,1-1 0,-1 1 0,1 0 0,0-1 0,-1 1 0,1-1 0,0 4 0,-1 25 0,2 35 0,1-11 0,-2-39 0,1-1 0,1 1 0,7 28 0,19 41 0,0-1 0,8 70 0,-31-120 0,0 1 0,-1 54 0,-4-81 0,0-4 0,0 1 0,0-1 0,0 0 0,0 0 0,1 1 0,-1-1 0,2 4 0,-2-6 0,1 0 0,0 0 0,-1 0 0,1 0 0,-1-1 0,1 1 0,0 0 0,0 0 0,-1-1 0,1 1 0,0-1 0,0 1 0,0-1 0,0 1 0,0-1 0,-1 1 0,1-1 0,0 0 0,0 1 0,0-1 0,0 0 0,0 0 0,0 0 0,0 0 0,0 0 0,0 0 0,0 0 0,2 0 0,44-3 0,49-1 0,-65 1-1365,-20 0-5461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6.540"/>
    </inkml:context>
    <inkml:brush xml:id="br0">
      <inkml:brushProperty name="width" value="0.05" units="cm"/>
      <inkml:brushProperty name="height" value="0.05" units="cm"/>
    </inkml:brush>
  </inkml:definitions>
  <inkml:trace contextRef="#ctx0" brushRef="#br0">0 27 24575,'2'-13'0,"-2"13"0,0-1 0,1 1 0,-1 0 0,0 0 0,0 0 0,0-1 0,0 1 0,0 0 0,0 0 0,1 0 0,-1 0 0,0 0 0,0 0 0,0-1 0,0 1 0,0 0 0,1 0 0,-1 0 0,0 0 0,0 0 0,0 0 0,1 0 0,-1 0 0,0 0 0,0 0 0,0 0 0,1 0 0,-1 0 0,0 0 0,0 0 0,1 0 0,0 0 0,0 1 0,1 0 0,-1 0 0,0 0 0,0 0 0,1 0 0,-1 0 0,0 0 0,0 0 0,0 1 0,0-1 0,0 2 0,5 6 0,0 1 0,-1-1 0,0 1 0,-1 1 0,6 18 0,-4-3 0,4 34 0,-9-58 0,-1 1 0,1 0 0,-1 0 0,1-1 0,0 1 0,0 0 0,3 3 0,-4-6 0,0 1 0,0-1 0,0 0 0,0 0 0,0 0 0,0 1 0,1-1 0,-1 0 0,0 0 0,0 0 0,0 0 0,0 0 0,1 1 0,-1-1 0,0 0 0,0 0 0,1 0 0,-1 0 0,0 0 0,0 0 0,0 0 0,1 0 0,-1 0 0,0 0 0,0 0 0,1 0 0,-1 0 0,0 0 0,0 0 0,1 0 0,-1 0 0,0 0 0,1-1 0,0 1 0,-1-1 0,1 0 0,0 1 0,-1-1 0,1 0 0,-1 0 0,1 1 0,-1-1 0,0 0 0,1 0 0,-1 0 0,1-2 0,19-81 0,-13 54 0,11-35 0,-10 51 0,-8 14 0,0 0 0,1 0 0,-1-1 0,0 1 0,1 0 0,-1 0 0,0 0 0,1 0 0,-1-1 0,0 1 0,1 0 0,-1 0 0,1 0 0,-1 0 0,0 0 0,1 0 0,-1 0 0,1 0 0,-1 0 0,0 0 0,1 0 0,0 0 0,1 2 0,0-1 0,0 0 0,1 1 0,-1-1 0,0 1 0,-1 0 0,1 0 0,2 2 0,0 0 0,11 12 0,9 9 0,34 29 0,-45-44 0,0 0 0,0-1 0,1-1 0,16 7 0,-30-14 0,1-1 0,-1 0 0,1 0 0,-1 1 0,1-1 0,-1 0 0,1 0 0,0 0 0,-1 0 0,1 0 0,-1 0 0,1 0 0,-1 0 0,1 0 0,0 0 0,-1 0 0,1 0 0,-1 0 0,1 0 0,-1-1 0,1 1 0,-1 0 0,1 0 0,-1-1 0,1 1 0,0-1 0,0 0 0,0 0 0,-1 0 0,1 0 0,-1 0 0,1 0 0,-1 0 0,1 0 0,-1 0 0,1 0 0,-1 0 0,0-2 0,1-4 0,0 0 0,-1-1 0,-1-9 0,1 11 0,-6-42 0,2 19 0,3 27 0,1 1 0,0 0 0,0-1 0,0 1 0,0-1 0,0 1 0,0 0 0,0-1 0,0 1 0,0 0 0,1-1 0,-1 1 0,0 0 0,1-1 0,-1 1 0,1 0 0,0 0 0,-1-1 0,1 1 0,0 0 0,0 0 0,-1 0 0,1 0 0,0 0 0,0 0 0,0 0 0,1 0 0,-1 1 0,0-1 0,0 0 0,0 1 0,2-2 0,0 2 0,-1-1 0,1 1 0,-1 0 0,0 0 0,1 0 0,-1 0 0,1 0 0,-1 1 0,1-1 0,-1 1 0,0-1 0,1 1 0,-1 0 0,0 0 0,0 0 0,0 0 0,4 3 0,3 3 0,0 0 0,0 0 0,-1 1 0,0 0 0,7 11 0,31 47 0,-22-29 0,-8-12-1365,-12-16-5461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7.040"/>
    </inkml:context>
    <inkml:brush xml:id="br0">
      <inkml:brushProperty name="width" value="0.05" units="cm"/>
      <inkml:brushProperty name="height" value="0.05" units="cm"/>
    </inkml:brush>
  </inkml:definitions>
  <inkml:trace contextRef="#ctx0" brushRef="#br0">191 45 24575,'25'-3'0,"-17"2"0,-1 0 0,0 0 0,0-1 0,0 0 0,0 0 0,9-5 0,-16 7 0,0 0 0,0 0 0,1 0 0,-1 0 0,0 0 0,0 0 0,0 0 0,0 0 0,1 0 0,-1 0 0,0-1 0,0 1 0,0 0 0,0 0 0,0 0 0,0 0 0,0 0 0,1 0 0,-1-1 0,0 1 0,0 0 0,0 0 0,0 0 0,0 0 0,0-1 0,0 1 0,0 0 0,0 0 0,0 0 0,0 0 0,0-1 0,0 1 0,0 0 0,-5-4 0,-14 0 0,15 3 0,-32-5-81,-1 2-1,0 1 0,-48 4 1,44-1-958,27 0-5787</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7.837"/>
    </inkml:context>
    <inkml:brush xml:id="br0">
      <inkml:brushProperty name="width" value="0.05" units="cm"/>
      <inkml:brushProperty name="height" value="0.05" units="cm"/>
    </inkml:brush>
  </inkml:definitions>
  <inkml:trace contextRef="#ctx0" brushRef="#br0">0 74 24575,'14'16'0,"-1"1"0,-1 0 0,0 0 0,10 22 0,15 22 0,-35-58 0,19 30 0,-19-31 0,-1 1 0,0 0 0,1-1 0,-1 1 0,0 0 0,-1 0 0,1 0 0,0 0 0,-1 0 0,1 3 0,-1-6 0,0 1 0,0-1 0,0 0 0,0 0 0,0 0 0,0 1 0,0-1 0,-1 0 0,1 0 0,0 1 0,0-1 0,0 0 0,0 0 0,0 0 0,0 1 0,0-1 0,0 0 0,-1 0 0,1 0 0,0 1 0,0-1 0,0 0 0,0 0 0,-1 0 0,1 0 0,0 0 0,0 1 0,0-1 0,-1 0 0,1 0 0,0 0 0,0 0 0,-1 0 0,1 0 0,0 0 0,0 0 0,0 0 0,-1 0 0,-10-5 0,-8-10 0,12 8 0,0-1 0,1 0 0,0 0 0,0-1 0,1 1 0,0-1 0,0 0 0,-3-13 0,5 15 0,1-1 0,0 1 0,0-1 0,1 0 0,0 1 0,1-1 0,-1 0 0,1 1 0,1-1 0,0 0 0,2-11 0,-1 14 0,0-1 0,0 1 0,0 1 0,1-1 0,0 0 0,0 1 0,0-1 0,0 1 0,1 0 0,0 0 0,0 0 0,0 1 0,0-1 0,0 1 0,1 0 0,-1 0 0,1 0 0,0 1 0,6-3 0,4 0 0,0 0 0,0 1 0,0 1 0,0 0 0,24-1 0,-36 4 10,1-1 0,-1 2 0,1-1 0,-1 0 0,1 1 0,-1-1 0,0 1 0,1 0 0,-1 0 0,0 0 0,6 4 0,-2-1-307,-1 0 0,0 1 0,-1 0 0,8 7 0,-4-3-6529</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19.185"/>
    </inkml:context>
    <inkml:brush xml:id="br0">
      <inkml:brushProperty name="width" value="0.05" units="cm"/>
      <inkml:brushProperty name="height" value="0.05" units="cm"/>
    </inkml:brush>
  </inkml:definitions>
  <inkml:trace contextRef="#ctx0" brushRef="#br0">46 264 24575,'1'25'0,"1"0"0,1 0 0,0 0 0,2 0 0,2-1 0,12 35 0,-8-32 0,2 0 0,29 47 0,-20-39 0,-40-62 0,-13-19 0,-44-113 0,63 128 0,2 1 0,1-2 0,-6-44 0,13 62 0,1 1 0,1-1 0,0 1 0,1-1 0,0 1 0,5-21 0,-4 27 0,0 0 0,0 1 0,0-1 0,1 1 0,0 0 0,0 0 0,1 0 0,0 0 0,0 0 0,0 1 0,0-1 0,1 1 0,0 0 0,8-6 0,-8 8 0,1 1 0,-1-1 0,1 1 0,-1 0 0,1 0 0,0 1 0,7-2 0,3 1 0,23-1 0,-19 4 0,0 1 0,-1 0 0,1 2 0,-1 0 0,0 1 0,0 1 0,0 1 0,-1 1 0,32 18 0,-45-23 0,-1 0 0,1 0 0,-1 0 0,1 1 0,-1-1 0,0 1 0,-1 0 0,1 1 0,-1-1 0,1 1 0,-1-1 0,2 7 0,-3-8 0,-1 0 0,-1-1 0,1 1 0,0 0 0,-1 0 0,1 0 0,-1 0 0,0 0 0,0 0 0,0 0 0,0 0 0,0-1 0,-1 1 0,1 0 0,-1 0 0,0 0 0,0 0 0,0-1 0,0 1 0,-1 0 0,1-1 0,-1 1 0,1-1 0,-4 4 0,-3 3 0,-1 0 0,0-1 0,-1 1 0,1-2 0,-2 1 0,-15 8 0,-6 0 0,-33 13 0,0-9 0,43-14 0,-24 10 0,45-15 0,0-1 0,0 0 0,0 1 0,0-1 0,0 1 0,0-1 0,0 1 0,0 0 0,0-1 0,0 1 0,0 0 0,1 0 0,-1-1 0,0 1 0,0 0 0,1 0 0,-1 0 0,1 0 0,-1 0 0,1 0 0,-1 0 0,1 0 0,-1 2 0,1-2 0,0 1 0,1-1 0,-1 1 0,0-1 0,1 0 0,-1 1 0,1-1 0,-1 1 0,1-1 0,-1 0 0,1 1 0,0-1 0,0 0 0,0 0 0,1 2 0,4 3 0,0 0 0,1 0 0,0 0 0,11 6 0,31 17 0,103 43 0,-79-39 0,-61-28-118,-4-2-90,0 0 0,-1 1 0,0 0 1,0 0-1,13 11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1:20.038"/>
    </inkml:context>
    <inkml:brush xml:id="br0">
      <inkml:brushProperty name="width" value="0.05" units="cm"/>
      <inkml:brushProperty name="height" value="0.05" units="cm"/>
    </inkml:brush>
  </inkml:definitions>
  <inkml:trace contextRef="#ctx0" brushRef="#br0">1 1 24575,'23'2'0,"-6"-1"0,0 1 0,16 4 0,-29-5 0,0 0 0,0 0 0,-1 1 0,1-1 0,0 1 0,-1 0 0,0-1 0,1 2 0,-1-1 0,0 0 0,0 1 0,0-1 0,0 1 0,2 4 0,-3-4 0,0 0 0,-1 0 0,1 0 0,-1 1 0,0-1 0,0 0 0,0 1 0,-1-1 0,1 1 0,-1-1 0,0 5 0,-4 44 0,1-19 0,2 11 0,10 83 0,-1-61 0,26 146 0,-22-148 0,5 19 0,-16-80 0,-1-1 0,1 0 0,-1 0 0,1 1 0,-1-1 0,0 0 0,0 1 0,0-1 0,-1 4 0,1-5 0,0 0 0,-1 0 0,1-1 0,0 1 0,-1 0 0,1-1 0,-1 1 0,1-1 0,-1 1 0,1-1 0,-1 1 0,0-1 0,1 1 0,-1-1 0,1 1 0,-1-1 0,0 1 0,0-1 0,1 0 0,-1 0 0,0 1 0,1-1 0,-1 0 0,0 0 0,0 0 0,0 0 0,1 0 0,-1 0 0,0 0 0,0 0 0,1 0 0,-3-1 0,-13-1 49,-29-8 0,31 6-415,0 1 1,1 0-1,-19 0 0,19 3-6460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0.552"/>
    </inkml:context>
    <inkml:brush xml:id="br0">
      <inkml:brushProperty name="width" value="0.05" units="cm"/>
      <inkml:brushProperty name="height" value="0.05" units="cm"/>
    </inkml:brush>
  </inkml:definitions>
  <inkml:trace contextRef="#ctx0" brushRef="#br0">14 1 24575,'-3'0'0,"2"0"0,1 2 0,-1 2 0,-2 1 0,-2 1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6.399"/>
    </inkml:context>
    <inkml:brush xml:id="br0">
      <inkml:brushProperty name="width" value="0.05" units="cm"/>
      <inkml:brushProperty name="height" value="0.05" units="cm"/>
    </inkml:brush>
  </inkml:definitions>
  <inkml:trace contextRef="#ctx0" brushRef="#br0">761 43 24575,'25'-17'0,"-19"12"0,0 0 0,1 1 0,12-6 0,-10 8 0,-8 6 0,-2-3 0,0 0 0,1 0 0,-1 0 0,0 0 0,0 0 0,0 0 0,0 0 0,0 0 0,-2 2 0,-5 1 0,-1 1 0,0-1 0,1-1 0,-1 0 0,-14 4 0,-51 5 0,47-8 0,-130 16 0,-122 24 0,244-33-341,-1 2 0,2 1-1,-63 36 1,79-40-6485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7.341"/>
    </inkml:context>
    <inkml:brush xml:id="br0">
      <inkml:brushProperty name="width" value="0.05" units="cm"/>
      <inkml:brushProperty name="height" value="0.05" units="cm"/>
    </inkml:brush>
  </inkml:definitions>
  <inkml:trace contextRef="#ctx0" brushRef="#br0">287 164 24575,'8'-11'0,"0"0"0,1 0 0,0 1 0,1 0 0,0 1 0,0 0 0,1 1 0,0 0 0,1 0 0,-1 2 0,1-1 0,1 1 0,-1 1 0,27-8 0,0 6 0,-27 5 0,0 0 0,1-1 0,-1 0 0,0-1 0,11-6 0,-21 10 0,-6 2 0,-12 7 0,-26 12 0,-213 59 0,160-54 0,74-20 0,-54 17 0,65-19 0,0 1 0,0-1 0,0 2 0,-17 12 0,25-16 0,0-1 0,0 1 0,0 0 0,0 0 0,0 0 0,1 0 0,-1 0 0,1 1 0,-1-1 0,-1 4 0,3-5 0,0-1 0,0 1 0,0 0 0,0-1 0,-1 1 0,1 0 0,0-1 0,0 1 0,0-1 0,0 1 0,1 0 0,-1-1 0,0 1 0,0-1 0,0 1 0,0 0 0,1-1 0,-1 1 0,1 0 0,0 0 0,-1 0 0,1-1 0,0 1 0,0 0 0,0-1 0,0 1 0,0 0 0,0-1 0,0 0 0,0 1 0,0-1 0,0 1 0,0-1 0,0 0 0,1 0 0,14 3 0,1-2 0,-1 0 0,28-3 0,-24 1 0,40 2 0,261 27 0,-207-15 0,-100-10-1365,-4 1-5461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116"/>
    </inkml:context>
    <inkml:brush xml:id="br0">
      <inkml:brushProperty name="width" value="0.05" units="cm"/>
      <inkml:brushProperty name="height" value="0.05" units="cm"/>
    </inkml:brush>
  </inkml:definitions>
  <inkml:trace contextRef="#ctx0" brushRef="#br0">0 0 24575,'1'23'0,"0"-1"0,1 1 0,1 0 0,7 24 0,-6-32 0,1 0 0,1 0 0,0-1 0,2 1 0,-1-1 0,17 22 0,-16-25 0,-6-7 0,1-1 0,-1 1 0,1-1 0,-1 0 0,1 0 0,4 4 0,-4-6 50,-5-3-1465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490"/>
    </inkml:context>
    <inkml:brush xml:id="br0">
      <inkml:brushProperty name="width" value="0.05" units="cm"/>
      <inkml:brushProperty name="height" value="0.05" units="cm"/>
    </inkml:brush>
  </inkml:definitions>
  <inkml:trace contextRef="#ctx0" brushRef="#br0">0 38 24575,'17'-7'0,"0"0"0,0 2 0,0 0 0,0 1 0,1 0 0,0 2 0,0 0 0,0 1 0,0 0 0,0 2 0,23 3 0,-29-2 0,0 1 0,0 0 0,0 0 0,0 1 0,0 1 0,-1 0 0,0 1 0,0 0 0,0 1 0,-1 0 0,0 0 0,0 1 0,-1 0 0,0 1 0,-1 0 0,0 1 0,8 10 0,-10-11 0,0 1 0,-1-1 0,-1 1 0,1 0 0,-1 0 0,-1 0 0,0 0 0,-1 1 0,0 0 0,2 18 0,-4-23 0,0 1 0,-1-1 0,1 0 0,-1 1 0,-1-1 0,1 0 0,-1 0 0,0 0 0,0 0 0,-1 0 0,0 0 0,0 0 0,0-1 0,0 0 0,-1 1 0,0-1 0,0-1 0,-1 1 0,-6 6 0,2-4 0,0-1 0,-1 0 0,1 0 0,-1 0 0,0-1 0,0-1 0,-16 5 0,11-5 0,0-1 0,0-1 0,0 0 0,0-1 0,-15-1 0,-31-1-1365,49 1-5461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8.962"/>
    </inkml:context>
    <inkml:brush xml:id="br0">
      <inkml:brushProperty name="width" value="0.05" units="cm"/>
      <inkml:brushProperty name="height" value="0.05" units="cm"/>
    </inkml:brush>
  </inkml:definitions>
  <inkml:trace contextRef="#ctx0" brushRef="#br0">4 0 24575,'0'0'0,"0"0"0,0 0 0,0 0 0,0 0 0,-1 0 0,1 0 0,0 0 0,0 0 0,0 0 0,0 1 0,0-1 0,0 0 0,-1 0 0,1 0 0,0 0 0,0 0 0,0 0 0,0 0 0,0 0 0,0 0 0,0 1 0,-1-1 0,1 0 0,0 0 0,0 0 0,0 0 0,0 0 0,0 0 0,0 1 0,0-1 0,0 0 0,0 0 0,0 0 0,0 0 0,0 0 0,0 1 0,0-1 0,0 0 0,0 0 0,2 9 0,6 8 0,42 48 0,-38-51 0,0 1 0,-1 1 0,0 0 0,-1 0 0,15 35 0,-23-36 120,-2-15-150,0 1-1,0-1 1,0 0 0,0 0-1,0 1 1,-1-1 0,1 0 0,0 0-1,0 1 1,0-1 0,0 0-1,-1 0 1,1 0 0,0 1-1,0-1 1,0 0 0,-1 0-1,1 0 1,0 0 0,0 0 0,-1 0-1,1 1 1,0-1 0,0 0-1,-1 0 1,1 0 0,0 0-1,-1 0 1,1 0 0,0 0-1,0 0 1,-1 0 0,1 0 0,0 0-1,0 0 1,-1 0 0,1 0-1,0 0 1,0-1 0,-1 1-1,1 0 1,0 0 0,0 0 0,-1 0-1,1 0 1,0-1 0,0 1-1,-1 0 1,-7-4-6796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259"/>
    </inkml:context>
    <inkml:brush xml:id="br0">
      <inkml:brushProperty name="width" value="0.05" units="cm"/>
      <inkml:brushProperty name="height" value="0.05" units="cm"/>
    </inkml:brush>
  </inkml:definitions>
  <inkml:trace contextRef="#ctx0" brushRef="#br0">496 22 24575,'-30'-5'0,"-15"-2"0,-5 1 0,3 3 0,6 3 0,6 1 0,7 2 0,3 2 0,1 2 0,2 2 0,0 3 0,0-2 0,0 1 0,1 0 0,-1 0 0,0-1 0,5-2-8191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652"/>
    </inkml:context>
    <inkml:brush xml:id="br0">
      <inkml:brushProperty name="width" value="0.05" units="cm"/>
      <inkml:brushProperty name="height" value="0.05" units="cm"/>
    </inkml:brush>
  </inkml:definitions>
  <inkml:trace contextRef="#ctx0" brushRef="#br0">1 0 24575,'12'28'0,"8"11"0,-1 2 0,-1-4 0,-3-5 0,-1-6 0,-4-5 0,-1-6 0,-2-2 0,1-5 0,-2-5 0,-3-4 0,-4-3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49.917"/>
    </inkml:context>
    <inkml:brush xml:id="br0">
      <inkml:brushProperty name="width" value="0.05" units="cm"/>
      <inkml:brushProperty name="height" value="0.05" units="cm"/>
    </inkml:brush>
  </inkml:definitions>
  <inkml:trace contextRef="#ctx0" brushRef="#br0">0 165 24575,'13'-20'0,"9"-9"0,3 0 0,0 3 0,-2 5 0,-2 7 0,-2 3 0,-2 3 0,-2 4 0,-5 1 0,-7 5 0,-7 2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167"/>
    </inkml:context>
    <inkml:brush xml:id="br0">
      <inkml:brushProperty name="width" value="0.05" units="cm"/>
      <inkml:brushProperty name="height" value="0.05" units="cm"/>
    </inkml:brush>
  </inkml:definitions>
  <inkml:trace contextRef="#ctx0" brushRef="#br0">1 96 24575,'22'-5'0,"13"-4"0,3-3 0,-3 0 0,-4 3 0,-6 0 0,-3 1 0,-7 0 0,-3 1 0,-3 0 0,-3-2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545"/>
    </inkml:context>
    <inkml:brush xml:id="br0">
      <inkml:brushProperty name="width" value="0.05" units="cm"/>
      <inkml:brushProperty name="height" value="0.05" units="cm"/>
    </inkml:brush>
  </inkml:definitions>
  <inkml:trace contextRef="#ctx0" brushRef="#br0">0 1 24575,'8'10'0,"4"8"0,4 4 0,0 3 0,1 0 0,0-2 0,0 0 0,-4-1 0,-1-4 0,0-4 0,-2 0 0,-3-1 0,0-2 0,-1-1 0,-2-5 0,-1-5 0,-4-3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0.764"/>
    </inkml:context>
    <inkml:brush xml:id="br0">
      <inkml:brushProperty name="width" value="0.05" units="cm"/>
      <inkml:brushProperty name="height" value="0.05" units="cm"/>
    </inkml:brush>
  </inkml:definitions>
  <inkml:trace contextRef="#ctx0" brushRef="#br0">376 0 24575,'-28'0'0,"-13"3"0,-4 2 0,5 2 0,3 1 0,6 2 0,3 2 0,1 2 0,1 0 0,-1 1 0,1-3 0,7-2-8191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1.895"/>
    </inkml:context>
    <inkml:brush xml:id="br0">
      <inkml:brushProperty name="width" value="0.05" units="cm"/>
      <inkml:brushProperty name="height" value="0.05" units="cm"/>
    </inkml:brush>
  </inkml:definitions>
  <inkml:trace contextRef="#ctx0" brushRef="#br0">58 63 24575,'9'-8'0,"1"1"0,1 0 0,-1 1 0,1 0 0,0 1 0,1 0 0,-1 0 0,1 2 0,18-5 0,-25 7 0,0 1 0,0-1 0,0 1 0,0 0 0,0 0 0,0 0 0,0 1 0,1 0 0,-2 0 0,1 0 0,0 0 0,0 1 0,0 0 0,-1 0 0,1 0 0,-1 1 0,1 0 0,-1-1 0,0 2 0,0-1 0,0 0 0,-1 1 0,1-1 0,-1 1 0,5 7 0,-4-5 0,0 0 0,-1 1 0,1 0 0,-1-1 0,0 1 0,-1 0 0,0 0 0,0 1 0,1 7 0,-3-12 0,0-1 0,0 1 0,0-1 0,0 0 0,0 1 0,-1-1 0,1 0 0,-1 1 0,1-1 0,-1 0 0,0 0 0,0 1 0,0-1 0,0 0 0,0 0 0,0 0 0,-1 0 0,1 0 0,-1-1 0,1 1 0,-1 0 0,0-1 0,0 1 0,0-1 0,0 1 0,0-1 0,0 0 0,0 0 0,0 0 0,0 0 0,0 0 0,-3 0 0,-5 2 0,0-1 0,0-1 0,-1 1 0,1-2 0,0 1 0,0-2 0,-16-1 0,0-2 0,-45-13 0,61 14 0,0-1 0,0 0 0,0 0 0,-10-7 0,17 10 0,0-1 0,0 0 0,0 0 0,1-1 0,-1 1 0,0 0 0,1-1 0,0 0 0,0 1 0,-1-1 0,2 0 0,-1 0 0,0 0 0,0 0 0,1-1 0,-2-3 0,3 5 0,0 0 0,0 0 0,0 0 0,0 0 0,0 0 0,1 0 0,-1 0 0,1 0 0,-1 0 0,1 0 0,0 0 0,-1 1 0,1-1 0,0 0 0,0 0 0,0 1 0,0-1 0,1 1 0,-1-1 0,0 1 0,1-1 0,-1 1 0,1 0 0,-1 0 0,1 0 0,0 0 0,-1 0 0,3-1 0,3-1 0,0-1 0,0 2 0,0-1 0,0 1 0,0 0 0,8-1 0,-7 2-195,-1 0 0,1 0 0,-1 1 0,0 0 0,1 1 0,7 1 0,-2 1-6631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2.283"/>
    </inkml:context>
    <inkml:brush xml:id="br0">
      <inkml:brushProperty name="width" value="0.05" units="cm"/>
      <inkml:brushProperty name="height" value="0.05" units="cm"/>
    </inkml:brush>
  </inkml:definitions>
  <inkml:trace contextRef="#ctx0" brushRef="#br0">269 75 24575,'-16'-8'0,"-69"-32"0,70 34 0,-1 1 0,1 0 0,-27-4 0,39 8 0,0 1 0,0-1 0,1 1 0,-1 0 0,0 0 0,0 0 0,1 1 0,-1-1 0,0 1 0,0 0 0,1-1 0,-1 1 0,1 0 0,-1 0 0,1 1 0,-1-1 0,1 1 0,-3 1 0,2 0 0,1-1 0,0 1 0,-1 0 0,1 0 0,1 0 0,-1 0 0,0 0 0,1 0 0,-1 0 0,1 1 0,0-1 0,0 0 0,1 1 0,-1 3 0,-1 8 0,1 1 0,1-1 0,1 0 0,0 1 0,1-1 0,1 0 0,0 0 0,1 0 0,1-1 0,0 1 0,9 17 0,11 16 0,55 80 0,-75-120 0,28 42 0,114 160 0,-140-201-455,1 0 0,9 8 0,-4-6-6371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4:52.453"/>
    </inkml:context>
    <inkml:brush xml:id="br0">
      <inkml:brushProperty name="width" value="0.05" units="cm"/>
      <inkml:brushProperty name="height" value="0.05" units="cm"/>
    </inkml:brush>
  </inkml:definitions>
  <inkml:trace contextRef="#ctx0" brushRef="#br0">223 0 24575,'-28'0'0,"-14"0"0,-2 0 0,1 3 0,6 0 0,8 0-8191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005"/>
    </inkml:context>
    <inkml:brush xml:id="br0">
      <inkml:brushProperty name="width" value="0.05" units="cm"/>
      <inkml:brushProperty name="height" value="0.05" units="cm"/>
    </inkml:brush>
  </inkml:definitions>
  <inkml:trace contextRef="#ctx0" brushRef="#br0">6 15 24575,'-3'-7'0,"0"-1"0,8 13 0,53 81 0,54 109 0,-106-183 0,0 0 0,-1 1 0,0-1 0,-1 1 0,-1 0 0,0 0 0,0 0 0,0 16 0,-3-29 0,0 1 0,0 0 0,0 0 0,0 0 0,0 0 0,0 0 0,-1 0 0,1 0 0,0 0 0,0-1 0,-1 1 0,1 0 0,-1 0 0,1 0 0,-2 1 0,2-2 0,0 0 0,-1 1 0,1-1 0,0 0 0,-1 0 0,1 0 0,-1 1 0,1-1 0,0 0 0,-1 0 0,1 0 0,-1 0 0,1 0 0,-1 0 0,1 0 0,0 0 0,-1 0 0,1 0 0,-1 0 0,1 0 0,-1 0 0,1 0 0,-1-1 0,-1 1 0,1-1 0,-1 0 0,0 0 0,0 0 0,1 0 0,-1-1 0,1 1 0,-1 0 0,1-1 0,0 1 0,-1-1 0,1 1 0,-1-3 0,-2-3 0,1 1 0,0-1 0,0-1 0,1 1 0,-1 0 0,2 0 0,-1-1 0,1 0 0,0 1 0,1-1 0,0-9 0,0 14 0,0 0 0,0 0 0,1 0 0,-1 1 0,1-1 0,0 0 0,0 1 0,0-1 0,0 0 0,0 1 0,0-1 0,1 1 0,-1 0 0,1-1 0,0 1 0,0 0 0,0 0 0,0 0 0,0 0 0,0 0 0,0 1 0,1-1 0,-1 1 0,1-1 0,-1 1 0,1 0 0,-1 0 0,1 0 0,0 0 0,-1 0 0,1 1 0,5-1 0,8 0 0,-1 0 0,1 1 0,-1 1 0,1 0 0,26 6 0,-36-6 0,-1 1 0,1-1 0,0 1 0,-1 1 0,1-1 0,-1 1 0,0 0 0,1 0 0,-1 0 0,-1 1 0,1-1 0,0 1 0,-1 0 0,0 1 0,0-1 0,0 1 0,5 9 0,-7-11 0,-1 0 0,0-1 0,1 1 0,-1 0 0,0 0 0,0 0 0,-1 0 0,1 0 0,-1 0 0,1 0 0,-1 0 0,0 0 0,0 0 0,-1 0 0,1 0 0,0 0 0,-1 0 0,0 0 0,0 0 0,0 0 0,0 0 0,0-1 0,0 1 0,-1 0 0,0-1 0,1 1 0,-1-1 0,0 1 0,0-1 0,0 0 0,0 0 0,-1 0 0,1 0 0,-1 0 0,1-1 0,-4 2 0,-4 3 0,0-1 0,-1 0 0,0-1 0,0-1 0,0 1 0,-1-2 0,1 0 0,-15 1 0,-11 0 0,0-2 0,-39-4 0,71 3-170,1-1-1,-1 1 0,1-1 1,0 0-1,-1-1 0,1 1 1,-7-4-1,2-1-6655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411"/>
    </inkml:context>
    <inkml:brush xml:id="br0">
      <inkml:brushProperty name="width" value="0.05" units="cm"/>
      <inkml:brushProperty name="height" value="0.05" units="cm"/>
    </inkml:brush>
  </inkml:definitions>
  <inkml:trace contextRef="#ctx0" brushRef="#br0">1 0 24575,'49'76'0,"66"93"0,-97-148 0,0 0 0,27 21 0,-20-19 0,-8-11-1365,-8-8-5461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3.786"/>
    </inkml:context>
    <inkml:brush xml:id="br0">
      <inkml:brushProperty name="width" value="0.05" units="cm"/>
      <inkml:brushProperty name="height" value="0.05" units="cm"/>
    </inkml:brush>
  </inkml:definitions>
  <inkml:trace contextRef="#ctx0" brushRef="#br0">81 45 24575,'-6'0'0,"1"-1"0,-1 0 0,1 1 0,-1 0 0,1 1 0,-1-1 0,1 1 0,-1 0 0,-5 2 0,10-3 0,0 1 0,0-1 0,0 1 0,-1 0 0,1-1 0,0 1 0,0 0 0,0 0 0,0 0 0,0 0 0,0-1 0,0 1 0,0 1 0,1-1 0,-1 0 0,0 0 0,0 1 0,0 0 0,1 0 0,0-1 0,-1 1 0,1 0 0,0-1 0,0 1 0,0-1 0,0 1 0,1 0 0,-1-1 0,0 1 0,1 0 0,-1-1 0,1 1 0,-1-1 0,1 1 0,1 1 0,2 5 0,1-1 0,0 0 0,0-1 0,0 1 0,1-1 0,0 0 0,0-1 0,1 1 0,-1-1 0,1-1 0,12 7 0,-9-5 0,1-1 0,-1-1 0,1 0 0,0-1 0,0 0 0,0 0 0,0-1 0,13 0 0,-21-1 0,0-1 0,0 0 0,0-1 0,0 1 0,0 0 0,0-1 0,0 0 0,0 1 0,0-1 0,0 0 0,0-1 0,0 1 0,-1 0 0,1-1 0,-1 0 0,1 1 0,-1-1 0,1 0 0,-1 0 0,0-1 0,0 1 0,0 0 0,0-1 0,0 1 0,-1-1 0,1 1 0,-1-1 0,0 0 0,0 0 0,0 0 0,0 0 0,0 0 0,0 0 0,-1 0 0,1 0 0,-1 0 0,0 0 0,0 0 0,0 0 0,-1 0 0,1 0 0,-1 0 0,1 0 0,-1 0 0,0 0 0,-3-5 0,1 0 0,-1 1 0,0-1 0,0 1 0,-1 0 0,0 0 0,-1 0 0,1 1 0,-1 0 0,-1 0 0,-12-10 0,15 14 0,1-1 0,-1 1 0,0 0 0,0 0 0,0 1 0,0-1 0,0 1 0,0 0 0,0 0 0,-1 0 0,1 0 0,0 1 0,0 0 0,-1 0 0,1 0 0,0 0 0,-1 1 0,1-1 0,0 1 0,0 0 0,0 1 0,0-1 0,-5 3 0,0 0-341,2 1 0,-1 0-1,-10 8 1,9-4-6485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315"/>
    </inkml:context>
    <inkml:brush xml:id="br0">
      <inkml:brushProperty name="width" value="0.05" units="cm"/>
      <inkml:brushProperty name="height" value="0.05" units="cm"/>
    </inkml:brush>
  </inkml:definitions>
  <inkml:trace contextRef="#ctx0" brushRef="#br0">149 1 24575,'-22'5'0,"-26"9"0,41-11 0,0-1 0,1 2 0,-1-1 0,1 1 0,0 0 0,0 0 0,-10 9 0,15-12 0,-1 1 0,0-1 0,1 1 0,0 0 0,-1 0 0,1-1 0,0 1 0,0 0 0,0 0 0,0 0 0,0 0 0,1 0 0,-1 1 0,0-1 0,1 0 0,0 0 0,0 0 0,-1 0 0,2 4 0,-1-3 0,1 0 0,0 0 0,0 0 0,0 0 0,0 0 0,1 0 0,-1 0 0,1 0 0,0-1 0,-1 1 0,1-1 0,3 3 0,4 4 0,1-1 0,0-1 0,0 0 0,0 0 0,21 10 0,-14-9 0,1-1 0,0-1 0,1 0 0,-1-1 0,24 2 0,-29-5 0,-1-1 0,1 0 0,0-2 0,-1 1 0,1-1 0,-1-1 0,1 0 0,22-8 0,-32 9-105,0 0 0,1 0 0,-1-1 0,0 1 0,0-1 0,-1 0 0,1 0 0,0 0 0,0 0 0,-1-1 0,0 1 0,5-5 0,-1-4-6721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672"/>
    </inkml:context>
    <inkml:brush xml:id="br0">
      <inkml:brushProperty name="width" value="0.05" units="cm"/>
      <inkml:brushProperty name="height" value="0.05" units="cm"/>
    </inkml:brush>
  </inkml:definitions>
  <inkml:trace contextRef="#ctx0" brushRef="#br0">1 1 24575,'28'72'0,"3"-2"0,71 117 0,-87-166 0,1 0 0,0-1 0,2 0 0,33 27 0,-21-25-1365,-22-18-5461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4.997"/>
    </inkml:context>
    <inkml:brush xml:id="br0">
      <inkml:brushProperty name="width" value="0.05" units="cm"/>
      <inkml:brushProperty name="height" value="0.05" units="cm"/>
    </inkml:brush>
  </inkml:definitions>
  <inkml:trace contextRef="#ctx0" brushRef="#br0">109 1 24575,'-14'11'0,"1"0"0,0 1 0,1 1 0,0 0 0,-12 18 0,21-27 0,1 0 0,-1 1 0,1-1 0,0 1 0,0 0 0,1 0 0,-1 0 0,1 0 0,-1 9 0,2-10 0,0-1 0,0 1 0,1-1 0,-1 0 0,1 1 0,0-1 0,0 0 0,0 1 0,0-1 0,1 0 0,-1 0 0,1 0 0,0 0 0,0 0 0,0 0 0,3 2 0,-2-2 0,0 0 0,0 0 0,1 0 0,0-1 0,-1 0 0,1 0 0,0 0 0,0 0 0,0 0 0,0-1 0,0 0 0,0 0 0,7 1 0,6 0 0,1 0 0,17-2 0,-25 0 0,16 0 0,41 1 0,93-12 0,-125 7-1365,-21 3-5461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5.417"/>
    </inkml:context>
    <inkml:brush xml:id="br0">
      <inkml:brushProperty name="width" value="0.05" units="cm"/>
      <inkml:brushProperty name="height" value="0.05" units="cm"/>
    </inkml:brush>
  </inkml:definitions>
  <inkml:trace contextRef="#ctx0" brushRef="#br0">62 0 24575,'-5'2'0,"1"0"0,0-1 0,0 2 0,0-1 0,0 0 0,1 1 0,-1 0 0,1 0 0,0 0 0,-1 0 0,1 0 0,-3 6 0,4-6 0,1-1 0,-1 1 0,1 0 0,0 0 0,0 0 0,1 0 0,-1 0 0,1 0 0,-1 0 0,1 0 0,0 0 0,0 0 0,0 0 0,0 0 0,1 0 0,-1 0 0,1 0 0,0 0 0,1 4 0,3 4 0,0-1 0,1 1 0,0-1 0,1 0 0,0-1 0,0 1 0,11 10 0,3 0 0,42 32 0,-42-38 0,12 7 0,-32-19 0,1-1 0,-1 0 0,1 1 0,-1-1 0,1 1 0,-1 0 0,0-1 0,0 1 0,0 0 0,0 0 0,0 0 0,0 0 0,0 0 0,0 3 0,-1-4 0,0 1 0,0-1 0,0 1 0,0-1 0,-1 1 0,1-1 0,0 1 0,-1-1 0,1 1 0,-1-1 0,0 0 0,1 1 0,-1-1 0,0 0 0,0 1 0,0-1 0,0 0 0,0 0 0,0 0 0,0 0 0,0 0 0,-1 0 0,1 0 0,-3 1 0,-3 2 0,0 0 0,-1 0 0,-9 3 0,15-7 0,-67 21 126,24-9-1617,28-6-5335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7.242"/>
    </inkml:context>
    <inkml:brush xml:id="br0">
      <inkml:brushProperty name="width" value="0.05" units="cm"/>
      <inkml:brushProperty name="height" value="0.05" units="cm"/>
    </inkml:brush>
  </inkml:definitions>
  <inkml:trace contextRef="#ctx0" brushRef="#br0">132 74 24575,'0'-3'0,"0"0"0,0 0 0,0 0 0,1 0 0,-1 0 0,1 1 0,0-1 0,0 0 0,0 0 0,0 1 0,0-1 0,0 1 0,1-1 0,3-3 0,-3 3 0,1 0 0,0 1 0,0 0 0,0 0 0,0 0 0,0 0 0,0 0 0,1 0 0,-1 1 0,0 0 0,6-2 0,-6 2 0,1 0 0,-1 1 0,1-1 0,0 1 0,0-1 0,-1 1 0,1 1 0,0-1 0,-1 0 0,1 1 0,0-1 0,-1 1 0,1 0 0,-1 1 0,1-1 0,-1 1 0,0-1 0,1 1 0,-1 0 0,0 0 0,0 0 0,3 3 0,-3-1 0,1 0 0,0 0 0,-1 0 0,0 1 0,0-1 0,0 1 0,-1 0 0,0-1 0,1 1 0,-2 0 0,1 1 0,-1-1 0,1 0 0,0 10 0,-2-11 0,1 0 0,-1 1 0,0-1 0,-1 0 0,1 1 0,-1-1 0,0 0 0,0 0 0,0 0 0,0 1 0,-1-1 0,0 0 0,1 0 0,-4 4 0,3-5 0,-1 0 0,1-1 0,-1 1 0,0 0 0,0-1 0,0 1 0,0-1 0,0 0 0,-1 0 0,1 0 0,0-1 0,-1 1 0,0-1 0,1 0 0,-1 0 0,-5 1 0,-9 0 0,-1 0 0,1-1 0,-25-3 0,6 1 0,32 0 0,-1 1 0,1-1 0,0 0 0,0 0 0,0 0 0,0-1 0,0 0 0,0 0 0,0 0 0,1-1 0,-1 1 0,1-1 0,-1 0 0,1 0 0,-5-6 0,7 8 0,1-1 0,-1 0 0,0 0 0,1 0 0,0 0 0,-1-1 0,1 1 0,0 0 0,0-1 0,0 1 0,0 0 0,1-1 0,-1 1 0,1-1 0,-1 1 0,1-1 0,0 0 0,0 1 0,0-1 0,0 1 0,0-1 0,1 1 0,-1-1 0,1 1 0,0-1 0,0 1 0,0-1 0,0 1 0,0 0 0,0 0 0,0-1 0,4-2 0,21-23-1365,-18 20-5461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7.838"/>
    </inkml:context>
    <inkml:brush xml:id="br0">
      <inkml:brushProperty name="width" value="0.05" units="cm"/>
      <inkml:brushProperty name="height" value="0.05" units="cm"/>
    </inkml:brush>
  </inkml:definitions>
  <inkml:trace contextRef="#ctx0" brushRef="#br0">131 89 24575,'-1'-2'0,"-24"-43"0,22 40 0,0 1 0,-1 0 0,1 0 0,-1 0 0,1 1 0,-1-1 0,-7-4 0,10 7 0,0 1 0,0-1 0,0 1 0,0-1 0,0 1 0,0-1 0,0 1 0,0 0 0,0-1 0,0 1 0,0 0 0,0 0 0,0 0 0,0 0 0,0 0 0,-1 0 0,1 0 0,0 0 0,0 0 0,0 1 0,0-1 0,-2 1 0,2 0 0,-1 0 0,1 0 0,0 0 0,-1 0 0,1 1 0,0-1 0,-1 0 0,1 1 0,0-1 0,0 1 0,0 0 0,0 1 0,-3 7 0,0 0 0,1-1 0,-3 20 0,5-24 0,-2 11 0,0 0 0,1 0 0,1 0 0,1 0 0,0 0 0,1 1 0,0-1 0,2 0 0,0 0 0,0-1 0,2 1 0,0-1 0,1 0 0,8 17 0,6 3 0,1 0 0,47 56 0,64 55 0,-77-86 0,0-2 0,54 62 0,-108-118 11,1-1 0,-1 1 0,0 0 0,0 0 0,0 0 0,0 0-1,0 0 1,0 0 0,0 1 0,0 2 0,-1-5-57,0 1-1,0 0 1,0 0-1,0 0 1,0-1 0,0 1-1,0 0 1,-1 0-1,1 0 1,0-1 0,0 1-1,-1 0 1,1-1-1,0 1 1,-1 0-1,1 0 1,-1-1 0,1 1-1,-1-1 1,1 1-1,-1-1 1,0 1 0,1 0-1,-1-1 1,1 0-1,-1 1 1,0-1 0,0 1-1,1-1 1,-1 0-1,-1 1 1,-7 2-6780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8.011"/>
    </inkml:context>
    <inkml:brush xml:id="br0">
      <inkml:brushProperty name="width" value="0.05" units="cm"/>
      <inkml:brushProperty name="height" value="0.05" units="cm"/>
    </inkml:brush>
  </inkml:definitions>
  <inkml:trace contextRef="#ctx0" brushRef="#br0">123 1 24575,'-13'2'0,"-6"4"0,-3 1 0,-2 1 0,0 0 0,4-2-8191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9.449"/>
    </inkml:context>
    <inkml:brush xml:id="br0">
      <inkml:brushProperty name="width" value="0.05" units="cm"/>
      <inkml:brushProperty name="height" value="0.05" units="cm"/>
    </inkml:brush>
  </inkml:definitions>
  <inkml:trace contextRef="#ctx0" brushRef="#br0">1 8 24575,'0'0'0,"0"-1"0,0 1 0,0-1 0,0 1 0,0 0 0,1-1 0,-1 1 0,0 0 0,0 0 0,0-1 0,0 1 0,1 0 0,-1-1 0,0 1 0,0 0 0,1 0 0,-1-1 0,0 1 0,1 0 0,-1 0 0,0 0 0,1-1 0,-1 1 0,0 0 0,1 0 0,-1 0 0,0 0 0,1 0 0,-1 0 0,0 0 0,1 0 0,-1 0 0,0 0 0,1 0 0,-1 0 0,0 0 0,1 0 0,-1 0 0,0 0 0,1 0 0,17 5 0,-18-5 0,26 10 0,27 16 0,19 7 0,251 87 0,-321-119 0,0 0 0,1 0 0,-1 0 0,0 0 0,0 0 0,1 1 0,1 1 0,-4-1-1365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09.749"/>
    </inkml:context>
    <inkml:brush xml:id="br0">
      <inkml:brushProperty name="width" value="0.05" units="cm"/>
      <inkml:brushProperty name="height" value="0.05" units="cm"/>
    </inkml:brush>
  </inkml:definitions>
  <inkml:trace contextRef="#ctx0" brushRef="#br0">115 0 24575,'-1'0'0,"1"0"0,-1 1 0,1-1 0,-1 0 0,1 0 0,-1 1 0,1-1 0,-1 0 0,1 1 0,-1-1 0,1 0 0,-1 1 0,1-1 0,-1 1 0,1-1 0,0 1 0,-1-1 0,1 1 0,0-1 0,-1 1 0,-6 15 0,4-11 0,-5 14 0,1 1 0,1 0 0,1 0 0,0 0 0,1 0 0,1 1 0,2-1 0,0 1 0,1 21 0,1-35 17,-1-1 0,-1 0 1,1 1-1,-1-1 0,0 0 0,-3 8 0,3-11-88,1-1 1,-1 0-1,0 0 0,-1 0 0,1 0 1,0-1-1,0 1 0,-1 0 1,1 0-1,-1-1 0,0 1 0,0-1 1,1 1-1,-1-1 0,0 0 1,0 0-1,0 0 0,0 0 0,0 0 1,-4 1-1,-6 1-6755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0.472"/>
    </inkml:context>
    <inkml:brush xml:id="br0">
      <inkml:brushProperty name="width" value="0.05" units="cm"/>
      <inkml:brushProperty name="height" value="0.05" units="cm"/>
    </inkml:brush>
  </inkml:definitions>
  <inkml:trace contextRef="#ctx0" brushRef="#br0">124 11 24575,'-2'-1'0,"1"0"0,-1 0 0,1 0 0,-1 0 0,1 0 0,-1 0 0,0 1 0,1-1 0,-1 0 0,0 1 0,0-1 0,0 1 0,1 0 0,-1 0 0,0 0 0,0 0 0,0 0 0,1 0 0,-1 0 0,0 0 0,0 1 0,0-1 0,1 1 0,-1-1 0,-3 2 0,-4 3 0,0-1 0,0 1 0,-11 10 0,10-9 0,9-5 0,-1 0 0,1 0 0,0 0 0,-1 0 0,1 0 0,0 0 0,0 0 0,0 0 0,0 0 0,0 1 0,0-1 0,0 0 0,1 1 0,-1-1 0,0 1 0,1-1 0,-1 1 0,0 2 0,1-1 0,0 1 0,0-1 0,1 1 0,-1-1 0,1 0 0,0 1 0,2 5 0,9 21 0,2-1 0,19 32 0,11 24 0,51 105 0,-92-184 0,0-1 0,0 1 0,1-1 0,0 0 0,-1-1 0,2 1 0,-1-1 0,5 5 0,-5-7 0,-1 0 0,1 0 0,-1 0 0,1 0 0,0-1 0,0 1 0,0-1 0,0 0 0,0 0 0,0-1 0,0 1 0,0-1 0,4 0 0,9 0 0,-1-1 0,22-4 0,-32 4 0,0 0 0,0-1 0,0 0 0,0 0 0,0 0 0,0-1 0,-1 0 0,1 0 0,5-4 0,-4-1-1365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1.205"/>
    </inkml:context>
    <inkml:brush xml:id="br0">
      <inkml:brushProperty name="width" value="0.05" units="cm"/>
      <inkml:brushProperty name="height" value="0.05" units="cm"/>
    </inkml:brush>
  </inkml:definitions>
  <inkml:trace contextRef="#ctx0" brushRef="#br0">0 92 24575,'0'1'0,"1"0"0,-1 1 0,1-1 0,-1 1 0,1-1 0,-1 0 0,1 0 0,0 1 0,-1-1 0,1 0 0,0 0 0,0 0 0,2 2 0,16 14 0,-14-13 0,3 3 0,0 0 0,0-1 0,1 0 0,0 0 0,0-1 0,1-1 0,-1 1 0,1-1 0,0-1 0,0 0 0,1 0 0,-1-1 0,0 0 0,1-1 0,-1 0 0,1-1 0,13-1 0,-22 1 0,-1 0 0,0-1 0,1 1 0,-1 0 0,0-1 0,1 1 0,-1-1 0,0 1 0,1-1 0,-1 0 0,0 1 0,0-1 0,1 0 0,-1 0 0,0 0 0,0 0 0,0 0 0,0 0 0,-1 0 0,1 0 0,0-1 0,0 1 0,-1 0 0,1 0 0,0-1 0,-1 1 0,1 0 0,-1-1 0,0 1 0,1 0 0,-1-1 0,0 1 0,0-1 0,0 1 0,0-3 0,-1-2 0,1 1 0,-1-1 0,0 1 0,-1-1 0,1 1 0,-1-1 0,-4-7 0,5 12 0,1 1 0,0 0 0,0-1 0,0 1 0,-1 0 0,1-1 0,0 1 0,0 0 0,0-1 0,0 1 0,-1-1 0,1 1 0,0 0 0,0-1 0,0 1 0,0 0 0,0-1 0,0 1 0,0-1 0,0 1 0,0 0 0,0-1 0,1 1 0,-1-1 0,0 1 0,0 0 0,0-1 0,0 1 0,0 0 0,1-1 0,-1 1 0,0 0 0,0-1 0,1 1 0,-1 0 0,0 0 0,1-1 0,-1 1 0,0 0 0,1 0 0,-1-1 0,0 1 0,1 0 0,-1 0 0,0 0 0,1 0 0,-1 0 0,0-1 0,1 1 0,-1 0 0,1 0 0,-1 0 0,0 0 0,1 0 0,-1 0 0,1 0 0,-1 0 0,0 1 0,1-1 0,-1 0 0,1 0 0,32 7 0,-22-4 0,-2-2 0,0 1 0,0-1 0,0-1 0,0 1 0,13-2 0,-20 1 0,-1-1 0,1 1 0,0-1 0,0 1 0,0-1 0,0 1 0,0-1 0,-1 0 0,1 0 0,0 0 0,-1 0 0,1 0 0,-1 0 0,1-1 0,-1 1 0,1 0 0,-1-1 0,0 1 0,0-1 0,0 1 0,0-1 0,0 0 0,0 0 0,0 1 0,0-1 0,-1 0 0,1 0 0,-1 0 0,1 0 0,-1 0 0,0-2 0,1-10 0,-1 10 0,0 1 0,1-1 0,-1 0 0,1 1 0,1-8 0,-1 10 0,0 0 0,-1 0 0,1-1 0,0 1 0,-1 0 0,1 0 0,0 0 0,0 1 0,0-1 0,0 0 0,0 0 0,0 0 0,0 1 0,0-1 0,0 0 0,0 1 0,0-1 0,1 1 0,-1-1 0,0 1 0,3-1 0,2 0 0,0 1 0,1-1 0,-1 1 0,0 0 0,1 1 0,-1-1 0,12 4 0,46 16 0,-15-4 0,13 1-1365,-49-15-5461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1.894"/>
    </inkml:context>
    <inkml:brush xml:id="br0">
      <inkml:brushProperty name="width" value="0.05" units="cm"/>
      <inkml:brushProperty name="height" value="0.05" units="cm"/>
    </inkml:brush>
  </inkml:definitions>
  <inkml:trace contextRef="#ctx0" brushRef="#br0">1 37 24575,'12'-6'0,"1"0"0,-1 1 0,1 1 0,1 0 0,-1 0 0,0 2 0,21-3 0,-29 5 0,1 0 0,0 0 0,-1 0 0,1 1 0,-1 0 0,1 0 0,-1 0 0,0 1 0,1 0 0,-1 0 0,0 0 0,0 0 0,0 1 0,0 0 0,-1 0 0,1 0 0,-1 1 0,0 0 0,0-1 0,0 2 0,4 4 0,-2 1 0,0 1 0,-1 0 0,0 0 0,-1 0 0,0 0 0,-1 1 0,2 12 0,6 18 0,-3-18 0,1 0 0,1 0 0,22 38 0,-23-48 0,1 0 0,0-1 0,0 0 0,2-1 0,-1 0 0,25 19 0,-35-31 0,12 9 0,-1 1 0,0 0 0,0 1 0,16 19 0,-26-28 6,-1 0-1,0 1 1,1-1-1,-1 1 0,0-1 1,0 1-1,0 0 1,-1-1-1,1 1 1,0 0-1,-1 0 1,0 0-1,0-1 0,0 1 1,0 0-1,0 0 1,-1 0-1,1-1 1,-1 1-1,0 0 1,-1 3-1,1-2-111,-1 0 0,0-1 0,0 1 0,0-1 0,-1 1 0,1-1-1,-1 0 1,0 0 0,0 0 0,0 0 0,0-1 0,0 1 0,-7 3 0,-1-1-6720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2.435"/>
    </inkml:context>
    <inkml:brush xml:id="br0">
      <inkml:brushProperty name="width" value="0.05" units="cm"/>
      <inkml:brushProperty name="height" value="0.05" units="cm"/>
    </inkml:brush>
  </inkml:definitions>
  <inkml:trace contextRef="#ctx0" brushRef="#br0">0 0 24575,'8'0'0,"4"3"0,4 0 0,0 0 0,1 0 0,-2 1 0,-2 1 0,-3-2-8191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4.092"/>
    </inkml:context>
    <inkml:brush xml:id="br0">
      <inkml:brushProperty name="width" value="0.05" units="cm"/>
      <inkml:brushProperty name="height" value="0.05" units="cm"/>
    </inkml:brush>
  </inkml:definitions>
  <inkml:trace contextRef="#ctx0" brushRef="#br0">1 139 24575,'11'6'0,"1"1"0,12 11 0,11 7 0,-24-18 0,0-1 0,1 0 0,13 4 0,-22-8 0,1-1 0,0 0 0,0 0 0,0 0 0,-1-1 0,1 1 0,0-1 0,0 0 0,0 0 0,0 0 0,0-1 0,0 1 0,0-1 0,6-2 0,-9 2 0,1 0 0,-1 0 0,1 0 0,-1-1 0,1 1 0,-1 0 0,0-1 0,0 1 0,0-1 0,1 1 0,-2-1 0,1 0 0,0 1 0,0-1 0,0 0 0,-1 0 0,1 0 0,-1 1 0,0-1 0,1 0 0,-1 0 0,0 0 0,0 0 0,0 0 0,0 0 0,0 1 0,-1-3 0,0-5 0,-1 1 0,1 0 0,-1 0 0,-6-14 0,2 9 0,3 6 0,0 1 0,1-1 0,-1 0 0,-1-10 0,4 17 0,0 0 0,0-1 0,0 1 0,0 0 0,0-1 0,0 1 0,0 0 0,0-1 0,0 1 0,0 0 0,0-1 0,0 1 0,0 0 0,0-1 0,1 1 0,-1 0 0,0 0 0,0-1 0,0 1 0,0 0 0,1 0 0,-1-1 0,0 1 0,0 0 0,1 0 0,-1-1 0,0 1 0,0 0 0,1 0 0,-1 0 0,0 0 0,1-1 0,-1 1 0,0 0 0,0 0 0,1 0 0,-1 0 0,0 0 0,1 0 0,-1 0 0,0 0 0,1 0 0,-1 0 0,0 0 0,1 0 0,-1 0 0,0 0 0,1 0 0,18 6 0,-17-5 0,16 7 0,0 0 0,17 12 0,13 7 0,-31-19 0,2 2 0,0-1 0,0-1 0,1-1 0,21 4 0,-39-10 0,0-1 0,0 1 0,0-1 0,0 0 0,0 0 0,0 0 0,0 0 0,0 0 0,0-1 0,0 1 0,0 0 0,0-1 0,-1 0 0,1 1 0,0-1 0,0 0 0,0 0 0,-1 0 0,1 0 0,0 0 0,2-3 0,-2 2 0,-1 0 0,1-1 0,-1 1 0,1-1 0,-1 0 0,0 1 0,0-1 0,0 0 0,0 0 0,0 0 0,-1 0 0,1 1 0,-1-1 0,0-4 0,0 1 0,-1 0 0,0-1 0,0 1 0,0 0 0,-1 0 0,0-1 0,0 2 0,-1-1 0,-4-8 0,3 6 0,1 1 0,0-1 0,0 0 0,-2-9 0,5 16 0,0 1 0,0 0 0,0 0 0,0-1 0,0 1 0,0 0 0,0 0 0,0-1 0,0 1 0,0 0 0,0 0 0,0-1 0,0 1 0,0 0 0,0 0 0,0-1 0,0 1 0,0 0 0,0 0 0,1-1 0,-1 1 0,0 0 0,0 0 0,0-1 0,0 1 0,0 0 0,1 0 0,-1 0 0,0 0 0,0-1 0,0 1 0,1 0 0,-1 0 0,0 0 0,0 0 0,1 0 0,-1 0 0,0-1 0,0 1 0,1 0 0,-1 0 0,0 0 0,0 0 0,1 0 0,-1 0 0,0 0 0,0 0 0,1 0 0,-1 0 0,0 0 0,0 0 0,1 0 0,-1 1 0,0-1 0,0 0 0,1 0 0,-1 0 0,0 0 0,0 0 0,1 0 0,-1 1 0,21 10 0,-16-7 0,34 17 0,-14-6 0,0-2 0,1 0 0,37 12 0,-33-20-1365,-18-4-5461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4.870"/>
    </inkml:context>
    <inkml:brush xml:id="br0">
      <inkml:brushProperty name="width" value="0.05" units="cm"/>
      <inkml:brushProperty name="height" value="0.05" units="cm"/>
    </inkml:brush>
  </inkml:definitions>
  <inkml:trace contextRef="#ctx0" brushRef="#br0">4 600 24575,'0'0'0,"-1"0"0,1 0 0,0 1 0,-1-1 0,1 1 0,0-1 0,0 0 0,-1 1 0,1-1 0,0 0 0,0 1 0,0-1 0,0 1 0,-1-1 0,1 1 0,0-1 0,0 1 0,0-1 0,0 0 0,0 1 0,0-1 0,0 1 0,0-1 0,0 1 0,0-1 0,0 1 0,1-1 0,-1 0 0,0 1 0,0 0 0,1 0 0,0 0 0,0 1 0,0-1 0,0 0 0,0 0 0,1 0 0,-1 0 0,0 0 0,2 1 0,3 1 0,-1-1 0,1 1 0,9 2 0,-11-4 0,47 11 0,-45-11 0,0 0 0,0 0 0,-1-1 0,1 0 0,0 0 0,10-2 0,-14 1 0,-1 1 0,1-1 0,-1 1 0,1-1 0,-1 1 0,0-1 0,1 0 0,-1 0 0,0 0 0,1 0 0,-1 0 0,0 0 0,0 0 0,0 0 0,0 0 0,0-1 0,0 1 0,0 0 0,0-1 0,-1 1 0,1 0 0,0-1 0,0-1 0,0-3 0,0 1 0,0-1 0,0 0 0,-1-11 0,0 3 0,0 14 0,0-1 0,0 1 0,0-1 0,0 1 0,0-1 0,0 1 0,0-1 0,0 1 0,0-1 0,0 1 0,1-1 0,-1 1 0,0-1 0,0 1 0,0-1 0,1 1 0,-1 0 0,0-1 0,1 1 0,-1-1 0,0 1 0,1 0 0,-1-1 0,0 1 0,1 0 0,-1 0 0,1-1 0,-1 1 0,0 0 0,1 0 0,-1-1 0,1 1 0,-1 0 0,1 0 0,-1 0 0,1 0 0,-1 0 0,1 0 0,-1 0 0,1 0 0,-1 0 0,1 0 0,-1 0 0,1 0 0,-1 0 0,1 0 0,-1 0 0,1 0 0,-1 1 0,0-1 0,1 0 0,-1 0 0,1 1 0,5 2 0,-1 0 0,0 0 0,8 7 0,-5-5 0,2 2 0,1 0 0,0-2 0,1 1 0,-1-1 0,1-1 0,14 4 0,-19-6 0,1-1 0,0 0 0,0 0 0,0 0 0,-1-1 0,1 0 0,0-1 0,0 0 0,0 0 0,-1-1 0,9-2 0,-14 3 0,1 0 0,-1-1 0,1 1 0,-1-1 0,0 1 0,0-1 0,1 0 0,-1 0 0,-1 1 0,1-2 0,0 1 0,0 0 0,-1 0 0,1 0 0,-1-1 0,0 1 0,0-1 0,0 1 0,0-1 0,0 0 0,0 1 0,-1-1 0,1 0 0,0-5 0,-1-2 0,0 0 0,0-1 0,-1 1 0,0 0 0,-3-14 0,-5-9 0,-23-56 0,-2-6 0,16 26 0,10 37 0,0 1 0,-2 0 0,-28-59 0,37 88 0,0 1 0,0-1 0,0 1 0,0-1 0,0 1 0,-1-1 0,1 1 0,-1 0 0,1 0 0,-1 0 0,1 0 0,-1 0 0,1 0 0,-4-1 0,4 1 0,1 1 0,-1 0 0,1 0 0,0 0 0,-1 0 0,1 0 0,-1 0 0,1 0 0,0 0 0,-1 0 0,1 0 0,-1 0 0,1 0 0,-1 1 0,1-1 0,0 0 0,-1 0 0,1 0 0,0 0 0,-1 1 0,1-1 0,0 0 0,-1 0 0,0 1 0,1 0 0,-1 0 0,1 0 0,-1 0 0,1 0 0,0 0 0,-1 0 0,1 0 0,0 0 0,0 0 0,0 0 0,0 0 0,0 1 0,0-1 0,0 2 0,1 7 0,1 0 0,0 0 0,0 0 0,1-1 0,0 1 0,1 0 0,0-1 0,8 12 0,4 6 0,29 33 0,-24-35 0,1 0 0,2-2 0,49 38 0,90 46 0,-156-103-79,13 9-243,0-1 1,1-1-1,43 15 1,-54-24-6505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5.492"/>
    </inkml:context>
    <inkml:brush xml:id="br0">
      <inkml:brushProperty name="width" value="0.05" units="cm"/>
      <inkml:brushProperty name="height" value="0.05" units="cm"/>
    </inkml:brush>
  </inkml:definitions>
  <inkml:trace contextRef="#ctx0" brushRef="#br0">0 0 24575,'257'257'0,"-216"-216"0,40 53 0,-79-91 0,6 7 0,0 1 0,9 19 0,-15-28 0,-1 0 0,0 1 0,0-1 0,0 0 0,0 1 0,-1-1 0,1 1 0,-1-1 0,1 1 0,-1 0 0,0-1 0,0 1 0,0-1 0,0 1 0,-1-1 0,1 1 0,-1-1 0,1 1 0,-1-1 0,-1 4 0,1-4 0,-1-1 0,1 1 0,-1-1 0,1 1 0,-1-1 0,0 0 0,1 1 0,-1-1 0,0 0 0,0 0 0,0 0 0,0-1 0,0 1 0,0 0 0,0-1 0,0 1 0,0-1 0,0 0 0,-3 1 0,-7-1 0,0 0 0,-15-1 0,9-1 0,12 2 0,0-1 0,0 0 0,0 0 0,0 0 0,0-1 0,0 0 0,0 0 0,0-1 0,1 0 0,-1 0 0,-9-6 0,13 7 0,1 1 0,-1-1 0,0 0 0,0 0 0,1 1 0,-1-1 0,1 0 0,-1 0 0,1 0 0,0-1 0,0 1 0,0 0 0,0 0 0,0-1 0,0 1 0,1-1 0,-1 1 0,1 0 0,-1-1 0,1 1 0,0-1 0,0 1 0,0-1 0,1 1 0,-1-1 0,1 1 0,-1 0 0,1-1 0,0 1 0,0 0 0,0-1 0,1-2 0,2-2 0,1 1 0,-1-1 0,1 1 0,0 0 0,1 0 0,-1 1 0,1 0 0,0 0 0,1 0 0,-1 1 0,1-1 0,0 1 0,0 1 0,13-5 0,-5 3 0,0 0 0,0 1 0,0 1 0,0 1 0,1 0 0,23 0 0,-32 2 0,0 1 0,0-1 0,0 1 0,0 0 0,0 1 0,0 0 0,-1 0 0,1 0 0,0 1 0,-1 0 0,0 0 0,0 1 0,0 0 0,0 0 0,-1 0 0,1 0 0,-1 1 0,0 0 0,0 0 0,6 10 0,-8-11-227,1 1-1,-1 0 1,0 0-1,-1 0 1,3 6-1,-1 1-6598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5.680"/>
    </inkml:context>
    <inkml:brush xml:id="br0">
      <inkml:brushProperty name="width" value="0.05" units="cm"/>
      <inkml:brushProperty name="height" value="0.05" units="cm"/>
    </inkml:brush>
  </inkml:definitions>
  <inkml:trace contextRef="#ctx0" brushRef="#br0">0 30 24575,'0'-10'0,"0"-1"0,0 4 0,3 6 0,0 5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6.179"/>
    </inkml:context>
    <inkml:brush xml:id="br0">
      <inkml:brushProperty name="width" value="0.05" units="cm"/>
      <inkml:brushProperty name="height" value="0.05" units="cm"/>
    </inkml:brush>
  </inkml:definitions>
  <inkml:trace contextRef="#ctx0" brushRef="#br0">1 61 24575,'9'34'0,"2"0"0,1-1 0,2-1 0,1 0 0,1-1 0,2 0 0,26 33 0,-27-41 0,-9-12 0,0 0 0,1-1 0,0 0 0,0-1 0,13 11 0,-17-19 0,-7-6 0,-9-14 0,8 14 0,-58-86 0,40 61 0,0 0 0,2-1 0,-20-46 0,36 69 0,-3-5 0,1 0 0,0-1 0,1 0 0,0 0 0,1 0 0,-2-23 0,5 36 0,0 0 0,0 0 0,0 0 0,0-1 0,0 1 0,0 0 0,0 0 0,1 0 0,-1 0 0,0 0 0,1-1 0,-1 1 0,0 0 0,1 0 0,0 0 0,-1 0 0,1 0 0,-1 0 0,1 0 0,0 0 0,0 1 0,0-1 0,0 0 0,-1 0 0,1 1 0,0-1 0,0 0 0,0 1 0,0-1 0,1 1 0,-1-1 0,0 1 0,0 0 0,0 0 0,0-1 0,0 1 0,0 0 0,1 0 0,-1 0 0,2 0 0,0 0 0,1 1 0,0 0 0,-1 0 0,1 0 0,-1 0 0,0 0 0,1 0 0,-1 1 0,0 0 0,0 0 0,0 0 0,3 2 0,1 2 0,-1 1 0,1-1 0,-2 1 0,1 0 0,-1 1 0,0-1 0,0 1 0,-1 0 0,0 0 0,5 15 0,-8-18 0,0-1 0,0 1 0,0 0 0,0 0 0,-1 0 0,1 0 0,-1-1 0,-1 1 0,1 0 0,-1 0 0,1 0 0,-2 0 0,1-1 0,0 1 0,-1-1 0,0 1 0,0-1 0,0 1 0,0-1 0,-1 0 0,-3 4 0,-1 0-151,0-2-1,-1 1 0,1-1 0,-1 0 1,-1 0-1,1-1 0,-1 0 1,-15 6-1,-1-1-6674</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008"/>
    </inkml:context>
    <inkml:brush xml:id="br0">
      <inkml:brushProperty name="width" value="0.05" units="cm"/>
      <inkml:brushProperty name="height" value="0.05" units="cm"/>
    </inkml:brush>
  </inkml:definitions>
  <inkml:trace contextRef="#ctx0" brushRef="#br0">277 575 24575,'-224'-462'0,"205"417"0,-9-18 0,24 58 0,3 14 0,5 23 0,-2-16 0,-1 1 0,4 38 0,2 0 0,20 79 0,-23-119 0,1 1 0,1-1 0,0 0 0,1-1 0,0 0 0,2 0 0,-1 0 0,2-1 0,0-1 0,0 1 0,1-2 0,0 1 0,17 11 0,-21-18 0,1 0 0,0 0 0,0-1 0,0-1 0,1 1 0,0-1 0,-1 0 0,1-1 0,0 0 0,0-1 0,0 0 0,11 0 0,-16-1 0,0 0 0,0 0 0,0 0 0,0-1 0,0 0 0,-1 0 0,1 0 0,0 0 0,-1 0 0,1-1 0,0 0 0,-1 1 0,0-1 0,1-1 0,-1 1 0,0 0 0,0-1 0,0 0 0,-1 1 0,1-1 0,-1 0 0,1-1 0,-1 1 0,0 0 0,0-1 0,0 1 0,-1-1 0,1 1 0,-1-1 0,1-5 0,6-47 0,-8 55 0,0 1 0,0 0 0,0 0 0,0-1 0,0 1 0,0 0 0,0-1 0,0 1 0,1 0 0,-1 0 0,0-1 0,0 1 0,0 0 0,0 0 0,1-1 0,-1 1 0,0 0 0,0 0 0,1 0 0,-1-1 0,0 1 0,0 0 0,1 0 0,-1 0 0,0 0 0,0 0 0,1-1 0,-1 1 0,0 0 0,1 0 0,-1 0 0,0 0 0,0 0 0,1 0 0,10 7 0,8 15 0,-5-1 0,-7-9 0,1 0 0,1 0 0,15 16 0,36 34-1365,-53-53-5461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443"/>
    </inkml:context>
    <inkml:brush xml:id="br0">
      <inkml:brushProperty name="width" value="0.05" units="cm"/>
      <inkml:brushProperty name="height" value="0.05" units="cm"/>
    </inkml:brush>
  </inkml:definitions>
  <inkml:trace contextRef="#ctx0" brushRef="#br0">0 0 24575,'107'181'0,"-34"-53"0,-68-120 0,0-1 0,0 0 0,0 0 0,1-1 0,0 0 0,1 0 0,-1 0 0,1-1 0,11 8 0,-8-8 0,0 0 0,0-1 0,0 0 0,1-1 0,-1 0 0,1 0 0,12 0 0,-8 0 0,1-2 0,-1 0 0,0-1 0,1-1 0,-1 0 0,25-5 0,-34 5 0,-1-1 0,0 0 0,1 0 0,-1 0 0,0 0 0,0-1 0,0 0 0,0 0 0,0 0 0,-1 0 0,0-1 0,1 0 0,-1 0 0,-1 0 0,1 0 0,0-1 0,-1 0 0,0 1 0,0-1 0,-1 0 0,3-7 0,-1 1 0,0 0 0,-1 0 0,-1-1 0,2-17 0,-4 23 0,1-1 0,-2 1 0,1-1 0,-1 1 0,0 0 0,0-1 0,0 1 0,-1 0 0,0 0 0,-3-6 0,4 11 0,1 0 0,-1-1 0,1 1 0,-1 0 0,0 0 0,0 0 0,0 0 0,0 0 0,0 0 0,0 0 0,0 0 0,0 0 0,-1 0 0,1 0 0,1 1 0,-1 0 0,1 0 0,-1 0 0,0 0 0,1 0 0,-1-1 0,1 1 0,-1 0 0,1 0 0,-1 0 0,0 1 0,1-1 0,-1 0 0,1 0 0,-1 0 0,1 0 0,-1 0 0,1 1 0,-1-1 0,1 0 0,-1 1 0,-1 0 0,0 1 0,1-1 0,0 1 0,-1-1 0,1 1 0,0 0 0,0 0 0,0-1 0,0 1 0,0 0 0,0 0 0,1 0 0,-1 0 0,0 0 0,1 3 0,-2 9 0,0-1 0,1 0 0,1 1 0,1-1 0,0 0 0,0 1 0,1-1 0,5 15 0,-5-21 0,0 1 0,1-1 0,0 0 0,1 0 0,-1 0 0,1-1 0,1 0 0,-1 1 0,1-1 0,0 0 0,0-1 0,1 0 0,0 0 0,0 0 0,9 6 0,-8-7-151,0 0-1,0-1 0,0 0 0,1 0 1,-1-1-1,1 0 0,-1 0 1,10 1-1,-4-3-6674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7.864"/>
    </inkml:context>
    <inkml:brush xml:id="br0">
      <inkml:brushProperty name="width" value="0.05" units="cm"/>
      <inkml:brushProperty name="height" value="0.05" units="cm"/>
    </inkml:brush>
  </inkml:definitions>
  <inkml:trace contextRef="#ctx0" brushRef="#br0">0 366 24575,'10'39'0,"30"71"0,-30-89 0,0 0 0,2-1 0,0-1 0,27 33 0,-33-45 0,0 0 0,1 0 0,0-1 0,0 0 0,1-1 0,12 8 0,-19-12 0,1 0 0,-1 0 0,1-1 0,0 1 0,0 0 0,-1-1 0,1 1 0,0-1 0,0 1 0,0-1 0,-1 0 0,1 0 0,0 0 0,0 0 0,0 0 0,0 0 0,0-1 0,-1 1 0,1-1 0,0 1 0,0-1 0,-1 0 0,1 1 0,0-1 0,-1 0 0,1 0 0,-1 0 0,1 0 0,-1 0 0,1-1 0,-1 1 0,0 0 0,1-1 0,-1 1 0,0-1 0,0 1 0,0-1 0,0 0 0,0-2 0,2-2 0,-1-1 0,0 0 0,0 1 0,0-1 0,-1 0 0,0 0 0,-1 0 0,1 0 0,-2-8 0,0-3 0,-1-1 0,-6-22 0,0 10 0,-2 0 0,-20-43 0,-35-57 0,38 79 0,1 2 0,-38-104 0,69 175 0,11 44 0,8 1 45,50 92 1,47 56-822,-94-168 96,-13-22-6146</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19.174"/>
    </inkml:context>
    <inkml:brush xml:id="br0">
      <inkml:brushProperty name="width" value="0.05" units="cm"/>
      <inkml:brushProperty name="height" value="0.05" units="cm"/>
    </inkml:brush>
  </inkml:definitions>
  <inkml:trace contextRef="#ctx0" brushRef="#br0">16 23 24575,'-4'-6'0,"-6"-9"0,9 14 0,4 7 0,70 117 0,56 110 0,-127-229 0,1 1 0,-1 1 0,1 0 0,-1 0 0,1 8 0,-3-9 0,-3-8 0,-3-10 0,5 8 0,0-1 0,0 0 0,0 1 0,1-1 0,0 0 0,0 0 0,0 0 0,1 0 0,2-10 0,-2 14 0,0-1 0,0 0 0,0 0 0,1 1 0,-1-1 0,1 1 0,0-1 0,0 1 0,0 0 0,0 0 0,0 0 0,0 0 0,0 0 0,1 0 0,-1 1 0,1-1 0,0 1 0,-1-1 0,1 1 0,5-2 0,1 1 0,-1 1 0,0-1 0,0 1 0,1 0 0,-1 1 0,0 0 0,1 1 0,-1-1 0,0 2 0,10 1 0,-6 0 0,-1 1 0,1 0 0,-1 0 0,1 1 0,-1 1 0,13 8 0,-21-12 0,0 0 0,0 1 0,0-1 0,0 1 0,-1 0 0,1-1 0,-1 1 0,0 0 0,1 1 0,-2-1 0,1 0 0,3 7 0,-5-8 0,1 0 0,-1 0 0,1 0 0,-1 0 0,0 1 0,0-1 0,0 0 0,0 0 0,0 0 0,0 0 0,-1 0 0,1 0 0,-1 0 0,1 0 0,-1 0 0,0 0 0,0-1 0,0 1 0,0 0 0,0 0 0,0-1 0,0 1 0,-1 0 0,-2 2 0,-3 1 0,0 1 0,0-1 0,0-1 0,-1 1 0,0-1 0,0-1 0,0 1 0,0-2 0,0 1 0,-1-1 0,-13 2 0,-8 0 0,-58-1 0,68-2 0,12 0 0,1-1 0,0 0 0,-1 0 0,1-1 0,0 1 0,-15-5 0,21 5-39,0-1 0,0 0 0,0 1 0,1-1 0,-1 1 0,0-1 0,0 0 0,0 0 0,1 0 0,-1 1 0,0-1 0,1 0 0,-1 0 0,1 0 0,-1 0 0,1 0 0,-1 0 0,1 0 0,0 0 0,-1 0 0,1 0 0,0 0 0,0 0 0,0-1 0,0 1 0,0 0 0,0 0 0,0 0 0,0 0 0,0 0 0,1 0 0,-1 0 0,0 0 0,1-2 0,2-6-6787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0.255"/>
    </inkml:context>
    <inkml:brush xml:id="br0">
      <inkml:brushProperty name="width" value="0.05" units="cm"/>
      <inkml:brushProperty name="height" value="0.05" units="cm"/>
    </inkml:brush>
  </inkml:definitions>
  <inkml:trace contextRef="#ctx0" brushRef="#br0">180 188 24575,'-3'-2'0,"-24"-12"0,-34-26 0,54 35 0,0-1 0,0 0 0,1 0 0,0-1 0,0 0 0,0 0 0,1 0 0,0-1 0,-5-9 0,7 12 0,1 0 0,-1 0 0,0 1 0,-1-1 0,-4-4 0,7 8 0,40 87 0,-35-78 0,1 0 0,0-1 0,0 0 0,1 0 0,0 0 0,0-1 0,1 1 0,0-1 0,0-1 0,0 0 0,1 0 0,-1 0 0,1-1 0,0 0 0,1 0 0,-1-1 0,1 0 0,-1-1 0,1 0 0,0 0 0,0-1 0,0 0 0,11 0 0,-18-1 0,1 0 0,-1-1 0,1 1 0,-1-1 0,1 1 0,-1-1 0,1 0 0,-1 0 0,0 0 0,1 0 0,-1 0 0,0-1 0,0 1 0,0 0 0,0-1 0,0 0 0,0 0 0,-1 1 0,1-1 0,0 0 0,-1 0 0,1 0 0,-1-1 0,0 1 0,0 0 0,0-1 0,0 1 0,0 0 0,1-6 0,0-4 0,-1-1 0,0 1 0,0-1 0,-3-23 0,1 13 0,0-37 0,10 87 0,1 3 0,1 0 0,1-1 0,1 0 0,19 29 0,-29-53 0,117 182 0,-41-69 0,-46-61 0,-30-50 0,0 1 0,0-1 0,-1 1 0,1-1 0,-2 1 0,2 8 0,-3-15 0,0 0 0,0 1 0,0-1 0,0 0 0,0 0 0,0 0 0,0 0 0,0 1 0,0-1 0,-1 0 0,1 0 0,-1 0 0,1 0 0,-1 0 0,1 0 0,-1 0 0,1 0 0,-1 0 0,0 0 0,0 0 0,-1 1 0,1-1 0,-1 0 0,0 0 0,0 0 0,1 0 0,-1 0 0,0-1 0,0 1 0,0-1 0,0 1 0,0-1 0,-3 0 0,-6 0 0,1 0 0,-1-1 0,-19-4 0,24 4 0,-16-4 0,0-1 0,1 0 0,-1-2 0,1 0 0,0-2 0,1 0 0,-32-22 0,43 25 0,1 1 0,0-2 0,1 1 0,-1-1 0,1 0 0,-9-16 0,13 21 0,1-1 0,0 0 0,1 0 0,-1 0 0,1-1 0,-1 1 0,1 0 0,0-6 0,1 7 0,0 0 0,0 1 0,0-1 0,0 0 0,0 1 0,1-1 0,0 1 0,-1-1 0,1 1 0,0-1 0,0 1 0,0-1 0,1 1 0,2-4 0,1-2-91,1 1 0,1 0 0,-1 1 0,1-1 0,0 1 0,1 0 0,-1 1 0,1 0 0,0 0 0,1 1 0,-1 0 0,1 0 0,0 1 0,16-4 0,-10 5-6735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051"/>
    </inkml:context>
    <inkml:brush xml:id="br0">
      <inkml:brushProperty name="width" value="0.05" units="cm"/>
      <inkml:brushProperty name="height" value="0.05" units="cm"/>
    </inkml:brush>
  </inkml:definitions>
  <inkml:trace contextRef="#ctx0" brushRef="#br0">0 192 24575,'3'9'0,"-1"0"0,1-1 0,1 1 0,0 0 0,0-1 0,1 0 0,0 0 0,0 0 0,0-1 0,1 0 0,1 0 0,-1 0 0,1-1 0,0 0 0,0 0 0,1-1 0,11 7 0,-8-6 0,1 0 0,-1-1 0,1 0 0,0-1 0,0 0 0,1-1 0,-1-1 0,1 0 0,-1 0 0,1-1 0,0-1 0,16-1 0,-28 1 0,1 0 0,-1-1 0,1 1 0,-1 0 0,0-1 0,1 1 0,-1-1 0,0 1 0,1-1 0,-1 0 0,0 0 0,0 1 0,0-1 0,0 0 0,1 0 0,-1 0 0,0 0 0,-1 0 0,1-1 0,0 1 0,1-2 0,-1 1 0,0-1 0,0 0 0,0 0 0,0 1 0,-1-1 0,1 0 0,-1 0 0,0 0 0,0 0 0,0-3 0,-1 0 0,1 0 0,-1 0 0,0 0 0,-1 1 0,1-1 0,-1 0 0,-1 1 0,1 0 0,-1-1 0,-3-4 0,9 13 0,1 1 0,0 0 0,-1-1 0,1 0 0,1 0 0,-1 0 0,0-1 0,1 1 0,-1-1 0,1 0 0,0 0 0,0 0 0,-1-1 0,1 0 0,0 0 0,1 0 0,-1-1 0,0 1 0,9-2 0,-9 1 0,0 0 0,0-1 0,0 0 0,0 0 0,0-1 0,-1 1 0,1-1 0,0 0 0,-1 0 0,1 0 0,-1-1 0,0 0 0,0 0 0,0 0 0,0 0 0,-1 0 0,1-1 0,-1 0 0,0 0 0,5-7 0,-5 5 0,0 1 0,0-1 0,-1-1 0,0 1 0,0 0 0,-1-1 0,0 1 0,0 0 0,0-1 0,-1 0 0,0 1 0,0-1 0,0 1 0,-1-1 0,0 1 0,-1-1 0,1 1 0,-1 0 0,-3-8 0,2 7 0,0 1 0,-1 0 0,1 0 0,-1 0 0,-1 0 0,1 0 0,-1 1 0,0 0 0,0 0 0,0 0 0,-1 1 0,1 0 0,-1 0 0,0 0 0,0 1 0,-1-1 0,-9-2 0,7 3-151,0 1-1,-1 0 0,1 1 0,0 0 1,-1 0-1,1 1 0,0 1 1,-15 1-1,3 1-6674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397"/>
    </inkml:context>
    <inkml:brush xml:id="br0">
      <inkml:brushProperty name="width" value="0.05" units="cm"/>
      <inkml:brushProperty name="height" value="0.05" units="cm"/>
    </inkml:brush>
  </inkml:definitions>
  <inkml:trace contextRef="#ctx0" brushRef="#br0">1 1 24575,'2'5'0,"2"4"0,1 3 0,1 2 0,2 1 0,1-1 0,3-2 0,-2 0 0,1 1 0,-2 1 0,-2-3-8191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572"/>
    </inkml:context>
    <inkml:brush xml:id="br0">
      <inkml:brushProperty name="width" value="0.05" units="cm"/>
      <inkml:brushProperty name="height" value="0.05" units="cm"/>
    </inkml:brush>
  </inkml:definitions>
  <inkml:trace contextRef="#ctx0" brushRef="#br0">0 0 24575,'0'5'0,"0"5"0,0-1-8191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1.946"/>
    </inkml:context>
    <inkml:brush xml:id="br0">
      <inkml:brushProperty name="width" value="0.05" units="cm"/>
      <inkml:brushProperty name="height" value="0.05" units="cm"/>
    </inkml:brush>
  </inkml:definitions>
  <inkml:trace contextRef="#ctx0" brushRef="#br0">1 61 24575,'23'17'0,"31"18"0,-48-32 0,0 0 0,0 0 0,1 0 0,-1-1 0,1 0 0,12 2 0,-17-4 0,0 1 0,1-1 0,-1 0 0,0 0 0,0-1 0,1 1 0,-1 0 0,0-1 0,0 1 0,1-1 0,-1 0 0,0 0 0,0 0 0,0 0 0,0 0 0,0 0 0,0-1 0,0 1 0,-1-1 0,1 1 0,0-1 0,-1 1 0,2-3 0,2-4 0,0 0 0,0 0 0,-1 0 0,5-14 0,7-15 0,-15 36 0,0-1 0,0 1 0,0-1 0,0 1 0,0 0 0,1 0 0,-1-1 0,0 1 0,1 0 0,-1 0 0,1 0 0,-1 0 0,1 0 0,0 1 0,-1-1 0,1 0 0,0 1 0,-1-1 0,1 1 0,0 0 0,0-1 0,-1 1 0,1 0 0,0 0 0,0 0 0,0 0 0,-1 1 0,1-1 0,0 0 0,0 1 0,-1-1 0,1 1 0,0 0 0,2 1 0,6 3 0,-1 0 0,1 1 0,-1 1 0,12 10 0,-10-9 0,15 16-1365,-16-13-5461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2.433"/>
    </inkml:context>
    <inkml:brush xml:id="br0">
      <inkml:brushProperty name="width" value="0.05" units="cm"/>
      <inkml:brushProperty name="height" value="0.05" units="cm"/>
    </inkml:brush>
  </inkml:definitions>
  <inkml:trace contextRef="#ctx0" brushRef="#br0">220 395 24575,'-7'0'0,"0"0"0,-1 0 0,1 1 0,0 0 0,-1 1 0,1-1 0,0 1 0,-8 4 0,12-4 0,0-1 0,0 1 0,1 0 0,-1 0 0,1 0 0,-1 0 0,1 0 0,0 0 0,0 1 0,0-1 0,0 1 0,0 0 0,0-1 0,1 1 0,-1 0 0,1 0 0,0 0 0,0 0 0,0 0 0,0 0 0,0 5 0,1-4 0,0 0 0,0 0 0,0-1 0,1 1 0,0 0 0,-1 0 0,1 0 0,1-1 0,-1 1 0,0 0 0,1-1 0,0 0 0,0 1 0,0-1 0,0 0 0,0 0 0,4 4 0,-5-6 0,0 1 0,1-1 0,-1 0 0,0 0 0,0 0 0,1 0 0,-1 0 0,1 0 0,-1 0 0,1 0 0,-1 0 0,1-1 0,0 1 0,-1-1 0,1 1 0,0-1 0,-1 1 0,1-1 0,0 0 0,-1 0 0,1 0 0,0 0 0,0 0 0,-1-1 0,1 1 0,0 0 0,-1-1 0,1 1 0,0-1 0,-1 1 0,1-1 0,-1 0 0,1 0 0,-1 0 0,1 0 0,-1 0 0,0 0 0,1 0 0,-1 0 0,1-2 0,0 0 0,0 1 0,-1-1 0,1 0 0,-1 1 0,0-1 0,1 0 0,-1 0 0,0 0 0,-1 0 0,1 0 0,-1 0 0,1 0 0,-1 0 0,0-1 0,0 1 0,-1-5 0,0-5 0,-2 0 0,-4-19 0,-12-21 0,-1 0 0,-47-83 0,36 75 0,-28-58 0,88 176 0,28 61 0,-33-63 0,2-2 0,3 0 0,57 80 0,-74-117-1365,-3-3-5461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2.870"/>
    </inkml:context>
    <inkml:brush xml:id="br0">
      <inkml:brushProperty name="width" value="0.05" units="cm"/>
      <inkml:brushProperty name="height" value="0.05" units="cm"/>
    </inkml:brush>
  </inkml:definitions>
  <inkml:trace contextRef="#ctx0" brushRef="#br0">99 77 24575,'-2'-3'0,"-28"-23"0,29 26 0,0-1 0,0 0 0,0 0 0,-1 0 0,1 0 0,0 1 0,-1-1 0,1 1 0,0-1 0,-1 1 0,1-1 0,0 1 0,-1 0 0,1 0 0,-1 0 0,1 0 0,-1 0 0,1 0 0,0 0 0,-1 0 0,1 0 0,-3 1 0,3 0 0,0 0 0,0 0 0,0 0 0,0 0 0,0 0 0,0 0 0,0 1 0,1-1 0,-1 0 0,0 0 0,1 1 0,-1-1 0,1 0 0,0 1 0,-1-1 0,1 0 0,0 1 0,0-1 0,-1 1 0,2 2 0,-1 2 0,0 0 0,0 0 0,3 9 0,-1-7 0,0-1 0,1 1 0,0-1 0,0 1 0,1-1 0,-1 0 0,8 8 0,-9-12 0,0 0 0,0 0 0,1 0 0,0 0 0,-1-1 0,1 1 0,0-1 0,0 0 0,0 0 0,1 0 0,-1 0 0,0 0 0,1-1 0,-1 1 0,1-1 0,-1 0 0,8 1 0,-9-2 0,0 0 0,0-1 0,0 1 0,0-1 0,0 1 0,0-1 0,0 0 0,0 1 0,0-1 0,0 0 0,0 0 0,0-1 0,0 1 0,-1 0 0,1 0 0,0-1 0,-1 1 0,1-1 0,-1 0 0,0 1 0,0-1 0,1 0 0,-1 0 0,0 0 0,0 0 0,-1 0 0,2-3 0,0-1 0,0 1 0,0-1 0,-1 1 0,0-1 0,0 0 0,-1 1 0,0-1 0,0 0 0,-1-8 0,0 7 0,0 1 0,0-1 0,-1 1 0,0 0 0,-1-1 0,0 1 0,0 1 0,0-1 0,-6-8 0,7 11 0,-1 0 0,0 0 0,0 0 0,0 1 0,0-1 0,0 1 0,-1 0 0,1 0 0,-1 0 0,1 0 0,-1 0 0,0 1 0,0 0 0,0 0 0,1 0 0,-8-1 0,-50 1-1365,44 1-5461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3.651"/>
    </inkml:context>
    <inkml:brush xml:id="br0">
      <inkml:brushProperty name="width" value="0.05" units="cm"/>
      <inkml:brushProperty name="height" value="0.05" units="cm"/>
    </inkml:brush>
  </inkml:definitions>
  <inkml:trace contextRef="#ctx0" brushRef="#br0">3 1 24575,'-2'2'0,"1"2"0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4.495"/>
    </inkml:context>
    <inkml:brush xml:id="br0">
      <inkml:brushProperty name="width" value="0.05" units="cm"/>
      <inkml:brushProperty name="height" value="0.05" units="cm"/>
    </inkml:brush>
  </inkml:definitions>
  <inkml:trace contextRef="#ctx0" brushRef="#br0">1 190 24575,'0'3'0,"1"0"0,-1 0 0,1 0 0,-1 0 0,1 0 0,0 0 0,1 0 0,-1 0 0,0-1 0,1 1 0,-1 0 0,1-1 0,0 1 0,0-1 0,4 4 0,4 3 0,0 0 0,16 9 0,-16-10 0,0-1 0,10 7 0,30 17 0,-44-28 0,0 0 0,0 0 0,0-1 0,1 0 0,-1 0 0,1-1 0,-1 1 0,1-1 0,-1-1 0,9 1 0,-14-1 0,1 0 0,-1-1 0,0 1 0,0 0 0,1 0 0,-1-1 0,0 1 0,0-1 0,0 1 0,1-1 0,-1 1 0,0-1 0,0 0 0,0 0 0,0 1 0,0-1 0,0 0 0,0 0 0,0 0 0,0-2 0,1 1 0,-1 0 0,0-1 0,0 1 0,0 0 0,-1-1 0,1 1 0,-1-1 0,1 1 0,-1-6 0,0-2 0,0 0 0,-2 0 0,1 1 0,-4-13 0,3 14 0,1 4 0,-1 0 0,1 0 0,1 0 0,-1 0 0,0 0 0,1-1 0,0 1 0,0 0 0,0 0 0,1-4 0,-1 7 0,1 1 0,-1-1 0,0 1 0,0 0 0,0-1 0,1 1 0,-1-1 0,0 1 0,0 0 0,1-1 0,-1 1 0,0 0 0,1 0 0,-1-1 0,0 1 0,1 0 0,-1 0 0,0-1 0,1 1 0,-1 0 0,1 0 0,-1 0 0,0 0 0,1-1 0,-1 1 0,2 0 0,12 3 0,14 14 0,-26-16 0,5 4 0,16 11 0,1 0 0,0-1 0,1-1 0,38 14 0,-61-27 0,0 0 0,0-1 0,0 1 0,0-1 0,0 0 0,0 1 0,0-1 0,0 0 0,0 0 0,0 0 0,0 0 0,0-1 0,0 1 0,0 0 0,0-1 0,0 0 0,0 1 0,3-3 0,-3 2 0,-1 0 0,0 0 0,1-1 0,-1 1 0,0-1 0,0 1 0,0-1 0,0 0 0,0 1 0,0-1 0,0 0 0,0 0 0,-1 1 0,1-1 0,-1 0 0,1 0 0,-1 0 0,0 0 0,0 0 0,0-2 0,1-3 0,-2 0 0,1-1 0,-1 1 0,0 0 0,-1 0 0,0 0 0,0 0 0,0 0 0,-7-12 0,-3-2 0,-24-32 0,2 5 0,33 45-66,-3-3-150,0-1-1,-1 1 1,1 0-1,-1 0 1,-8-8-1,2 6-6609</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3T16:45:26.142"/>
    </inkml:context>
    <inkml:brush xml:id="br0">
      <inkml:brushProperty name="width" value="0.05" units="cm"/>
      <inkml:brushProperty name="height" value="0.05" units="cm"/>
    </inkml:brush>
  </inkml:definitions>
  <inkml:trace contextRef="#ctx0" brushRef="#br0">1 212 24575,'0'2'0,"1"0"0,0 0 0,1 0 0,-1 0 0,0-1 0,0 1 0,1 0 0,-1 0 0,1-1 0,-1 1 0,3 1 0,2 2 0,62 63 0,7 7 0,-1 2 0,-74-77 0,1 1 0,-1-1 0,1 1 0,-1-1 0,1 1 0,-1-1 0,1 1 0,0-1 0,-1 1 0,1-1 0,-1 0 0,1 1 0,0-1 0,0 0 0,-1 1 0,1-1 0,0 0 0,-1 0 0,1 0 0,0 0 0,0 0 0,-1 0 0,2 0 0,-1 0 0,0-1 0,-1 1 0,1-1 0,-1 1 0,1-1 0,-1 1 0,1-1 0,-1 1 0,1-1 0,-1 0 0,1 1 0,-1-1 0,0 0 0,0 1 0,1-1 0,-1 0 0,0 1 0,0-1 0,0-1 0,2-6 0,-1 0 0,-1 0 0,0-11 0,0 14 0,-1-28 0,0-35 0,1 61 0,1 1 0,0-1 0,0 1 0,1 0 0,-1-1 0,2 1 0,-1 0 0,3-6 0,-5 12 0,1 0 0,-1-1 0,0 1 0,0 0 0,0 0 0,1-1 0,-1 1 0,0 0 0,0 0 0,0-1 0,1 1 0,-1 0 0,0 0 0,0 0 0,1-1 0,-1 1 0,0 0 0,1 0 0,-1 0 0,0 0 0,1 0 0,-1 0 0,0 0 0,1 0 0,-1 0 0,0 0 0,1 0 0,-1 0 0,1 0 0,9 6 0,8 18 0,-15-20 0,10 13 0,1-1 0,0-1 0,1 0 0,1-1 0,32 23 0,-48-37 0,1 0 0,-1 1 0,0-1 0,1 0 0,-1 0 0,1 1 0,-1-1 0,0 0 0,1 0 0,-1 0 0,1 1 0,-1-1 0,1 0 0,-1 0 0,1 0 0,-1 0 0,0 0 0,1 0 0,-1 0 0,1 0 0,-1 0 0,1 0 0,-1 0 0,1-1 0,-1 1 0,1 0 0,0 0 0,-1-1 0,1 0 0,-1 1 0,1-1 0,-1 0 0,1 1 0,-1-1 0,0 0 0,1 1 0,-1-1 0,0 0 0,1 0 0,-1 0 0,0 1 0,0-2 0,1-6 0,-1 1 0,-1-14 0,1 14 0,-1-18 0,-1 0 0,-2 0 0,0 0 0,-2 0 0,-17-46 0,12 36 0,-9-39 0,20 72-80,-1 1 0,1-1-1,0 1 1,-1-1 0,1 1-1,0-1 1,0 1 0,0-1-1,0 1 1,0-1 0,0 1 0,1-1-1,-1 1 1,0-1 0,1 1-1,0-2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customXml" Target="../ink/ink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17" Type="http://schemas.openxmlformats.org/officeDocument/2006/relationships/image" Target="../media/image62.png"/><Relationship Id="rId21" Type="http://schemas.openxmlformats.org/officeDocument/2006/relationships/image" Target="../media/image14.png"/><Relationship Id="rId63" Type="http://schemas.openxmlformats.org/officeDocument/2006/relationships/image" Target="../media/image35.png"/><Relationship Id="rId159" Type="http://schemas.openxmlformats.org/officeDocument/2006/relationships/image" Target="../media/image83.png"/><Relationship Id="rId170" Type="http://schemas.openxmlformats.org/officeDocument/2006/relationships/customXml" Target="../ink/ink87.xml"/><Relationship Id="rId226" Type="http://schemas.openxmlformats.org/officeDocument/2006/relationships/customXml" Target="../ink/ink115.xml"/><Relationship Id="rId268" Type="http://schemas.openxmlformats.org/officeDocument/2006/relationships/image" Target="../media/image137.png"/><Relationship Id="rId32" Type="http://schemas.openxmlformats.org/officeDocument/2006/relationships/customXml" Target="../ink/ink18.xml"/><Relationship Id="rId74" Type="http://schemas.openxmlformats.org/officeDocument/2006/relationships/customXml" Target="../ink/ink39.xml"/><Relationship Id="rId128" Type="http://schemas.openxmlformats.org/officeDocument/2006/relationships/customXml" Target="../ink/ink66.xml"/><Relationship Id="rId5" Type="http://schemas.openxmlformats.org/officeDocument/2006/relationships/image" Target="../media/image6.png"/><Relationship Id="rId181" Type="http://schemas.openxmlformats.org/officeDocument/2006/relationships/image" Target="../media/image94.png"/><Relationship Id="rId237" Type="http://schemas.openxmlformats.org/officeDocument/2006/relationships/image" Target="../media/image122.png"/><Relationship Id="rId279" Type="http://schemas.openxmlformats.org/officeDocument/2006/relationships/image" Target="../media/image142.png"/><Relationship Id="rId43" Type="http://schemas.openxmlformats.org/officeDocument/2006/relationships/image" Target="../media/image25.png"/><Relationship Id="rId139" Type="http://schemas.openxmlformats.org/officeDocument/2006/relationships/image" Target="../media/image73.png"/><Relationship Id="rId85" Type="http://schemas.openxmlformats.org/officeDocument/2006/relationships/image" Target="../media/image46.png"/><Relationship Id="rId150" Type="http://schemas.openxmlformats.org/officeDocument/2006/relationships/customXml" Target="../ink/ink77.xml"/><Relationship Id="rId171" Type="http://schemas.openxmlformats.org/officeDocument/2006/relationships/image" Target="../media/image89.png"/><Relationship Id="rId192" Type="http://schemas.openxmlformats.org/officeDocument/2006/relationships/customXml" Target="../ink/ink98.xml"/><Relationship Id="rId206" Type="http://schemas.openxmlformats.org/officeDocument/2006/relationships/customXml" Target="../ink/ink105.xml"/><Relationship Id="rId227" Type="http://schemas.openxmlformats.org/officeDocument/2006/relationships/image" Target="../media/image117.png"/><Relationship Id="rId248" Type="http://schemas.openxmlformats.org/officeDocument/2006/relationships/customXml" Target="../ink/ink126.xml"/><Relationship Id="rId269" Type="http://schemas.openxmlformats.org/officeDocument/2006/relationships/customXml" Target="../ink/ink137.xml"/><Relationship Id="rId12" Type="http://schemas.openxmlformats.org/officeDocument/2006/relationships/customXml" Target="../ink/ink8.xml"/><Relationship Id="rId33" Type="http://schemas.openxmlformats.org/officeDocument/2006/relationships/image" Target="../media/image20.png"/><Relationship Id="rId108" Type="http://schemas.openxmlformats.org/officeDocument/2006/relationships/customXml" Target="../ink/ink56.xml"/><Relationship Id="rId129" Type="http://schemas.openxmlformats.org/officeDocument/2006/relationships/image" Target="../media/image68.png"/><Relationship Id="rId280" Type="http://schemas.openxmlformats.org/officeDocument/2006/relationships/customXml" Target="../ink/ink143.xml"/><Relationship Id="rId54" Type="http://schemas.openxmlformats.org/officeDocument/2006/relationships/customXml" Target="../ink/ink29.xml"/><Relationship Id="rId75" Type="http://schemas.openxmlformats.org/officeDocument/2006/relationships/image" Target="../media/image41.png"/><Relationship Id="rId96" Type="http://schemas.openxmlformats.org/officeDocument/2006/relationships/customXml" Target="../ink/ink50.xml"/><Relationship Id="rId140" Type="http://schemas.openxmlformats.org/officeDocument/2006/relationships/customXml" Target="../ink/ink72.xml"/><Relationship Id="rId161" Type="http://schemas.openxmlformats.org/officeDocument/2006/relationships/image" Target="../media/image84.png"/><Relationship Id="rId182" Type="http://schemas.openxmlformats.org/officeDocument/2006/relationships/customXml" Target="../ink/ink93.xml"/><Relationship Id="rId217" Type="http://schemas.openxmlformats.org/officeDocument/2006/relationships/image" Target="../media/image112.png"/><Relationship Id="rId6" Type="http://schemas.openxmlformats.org/officeDocument/2006/relationships/customXml" Target="../ink/ink5.xml"/><Relationship Id="rId238" Type="http://schemas.openxmlformats.org/officeDocument/2006/relationships/customXml" Target="../ink/ink121.xml"/><Relationship Id="rId259" Type="http://schemas.openxmlformats.org/officeDocument/2006/relationships/customXml" Target="../ink/ink132.xml"/><Relationship Id="rId23" Type="http://schemas.openxmlformats.org/officeDocument/2006/relationships/image" Target="../media/image15.png"/><Relationship Id="rId119" Type="http://schemas.openxmlformats.org/officeDocument/2006/relationships/image" Target="../media/image63.png"/><Relationship Id="rId270" Type="http://schemas.openxmlformats.org/officeDocument/2006/relationships/image" Target="../media/image138.png"/><Relationship Id="rId44" Type="http://schemas.openxmlformats.org/officeDocument/2006/relationships/customXml" Target="../ink/ink24.xml"/><Relationship Id="rId65" Type="http://schemas.openxmlformats.org/officeDocument/2006/relationships/image" Target="../media/image36.png"/><Relationship Id="rId86" Type="http://schemas.openxmlformats.org/officeDocument/2006/relationships/customXml" Target="../ink/ink45.xml"/><Relationship Id="rId130" Type="http://schemas.openxmlformats.org/officeDocument/2006/relationships/customXml" Target="../ink/ink67.xml"/><Relationship Id="rId151" Type="http://schemas.openxmlformats.org/officeDocument/2006/relationships/image" Target="../media/image79.png"/><Relationship Id="rId172" Type="http://schemas.openxmlformats.org/officeDocument/2006/relationships/customXml" Target="../ink/ink88.xml"/><Relationship Id="rId193" Type="http://schemas.openxmlformats.org/officeDocument/2006/relationships/image" Target="../media/image100.png"/><Relationship Id="rId207" Type="http://schemas.openxmlformats.org/officeDocument/2006/relationships/image" Target="../media/image107.png"/><Relationship Id="rId228" Type="http://schemas.openxmlformats.org/officeDocument/2006/relationships/customXml" Target="../ink/ink116.xml"/><Relationship Id="rId249" Type="http://schemas.openxmlformats.org/officeDocument/2006/relationships/image" Target="../media/image128.png"/><Relationship Id="rId13" Type="http://schemas.openxmlformats.org/officeDocument/2006/relationships/image" Target="../media/image10.png"/><Relationship Id="rId109" Type="http://schemas.openxmlformats.org/officeDocument/2006/relationships/image" Target="../media/image58.png"/><Relationship Id="rId260" Type="http://schemas.openxmlformats.org/officeDocument/2006/relationships/image" Target="../media/image133.png"/><Relationship Id="rId281" Type="http://schemas.openxmlformats.org/officeDocument/2006/relationships/image" Target="../media/image143.png"/><Relationship Id="rId34" Type="http://schemas.openxmlformats.org/officeDocument/2006/relationships/customXml" Target="../ink/ink19.xml"/><Relationship Id="rId55" Type="http://schemas.openxmlformats.org/officeDocument/2006/relationships/image" Target="../media/image31.png"/><Relationship Id="rId76" Type="http://schemas.openxmlformats.org/officeDocument/2006/relationships/customXml" Target="../ink/ink40.xml"/><Relationship Id="rId97" Type="http://schemas.openxmlformats.org/officeDocument/2006/relationships/image" Target="../media/image52.png"/><Relationship Id="rId120" Type="http://schemas.openxmlformats.org/officeDocument/2006/relationships/customXml" Target="../ink/ink62.xml"/><Relationship Id="rId141" Type="http://schemas.openxmlformats.org/officeDocument/2006/relationships/image" Target="../media/image74.png"/><Relationship Id="rId7" Type="http://schemas.openxmlformats.org/officeDocument/2006/relationships/image" Target="../media/image7.png"/><Relationship Id="rId162" Type="http://schemas.openxmlformats.org/officeDocument/2006/relationships/customXml" Target="../ink/ink83.xml"/><Relationship Id="rId183" Type="http://schemas.openxmlformats.org/officeDocument/2006/relationships/image" Target="../media/image95.png"/><Relationship Id="rId218" Type="http://schemas.openxmlformats.org/officeDocument/2006/relationships/customXml" Target="../ink/ink111.xml"/><Relationship Id="rId239" Type="http://schemas.openxmlformats.org/officeDocument/2006/relationships/image" Target="../media/image123.png"/><Relationship Id="rId250" Type="http://schemas.openxmlformats.org/officeDocument/2006/relationships/customXml" Target="../ink/ink127.xml"/><Relationship Id="rId271" Type="http://schemas.openxmlformats.org/officeDocument/2006/relationships/customXml" Target="../ink/ink138.xml"/><Relationship Id="rId24" Type="http://schemas.openxmlformats.org/officeDocument/2006/relationships/customXml" Target="../ink/ink14.xml"/><Relationship Id="rId45" Type="http://schemas.openxmlformats.org/officeDocument/2006/relationships/image" Target="../media/image26.png"/><Relationship Id="rId66" Type="http://schemas.openxmlformats.org/officeDocument/2006/relationships/customXml" Target="../ink/ink35.xml"/><Relationship Id="rId87" Type="http://schemas.openxmlformats.org/officeDocument/2006/relationships/image" Target="../media/image47.png"/><Relationship Id="rId110" Type="http://schemas.openxmlformats.org/officeDocument/2006/relationships/customXml" Target="../ink/ink57.xml"/><Relationship Id="rId131" Type="http://schemas.openxmlformats.org/officeDocument/2006/relationships/image" Target="../media/image69.png"/><Relationship Id="rId152" Type="http://schemas.openxmlformats.org/officeDocument/2006/relationships/customXml" Target="../ink/ink78.xml"/><Relationship Id="rId173" Type="http://schemas.openxmlformats.org/officeDocument/2006/relationships/image" Target="../media/image90.png"/><Relationship Id="rId194" Type="http://schemas.openxmlformats.org/officeDocument/2006/relationships/customXml" Target="../ink/ink99.xml"/><Relationship Id="rId208" Type="http://schemas.openxmlformats.org/officeDocument/2006/relationships/customXml" Target="../ink/ink106.xml"/><Relationship Id="rId229" Type="http://schemas.openxmlformats.org/officeDocument/2006/relationships/image" Target="../media/image118.png"/><Relationship Id="rId240" Type="http://schemas.openxmlformats.org/officeDocument/2006/relationships/customXml" Target="../ink/ink122.xml"/><Relationship Id="rId261" Type="http://schemas.openxmlformats.org/officeDocument/2006/relationships/customXml" Target="../ink/ink133.xml"/><Relationship Id="rId14" Type="http://schemas.openxmlformats.org/officeDocument/2006/relationships/customXml" Target="../ink/ink9.xml"/><Relationship Id="rId35" Type="http://schemas.openxmlformats.org/officeDocument/2006/relationships/image" Target="../media/image21.png"/><Relationship Id="rId56" Type="http://schemas.openxmlformats.org/officeDocument/2006/relationships/customXml" Target="../ink/ink30.xml"/><Relationship Id="rId77" Type="http://schemas.openxmlformats.org/officeDocument/2006/relationships/image" Target="../media/image42.png"/><Relationship Id="rId100" Type="http://schemas.openxmlformats.org/officeDocument/2006/relationships/customXml" Target="../ink/ink52.xml"/><Relationship Id="rId282" Type="http://schemas.openxmlformats.org/officeDocument/2006/relationships/customXml" Target="../ink/ink144.xml"/><Relationship Id="rId8" Type="http://schemas.openxmlformats.org/officeDocument/2006/relationships/customXml" Target="../ink/ink6.xml"/><Relationship Id="rId98" Type="http://schemas.openxmlformats.org/officeDocument/2006/relationships/customXml" Target="../ink/ink51.xml"/><Relationship Id="rId121" Type="http://schemas.openxmlformats.org/officeDocument/2006/relationships/image" Target="../media/image64.png"/><Relationship Id="rId142" Type="http://schemas.openxmlformats.org/officeDocument/2006/relationships/customXml" Target="../ink/ink73.xml"/><Relationship Id="rId163" Type="http://schemas.openxmlformats.org/officeDocument/2006/relationships/image" Target="../media/image85.png"/><Relationship Id="rId184" Type="http://schemas.openxmlformats.org/officeDocument/2006/relationships/customXml" Target="../ink/ink94.xml"/><Relationship Id="rId219" Type="http://schemas.openxmlformats.org/officeDocument/2006/relationships/image" Target="../media/image113.png"/><Relationship Id="rId230" Type="http://schemas.openxmlformats.org/officeDocument/2006/relationships/customXml" Target="../ink/ink117.xml"/><Relationship Id="rId251" Type="http://schemas.openxmlformats.org/officeDocument/2006/relationships/image" Target="../media/image129.png"/><Relationship Id="rId25" Type="http://schemas.openxmlformats.org/officeDocument/2006/relationships/image" Target="../media/image16.png"/><Relationship Id="rId46" Type="http://schemas.openxmlformats.org/officeDocument/2006/relationships/customXml" Target="../ink/ink25.xml"/><Relationship Id="rId67" Type="http://schemas.openxmlformats.org/officeDocument/2006/relationships/image" Target="../media/image37.png"/><Relationship Id="rId272" Type="http://schemas.openxmlformats.org/officeDocument/2006/relationships/image" Target="../media/image139.png"/><Relationship Id="rId88" Type="http://schemas.openxmlformats.org/officeDocument/2006/relationships/customXml" Target="../ink/ink46.xml"/><Relationship Id="rId111" Type="http://schemas.openxmlformats.org/officeDocument/2006/relationships/image" Target="../media/image59.png"/><Relationship Id="rId132" Type="http://schemas.openxmlformats.org/officeDocument/2006/relationships/customXml" Target="../ink/ink68.xml"/><Relationship Id="rId153" Type="http://schemas.openxmlformats.org/officeDocument/2006/relationships/image" Target="../media/image80.png"/><Relationship Id="rId174" Type="http://schemas.openxmlformats.org/officeDocument/2006/relationships/customXml" Target="../ink/ink89.xml"/><Relationship Id="rId195" Type="http://schemas.openxmlformats.org/officeDocument/2006/relationships/image" Target="../media/image101.png"/><Relationship Id="rId209" Type="http://schemas.openxmlformats.org/officeDocument/2006/relationships/image" Target="../media/image108.png"/><Relationship Id="rId220" Type="http://schemas.openxmlformats.org/officeDocument/2006/relationships/customXml" Target="../ink/ink112.xml"/><Relationship Id="rId241" Type="http://schemas.openxmlformats.org/officeDocument/2006/relationships/image" Target="../media/image124.png"/><Relationship Id="rId15" Type="http://schemas.openxmlformats.org/officeDocument/2006/relationships/image" Target="../media/image11.png"/><Relationship Id="rId36" Type="http://schemas.openxmlformats.org/officeDocument/2006/relationships/customXml" Target="../ink/ink20.xml"/><Relationship Id="rId57" Type="http://schemas.openxmlformats.org/officeDocument/2006/relationships/image" Target="../media/image32.png"/><Relationship Id="rId262" Type="http://schemas.openxmlformats.org/officeDocument/2006/relationships/image" Target="../media/image134.png"/><Relationship Id="rId283" Type="http://schemas.openxmlformats.org/officeDocument/2006/relationships/image" Target="../media/image144.png"/><Relationship Id="rId78" Type="http://schemas.openxmlformats.org/officeDocument/2006/relationships/customXml" Target="../ink/ink41.xml"/><Relationship Id="rId99" Type="http://schemas.openxmlformats.org/officeDocument/2006/relationships/image" Target="../media/image53.png"/><Relationship Id="rId101" Type="http://schemas.openxmlformats.org/officeDocument/2006/relationships/image" Target="../media/image54.png"/><Relationship Id="rId122" Type="http://schemas.openxmlformats.org/officeDocument/2006/relationships/customXml" Target="../ink/ink63.xml"/><Relationship Id="rId143" Type="http://schemas.openxmlformats.org/officeDocument/2006/relationships/image" Target="../media/image75.png"/><Relationship Id="rId164" Type="http://schemas.openxmlformats.org/officeDocument/2006/relationships/customXml" Target="../ink/ink84.xml"/><Relationship Id="rId185" Type="http://schemas.openxmlformats.org/officeDocument/2006/relationships/image" Target="../media/image96.png"/><Relationship Id="rId9" Type="http://schemas.openxmlformats.org/officeDocument/2006/relationships/image" Target="../media/image8.png"/><Relationship Id="rId210" Type="http://schemas.openxmlformats.org/officeDocument/2006/relationships/customXml" Target="../ink/ink107.xml"/><Relationship Id="rId26" Type="http://schemas.openxmlformats.org/officeDocument/2006/relationships/customXml" Target="../ink/ink15.xml"/><Relationship Id="rId231" Type="http://schemas.openxmlformats.org/officeDocument/2006/relationships/image" Target="../media/image119.png"/><Relationship Id="rId252" Type="http://schemas.openxmlformats.org/officeDocument/2006/relationships/customXml" Target="../ink/ink128.xml"/><Relationship Id="rId273" Type="http://schemas.openxmlformats.org/officeDocument/2006/relationships/customXml" Target="../ink/ink139.xml"/><Relationship Id="rId47" Type="http://schemas.openxmlformats.org/officeDocument/2006/relationships/image" Target="../media/image27.png"/><Relationship Id="rId68" Type="http://schemas.openxmlformats.org/officeDocument/2006/relationships/customXml" Target="../ink/ink36.xml"/><Relationship Id="rId89" Type="http://schemas.openxmlformats.org/officeDocument/2006/relationships/image" Target="../media/image48.png"/><Relationship Id="rId112" Type="http://schemas.openxmlformats.org/officeDocument/2006/relationships/customXml" Target="../ink/ink58.xml"/><Relationship Id="rId133" Type="http://schemas.openxmlformats.org/officeDocument/2006/relationships/image" Target="../media/image70.png"/><Relationship Id="rId154" Type="http://schemas.openxmlformats.org/officeDocument/2006/relationships/customXml" Target="../ink/ink79.xml"/><Relationship Id="rId175" Type="http://schemas.openxmlformats.org/officeDocument/2006/relationships/image" Target="../media/image91.png"/><Relationship Id="rId196" Type="http://schemas.openxmlformats.org/officeDocument/2006/relationships/customXml" Target="../ink/ink100.xml"/><Relationship Id="rId200" Type="http://schemas.openxmlformats.org/officeDocument/2006/relationships/customXml" Target="../ink/ink102.xml"/><Relationship Id="rId16" Type="http://schemas.openxmlformats.org/officeDocument/2006/relationships/customXml" Target="../ink/ink10.xml"/><Relationship Id="rId221" Type="http://schemas.openxmlformats.org/officeDocument/2006/relationships/image" Target="../media/image114.png"/><Relationship Id="rId242" Type="http://schemas.openxmlformats.org/officeDocument/2006/relationships/customXml" Target="../ink/ink123.xml"/><Relationship Id="rId263" Type="http://schemas.openxmlformats.org/officeDocument/2006/relationships/customXml" Target="../ink/ink134.xml"/><Relationship Id="rId284" Type="http://schemas.openxmlformats.org/officeDocument/2006/relationships/customXml" Target="../ink/ink145.xml"/><Relationship Id="rId37" Type="http://schemas.openxmlformats.org/officeDocument/2006/relationships/image" Target="../media/image22.png"/><Relationship Id="rId58" Type="http://schemas.openxmlformats.org/officeDocument/2006/relationships/customXml" Target="../ink/ink31.xml"/><Relationship Id="rId79" Type="http://schemas.openxmlformats.org/officeDocument/2006/relationships/image" Target="../media/image43.png"/><Relationship Id="rId102" Type="http://schemas.openxmlformats.org/officeDocument/2006/relationships/customXml" Target="../ink/ink53.xml"/><Relationship Id="rId123" Type="http://schemas.openxmlformats.org/officeDocument/2006/relationships/image" Target="../media/image65.png"/><Relationship Id="rId144" Type="http://schemas.openxmlformats.org/officeDocument/2006/relationships/customXml" Target="../ink/ink74.xml"/><Relationship Id="rId90" Type="http://schemas.openxmlformats.org/officeDocument/2006/relationships/customXml" Target="../ink/ink47.xml"/><Relationship Id="rId165" Type="http://schemas.openxmlformats.org/officeDocument/2006/relationships/image" Target="../media/image86.png"/><Relationship Id="rId186" Type="http://schemas.openxmlformats.org/officeDocument/2006/relationships/customXml" Target="../ink/ink95.xml"/><Relationship Id="rId211" Type="http://schemas.openxmlformats.org/officeDocument/2006/relationships/image" Target="../media/image109.png"/><Relationship Id="rId232" Type="http://schemas.openxmlformats.org/officeDocument/2006/relationships/customXml" Target="../ink/ink118.xml"/><Relationship Id="rId253" Type="http://schemas.openxmlformats.org/officeDocument/2006/relationships/image" Target="../media/image130.png"/><Relationship Id="rId274" Type="http://schemas.openxmlformats.org/officeDocument/2006/relationships/customXml" Target="../ink/ink140.xml"/><Relationship Id="rId27" Type="http://schemas.openxmlformats.org/officeDocument/2006/relationships/image" Target="../media/image17.png"/><Relationship Id="rId48" Type="http://schemas.openxmlformats.org/officeDocument/2006/relationships/customXml" Target="../ink/ink26.xml"/><Relationship Id="rId69" Type="http://schemas.openxmlformats.org/officeDocument/2006/relationships/image" Target="../media/image38.png"/><Relationship Id="rId113" Type="http://schemas.openxmlformats.org/officeDocument/2006/relationships/image" Target="../media/image60.png"/><Relationship Id="rId134" Type="http://schemas.openxmlformats.org/officeDocument/2006/relationships/customXml" Target="../ink/ink69.xml"/><Relationship Id="rId80" Type="http://schemas.openxmlformats.org/officeDocument/2006/relationships/customXml" Target="../ink/ink42.xml"/><Relationship Id="rId155" Type="http://schemas.openxmlformats.org/officeDocument/2006/relationships/image" Target="../media/image81.png"/><Relationship Id="rId176" Type="http://schemas.openxmlformats.org/officeDocument/2006/relationships/customXml" Target="../ink/ink90.xml"/><Relationship Id="rId197" Type="http://schemas.openxmlformats.org/officeDocument/2006/relationships/image" Target="../media/image102.png"/><Relationship Id="rId201" Type="http://schemas.openxmlformats.org/officeDocument/2006/relationships/image" Target="../media/image104.png"/><Relationship Id="rId222" Type="http://schemas.openxmlformats.org/officeDocument/2006/relationships/customXml" Target="../ink/ink113.xml"/><Relationship Id="rId243" Type="http://schemas.openxmlformats.org/officeDocument/2006/relationships/image" Target="../media/image125.png"/><Relationship Id="rId264" Type="http://schemas.openxmlformats.org/officeDocument/2006/relationships/image" Target="../media/image135.png"/><Relationship Id="rId285" Type="http://schemas.openxmlformats.org/officeDocument/2006/relationships/image" Target="../media/image145.png"/><Relationship Id="rId17" Type="http://schemas.openxmlformats.org/officeDocument/2006/relationships/image" Target="../media/image12.png"/><Relationship Id="rId38" Type="http://schemas.openxmlformats.org/officeDocument/2006/relationships/customXml" Target="../ink/ink21.xml"/><Relationship Id="rId59" Type="http://schemas.openxmlformats.org/officeDocument/2006/relationships/image" Target="../media/image33.png"/><Relationship Id="rId103" Type="http://schemas.openxmlformats.org/officeDocument/2006/relationships/image" Target="../media/image55.png"/><Relationship Id="rId124" Type="http://schemas.openxmlformats.org/officeDocument/2006/relationships/customXml" Target="../ink/ink64.xml"/><Relationship Id="rId70" Type="http://schemas.openxmlformats.org/officeDocument/2006/relationships/customXml" Target="../ink/ink37.xml"/><Relationship Id="rId91" Type="http://schemas.openxmlformats.org/officeDocument/2006/relationships/image" Target="../media/image49.png"/><Relationship Id="rId145" Type="http://schemas.openxmlformats.org/officeDocument/2006/relationships/image" Target="../media/image76.png"/><Relationship Id="rId166" Type="http://schemas.openxmlformats.org/officeDocument/2006/relationships/customXml" Target="../ink/ink85.xml"/><Relationship Id="rId187" Type="http://schemas.openxmlformats.org/officeDocument/2006/relationships/image" Target="../media/image97.png"/><Relationship Id="rId1" Type="http://schemas.openxmlformats.org/officeDocument/2006/relationships/slideLayout" Target="../slideLayouts/slideLayout7.xml"/><Relationship Id="rId212" Type="http://schemas.openxmlformats.org/officeDocument/2006/relationships/customXml" Target="../ink/ink108.xml"/><Relationship Id="rId233" Type="http://schemas.openxmlformats.org/officeDocument/2006/relationships/image" Target="../media/image120.png"/><Relationship Id="rId254" Type="http://schemas.openxmlformats.org/officeDocument/2006/relationships/customXml" Target="../ink/ink129.xml"/><Relationship Id="rId28" Type="http://schemas.openxmlformats.org/officeDocument/2006/relationships/customXml" Target="../ink/ink16.xml"/><Relationship Id="rId49" Type="http://schemas.openxmlformats.org/officeDocument/2006/relationships/image" Target="../media/image28.png"/><Relationship Id="rId114" Type="http://schemas.openxmlformats.org/officeDocument/2006/relationships/customXml" Target="../ink/ink59.xml"/><Relationship Id="rId275" Type="http://schemas.openxmlformats.org/officeDocument/2006/relationships/image" Target="../media/image140.png"/><Relationship Id="rId60" Type="http://schemas.openxmlformats.org/officeDocument/2006/relationships/customXml" Target="../ink/ink32.xml"/><Relationship Id="rId81" Type="http://schemas.openxmlformats.org/officeDocument/2006/relationships/image" Target="../media/image44.png"/><Relationship Id="rId135" Type="http://schemas.openxmlformats.org/officeDocument/2006/relationships/image" Target="../media/image71.png"/><Relationship Id="rId156" Type="http://schemas.openxmlformats.org/officeDocument/2006/relationships/customXml" Target="../ink/ink80.xml"/><Relationship Id="rId177" Type="http://schemas.openxmlformats.org/officeDocument/2006/relationships/image" Target="../media/image92.png"/><Relationship Id="rId198" Type="http://schemas.openxmlformats.org/officeDocument/2006/relationships/customXml" Target="../ink/ink101.xml"/><Relationship Id="rId202" Type="http://schemas.openxmlformats.org/officeDocument/2006/relationships/customXml" Target="../ink/ink103.xml"/><Relationship Id="rId223" Type="http://schemas.openxmlformats.org/officeDocument/2006/relationships/image" Target="../media/image115.png"/><Relationship Id="rId244" Type="http://schemas.openxmlformats.org/officeDocument/2006/relationships/customXml" Target="../ink/ink124.xml"/><Relationship Id="rId18" Type="http://schemas.openxmlformats.org/officeDocument/2006/relationships/customXml" Target="../ink/ink11.xml"/><Relationship Id="rId39" Type="http://schemas.openxmlformats.org/officeDocument/2006/relationships/image" Target="../media/image23.png"/><Relationship Id="rId265" Type="http://schemas.openxmlformats.org/officeDocument/2006/relationships/customXml" Target="../ink/ink135.xml"/><Relationship Id="rId50" Type="http://schemas.openxmlformats.org/officeDocument/2006/relationships/customXml" Target="../ink/ink27.xml"/><Relationship Id="rId104" Type="http://schemas.openxmlformats.org/officeDocument/2006/relationships/customXml" Target="../ink/ink54.xml"/><Relationship Id="rId125" Type="http://schemas.openxmlformats.org/officeDocument/2006/relationships/image" Target="../media/image66.png"/><Relationship Id="rId146" Type="http://schemas.openxmlformats.org/officeDocument/2006/relationships/customXml" Target="../ink/ink75.xml"/><Relationship Id="rId167" Type="http://schemas.openxmlformats.org/officeDocument/2006/relationships/image" Target="../media/image87.png"/><Relationship Id="rId188" Type="http://schemas.openxmlformats.org/officeDocument/2006/relationships/customXml" Target="../ink/ink96.xml"/><Relationship Id="rId71" Type="http://schemas.openxmlformats.org/officeDocument/2006/relationships/image" Target="../media/image39.png"/><Relationship Id="rId92" Type="http://schemas.openxmlformats.org/officeDocument/2006/relationships/customXml" Target="../ink/ink48.xml"/><Relationship Id="rId213" Type="http://schemas.openxmlformats.org/officeDocument/2006/relationships/image" Target="../media/image110.png"/><Relationship Id="rId234" Type="http://schemas.openxmlformats.org/officeDocument/2006/relationships/customXml" Target="../ink/ink119.xml"/><Relationship Id="rId2" Type="http://schemas.openxmlformats.org/officeDocument/2006/relationships/customXml" Target="../ink/ink3.xml"/><Relationship Id="rId29" Type="http://schemas.openxmlformats.org/officeDocument/2006/relationships/image" Target="../media/image18.png"/><Relationship Id="rId255" Type="http://schemas.openxmlformats.org/officeDocument/2006/relationships/image" Target="../media/image131.png"/><Relationship Id="rId276" Type="http://schemas.openxmlformats.org/officeDocument/2006/relationships/customXml" Target="../ink/ink141.xml"/><Relationship Id="rId40" Type="http://schemas.openxmlformats.org/officeDocument/2006/relationships/customXml" Target="../ink/ink22.xml"/><Relationship Id="rId115" Type="http://schemas.openxmlformats.org/officeDocument/2006/relationships/image" Target="../media/image61.png"/><Relationship Id="rId136" Type="http://schemas.openxmlformats.org/officeDocument/2006/relationships/customXml" Target="../ink/ink70.xml"/><Relationship Id="rId157" Type="http://schemas.openxmlformats.org/officeDocument/2006/relationships/image" Target="../media/image82.png"/><Relationship Id="rId178" Type="http://schemas.openxmlformats.org/officeDocument/2006/relationships/customXml" Target="../ink/ink91.xml"/><Relationship Id="rId61" Type="http://schemas.openxmlformats.org/officeDocument/2006/relationships/image" Target="../media/image34.png"/><Relationship Id="rId82" Type="http://schemas.openxmlformats.org/officeDocument/2006/relationships/customXml" Target="../ink/ink43.xml"/><Relationship Id="rId199" Type="http://schemas.openxmlformats.org/officeDocument/2006/relationships/image" Target="../media/image103.png"/><Relationship Id="rId203" Type="http://schemas.openxmlformats.org/officeDocument/2006/relationships/image" Target="../media/image105.png"/><Relationship Id="rId19" Type="http://schemas.openxmlformats.org/officeDocument/2006/relationships/image" Target="../media/image13.png"/><Relationship Id="rId224" Type="http://schemas.openxmlformats.org/officeDocument/2006/relationships/customXml" Target="../ink/ink114.xml"/><Relationship Id="rId245" Type="http://schemas.openxmlformats.org/officeDocument/2006/relationships/image" Target="../media/image126.png"/><Relationship Id="rId266" Type="http://schemas.openxmlformats.org/officeDocument/2006/relationships/image" Target="../media/image136.png"/><Relationship Id="rId30" Type="http://schemas.openxmlformats.org/officeDocument/2006/relationships/customXml" Target="../ink/ink17.xml"/><Relationship Id="rId105" Type="http://schemas.openxmlformats.org/officeDocument/2006/relationships/image" Target="../media/image56.png"/><Relationship Id="rId126" Type="http://schemas.openxmlformats.org/officeDocument/2006/relationships/customXml" Target="../ink/ink65.xml"/><Relationship Id="rId147" Type="http://schemas.openxmlformats.org/officeDocument/2006/relationships/image" Target="../media/image77.png"/><Relationship Id="rId168" Type="http://schemas.openxmlformats.org/officeDocument/2006/relationships/customXml" Target="../ink/ink86.xml"/><Relationship Id="rId51" Type="http://schemas.openxmlformats.org/officeDocument/2006/relationships/image" Target="../media/image29.png"/><Relationship Id="rId72" Type="http://schemas.openxmlformats.org/officeDocument/2006/relationships/customXml" Target="../ink/ink38.xml"/><Relationship Id="rId93" Type="http://schemas.openxmlformats.org/officeDocument/2006/relationships/image" Target="../media/image50.png"/><Relationship Id="rId189" Type="http://schemas.openxmlformats.org/officeDocument/2006/relationships/image" Target="../media/image98.png"/><Relationship Id="rId3" Type="http://schemas.openxmlformats.org/officeDocument/2006/relationships/image" Target="../media/image5.png"/><Relationship Id="rId214" Type="http://schemas.openxmlformats.org/officeDocument/2006/relationships/customXml" Target="../ink/ink109.xml"/><Relationship Id="rId235" Type="http://schemas.openxmlformats.org/officeDocument/2006/relationships/image" Target="../media/image121.png"/><Relationship Id="rId256" Type="http://schemas.openxmlformats.org/officeDocument/2006/relationships/customXml" Target="../ink/ink130.xml"/><Relationship Id="rId277" Type="http://schemas.openxmlformats.org/officeDocument/2006/relationships/image" Target="../media/image141.png"/><Relationship Id="rId116" Type="http://schemas.openxmlformats.org/officeDocument/2006/relationships/customXml" Target="../ink/ink60.xml"/><Relationship Id="rId137" Type="http://schemas.openxmlformats.org/officeDocument/2006/relationships/image" Target="../media/image72.png"/><Relationship Id="rId158" Type="http://schemas.openxmlformats.org/officeDocument/2006/relationships/customXml" Target="../ink/ink81.xml"/><Relationship Id="rId20" Type="http://schemas.openxmlformats.org/officeDocument/2006/relationships/customXml" Target="../ink/ink12.xml"/><Relationship Id="rId41" Type="http://schemas.openxmlformats.org/officeDocument/2006/relationships/image" Target="../media/image24.png"/><Relationship Id="rId62" Type="http://schemas.openxmlformats.org/officeDocument/2006/relationships/customXml" Target="../ink/ink33.xml"/><Relationship Id="rId83" Type="http://schemas.openxmlformats.org/officeDocument/2006/relationships/image" Target="../media/image45.png"/><Relationship Id="rId179" Type="http://schemas.openxmlformats.org/officeDocument/2006/relationships/image" Target="../media/image93.png"/><Relationship Id="rId190" Type="http://schemas.openxmlformats.org/officeDocument/2006/relationships/customXml" Target="../ink/ink97.xml"/><Relationship Id="rId204" Type="http://schemas.openxmlformats.org/officeDocument/2006/relationships/customXml" Target="../ink/ink104.xml"/><Relationship Id="rId225" Type="http://schemas.openxmlformats.org/officeDocument/2006/relationships/image" Target="../media/image116.png"/><Relationship Id="rId246" Type="http://schemas.openxmlformats.org/officeDocument/2006/relationships/customXml" Target="../ink/ink125.xml"/><Relationship Id="rId267" Type="http://schemas.openxmlformats.org/officeDocument/2006/relationships/customXml" Target="../ink/ink136.xml"/><Relationship Id="rId106" Type="http://schemas.openxmlformats.org/officeDocument/2006/relationships/customXml" Target="../ink/ink55.xml"/><Relationship Id="rId127" Type="http://schemas.openxmlformats.org/officeDocument/2006/relationships/image" Target="../media/image67.png"/><Relationship Id="rId10" Type="http://schemas.openxmlformats.org/officeDocument/2006/relationships/customXml" Target="../ink/ink7.xml"/><Relationship Id="rId31" Type="http://schemas.openxmlformats.org/officeDocument/2006/relationships/image" Target="../media/image19.png"/><Relationship Id="rId52" Type="http://schemas.openxmlformats.org/officeDocument/2006/relationships/customXml" Target="../ink/ink28.xml"/><Relationship Id="rId73" Type="http://schemas.openxmlformats.org/officeDocument/2006/relationships/image" Target="../media/image40.png"/><Relationship Id="rId94" Type="http://schemas.openxmlformats.org/officeDocument/2006/relationships/customXml" Target="../ink/ink49.xml"/><Relationship Id="rId148" Type="http://schemas.openxmlformats.org/officeDocument/2006/relationships/customXml" Target="../ink/ink76.xml"/><Relationship Id="rId169" Type="http://schemas.openxmlformats.org/officeDocument/2006/relationships/image" Target="../media/image88.png"/><Relationship Id="rId4" Type="http://schemas.openxmlformats.org/officeDocument/2006/relationships/customXml" Target="../ink/ink4.xml"/><Relationship Id="rId180" Type="http://schemas.openxmlformats.org/officeDocument/2006/relationships/customXml" Target="../ink/ink92.xml"/><Relationship Id="rId215" Type="http://schemas.openxmlformats.org/officeDocument/2006/relationships/image" Target="../media/image111.png"/><Relationship Id="rId236" Type="http://schemas.openxmlformats.org/officeDocument/2006/relationships/customXml" Target="../ink/ink120.xml"/><Relationship Id="rId257" Type="http://schemas.openxmlformats.org/officeDocument/2006/relationships/customXml" Target="../ink/ink131.xml"/><Relationship Id="rId278" Type="http://schemas.openxmlformats.org/officeDocument/2006/relationships/customXml" Target="../ink/ink142.xml"/><Relationship Id="rId42" Type="http://schemas.openxmlformats.org/officeDocument/2006/relationships/customXml" Target="../ink/ink23.xml"/><Relationship Id="rId84" Type="http://schemas.openxmlformats.org/officeDocument/2006/relationships/customXml" Target="../ink/ink44.xml"/><Relationship Id="rId138" Type="http://schemas.openxmlformats.org/officeDocument/2006/relationships/customXml" Target="../ink/ink71.xml"/><Relationship Id="rId191" Type="http://schemas.openxmlformats.org/officeDocument/2006/relationships/image" Target="../media/image99.png"/><Relationship Id="rId205" Type="http://schemas.openxmlformats.org/officeDocument/2006/relationships/image" Target="../media/image106.png"/><Relationship Id="rId247" Type="http://schemas.openxmlformats.org/officeDocument/2006/relationships/image" Target="../media/image127.png"/><Relationship Id="rId107" Type="http://schemas.openxmlformats.org/officeDocument/2006/relationships/image" Target="../media/image57.png"/><Relationship Id="rId11" Type="http://schemas.openxmlformats.org/officeDocument/2006/relationships/image" Target="../media/image9.png"/><Relationship Id="rId53" Type="http://schemas.openxmlformats.org/officeDocument/2006/relationships/image" Target="../media/image30.png"/><Relationship Id="rId149" Type="http://schemas.openxmlformats.org/officeDocument/2006/relationships/image" Target="../media/image78.png"/><Relationship Id="rId95" Type="http://schemas.openxmlformats.org/officeDocument/2006/relationships/image" Target="../media/image51.png"/><Relationship Id="rId160" Type="http://schemas.openxmlformats.org/officeDocument/2006/relationships/customXml" Target="../ink/ink82.xml"/><Relationship Id="rId216" Type="http://schemas.openxmlformats.org/officeDocument/2006/relationships/customXml" Target="../ink/ink110.xml"/><Relationship Id="rId258" Type="http://schemas.openxmlformats.org/officeDocument/2006/relationships/image" Target="../media/image132.png"/><Relationship Id="rId22" Type="http://schemas.openxmlformats.org/officeDocument/2006/relationships/customXml" Target="../ink/ink13.xml"/><Relationship Id="rId64" Type="http://schemas.openxmlformats.org/officeDocument/2006/relationships/customXml" Target="../ink/ink34.xml"/><Relationship Id="rId118" Type="http://schemas.openxmlformats.org/officeDocument/2006/relationships/customXml" Target="../ink/ink61.xml"/></Relationships>
</file>

<file path=ppt/slides/_rels/slide6.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B04326-6382-23AA-4F6C-A33C0B53EFAD}"/>
              </a:ext>
            </a:extLst>
          </p:cNvPr>
          <p:cNvSpPr txBox="1"/>
          <p:nvPr/>
        </p:nvSpPr>
        <p:spPr>
          <a:xfrm>
            <a:off x="1449760" y="444212"/>
            <a:ext cx="9292479" cy="1569660"/>
          </a:xfrm>
          <a:prstGeom prst="rect">
            <a:avLst/>
          </a:prstGeom>
          <a:noFill/>
        </p:spPr>
        <p:txBody>
          <a:bodyPr wrap="none" rtlCol="0">
            <a:spAutoFit/>
          </a:bodyPr>
          <a:lstStyle/>
          <a:p>
            <a:pPr algn="ctr"/>
            <a:r>
              <a:rPr lang="en-US" sz="3200" b="1" dirty="0">
                <a:solidFill>
                  <a:schemeClr val="bg1"/>
                </a:solidFill>
              </a:rPr>
              <a:t>ECEN 4/5632  Theory and Application of Digital Filters</a:t>
            </a:r>
          </a:p>
          <a:p>
            <a:pPr algn="ctr"/>
            <a:r>
              <a:rPr lang="en-US" sz="3200" b="1" dirty="0">
                <a:solidFill>
                  <a:schemeClr val="bg1"/>
                </a:solidFill>
              </a:rPr>
              <a:t>Lecture 12</a:t>
            </a:r>
            <a:r>
              <a:rPr lang="en-US" sz="3200" b="1">
                <a:solidFill>
                  <a:schemeClr val="bg1"/>
                </a:solidFill>
              </a:rPr>
              <a:t>, 10-13-26, 10-15-26</a:t>
            </a:r>
            <a:endParaRPr lang="en-US" sz="3200" b="1" dirty="0">
              <a:solidFill>
                <a:schemeClr val="bg1"/>
              </a:solidFill>
            </a:endParaRPr>
          </a:p>
          <a:p>
            <a:pPr algn="ctr"/>
            <a:r>
              <a:rPr lang="en-US" sz="3200" b="1" dirty="0">
                <a:solidFill>
                  <a:schemeClr val="bg1"/>
                </a:solidFill>
              </a:rPr>
              <a:t>Peter Mathys*</a:t>
            </a:r>
          </a:p>
        </p:txBody>
      </p:sp>
      <p:sp>
        <p:nvSpPr>
          <p:cNvPr id="3" name="TextBox 2">
            <a:extLst>
              <a:ext uri="{FF2B5EF4-FFF2-40B4-BE49-F238E27FC236}">
                <a16:creationId xmlns:a16="http://schemas.microsoft.com/office/drawing/2014/main" id="{45862320-FA96-DD1A-C234-95E03B37257B}"/>
              </a:ext>
            </a:extLst>
          </p:cNvPr>
          <p:cNvSpPr txBox="1"/>
          <p:nvPr/>
        </p:nvSpPr>
        <p:spPr>
          <a:xfrm>
            <a:off x="482600" y="6488668"/>
            <a:ext cx="5266185" cy="369332"/>
          </a:xfrm>
          <a:prstGeom prst="rect">
            <a:avLst/>
          </a:prstGeom>
          <a:noFill/>
        </p:spPr>
        <p:txBody>
          <a:bodyPr wrap="none" rtlCol="0">
            <a:spAutoFit/>
          </a:bodyPr>
          <a:lstStyle/>
          <a:p>
            <a:r>
              <a:rPr lang="en-US" dirty="0">
                <a:solidFill>
                  <a:schemeClr val="bg1"/>
                </a:solidFill>
              </a:rPr>
              <a:t>* With generous help from Gemini Pro and ChatGPT</a:t>
            </a:r>
          </a:p>
        </p:txBody>
      </p:sp>
    </p:spTree>
    <p:extLst>
      <p:ext uri="{BB962C8B-B14F-4D97-AF65-F5344CB8AC3E}">
        <p14:creationId xmlns:p14="http://schemas.microsoft.com/office/powerpoint/2010/main" val="2481203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53E"/>
        </a:solidFill>
        <a:effectLst/>
      </p:bgPr>
    </p:bg>
    <p:spTree>
      <p:nvGrpSpPr>
        <p:cNvPr id="1" name=""/>
        <p:cNvGrpSpPr/>
        <p:nvPr/>
      </p:nvGrpSpPr>
      <p:grpSpPr>
        <a:xfrm>
          <a:off x="0" y="0"/>
          <a:ext cx="0" cy="0"/>
          <a:chOff x="0" y="0"/>
          <a:chExt cx="0" cy="0"/>
        </a:xfrm>
      </p:grpSpPr>
      <p:sp>
        <p:nvSpPr>
          <p:cNvPr id="2" name="TextBox 1"/>
          <p:cNvSpPr txBox="1"/>
          <p:nvPr/>
        </p:nvSpPr>
        <p:spPr>
          <a:xfrm>
            <a:off x="640080" y="685800"/>
            <a:ext cx="2743200" cy="320040"/>
          </a:xfrm>
          <a:prstGeom prst="rect">
            <a:avLst/>
          </a:prstGeom>
          <a:noFill/>
        </p:spPr>
        <p:txBody>
          <a:bodyPr wrap="square">
            <a:spAutoFit/>
          </a:bodyPr>
          <a:lstStyle/>
          <a:p>
            <a:pPr algn="l"/>
            <a:r>
              <a:rPr lang="en-US" sz="1400" b="1" dirty="0">
                <a:solidFill>
                  <a:srgbClr val="24888E"/>
                </a:solidFill>
                <a:latin typeface="Aptos"/>
              </a:rPr>
              <a:t>WEEK 6 ● </a:t>
            </a:r>
            <a:r>
              <a:rPr sz="1400" b="1" dirty="0">
                <a:solidFill>
                  <a:srgbClr val="24888E"/>
                </a:solidFill>
                <a:latin typeface="Aptos"/>
              </a:rPr>
              <a:t>LECTURE </a:t>
            </a:r>
            <a:r>
              <a:rPr lang="en-US" sz="1400" b="1" dirty="0">
                <a:solidFill>
                  <a:srgbClr val="24888E"/>
                </a:solidFill>
                <a:latin typeface="Aptos"/>
              </a:rPr>
              <a:t>1</a:t>
            </a:r>
            <a:r>
              <a:rPr sz="1400" b="1" dirty="0">
                <a:solidFill>
                  <a:srgbClr val="24888E"/>
                </a:solidFill>
                <a:latin typeface="Aptos"/>
              </a:rPr>
              <a:t>2</a:t>
            </a:r>
          </a:p>
        </p:txBody>
      </p:sp>
      <p:sp>
        <p:nvSpPr>
          <p:cNvPr id="3" name="TextBox 2"/>
          <p:cNvSpPr txBox="1"/>
          <p:nvPr/>
        </p:nvSpPr>
        <p:spPr>
          <a:xfrm>
            <a:off x="640080" y="1234440"/>
            <a:ext cx="10607040" cy="1234440"/>
          </a:xfrm>
          <a:prstGeom prst="rect">
            <a:avLst/>
          </a:prstGeom>
          <a:noFill/>
        </p:spPr>
        <p:txBody>
          <a:bodyPr wrap="square">
            <a:spAutoFit/>
          </a:bodyPr>
          <a:lstStyle/>
          <a:p>
            <a:pPr algn="l"/>
            <a:r>
              <a:rPr sz="3400" b="1">
                <a:solidFill>
                  <a:srgbClr val="FFFFFF"/>
                </a:solidFill>
                <a:latin typeface="Aptos"/>
              </a:rPr>
              <a:t>The STFT and Spectrograms</a:t>
            </a:r>
          </a:p>
        </p:txBody>
      </p:sp>
      <p:sp>
        <p:nvSpPr>
          <p:cNvPr id="4" name="TextBox 3"/>
          <p:cNvSpPr txBox="1"/>
          <p:nvPr/>
        </p:nvSpPr>
        <p:spPr>
          <a:xfrm>
            <a:off x="658368" y="2788920"/>
            <a:ext cx="9875520" cy="594360"/>
          </a:xfrm>
          <a:prstGeom prst="rect">
            <a:avLst/>
          </a:prstGeom>
          <a:noFill/>
        </p:spPr>
        <p:txBody>
          <a:bodyPr wrap="square">
            <a:spAutoFit/>
          </a:bodyPr>
          <a:lstStyle/>
          <a:p>
            <a:pPr algn="l"/>
            <a:r>
              <a:rPr sz="2000" b="0">
                <a:solidFill>
                  <a:srgbClr val="D7E1EE"/>
                </a:solidFill>
                <a:latin typeface="Aptos"/>
              </a:rPr>
              <a:t>Local spectra for non-stationary signals and 2-D ML features</a:t>
            </a:r>
          </a:p>
        </p:txBody>
      </p:sp>
      <p:sp>
        <p:nvSpPr>
          <p:cNvPr id="5" name="TextBox 4"/>
          <p:cNvSpPr txBox="1"/>
          <p:nvPr/>
        </p:nvSpPr>
        <p:spPr>
          <a:xfrm>
            <a:off x="658368" y="5897880"/>
            <a:ext cx="10515600" cy="365760"/>
          </a:xfrm>
          <a:prstGeom prst="rect">
            <a:avLst/>
          </a:prstGeom>
          <a:noFill/>
        </p:spPr>
        <p:txBody>
          <a:bodyPr wrap="square">
            <a:spAutoFit/>
          </a:bodyPr>
          <a:lstStyle/>
          <a:p>
            <a:pPr algn="l"/>
            <a:r>
              <a:rPr sz="1200" b="0">
                <a:solidFill>
                  <a:srgbClr val="BECCDD"/>
                </a:solidFill>
                <a:latin typeface="Aptos"/>
              </a:rPr>
              <a:t>Oppenheim &amp; Schafer • DFT / FFT / STFT  |  Raschka • CNN architecture and feature pipelines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Learning objectives</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ROADMAP</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0:00–0:03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25880"/>
            <a:ext cx="6766560" cy="3749039"/>
          </a:xfrm>
          <a:prstGeom prst="rect">
            <a:avLst/>
          </a:prstGeom>
          <a:noFill/>
        </p:spPr>
        <p:txBody>
          <a:bodyPr wrap="square">
            <a:spAutoFit/>
          </a:bodyPr>
          <a:lstStyle/>
          <a:p>
            <a:pPr>
              <a:spcAft>
                <a:spcPts val="700"/>
              </a:spcAft>
              <a:defRPr sz="2100">
                <a:solidFill>
                  <a:srgbClr val="191E26"/>
                </a:solidFill>
                <a:latin typeface="Aptos"/>
              </a:defRPr>
            </a:pPr>
            <a:r>
              <a:rPr dirty="0"/>
              <a:t>• Explain why a single global spectrum can fail for non-stationary signals.</a:t>
            </a:r>
          </a:p>
          <a:p>
            <a:pPr>
              <a:spcAft>
                <a:spcPts val="700"/>
              </a:spcAft>
              <a:defRPr sz="2100">
                <a:solidFill>
                  <a:srgbClr val="191E26"/>
                </a:solidFill>
                <a:latin typeface="Aptos"/>
              </a:defRPr>
            </a:pPr>
            <a:r>
              <a:rPr dirty="0"/>
              <a:t>• Interpret the STFT as a sequence of windowed local Fourier transforms.</a:t>
            </a:r>
          </a:p>
          <a:p>
            <a:pPr>
              <a:spcAft>
                <a:spcPts val="700"/>
              </a:spcAft>
              <a:defRPr sz="2100">
                <a:solidFill>
                  <a:srgbClr val="191E26"/>
                </a:solidFill>
                <a:latin typeface="Aptos"/>
              </a:defRPr>
            </a:pPr>
            <a:r>
              <a:rPr dirty="0"/>
              <a:t>• Predict the time–frequency resolution trade-off from window duration.</a:t>
            </a:r>
          </a:p>
          <a:p>
            <a:pPr>
              <a:spcAft>
                <a:spcPts val="700"/>
              </a:spcAft>
              <a:defRPr sz="2100">
                <a:solidFill>
                  <a:srgbClr val="191E26"/>
                </a:solidFill>
                <a:latin typeface="Aptos"/>
              </a:defRPr>
            </a:pPr>
            <a:r>
              <a:rPr dirty="0"/>
              <a:t>• Read and construct a spectrogram.</a:t>
            </a:r>
          </a:p>
          <a:p>
            <a:pPr>
              <a:spcAft>
                <a:spcPts val="700"/>
              </a:spcAft>
              <a:defRPr sz="2100">
                <a:solidFill>
                  <a:srgbClr val="191E26"/>
                </a:solidFill>
                <a:latin typeface="Aptos"/>
              </a:defRPr>
            </a:pPr>
            <a:r>
              <a:rPr dirty="0"/>
              <a:t>• Format spectrograms as structured tensors for </a:t>
            </a:r>
            <a:r>
              <a:rPr dirty="0" err="1"/>
              <a:t>PyTorch</a:t>
            </a:r>
            <a:r>
              <a:rPr dirty="0"/>
              <a:t> CNNs.</a:t>
            </a:r>
          </a:p>
        </p:txBody>
      </p:sp>
      <p:sp>
        <p:nvSpPr>
          <p:cNvPr id="8" name="Rounded Rectangle 7"/>
          <p:cNvSpPr/>
          <p:nvPr/>
        </p:nvSpPr>
        <p:spPr>
          <a:xfrm>
            <a:off x="7818120" y="1463040"/>
            <a:ext cx="3657600" cy="192024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64424" y="1554480"/>
            <a:ext cx="3364992" cy="219456"/>
          </a:xfrm>
          <a:prstGeom prst="rect">
            <a:avLst/>
          </a:prstGeom>
          <a:noFill/>
        </p:spPr>
        <p:txBody>
          <a:bodyPr wrap="square">
            <a:spAutoFit/>
          </a:bodyPr>
          <a:lstStyle/>
          <a:p>
            <a:pPr algn="l"/>
            <a:r>
              <a:rPr sz="1100" b="1">
                <a:solidFill>
                  <a:srgbClr val="24888E"/>
                </a:solidFill>
                <a:latin typeface="Aptos"/>
              </a:rPr>
              <a:t>Core question</a:t>
            </a:r>
          </a:p>
        </p:txBody>
      </p:sp>
      <p:sp>
        <p:nvSpPr>
          <p:cNvPr id="10" name="TextBox 9"/>
          <p:cNvSpPr txBox="1"/>
          <p:nvPr/>
        </p:nvSpPr>
        <p:spPr>
          <a:xfrm>
            <a:off x="7964424" y="1819656"/>
            <a:ext cx="3364992" cy="1472184"/>
          </a:xfrm>
          <a:prstGeom prst="rect">
            <a:avLst/>
          </a:prstGeom>
          <a:noFill/>
        </p:spPr>
        <p:txBody>
          <a:bodyPr wrap="square">
            <a:spAutoFit/>
          </a:bodyPr>
          <a:lstStyle/>
          <a:p>
            <a:pPr algn="l"/>
            <a:r>
              <a:rPr sz="1700" b="0">
                <a:solidFill>
                  <a:srgbClr val="191E26"/>
                </a:solidFill>
                <a:latin typeface="Aptos"/>
              </a:rPr>
              <a:t>How do we preserve both when a frequency occurs and what that frequency is?</a:t>
            </a:r>
          </a:p>
        </p:txBody>
      </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BBB35BF0-A843-2858-E030-31575C943C79}"/>
                  </a:ext>
                </a:extLst>
              </p14:cNvPr>
              <p14:cNvContentPartPr/>
              <p14:nvPr/>
            </p14:nvContentPartPr>
            <p14:xfrm>
              <a:off x="2284342" y="3130736"/>
              <a:ext cx="1677600" cy="32760"/>
            </p14:xfrm>
          </p:contentPart>
        </mc:Choice>
        <mc:Fallback>
          <p:pic>
            <p:nvPicPr>
              <p:cNvPr id="11" name="Ink 10">
                <a:extLst>
                  <a:ext uri="{FF2B5EF4-FFF2-40B4-BE49-F238E27FC236}">
                    <a16:creationId xmlns:a16="http://schemas.microsoft.com/office/drawing/2014/main" id="{BBB35BF0-A843-2858-E030-31575C943C79}"/>
                  </a:ext>
                </a:extLst>
              </p:cNvPr>
              <p:cNvPicPr/>
              <p:nvPr/>
            </p:nvPicPr>
            <p:blipFill>
              <a:blip r:embed="rId3"/>
              <a:stretch>
                <a:fillRect/>
              </a:stretch>
            </p:blipFill>
            <p:spPr>
              <a:xfrm>
                <a:off x="2275702" y="3122096"/>
                <a:ext cx="169524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8D5FC982-B9C1-66E9-324B-D116A391121D}"/>
                  </a:ext>
                </a:extLst>
              </p14:cNvPr>
              <p14:cNvContentPartPr/>
              <p14:nvPr/>
            </p14:nvContentPartPr>
            <p14:xfrm>
              <a:off x="3952942" y="3141536"/>
              <a:ext cx="2384280" cy="21960"/>
            </p14:xfrm>
          </p:contentPart>
        </mc:Choice>
        <mc:Fallback>
          <p:pic>
            <p:nvPicPr>
              <p:cNvPr id="12" name="Ink 11">
                <a:extLst>
                  <a:ext uri="{FF2B5EF4-FFF2-40B4-BE49-F238E27FC236}">
                    <a16:creationId xmlns:a16="http://schemas.microsoft.com/office/drawing/2014/main" id="{8D5FC982-B9C1-66E9-324B-D116A391121D}"/>
                  </a:ext>
                </a:extLst>
              </p:cNvPr>
              <p:cNvPicPr/>
              <p:nvPr/>
            </p:nvPicPr>
            <p:blipFill>
              <a:blip r:embed="rId5"/>
              <a:stretch>
                <a:fillRect/>
              </a:stretch>
            </p:blipFill>
            <p:spPr>
              <a:xfrm>
                <a:off x="3944302" y="3132536"/>
                <a:ext cx="2401920" cy="396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Why a global spectrum is not enough</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NON-STATIONARY SIGNALS</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0:03–0:10</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global_spectrum_chirp.png"/>
          <p:cNvPicPr>
            <a:picLocks noChangeAspect="1"/>
          </p:cNvPicPr>
          <p:nvPr/>
        </p:nvPicPr>
        <p:blipFill>
          <a:blip r:embed="rId2"/>
          <a:stretch>
            <a:fillRect/>
          </a:stretch>
        </p:blipFill>
        <p:spPr>
          <a:xfrm>
            <a:off x="640080" y="1234440"/>
            <a:ext cx="6675120" cy="3108960"/>
          </a:xfrm>
          <a:prstGeom prst="rect">
            <a:avLst/>
          </a:prstGeom>
        </p:spPr>
      </p:pic>
      <p:sp>
        <p:nvSpPr>
          <p:cNvPr id="8" name="Rounded Rectangle 7"/>
          <p:cNvSpPr/>
          <p:nvPr/>
        </p:nvSpPr>
        <p:spPr>
          <a:xfrm>
            <a:off x="7589520" y="1508760"/>
            <a:ext cx="3657600" cy="11430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35824" y="1600200"/>
            <a:ext cx="3364992" cy="219456"/>
          </a:xfrm>
          <a:prstGeom prst="rect">
            <a:avLst/>
          </a:prstGeom>
          <a:noFill/>
        </p:spPr>
        <p:txBody>
          <a:bodyPr wrap="square">
            <a:spAutoFit/>
          </a:bodyPr>
          <a:lstStyle/>
          <a:p>
            <a:pPr algn="l"/>
            <a:r>
              <a:rPr sz="1100" b="1">
                <a:solidFill>
                  <a:srgbClr val="24888E"/>
                </a:solidFill>
                <a:latin typeface="Aptos"/>
              </a:rPr>
              <a:t>What it tells us</a:t>
            </a:r>
          </a:p>
        </p:txBody>
      </p:sp>
      <p:sp>
        <p:nvSpPr>
          <p:cNvPr id="10" name="TextBox 9"/>
          <p:cNvSpPr txBox="1"/>
          <p:nvPr/>
        </p:nvSpPr>
        <p:spPr>
          <a:xfrm>
            <a:off x="7735824" y="1865376"/>
            <a:ext cx="3364992" cy="694944"/>
          </a:xfrm>
          <a:prstGeom prst="rect">
            <a:avLst/>
          </a:prstGeom>
          <a:noFill/>
        </p:spPr>
        <p:txBody>
          <a:bodyPr wrap="square">
            <a:spAutoFit/>
          </a:bodyPr>
          <a:lstStyle/>
          <a:p>
            <a:pPr algn="l"/>
            <a:r>
              <a:rPr sz="1700" b="0">
                <a:solidFill>
                  <a:srgbClr val="191E26"/>
                </a:solidFill>
                <a:latin typeface="Aptos"/>
              </a:rPr>
              <a:t>Many frequencies occurred during the record.</a:t>
            </a:r>
          </a:p>
        </p:txBody>
      </p:sp>
      <p:sp>
        <p:nvSpPr>
          <p:cNvPr id="11" name="Rounded Rectangle 10"/>
          <p:cNvSpPr/>
          <p:nvPr/>
        </p:nvSpPr>
        <p:spPr>
          <a:xfrm>
            <a:off x="7589520" y="2971800"/>
            <a:ext cx="3657600" cy="141732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35824" y="3063240"/>
            <a:ext cx="3364992" cy="219456"/>
          </a:xfrm>
          <a:prstGeom prst="rect">
            <a:avLst/>
          </a:prstGeom>
          <a:noFill/>
        </p:spPr>
        <p:txBody>
          <a:bodyPr wrap="square">
            <a:spAutoFit/>
          </a:bodyPr>
          <a:lstStyle/>
          <a:p>
            <a:pPr algn="l"/>
            <a:r>
              <a:rPr sz="1100" b="1">
                <a:solidFill>
                  <a:srgbClr val="D67D35"/>
                </a:solidFill>
                <a:latin typeface="Aptos"/>
              </a:rPr>
              <a:t>What it loses</a:t>
            </a:r>
          </a:p>
        </p:txBody>
      </p:sp>
      <p:sp>
        <p:nvSpPr>
          <p:cNvPr id="13" name="TextBox 12"/>
          <p:cNvSpPr txBox="1"/>
          <p:nvPr/>
        </p:nvSpPr>
        <p:spPr>
          <a:xfrm>
            <a:off x="7735824" y="3328416"/>
            <a:ext cx="3364992" cy="969264"/>
          </a:xfrm>
          <a:prstGeom prst="rect">
            <a:avLst/>
          </a:prstGeom>
          <a:noFill/>
        </p:spPr>
        <p:txBody>
          <a:bodyPr wrap="square">
            <a:spAutoFit/>
          </a:bodyPr>
          <a:lstStyle/>
          <a:p>
            <a:pPr algn="l"/>
            <a:r>
              <a:rPr sz="1700" b="0">
                <a:solidFill>
                  <a:srgbClr val="191E26"/>
                </a:solidFill>
                <a:latin typeface="Aptos"/>
              </a:rPr>
              <a:t>It does not tell us that the dominant frequency swept upward with time.</a:t>
            </a:r>
          </a:p>
        </p:txBody>
      </p:sp>
      <p:sp>
        <p:nvSpPr>
          <p:cNvPr id="14" name="TextBox 13"/>
          <p:cNvSpPr txBox="1"/>
          <p:nvPr/>
        </p:nvSpPr>
        <p:spPr>
          <a:xfrm>
            <a:off x="822960" y="4754880"/>
            <a:ext cx="10515600" cy="594360"/>
          </a:xfrm>
          <a:prstGeom prst="rect">
            <a:avLst/>
          </a:prstGeom>
          <a:noFill/>
        </p:spPr>
        <p:txBody>
          <a:bodyPr wrap="square">
            <a:spAutoFit/>
          </a:bodyPr>
          <a:lstStyle/>
          <a:p>
            <a:pPr algn="l"/>
            <a:r>
              <a:rPr sz="2000" b="1">
                <a:solidFill>
                  <a:srgbClr val="16253E"/>
                </a:solidFill>
                <a:latin typeface="Aptos"/>
              </a:rPr>
              <a:t>Speech, radar, machinery faults, ECG/EEG, and transient events are often non-stationary.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Localize before transforming</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0:10–0:15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71600"/>
            <a:ext cx="10424160" cy="685800"/>
          </a:xfrm>
          <a:prstGeom prst="rect">
            <a:avLst/>
          </a:prstGeom>
          <a:noFill/>
        </p:spPr>
        <p:txBody>
          <a:bodyPr wrap="square">
            <a:spAutoFit/>
          </a:bodyPr>
          <a:lstStyle/>
          <a:p>
            <a:pPr algn="l"/>
            <a:r>
              <a:rPr sz="2400" b="1">
                <a:solidFill>
                  <a:srgbClr val="16253E"/>
                </a:solidFill>
                <a:latin typeface="Aptos"/>
              </a:rPr>
              <a:t>Take a short window around a time location, then compute a Fourier transform of that local segment.</a:t>
            </a:r>
          </a:p>
        </p:txBody>
      </p:sp>
      <p:sp>
        <p:nvSpPr>
          <p:cNvPr id="8" name="TextBox 7"/>
          <p:cNvSpPr txBox="1"/>
          <p:nvPr/>
        </p:nvSpPr>
        <p:spPr>
          <a:xfrm>
            <a:off x="914400" y="2514600"/>
            <a:ext cx="9875520" cy="685800"/>
          </a:xfrm>
          <a:prstGeom prst="rect">
            <a:avLst/>
          </a:prstGeom>
          <a:noFill/>
        </p:spPr>
        <p:txBody>
          <a:bodyPr wrap="square">
            <a:spAutoFit/>
          </a:bodyPr>
          <a:lstStyle/>
          <a:p>
            <a:pPr algn="l"/>
            <a:r>
              <a:rPr sz="2800" b="1">
                <a:solidFill>
                  <a:srgbClr val="2463A0"/>
                </a:solidFill>
                <a:latin typeface="Aptos"/>
              </a:rPr>
              <a:t>X(r,ω) = Σₘ x[m] w[m−rR] e^(−jωm)</a:t>
            </a:r>
          </a:p>
        </p:txBody>
      </p:sp>
      <p:sp>
        <p:nvSpPr>
          <p:cNvPr id="9" name="TextBox 8"/>
          <p:cNvSpPr txBox="1"/>
          <p:nvPr/>
        </p:nvSpPr>
        <p:spPr>
          <a:xfrm>
            <a:off x="1005840" y="3474720"/>
            <a:ext cx="6400800" cy="1828800"/>
          </a:xfrm>
          <a:prstGeom prst="rect">
            <a:avLst/>
          </a:prstGeom>
          <a:noFill/>
        </p:spPr>
        <p:txBody>
          <a:bodyPr wrap="square">
            <a:spAutoFit/>
          </a:bodyPr>
          <a:lstStyle/>
          <a:p>
            <a:pPr>
              <a:spcAft>
                <a:spcPts val="700"/>
              </a:spcAft>
              <a:defRPr sz="2000">
                <a:solidFill>
                  <a:srgbClr val="191E26"/>
                </a:solidFill>
                <a:latin typeface="Aptos"/>
              </a:defRPr>
            </a:pPr>
            <a:r>
              <a:t>• r = frame index</a:t>
            </a:r>
          </a:p>
          <a:p>
            <a:pPr>
              <a:spcAft>
                <a:spcPts val="700"/>
              </a:spcAft>
              <a:defRPr sz="2000">
                <a:solidFill>
                  <a:srgbClr val="191E26"/>
                </a:solidFill>
                <a:latin typeface="Aptos"/>
              </a:defRPr>
            </a:pPr>
            <a:r>
              <a:t>• R = hop size between frames</a:t>
            </a:r>
          </a:p>
          <a:p>
            <a:pPr>
              <a:spcAft>
                <a:spcPts val="700"/>
              </a:spcAft>
              <a:defRPr sz="2000">
                <a:solidFill>
                  <a:srgbClr val="191E26"/>
                </a:solidFill>
                <a:latin typeface="Aptos"/>
              </a:defRPr>
            </a:pPr>
            <a:r>
              <a:t>• w[n] = analysis window</a:t>
            </a:r>
          </a:p>
          <a:p>
            <a:pPr>
              <a:spcAft>
                <a:spcPts val="700"/>
              </a:spcAft>
              <a:defRPr sz="2000">
                <a:solidFill>
                  <a:srgbClr val="191E26"/>
                </a:solidFill>
                <a:latin typeface="Aptos"/>
              </a:defRPr>
            </a:pPr>
            <a:r>
              <a:t>• Each frame produces one local spectrum.</a:t>
            </a:r>
          </a:p>
        </p:txBody>
      </p:sp>
      <p:sp>
        <p:nvSpPr>
          <p:cNvPr id="10" name="Rounded Rectangle 9"/>
          <p:cNvSpPr/>
          <p:nvPr/>
        </p:nvSpPr>
        <p:spPr>
          <a:xfrm>
            <a:off x="7726679" y="3246120"/>
            <a:ext cx="3566160" cy="20574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72983" y="3337560"/>
            <a:ext cx="3273552" cy="219456"/>
          </a:xfrm>
          <a:prstGeom prst="rect">
            <a:avLst/>
          </a:prstGeom>
          <a:noFill/>
        </p:spPr>
        <p:txBody>
          <a:bodyPr wrap="square">
            <a:spAutoFit/>
          </a:bodyPr>
          <a:lstStyle/>
          <a:p>
            <a:pPr algn="l"/>
            <a:r>
              <a:rPr sz="1100" b="1">
                <a:solidFill>
                  <a:srgbClr val="24888E"/>
                </a:solidFill>
                <a:latin typeface="Aptos"/>
              </a:rPr>
              <a:t>Equivalent notation</a:t>
            </a:r>
          </a:p>
        </p:txBody>
      </p:sp>
      <p:sp>
        <p:nvSpPr>
          <p:cNvPr id="12" name="TextBox 11"/>
          <p:cNvSpPr txBox="1"/>
          <p:nvPr/>
        </p:nvSpPr>
        <p:spPr>
          <a:xfrm>
            <a:off x="7872983" y="3602736"/>
            <a:ext cx="3273552" cy="1380744"/>
          </a:xfrm>
          <a:prstGeom prst="rect">
            <a:avLst/>
          </a:prstGeom>
          <a:noFill/>
        </p:spPr>
        <p:txBody>
          <a:bodyPr wrap="square">
            <a:spAutoFit/>
          </a:bodyPr>
          <a:lstStyle/>
          <a:p>
            <a:pPr algn="l"/>
            <a:r>
              <a:rPr sz="1700" b="0">
                <a:solidFill>
                  <a:srgbClr val="191E26"/>
                </a:solidFill>
                <a:latin typeface="Aptos"/>
              </a:rPr>
              <a:t>Texts place the window as w[rR−m] or w[m−rR]. For real symmetric windows, the practical idea is the same: select a neighborhood around the frame time.</a:t>
            </a:r>
          </a:p>
        </p:txBody>
      </p:sp>
      <mc:AlternateContent xmlns:mc="http://schemas.openxmlformats.org/markup-compatibility/2006">
        <mc:Choice xmlns:p14="http://schemas.microsoft.com/office/powerpoint/2010/main" Requires="p14">
          <p:contentPart p14:bwMode="auto" r:id="rId2">
            <p14:nvContentPartPr>
              <p14:cNvPr id="21" name="Ink 20">
                <a:extLst>
                  <a:ext uri="{FF2B5EF4-FFF2-40B4-BE49-F238E27FC236}">
                    <a16:creationId xmlns:a16="http://schemas.microsoft.com/office/drawing/2014/main" id="{B7756856-A39B-8BEC-3559-8E3C0A7F79C8}"/>
                  </a:ext>
                </a:extLst>
              </p14:cNvPr>
              <p14:cNvContentPartPr/>
              <p14:nvPr/>
            </p14:nvContentPartPr>
            <p14:xfrm>
              <a:off x="1893022" y="1786136"/>
              <a:ext cx="1575720" cy="15840"/>
            </p14:xfrm>
          </p:contentPart>
        </mc:Choice>
        <mc:Fallback>
          <p:pic>
            <p:nvPicPr>
              <p:cNvPr id="21" name="Ink 20">
                <a:extLst>
                  <a:ext uri="{FF2B5EF4-FFF2-40B4-BE49-F238E27FC236}">
                    <a16:creationId xmlns:a16="http://schemas.microsoft.com/office/drawing/2014/main" id="{B7756856-A39B-8BEC-3559-8E3C0A7F79C8}"/>
                  </a:ext>
                </a:extLst>
              </p:cNvPr>
              <p:cNvPicPr/>
              <p:nvPr/>
            </p:nvPicPr>
            <p:blipFill>
              <a:blip r:embed="rId3"/>
              <a:stretch>
                <a:fillRect/>
              </a:stretch>
            </p:blipFill>
            <p:spPr>
              <a:xfrm>
                <a:off x="1884022" y="1777136"/>
                <a:ext cx="1593360" cy="33480"/>
              </a:xfrm>
              <a:prstGeom prst="rect">
                <a:avLst/>
              </a:prstGeom>
            </p:spPr>
          </p:pic>
        </mc:Fallback>
      </mc:AlternateContent>
      <p:grpSp>
        <p:nvGrpSpPr>
          <p:cNvPr id="24" name="Group 23">
            <a:extLst>
              <a:ext uri="{FF2B5EF4-FFF2-40B4-BE49-F238E27FC236}">
                <a16:creationId xmlns:a16="http://schemas.microsoft.com/office/drawing/2014/main" id="{047EF54A-BEDA-2A95-E73A-E641BE97F4B1}"/>
              </a:ext>
            </a:extLst>
          </p:cNvPr>
          <p:cNvGrpSpPr/>
          <p:nvPr/>
        </p:nvGrpSpPr>
        <p:grpSpPr>
          <a:xfrm>
            <a:off x="3694462" y="1737536"/>
            <a:ext cx="2959560" cy="54360"/>
            <a:chOff x="3694462" y="1737536"/>
            <a:chExt cx="2959560" cy="54360"/>
          </a:xfrm>
        </p:grpSpPr>
        <mc:AlternateContent xmlns:mc="http://schemas.openxmlformats.org/markup-compatibility/2006">
          <mc:Choice xmlns:p14="http://schemas.microsoft.com/office/powerpoint/2010/main" Requires="p14">
            <p:contentPart p14:bwMode="auto" r:id="rId4">
              <p14:nvContentPartPr>
                <p14:cNvPr id="22" name="Ink 21">
                  <a:extLst>
                    <a:ext uri="{FF2B5EF4-FFF2-40B4-BE49-F238E27FC236}">
                      <a16:creationId xmlns:a16="http://schemas.microsoft.com/office/drawing/2014/main" id="{F55435EA-9849-F418-F720-BF64A952AEF4}"/>
                    </a:ext>
                  </a:extLst>
                </p14:cNvPr>
                <p14:cNvContentPartPr/>
                <p14:nvPr/>
              </p14:nvContentPartPr>
              <p14:xfrm>
                <a:off x="3701302" y="1737536"/>
                <a:ext cx="2952720" cy="54360"/>
              </p14:xfrm>
            </p:contentPart>
          </mc:Choice>
          <mc:Fallback>
            <p:pic>
              <p:nvPicPr>
                <p:cNvPr id="22" name="Ink 21">
                  <a:extLst>
                    <a:ext uri="{FF2B5EF4-FFF2-40B4-BE49-F238E27FC236}">
                      <a16:creationId xmlns:a16="http://schemas.microsoft.com/office/drawing/2014/main" id="{F55435EA-9849-F418-F720-BF64A952AEF4}"/>
                    </a:ext>
                  </a:extLst>
                </p:cNvPr>
                <p:cNvPicPr/>
                <p:nvPr/>
              </p:nvPicPr>
              <p:blipFill>
                <a:blip r:embed="rId5"/>
                <a:stretch>
                  <a:fillRect/>
                </a:stretch>
              </p:blipFill>
              <p:spPr>
                <a:xfrm>
                  <a:off x="3692662" y="1728536"/>
                  <a:ext cx="29703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3" name="Ink 22">
                  <a:extLst>
                    <a:ext uri="{FF2B5EF4-FFF2-40B4-BE49-F238E27FC236}">
                      <a16:creationId xmlns:a16="http://schemas.microsoft.com/office/drawing/2014/main" id="{AC0EE780-0475-1BD4-9087-C1D05FDE5B9E}"/>
                    </a:ext>
                  </a:extLst>
                </p14:cNvPr>
                <p14:cNvContentPartPr/>
                <p14:nvPr/>
              </p14:nvContentPartPr>
              <p14:xfrm>
                <a:off x="3694462" y="1764896"/>
                <a:ext cx="132120" cy="10800"/>
              </p14:xfrm>
            </p:contentPart>
          </mc:Choice>
          <mc:Fallback>
            <p:pic>
              <p:nvPicPr>
                <p:cNvPr id="23" name="Ink 22">
                  <a:extLst>
                    <a:ext uri="{FF2B5EF4-FFF2-40B4-BE49-F238E27FC236}">
                      <a16:creationId xmlns:a16="http://schemas.microsoft.com/office/drawing/2014/main" id="{AC0EE780-0475-1BD4-9087-C1D05FDE5B9E}"/>
                    </a:ext>
                  </a:extLst>
                </p:cNvPr>
                <p:cNvPicPr/>
                <p:nvPr/>
              </p:nvPicPr>
              <p:blipFill>
                <a:blip r:embed="rId7"/>
                <a:stretch>
                  <a:fillRect/>
                </a:stretch>
              </p:blipFill>
              <p:spPr>
                <a:xfrm>
                  <a:off x="3685822" y="1756256"/>
                  <a:ext cx="149760" cy="28440"/>
                </a:xfrm>
                <a:prstGeom prst="rect">
                  <a:avLst/>
                </a:prstGeom>
              </p:spPr>
            </p:pic>
          </mc:Fallback>
        </mc:AlternateContent>
      </p:grpSp>
      <p:grpSp>
        <p:nvGrpSpPr>
          <p:cNvPr id="28" name="Group 27">
            <a:extLst>
              <a:ext uri="{FF2B5EF4-FFF2-40B4-BE49-F238E27FC236}">
                <a16:creationId xmlns:a16="http://schemas.microsoft.com/office/drawing/2014/main" id="{2A1AA90E-A5EC-AB86-7810-F66906659E3C}"/>
              </a:ext>
            </a:extLst>
          </p:cNvPr>
          <p:cNvGrpSpPr/>
          <p:nvPr/>
        </p:nvGrpSpPr>
        <p:grpSpPr>
          <a:xfrm>
            <a:off x="1112902" y="3118136"/>
            <a:ext cx="865800" cy="348840"/>
            <a:chOff x="1112902" y="3118136"/>
            <a:chExt cx="865800" cy="348840"/>
          </a:xfrm>
        </p:grpSpPr>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724764C9-7C90-5B34-6DD0-EE99FD10487F}"/>
                    </a:ext>
                  </a:extLst>
                </p14:cNvPr>
                <p14:cNvContentPartPr/>
                <p14:nvPr/>
              </p14:nvContentPartPr>
              <p14:xfrm>
                <a:off x="1112902" y="3166376"/>
                <a:ext cx="170640" cy="222120"/>
              </p14:xfrm>
            </p:contentPart>
          </mc:Choice>
          <mc:Fallback>
            <p:pic>
              <p:nvPicPr>
                <p:cNvPr id="13" name="Ink 12">
                  <a:extLst>
                    <a:ext uri="{FF2B5EF4-FFF2-40B4-BE49-F238E27FC236}">
                      <a16:creationId xmlns:a16="http://schemas.microsoft.com/office/drawing/2014/main" id="{724764C9-7C90-5B34-6DD0-EE99FD10487F}"/>
                    </a:ext>
                  </a:extLst>
                </p:cNvPr>
                <p:cNvPicPr/>
                <p:nvPr/>
              </p:nvPicPr>
              <p:blipFill>
                <a:blip r:embed="rId9"/>
                <a:stretch>
                  <a:fillRect/>
                </a:stretch>
              </p:blipFill>
              <p:spPr>
                <a:xfrm>
                  <a:off x="1104262" y="3157736"/>
                  <a:ext cx="18828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4" name="Ink 13">
                  <a:extLst>
                    <a:ext uri="{FF2B5EF4-FFF2-40B4-BE49-F238E27FC236}">
                      <a16:creationId xmlns:a16="http://schemas.microsoft.com/office/drawing/2014/main" id="{25A03B30-0815-3083-A368-14E98B9613E8}"/>
                    </a:ext>
                  </a:extLst>
                </p14:cNvPr>
                <p14:cNvContentPartPr/>
                <p14:nvPr/>
              </p14:nvContentPartPr>
              <p14:xfrm>
                <a:off x="1160782" y="3147656"/>
                <a:ext cx="81000" cy="249120"/>
              </p14:xfrm>
            </p:contentPart>
          </mc:Choice>
          <mc:Fallback>
            <p:pic>
              <p:nvPicPr>
                <p:cNvPr id="14" name="Ink 13">
                  <a:extLst>
                    <a:ext uri="{FF2B5EF4-FFF2-40B4-BE49-F238E27FC236}">
                      <a16:creationId xmlns:a16="http://schemas.microsoft.com/office/drawing/2014/main" id="{25A03B30-0815-3083-A368-14E98B9613E8}"/>
                    </a:ext>
                  </a:extLst>
                </p:cNvPr>
                <p:cNvPicPr/>
                <p:nvPr/>
              </p:nvPicPr>
              <p:blipFill>
                <a:blip r:embed="rId11"/>
                <a:stretch>
                  <a:fillRect/>
                </a:stretch>
              </p:blipFill>
              <p:spPr>
                <a:xfrm>
                  <a:off x="1152142" y="3139016"/>
                  <a:ext cx="9864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 name="Ink 14">
                  <a:extLst>
                    <a:ext uri="{FF2B5EF4-FFF2-40B4-BE49-F238E27FC236}">
                      <a16:creationId xmlns:a16="http://schemas.microsoft.com/office/drawing/2014/main" id="{4DDD825B-F23F-D281-CC96-1849717BFD13}"/>
                    </a:ext>
                  </a:extLst>
                </p14:cNvPr>
                <p14:cNvContentPartPr/>
                <p14:nvPr/>
              </p14:nvContentPartPr>
              <p14:xfrm>
                <a:off x="1308022" y="3118136"/>
                <a:ext cx="70560" cy="285120"/>
              </p14:xfrm>
            </p:contentPart>
          </mc:Choice>
          <mc:Fallback>
            <p:pic>
              <p:nvPicPr>
                <p:cNvPr id="15" name="Ink 14">
                  <a:extLst>
                    <a:ext uri="{FF2B5EF4-FFF2-40B4-BE49-F238E27FC236}">
                      <a16:creationId xmlns:a16="http://schemas.microsoft.com/office/drawing/2014/main" id="{4DDD825B-F23F-D281-CC96-1849717BFD13}"/>
                    </a:ext>
                  </a:extLst>
                </p:cNvPr>
                <p:cNvPicPr/>
                <p:nvPr/>
              </p:nvPicPr>
              <p:blipFill>
                <a:blip r:embed="rId13"/>
                <a:stretch>
                  <a:fillRect/>
                </a:stretch>
              </p:blipFill>
              <p:spPr>
                <a:xfrm>
                  <a:off x="1299022" y="3109496"/>
                  <a:ext cx="8820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6" name="Ink 15">
                  <a:extLst>
                    <a:ext uri="{FF2B5EF4-FFF2-40B4-BE49-F238E27FC236}">
                      <a16:creationId xmlns:a16="http://schemas.microsoft.com/office/drawing/2014/main" id="{AAF464D3-2668-2729-9A09-64021BEFB82B}"/>
                    </a:ext>
                  </a:extLst>
                </p14:cNvPr>
                <p14:cNvContentPartPr/>
                <p14:nvPr/>
              </p14:nvContentPartPr>
              <p14:xfrm>
                <a:off x="1408462" y="3258536"/>
                <a:ext cx="56880" cy="123840"/>
              </p14:xfrm>
            </p:contentPart>
          </mc:Choice>
          <mc:Fallback>
            <p:pic>
              <p:nvPicPr>
                <p:cNvPr id="16" name="Ink 15">
                  <a:extLst>
                    <a:ext uri="{FF2B5EF4-FFF2-40B4-BE49-F238E27FC236}">
                      <a16:creationId xmlns:a16="http://schemas.microsoft.com/office/drawing/2014/main" id="{AAF464D3-2668-2729-9A09-64021BEFB82B}"/>
                    </a:ext>
                  </a:extLst>
                </p:cNvPr>
                <p:cNvPicPr/>
                <p:nvPr/>
              </p:nvPicPr>
              <p:blipFill>
                <a:blip r:embed="rId15"/>
                <a:stretch>
                  <a:fillRect/>
                </a:stretch>
              </p:blipFill>
              <p:spPr>
                <a:xfrm>
                  <a:off x="1399822" y="3249896"/>
                  <a:ext cx="7452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0E7F2F85-8CBA-0F20-33BF-FCD832632CF8}"/>
                    </a:ext>
                  </a:extLst>
                </p14:cNvPr>
                <p14:cNvContentPartPr/>
                <p14:nvPr/>
              </p14:nvContentPartPr>
              <p14:xfrm>
                <a:off x="1574782" y="3386336"/>
                <a:ext cx="29520" cy="80640"/>
              </p14:xfrm>
            </p:contentPart>
          </mc:Choice>
          <mc:Fallback>
            <p:pic>
              <p:nvPicPr>
                <p:cNvPr id="17" name="Ink 16">
                  <a:extLst>
                    <a:ext uri="{FF2B5EF4-FFF2-40B4-BE49-F238E27FC236}">
                      <a16:creationId xmlns:a16="http://schemas.microsoft.com/office/drawing/2014/main" id="{0E7F2F85-8CBA-0F20-33BF-FCD832632CF8}"/>
                    </a:ext>
                  </a:extLst>
                </p:cNvPr>
                <p:cNvPicPr/>
                <p:nvPr/>
              </p:nvPicPr>
              <p:blipFill>
                <a:blip r:embed="rId17"/>
                <a:stretch>
                  <a:fillRect/>
                </a:stretch>
              </p:blipFill>
              <p:spPr>
                <a:xfrm>
                  <a:off x="1566142" y="3377336"/>
                  <a:ext cx="4716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 name="Ink 18">
                  <a:extLst>
                    <a:ext uri="{FF2B5EF4-FFF2-40B4-BE49-F238E27FC236}">
                      <a16:creationId xmlns:a16="http://schemas.microsoft.com/office/drawing/2014/main" id="{5FC2443D-5733-D238-C7AE-A07C44316818}"/>
                    </a:ext>
                  </a:extLst>
                </p14:cNvPr>
                <p14:cNvContentPartPr/>
                <p14:nvPr/>
              </p14:nvContentPartPr>
              <p14:xfrm>
                <a:off x="1876462" y="3136496"/>
                <a:ext cx="102240" cy="260280"/>
              </p14:xfrm>
            </p:contentPart>
          </mc:Choice>
          <mc:Fallback>
            <p:pic>
              <p:nvPicPr>
                <p:cNvPr id="19" name="Ink 18">
                  <a:extLst>
                    <a:ext uri="{FF2B5EF4-FFF2-40B4-BE49-F238E27FC236}">
                      <a16:creationId xmlns:a16="http://schemas.microsoft.com/office/drawing/2014/main" id="{5FC2443D-5733-D238-C7AE-A07C44316818}"/>
                    </a:ext>
                  </a:extLst>
                </p:cNvPr>
                <p:cNvPicPr/>
                <p:nvPr/>
              </p:nvPicPr>
              <p:blipFill>
                <a:blip r:embed="rId19"/>
                <a:stretch>
                  <a:fillRect/>
                </a:stretch>
              </p:blipFill>
              <p:spPr>
                <a:xfrm>
                  <a:off x="1867822" y="3127496"/>
                  <a:ext cx="11988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7" name="Ink 26">
                  <a:extLst>
                    <a:ext uri="{FF2B5EF4-FFF2-40B4-BE49-F238E27FC236}">
                      <a16:creationId xmlns:a16="http://schemas.microsoft.com/office/drawing/2014/main" id="{54186281-1579-8AB2-5E57-36AD67FB79EE}"/>
                    </a:ext>
                  </a:extLst>
                </p14:cNvPr>
                <p14:cNvContentPartPr/>
                <p14:nvPr/>
              </p14:nvContentPartPr>
              <p14:xfrm>
                <a:off x="1668742" y="3209936"/>
                <a:ext cx="171360" cy="140400"/>
              </p14:xfrm>
            </p:contentPart>
          </mc:Choice>
          <mc:Fallback>
            <p:pic>
              <p:nvPicPr>
                <p:cNvPr id="27" name="Ink 26">
                  <a:extLst>
                    <a:ext uri="{FF2B5EF4-FFF2-40B4-BE49-F238E27FC236}">
                      <a16:creationId xmlns:a16="http://schemas.microsoft.com/office/drawing/2014/main" id="{54186281-1579-8AB2-5E57-36AD67FB79EE}"/>
                    </a:ext>
                  </a:extLst>
                </p:cNvPr>
                <p:cNvPicPr/>
                <p:nvPr/>
              </p:nvPicPr>
              <p:blipFill>
                <a:blip r:embed="rId21"/>
                <a:stretch>
                  <a:fillRect/>
                </a:stretch>
              </p:blipFill>
              <p:spPr>
                <a:xfrm>
                  <a:off x="1659742" y="3200936"/>
                  <a:ext cx="189000" cy="158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29" name="Ink 28">
                <a:extLst>
                  <a:ext uri="{FF2B5EF4-FFF2-40B4-BE49-F238E27FC236}">
                    <a16:creationId xmlns:a16="http://schemas.microsoft.com/office/drawing/2014/main" id="{6856BA03-A50E-91B8-BEF3-6878D0DCE599}"/>
                  </a:ext>
                </a:extLst>
              </p14:cNvPr>
              <p14:cNvContentPartPr/>
              <p14:nvPr/>
            </p14:nvContentPartPr>
            <p14:xfrm>
              <a:off x="2137462" y="3322616"/>
              <a:ext cx="111240" cy="12240"/>
            </p14:xfrm>
          </p:contentPart>
        </mc:Choice>
        <mc:Fallback>
          <p:pic>
            <p:nvPicPr>
              <p:cNvPr id="29" name="Ink 28">
                <a:extLst>
                  <a:ext uri="{FF2B5EF4-FFF2-40B4-BE49-F238E27FC236}">
                    <a16:creationId xmlns:a16="http://schemas.microsoft.com/office/drawing/2014/main" id="{6856BA03-A50E-91B8-BEF3-6878D0DCE599}"/>
                  </a:ext>
                </a:extLst>
              </p:cNvPr>
              <p:cNvPicPr/>
              <p:nvPr/>
            </p:nvPicPr>
            <p:blipFill>
              <a:blip r:embed="rId23"/>
              <a:stretch>
                <a:fillRect/>
              </a:stretch>
            </p:blipFill>
            <p:spPr>
              <a:xfrm>
                <a:off x="2128822" y="3313616"/>
                <a:ext cx="12888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0" name="Ink 29">
                <a:extLst>
                  <a:ext uri="{FF2B5EF4-FFF2-40B4-BE49-F238E27FC236}">
                    <a16:creationId xmlns:a16="http://schemas.microsoft.com/office/drawing/2014/main" id="{FE621769-ED43-1340-1792-05C6336E773C}"/>
                  </a:ext>
                </a:extLst>
              </p14:cNvPr>
              <p14:cNvContentPartPr/>
              <p14:nvPr/>
            </p14:nvContentPartPr>
            <p14:xfrm>
              <a:off x="2110462" y="3268976"/>
              <a:ext cx="133200" cy="11160"/>
            </p14:xfrm>
          </p:contentPart>
        </mc:Choice>
        <mc:Fallback>
          <p:pic>
            <p:nvPicPr>
              <p:cNvPr id="30" name="Ink 29">
                <a:extLst>
                  <a:ext uri="{FF2B5EF4-FFF2-40B4-BE49-F238E27FC236}">
                    <a16:creationId xmlns:a16="http://schemas.microsoft.com/office/drawing/2014/main" id="{FE621769-ED43-1340-1792-05C6336E773C}"/>
                  </a:ext>
                </a:extLst>
              </p:cNvPr>
              <p:cNvPicPr/>
              <p:nvPr/>
            </p:nvPicPr>
            <p:blipFill>
              <a:blip r:embed="rId25"/>
              <a:stretch>
                <a:fillRect/>
              </a:stretch>
            </p:blipFill>
            <p:spPr>
              <a:xfrm>
                <a:off x="2101462" y="3260336"/>
                <a:ext cx="1508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2" name="Ink 31">
                <a:extLst>
                  <a:ext uri="{FF2B5EF4-FFF2-40B4-BE49-F238E27FC236}">
                    <a16:creationId xmlns:a16="http://schemas.microsoft.com/office/drawing/2014/main" id="{40FB70C1-707F-18B3-86AD-577AF62B1501}"/>
                  </a:ext>
                </a:extLst>
              </p14:cNvPr>
              <p14:cNvContentPartPr/>
              <p14:nvPr/>
            </p14:nvContentPartPr>
            <p14:xfrm>
              <a:off x="2370022" y="3141896"/>
              <a:ext cx="390600" cy="243000"/>
            </p14:xfrm>
          </p:contentPart>
        </mc:Choice>
        <mc:Fallback>
          <p:pic>
            <p:nvPicPr>
              <p:cNvPr id="32" name="Ink 31">
                <a:extLst>
                  <a:ext uri="{FF2B5EF4-FFF2-40B4-BE49-F238E27FC236}">
                    <a16:creationId xmlns:a16="http://schemas.microsoft.com/office/drawing/2014/main" id="{40FB70C1-707F-18B3-86AD-577AF62B1501}"/>
                  </a:ext>
                </a:extLst>
              </p:cNvPr>
              <p:cNvPicPr/>
              <p:nvPr/>
            </p:nvPicPr>
            <p:blipFill>
              <a:blip r:embed="rId27"/>
              <a:stretch>
                <a:fillRect/>
              </a:stretch>
            </p:blipFill>
            <p:spPr>
              <a:xfrm>
                <a:off x="2361022" y="3132896"/>
                <a:ext cx="40824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3" name="Ink 32">
                <a:extLst>
                  <a:ext uri="{FF2B5EF4-FFF2-40B4-BE49-F238E27FC236}">
                    <a16:creationId xmlns:a16="http://schemas.microsoft.com/office/drawing/2014/main" id="{3B00C774-21E6-CD76-B46C-3BDFE2A9E2DF}"/>
                  </a:ext>
                </a:extLst>
              </p14:cNvPr>
              <p14:cNvContentPartPr/>
              <p14:nvPr/>
            </p14:nvContentPartPr>
            <p14:xfrm>
              <a:off x="2473342" y="3438536"/>
              <a:ext cx="203040" cy="66240"/>
            </p14:xfrm>
          </p:contentPart>
        </mc:Choice>
        <mc:Fallback>
          <p:pic>
            <p:nvPicPr>
              <p:cNvPr id="33" name="Ink 32">
                <a:extLst>
                  <a:ext uri="{FF2B5EF4-FFF2-40B4-BE49-F238E27FC236}">
                    <a16:creationId xmlns:a16="http://schemas.microsoft.com/office/drawing/2014/main" id="{3B00C774-21E6-CD76-B46C-3BDFE2A9E2DF}"/>
                  </a:ext>
                </a:extLst>
              </p:cNvPr>
              <p:cNvPicPr/>
              <p:nvPr/>
            </p:nvPicPr>
            <p:blipFill>
              <a:blip r:embed="rId29"/>
              <a:stretch>
                <a:fillRect/>
              </a:stretch>
            </p:blipFill>
            <p:spPr>
              <a:xfrm>
                <a:off x="2464342" y="3429896"/>
                <a:ext cx="22068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5" name="Ink 34">
                <a:extLst>
                  <a:ext uri="{FF2B5EF4-FFF2-40B4-BE49-F238E27FC236}">
                    <a16:creationId xmlns:a16="http://schemas.microsoft.com/office/drawing/2014/main" id="{44BDF4B1-6D60-5D41-266E-515FA601AE8A}"/>
                  </a:ext>
                </a:extLst>
              </p14:cNvPr>
              <p14:cNvContentPartPr/>
              <p14:nvPr/>
            </p14:nvContentPartPr>
            <p14:xfrm>
              <a:off x="2913262" y="3204896"/>
              <a:ext cx="137520" cy="111960"/>
            </p14:xfrm>
          </p:contentPart>
        </mc:Choice>
        <mc:Fallback>
          <p:pic>
            <p:nvPicPr>
              <p:cNvPr id="35" name="Ink 34">
                <a:extLst>
                  <a:ext uri="{FF2B5EF4-FFF2-40B4-BE49-F238E27FC236}">
                    <a16:creationId xmlns:a16="http://schemas.microsoft.com/office/drawing/2014/main" id="{44BDF4B1-6D60-5D41-266E-515FA601AE8A}"/>
                  </a:ext>
                </a:extLst>
              </p:cNvPr>
              <p:cNvPicPr/>
              <p:nvPr/>
            </p:nvPicPr>
            <p:blipFill>
              <a:blip r:embed="rId31"/>
              <a:stretch>
                <a:fillRect/>
              </a:stretch>
            </p:blipFill>
            <p:spPr>
              <a:xfrm>
                <a:off x="2904262" y="3196256"/>
                <a:ext cx="15516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6" name="Ink 35">
                <a:extLst>
                  <a:ext uri="{FF2B5EF4-FFF2-40B4-BE49-F238E27FC236}">
                    <a16:creationId xmlns:a16="http://schemas.microsoft.com/office/drawing/2014/main" id="{8AD6A408-8364-F763-EBE1-BF1150CF2B3B}"/>
                  </a:ext>
                </a:extLst>
              </p14:cNvPr>
              <p14:cNvContentPartPr/>
              <p14:nvPr/>
            </p14:nvContentPartPr>
            <p14:xfrm>
              <a:off x="2935582" y="3216056"/>
              <a:ext cx="87120" cy="106200"/>
            </p14:xfrm>
          </p:contentPart>
        </mc:Choice>
        <mc:Fallback>
          <p:pic>
            <p:nvPicPr>
              <p:cNvPr id="36" name="Ink 35">
                <a:extLst>
                  <a:ext uri="{FF2B5EF4-FFF2-40B4-BE49-F238E27FC236}">
                    <a16:creationId xmlns:a16="http://schemas.microsoft.com/office/drawing/2014/main" id="{8AD6A408-8364-F763-EBE1-BF1150CF2B3B}"/>
                  </a:ext>
                </a:extLst>
              </p:cNvPr>
              <p:cNvPicPr/>
              <p:nvPr/>
            </p:nvPicPr>
            <p:blipFill>
              <a:blip r:embed="rId33"/>
              <a:stretch>
                <a:fillRect/>
              </a:stretch>
            </p:blipFill>
            <p:spPr>
              <a:xfrm>
                <a:off x="2926582" y="3207056"/>
                <a:ext cx="10476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7" name="Ink 36">
                <a:extLst>
                  <a:ext uri="{FF2B5EF4-FFF2-40B4-BE49-F238E27FC236}">
                    <a16:creationId xmlns:a16="http://schemas.microsoft.com/office/drawing/2014/main" id="{5D853691-FA22-F455-12D0-EDF46B328444}"/>
                  </a:ext>
                </a:extLst>
              </p14:cNvPr>
              <p14:cNvContentPartPr/>
              <p14:nvPr/>
            </p14:nvContentPartPr>
            <p14:xfrm>
              <a:off x="3108742" y="3109496"/>
              <a:ext cx="88920" cy="220320"/>
            </p14:xfrm>
          </p:contentPart>
        </mc:Choice>
        <mc:Fallback>
          <p:pic>
            <p:nvPicPr>
              <p:cNvPr id="37" name="Ink 36">
                <a:extLst>
                  <a:ext uri="{FF2B5EF4-FFF2-40B4-BE49-F238E27FC236}">
                    <a16:creationId xmlns:a16="http://schemas.microsoft.com/office/drawing/2014/main" id="{5D853691-FA22-F455-12D0-EDF46B328444}"/>
                  </a:ext>
                </a:extLst>
              </p:cNvPr>
              <p:cNvPicPr/>
              <p:nvPr/>
            </p:nvPicPr>
            <p:blipFill>
              <a:blip r:embed="rId35"/>
              <a:stretch>
                <a:fillRect/>
              </a:stretch>
            </p:blipFill>
            <p:spPr>
              <a:xfrm>
                <a:off x="3100102" y="3100856"/>
                <a:ext cx="10656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8" name="Ink 37">
                <a:extLst>
                  <a:ext uri="{FF2B5EF4-FFF2-40B4-BE49-F238E27FC236}">
                    <a16:creationId xmlns:a16="http://schemas.microsoft.com/office/drawing/2014/main" id="{68B587E8-3713-D705-B249-2A890D5D0A5B}"/>
                  </a:ext>
                </a:extLst>
              </p14:cNvPr>
              <p14:cNvContentPartPr/>
              <p14:nvPr/>
            </p14:nvContentPartPr>
            <p14:xfrm>
              <a:off x="3199822" y="3207056"/>
              <a:ext cx="218880" cy="86400"/>
            </p14:xfrm>
          </p:contentPart>
        </mc:Choice>
        <mc:Fallback>
          <p:pic>
            <p:nvPicPr>
              <p:cNvPr id="38" name="Ink 37">
                <a:extLst>
                  <a:ext uri="{FF2B5EF4-FFF2-40B4-BE49-F238E27FC236}">
                    <a16:creationId xmlns:a16="http://schemas.microsoft.com/office/drawing/2014/main" id="{68B587E8-3713-D705-B249-2A890D5D0A5B}"/>
                  </a:ext>
                </a:extLst>
              </p:cNvPr>
              <p:cNvPicPr/>
              <p:nvPr/>
            </p:nvPicPr>
            <p:blipFill>
              <a:blip r:embed="rId37"/>
              <a:stretch>
                <a:fillRect/>
              </a:stretch>
            </p:blipFill>
            <p:spPr>
              <a:xfrm>
                <a:off x="3191182" y="3198416"/>
                <a:ext cx="23652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9" name="Ink 38">
                <a:extLst>
                  <a:ext uri="{FF2B5EF4-FFF2-40B4-BE49-F238E27FC236}">
                    <a16:creationId xmlns:a16="http://schemas.microsoft.com/office/drawing/2014/main" id="{832AA75C-E870-BE5E-B388-7229AFF6E0FA}"/>
                  </a:ext>
                </a:extLst>
              </p14:cNvPr>
              <p14:cNvContentPartPr/>
              <p14:nvPr/>
            </p14:nvContentPartPr>
            <p14:xfrm>
              <a:off x="3412942" y="3124616"/>
              <a:ext cx="115200" cy="245160"/>
            </p14:xfrm>
          </p:contentPart>
        </mc:Choice>
        <mc:Fallback>
          <p:pic>
            <p:nvPicPr>
              <p:cNvPr id="39" name="Ink 38">
                <a:extLst>
                  <a:ext uri="{FF2B5EF4-FFF2-40B4-BE49-F238E27FC236}">
                    <a16:creationId xmlns:a16="http://schemas.microsoft.com/office/drawing/2014/main" id="{832AA75C-E870-BE5E-B388-7229AFF6E0FA}"/>
                  </a:ext>
                </a:extLst>
              </p:cNvPr>
              <p:cNvPicPr/>
              <p:nvPr/>
            </p:nvPicPr>
            <p:blipFill>
              <a:blip r:embed="rId39"/>
              <a:stretch>
                <a:fillRect/>
              </a:stretch>
            </p:blipFill>
            <p:spPr>
              <a:xfrm>
                <a:off x="3403942" y="3115616"/>
                <a:ext cx="13284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0" name="Ink 39">
                <a:extLst>
                  <a:ext uri="{FF2B5EF4-FFF2-40B4-BE49-F238E27FC236}">
                    <a16:creationId xmlns:a16="http://schemas.microsoft.com/office/drawing/2014/main" id="{CD8AFDCA-FE8E-E70F-8720-B65EB253EFC7}"/>
                  </a:ext>
                </a:extLst>
              </p14:cNvPr>
              <p14:cNvContentPartPr/>
              <p14:nvPr/>
            </p14:nvContentPartPr>
            <p14:xfrm>
              <a:off x="3306382" y="3248096"/>
              <a:ext cx="5760" cy="20160"/>
            </p14:xfrm>
          </p:contentPart>
        </mc:Choice>
        <mc:Fallback>
          <p:pic>
            <p:nvPicPr>
              <p:cNvPr id="40" name="Ink 39">
                <a:extLst>
                  <a:ext uri="{FF2B5EF4-FFF2-40B4-BE49-F238E27FC236}">
                    <a16:creationId xmlns:a16="http://schemas.microsoft.com/office/drawing/2014/main" id="{CD8AFDCA-FE8E-E70F-8720-B65EB253EFC7}"/>
                  </a:ext>
                </a:extLst>
              </p:cNvPr>
              <p:cNvPicPr/>
              <p:nvPr/>
            </p:nvPicPr>
            <p:blipFill>
              <a:blip r:embed="rId41"/>
              <a:stretch>
                <a:fillRect/>
              </a:stretch>
            </p:blipFill>
            <p:spPr>
              <a:xfrm>
                <a:off x="3297742" y="3239096"/>
                <a:ext cx="23400" cy="37800"/>
              </a:xfrm>
              <a:prstGeom prst="rect">
                <a:avLst/>
              </a:prstGeom>
            </p:spPr>
          </p:pic>
        </mc:Fallback>
      </mc:AlternateContent>
      <p:grpSp>
        <p:nvGrpSpPr>
          <p:cNvPr id="66" name="Group 65">
            <a:extLst>
              <a:ext uri="{FF2B5EF4-FFF2-40B4-BE49-F238E27FC236}">
                <a16:creationId xmlns:a16="http://schemas.microsoft.com/office/drawing/2014/main" id="{299BE1AC-4880-1E0B-A532-8769F719F155}"/>
              </a:ext>
            </a:extLst>
          </p:cNvPr>
          <p:cNvGrpSpPr/>
          <p:nvPr/>
        </p:nvGrpSpPr>
        <p:grpSpPr>
          <a:xfrm>
            <a:off x="1074382" y="5618696"/>
            <a:ext cx="3578040" cy="336240"/>
            <a:chOff x="1074382" y="5618696"/>
            <a:chExt cx="3578040" cy="336240"/>
          </a:xfrm>
        </p:grpSpPr>
        <mc:AlternateContent xmlns:mc="http://schemas.openxmlformats.org/markup-compatibility/2006">
          <mc:Choice xmlns:p14="http://schemas.microsoft.com/office/powerpoint/2010/main" Requires="p14">
            <p:contentPart p14:bwMode="auto" r:id="rId42">
              <p14:nvContentPartPr>
                <p14:cNvPr id="51" name="Ink 50">
                  <a:extLst>
                    <a:ext uri="{FF2B5EF4-FFF2-40B4-BE49-F238E27FC236}">
                      <a16:creationId xmlns:a16="http://schemas.microsoft.com/office/drawing/2014/main" id="{54B43A25-B4E5-5A33-9831-A40C12E83F1F}"/>
                    </a:ext>
                  </a:extLst>
                </p14:cNvPr>
                <p14:cNvContentPartPr/>
                <p14:nvPr/>
              </p14:nvContentPartPr>
              <p14:xfrm>
                <a:off x="4630102" y="5676656"/>
                <a:ext cx="22320" cy="200520"/>
              </p14:xfrm>
            </p:contentPart>
          </mc:Choice>
          <mc:Fallback>
            <p:pic>
              <p:nvPicPr>
                <p:cNvPr id="51" name="Ink 50">
                  <a:extLst>
                    <a:ext uri="{FF2B5EF4-FFF2-40B4-BE49-F238E27FC236}">
                      <a16:creationId xmlns:a16="http://schemas.microsoft.com/office/drawing/2014/main" id="{54B43A25-B4E5-5A33-9831-A40C12E83F1F}"/>
                    </a:ext>
                  </a:extLst>
                </p:cNvPr>
                <p:cNvPicPr/>
                <p:nvPr/>
              </p:nvPicPr>
              <p:blipFill>
                <a:blip r:embed="rId43"/>
                <a:stretch>
                  <a:fillRect/>
                </a:stretch>
              </p:blipFill>
              <p:spPr>
                <a:xfrm>
                  <a:off x="4621462" y="5668016"/>
                  <a:ext cx="3996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2" name="Ink 51">
                  <a:extLst>
                    <a:ext uri="{FF2B5EF4-FFF2-40B4-BE49-F238E27FC236}">
                      <a16:creationId xmlns:a16="http://schemas.microsoft.com/office/drawing/2014/main" id="{AEC434EB-0245-8959-875F-2EB2AD8FA4A6}"/>
                    </a:ext>
                  </a:extLst>
                </p14:cNvPr>
                <p14:cNvContentPartPr/>
                <p14:nvPr/>
              </p14:nvContentPartPr>
              <p14:xfrm>
                <a:off x="1074382" y="5618696"/>
                <a:ext cx="3519000" cy="48960"/>
              </p14:xfrm>
            </p:contentPart>
          </mc:Choice>
          <mc:Fallback>
            <p:pic>
              <p:nvPicPr>
                <p:cNvPr id="52" name="Ink 51">
                  <a:extLst>
                    <a:ext uri="{FF2B5EF4-FFF2-40B4-BE49-F238E27FC236}">
                      <a16:creationId xmlns:a16="http://schemas.microsoft.com/office/drawing/2014/main" id="{AEC434EB-0245-8959-875F-2EB2AD8FA4A6}"/>
                    </a:ext>
                  </a:extLst>
                </p:cNvPr>
                <p:cNvPicPr/>
                <p:nvPr/>
              </p:nvPicPr>
              <p:blipFill>
                <a:blip r:embed="rId45"/>
                <a:stretch>
                  <a:fillRect/>
                </a:stretch>
              </p:blipFill>
              <p:spPr>
                <a:xfrm>
                  <a:off x="1065742" y="5609696"/>
                  <a:ext cx="353664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3" name="Ink 52">
                  <a:extLst>
                    <a:ext uri="{FF2B5EF4-FFF2-40B4-BE49-F238E27FC236}">
                      <a16:creationId xmlns:a16="http://schemas.microsoft.com/office/drawing/2014/main" id="{D58B7FDE-1A13-E12E-0EE8-A31D7509265B}"/>
                    </a:ext>
                  </a:extLst>
                </p14:cNvPr>
                <p14:cNvContentPartPr/>
                <p14:nvPr/>
              </p14:nvContentPartPr>
              <p14:xfrm>
                <a:off x="1077262" y="5666936"/>
                <a:ext cx="12600" cy="195840"/>
              </p14:xfrm>
            </p:contentPart>
          </mc:Choice>
          <mc:Fallback>
            <p:pic>
              <p:nvPicPr>
                <p:cNvPr id="53" name="Ink 52">
                  <a:extLst>
                    <a:ext uri="{FF2B5EF4-FFF2-40B4-BE49-F238E27FC236}">
                      <a16:creationId xmlns:a16="http://schemas.microsoft.com/office/drawing/2014/main" id="{D58B7FDE-1A13-E12E-0EE8-A31D7509265B}"/>
                    </a:ext>
                  </a:extLst>
                </p:cNvPr>
                <p:cNvPicPr/>
                <p:nvPr/>
              </p:nvPicPr>
              <p:blipFill>
                <a:blip r:embed="rId47"/>
                <a:stretch>
                  <a:fillRect/>
                </a:stretch>
              </p:blipFill>
              <p:spPr>
                <a:xfrm>
                  <a:off x="1068622" y="5658296"/>
                  <a:ext cx="3024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5" name="Ink 54">
                  <a:extLst>
                    <a:ext uri="{FF2B5EF4-FFF2-40B4-BE49-F238E27FC236}">
                      <a16:creationId xmlns:a16="http://schemas.microsoft.com/office/drawing/2014/main" id="{6C8C908C-353B-38C1-C4D0-32A10CD6B05F}"/>
                    </a:ext>
                  </a:extLst>
                </p14:cNvPr>
                <p14:cNvContentPartPr/>
                <p14:nvPr/>
              </p14:nvContentPartPr>
              <p14:xfrm>
                <a:off x="1126582" y="5900576"/>
                <a:ext cx="3466800" cy="54360"/>
              </p14:xfrm>
            </p:contentPart>
          </mc:Choice>
          <mc:Fallback>
            <p:pic>
              <p:nvPicPr>
                <p:cNvPr id="55" name="Ink 54">
                  <a:extLst>
                    <a:ext uri="{FF2B5EF4-FFF2-40B4-BE49-F238E27FC236}">
                      <a16:creationId xmlns:a16="http://schemas.microsoft.com/office/drawing/2014/main" id="{6C8C908C-353B-38C1-C4D0-32A10CD6B05F}"/>
                    </a:ext>
                  </a:extLst>
                </p:cNvPr>
                <p:cNvPicPr/>
                <p:nvPr/>
              </p:nvPicPr>
              <p:blipFill>
                <a:blip r:embed="rId49"/>
                <a:stretch>
                  <a:fillRect/>
                </a:stretch>
              </p:blipFill>
              <p:spPr>
                <a:xfrm>
                  <a:off x="1117942" y="5891576"/>
                  <a:ext cx="348444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6" name="Ink 55">
                  <a:extLst>
                    <a:ext uri="{FF2B5EF4-FFF2-40B4-BE49-F238E27FC236}">
                      <a16:creationId xmlns:a16="http://schemas.microsoft.com/office/drawing/2014/main" id="{E1D16FAA-B355-6D62-A294-FDC98AB6E723}"/>
                    </a:ext>
                  </a:extLst>
                </p14:cNvPr>
                <p14:cNvContentPartPr/>
                <p14:nvPr/>
              </p14:nvContentPartPr>
              <p14:xfrm>
                <a:off x="1081942" y="5868896"/>
                <a:ext cx="39960" cy="11880"/>
              </p14:xfrm>
            </p:contentPart>
          </mc:Choice>
          <mc:Fallback>
            <p:pic>
              <p:nvPicPr>
                <p:cNvPr id="56" name="Ink 55">
                  <a:extLst>
                    <a:ext uri="{FF2B5EF4-FFF2-40B4-BE49-F238E27FC236}">
                      <a16:creationId xmlns:a16="http://schemas.microsoft.com/office/drawing/2014/main" id="{E1D16FAA-B355-6D62-A294-FDC98AB6E723}"/>
                    </a:ext>
                  </a:extLst>
                </p:cNvPr>
                <p:cNvPicPr/>
                <p:nvPr/>
              </p:nvPicPr>
              <p:blipFill>
                <a:blip r:embed="rId51"/>
                <a:stretch>
                  <a:fillRect/>
                </a:stretch>
              </p:blipFill>
              <p:spPr>
                <a:xfrm>
                  <a:off x="1072942" y="5860256"/>
                  <a:ext cx="576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8" name="Ink 57">
                  <a:extLst>
                    <a:ext uri="{FF2B5EF4-FFF2-40B4-BE49-F238E27FC236}">
                      <a16:creationId xmlns:a16="http://schemas.microsoft.com/office/drawing/2014/main" id="{821DB74E-79B1-9D74-60B1-03B82DA51240}"/>
                    </a:ext>
                  </a:extLst>
                </p14:cNvPr>
                <p14:cNvContentPartPr/>
                <p14:nvPr/>
              </p14:nvContentPartPr>
              <p14:xfrm>
                <a:off x="2503582" y="5755136"/>
                <a:ext cx="108000" cy="75240"/>
              </p14:xfrm>
            </p:contentPart>
          </mc:Choice>
          <mc:Fallback>
            <p:pic>
              <p:nvPicPr>
                <p:cNvPr id="58" name="Ink 57">
                  <a:extLst>
                    <a:ext uri="{FF2B5EF4-FFF2-40B4-BE49-F238E27FC236}">
                      <a16:creationId xmlns:a16="http://schemas.microsoft.com/office/drawing/2014/main" id="{821DB74E-79B1-9D74-60B1-03B82DA51240}"/>
                    </a:ext>
                  </a:extLst>
                </p:cNvPr>
                <p:cNvPicPr/>
                <p:nvPr/>
              </p:nvPicPr>
              <p:blipFill>
                <a:blip r:embed="rId53"/>
                <a:stretch>
                  <a:fillRect/>
                </a:stretch>
              </p:blipFill>
              <p:spPr>
                <a:xfrm>
                  <a:off x="2494942" y="5746136"/>
                  <a:ext cx="12564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9" name="Ink 58">
                  <a:extLst>
                    <a:ext uri="{FF2B5EF4-FFF2-40B4-BE49-F238E27FC236}">
                      <a16:creationId xmlns:a16="http://schemas.microsoft.com/office/drawing/2014/main" id="{8AF4BEEF-AE2F-70E9-9438-F540776AA15E}"/>
                    </a:ext>
                  </a:extLst>
                </p14:cNvPr>
                <p14:cNvContentPartPr/>
                <p14:nvPr/>
              </p14:nvContentPartPr>
              <p14:xfrm>
                <a:off x="2544622" y="5759816"/>
                <a:ext cx="65880" cy="72360"/>
              </p14:xfrm>
            </p:contentPart>
          </mc:Choice>
          <mc:Fallback>
            <p:pic>
              <p:nvPicPr>
                <p:cNvPr id="59" name="Ink 58">
                  <a:extLst>
                    <a:ext uri="{FF2B5EF4-FFF2-40B4-BE49-F238E27FC236}">
                      <a16:creationId xmlns:a16="http://schemas.microsoft.com/office/drawing/2014/main" id="{8AF4BEEF-AE2F-70E9-9438-F540776AA15E}"/>
                    </a:ext>
                  </a:extLst>
                </p:cNvPr>
                <p:cNvPicPr/>
                <p:nvPr/>
              </p:nvPicPr>
              <p:blipFill>
                <a:blip r:embed="rId55"/>
                <a:stretch>
                  <a:fillRect/>
                </a:stretch>
              </p:blipFill>
              <p:spPr>
                <a:xfrm>
                  <a:off x="2535622" y="5751176"/>
                  <a:ext cx="8352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1" name="Ink 60">
                  <a:extLst>
                    <a:ext uri="{FF2B5EF4-FFF2-40B4-BE49-F238E27FC236}">
                      <a16:creationId xmlns:a16="http://schemas.microsoft.com/office/drawing/2014/main" id="{7871C6F1-D36B-D89A-CB6E-4A09F39A3D48}"/>
                    </a:ext>
                  </a:extLst>
                </p14:cNvPr>
                <p14:cNvContentPartPr/>
                <p14:nvPr/>
              </p14:nvContentPartPr>
              <p14:xfrm>
                <a:off x="2573062" y="5810576"/>
                <a:ext cx="10800" cy="8640"/>
              </p14:xfrm>
            </p:contentPart>
          </mc:Choice>
          <mc:Fallback>
            <p:pic>
              <p:nvPicPr>
                <p:cNvPr id="61" name="Ink 60">
                  <a:extLst>
                    <a:ext uri="{FF2B5EF4-FFF2-40B4-BE49-F238E27FC236}">
                      <a16:creationId xmlns:a16="http://schemas.microsoft.com/office/drawing/2014/main" id="{7871C6F1-D36B-D89A-CB6E-4A09F39A3D48}"/>
                    </a:ext>
                  </a:extLst>
                </p:cNvPr>
                <p:cNvPicPr/>
                <p:nvPr/>
              </p:nvPicPr>
              <p:blipFill>
                <a:blip r:embed="rId57"/>
                <a:stretch>
                  <a:fillRect/>
                </a:stretch>
              </p:blipFill>
              <p:spPr>
                <a:xfrm>
                  <a:off x="2564062" y="5801576"/>
                  <a:ext cx="2844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3" name="Ink 62">
                  <a:extLst>
                    <a:ext uri="{FF2B5EF4-FFF2-40B4-BE49-F238E27FC236}">
                      <a16:creationId xmlns:a16="http://schemas.microsoft.com/office/drawing/2014/main" id="{AF669E31-0464-9766-2843-FFCF1E884C91}"/>
                    </a:ext>
                  </a:extLst>
                </p14:cNvPr>
                <p14:cNvContentPartPr/>
                <p14:nvPr/>
              </p14:nvContentPartPr>
              <p14:xfrm>
                <a:off x="2677462" y="5683856"/>
                <a:ext cx="63000" cy="170640"/>
              </p14:xfrm>
            </p:contentPart>
          </mc:Choice>
          <mc:Fallback>
            <p:pic>
              <p:nvPicPr>
                <p:cNvPr id="63" name="Ink 62">
                  <a:extLst>
                    <a:ext uri="{FF2B5EF4-FFF2-40B4-BE49-F238E27FC236}">
                      <a16:creationId xmlns:a16="http://schemas.microsoft.com/office/drawing/2014/main" id="{AF669E31-0464-9766-2843-FFCF1E884C91}"/>
                    </a:ext>
                  </a:extLst>
                </p:cNvPr>
                <p:cNvPicPr/>
                <p:nvPr/>
              </p:nvPicPr>
              <p:blipFill>
                <a:blip r:embed="rId59"/>
                <a:stretch>
                  <a:fillRect/>
                </a:stretch>
              </p:blipFill>
              <p:spPr>
                <a:xfrm>
                  <a:off x="2668822" y="5674856"/>
                  <a:ext cx="8064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4" name="Ink 63">
                  <a:extLst>
                    <a:ext uri="{FF2B5EF4-FFF2-40B4-BE49-F238E27FC236}">
                      <a16:creationId xmlns:a16="http://schemas.microsoft.com/office/drawing/2014/main" id="{F11BF412-E5AD-B25C-08DD-AFFDFAC36F34}"/>
                    </a:ext>
                  </a:extLst>
                </p14:cNvPr>
                <p14:cNvContentPartPr/>
                <p14:nvPr/>
              </p14:nvContentPartPr>
              <p14:xfrm>
                <a:off x="2766742" y="5773856"/>
                <a:ext cx="129240" cy="42840"/>
              </p14:xfrm>
            </p:contentPart>
          </mc:Choice>
          <mc:Fallback>
            <p:pic>
              <p:nvPicPr>
                <p:cNvPr id="64" name="Ink 63">
                  <a:extLst>
                    <a:ext uri="{FF2B5EF4-FFF2-40B4-BE49-F238E27FC236}">
                      <a16:creationId xmlns:a16="http://schemas.microsoft.com/office/drawing/2014/main" id="{F11BF412-E5AD-B25C-08DD-AFFDFAC36F34}"/>
                    </a:ext>
                  </a:extLst>
                </p:cNvPr>
                <p:cNvPicPr/>
                <p:nvPr/>
              </p:nvPicPr>
              <p:blipFill>
                <a:blip r:embed="rId61"/>
                <a:stretch>
                  <a:fillRect/>
                </a:stretch>
              </p:blipFill>
              <p:spPr>
                <a:xfrm>
                  <a:off x="2757742" y="5765216"/>
                  <a:ext cx="14688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5" name="Ink 64">
                  <a:extLst>
                    <a:ext uri="{FF2B5EF4-FFF2-40B4-BE49-F238E27FC236}">
                      <a16:creationId xmlns:a16="http://schemas.microsoft.com/office/drawing/2014/main" id="{B35D3FED-51A1-335C-8D2C-FBCD1DCE9067}"/>
                    </a:ext>
                  </a:extLst>
                </p14:cNvPr>
                <p14:cNvContentPartPr/>
                <p14:nvPr/>
              </p14:nvContentPartPr>
              <p14:xfrm>
                <a:off x="2907862" y="5698256"/>
                <a:ext cx="115200" cy="163800"/>
              </p14:xfrm>
            </p:contentPart>
          </mc:Choice>
          <mc:Fallback>
            <p:pic>
              <p:nvPicPr>
                <p:cNvPr id="65" name="Ink 64">
                  <a:extLst>
                    <a:ext uri="{FF2B5EF4-FFF2-40B4-BE49-F238E27FC236}">
                      <a16:creationId xmlns:a16="http://schemas.microsoft.com/office/drawing/2014/main" id="{B35D3FED-51A1-335C-8D2C-FBCD1DCE9067}"/>
                    </a:ext>
                  </a:extLst>
                </p:cNvPr>
                <p:cNvPicPr/>
                <p:nvPr/>
              </p:nvPicPr>
              <p:blipFill>
                <a:blip r:embed="rId63"/>
                <a:stretch>
                  <a:fillRect/>
                </a:stretch>
              </p:blipFill>
              <p:spPr>
                <a:xfrm>
                  <a:off x="2898862" y="5689616"/>
                  <a:ext cx="132840" cy="181440"/>
                </a:xfrm>
                <a:prstGeom prst="rect">
                  <a:avLst/>
                </a:prstGeom>
              </p:spPr>
            </p:pic>
          </mc:Fallback>
        </mc:AlternateContent>
      </p:grpSp>
      <p:grpSp>
        <p:nvGrpSpPr>
          <p:cNvPr id="69" name="Group 68">
            <a:extLst>
              <a:ext uri="{FF2B5EF4-FFF2-40B4-BE49-F238E27FC236}">
                <a16:creationId xmlns:a16="http://schemas.microsoft.com/office/drawing/2014/main" id="{9A79FB48-F4A9-794B-24F6-3C785BF0C1A5}"/>
              </a:ext>
            </a:extLst>
          </p:cNvPr>
          <p:cNvGrpSpPr/>
          <p:nvPr/>
        </p:nvGrpSpPr>
        <p:grpSpPr>
          <a:xfrm>
            <a:off x="1130902" y="6015776"/>
            <a:ext cx="711000" cy="87840"/>
            <a:chOff x="1130902" y="6015776"/>
            <a:chExt cx="711000" cy="87840"/>
          </a:xfrm>
        </p:grpSpPr>
        <mc:AlternateContent xmlns:mc="http://schemas.openxmlformats.org/markup-compatibility/2006">
          <mc:Choice xmlns:p14="http://schemas.microsoft.com/office/powerpoint/2010/main" Requires="p14">
            <p:contentPart p14:bwMode="auto" r:id="rId64">
              <p14:nvContentPartPr>
                <p14:cNvPr id="67" name="Ink 66">
                  <a:extLst>
                    <a:ext uri="{FF2B5EF4-FFF2-40B4-BE49-F238E27FC236}">
                      <a16:creationId xmlns:a16="http://schemas.microsoft.com/office/drawing/2014/main" id="{FA290726-DA0B-CAC8-27E8-C1AC536D7593}"/>
                    </a:ext>
                  </a:extLst>
                </p14:cNvPr>
                <p14:cNvContentPartPr/>
                <p14:nvPr/>
              </p14:nvContentPartPr>
              <p14:xfrm>
                <a:off x="1827502" y="6015776"/>
                <a:ext cx="14400" cy="54720"/>
              </p14:xfrm>
            </p:contentPart>
          </mc:Choice>
          <mc:Fallback>
            <p:pic>
              <p:nvPicPr>
                <p:cNvPr id="67" name="Ink 66">
                  <a:extLst>
                    <a:ext uri="{FF2B5EF4-FFF2-40B4-BE49-F238E27FC236}">
                      <a16:creationId xmlns:a16="http://schemas.microsoft.com/office/drawing/2014/main" id="{FA290726-DA0B-CAC8-27E8-C1AC536D7593}"/>
                    </a:ext>
                  </a:extLst>
                </p:cNvPr>
                <p:cNvPicPr/>
                <p:nvPr/>
              </p:nvPicPr>
              <p:blipFill>
                <a:blip r:embed="rId65"/>
                <a:stretch>
                  <a:fillRect/>
                </a:stretch>
              </p:blipFill>
              <p:spPr>
                <a:xfrm>
                  <a:off x="1818862" y="6006776"/>
                  <a:ext cx="3204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8" name="Ink 67">
                  <a:extLst>
                    <a:ext uri="{FF2B5EF4-FFF2-40B4-BE49-F238E27FC236}">
                      <a16:creationId xmlns:a16="http://schemas.microsoft.com/office/drawing/2014/main" id="{CB4DDD06-8375-26A0-A9FB-55EF05EFC6E6}"/>
                    </a:ext>
                  </a:extLst>
                </p14:cNvPr>
                <p14:cNvContentPartPr/>
                <p14:nvPr/>
              </p14:nvContentPartPr>
              <p14:xfrm>
                <a:off x="1130902" y="6044936"/>
                <a:ext cx="692640" cy="58680"/>
              </p14:xfrm>
            </p:contentPart>
          </mc:Choice>
          <mc:Fallback>
            <p:pic>
              <p:nvPicPr>
                <p:cNvPr id="68" name="Ink 67">
                  <a:extLst>
                    <a:ext uri="{FF2B5EF4-FFF2-40B4-BE49-F238E27FC236}">
                      <a16:creationId xmlns:a16="http://schemas.microsoft.com/office/drawing/2014/main" id="{CB4DDD06-8375-26A0-A9FB-55EF05EFC6E6}"/>
                    </a:ext>
                  </a:extLst>
                </p:cNvPr>
                <p:cNvPicPr/>
                <p:nvPr/>
              </p:nvPicPr>
              <p:blipFill>
                <a:blip r:embed="rId67"/>
                <a:stretch>
                  <a:fillRect/>
                </a:stretch>
              </p:blipFill>
              <p:spPr>
                <a:xfrm>
                  <a:off x="1122262" y="6036296"/>
                  <a:ext cx="710280" cy="76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8">
            <p14:nvContentPartPr>
              <p14:cNvPr id="70" name="Ink 69">
                <a:extLst>
                  <a:ext uri="{FF2B5EF4-FFF2-40B4-BE49-F238E27FC236}">
                    <a16:creationId xmlns:a16="http://schemas.microsoft.com/office/drawing/2014/main" id="{ADFFBE16-CA65-E9A0-E2DF-32C4B0ECA5F1}"/>
                  </a:ext>
                </a:extLst>
              </p14:cNvPr>
              <p14:cNvContentPartPr/>
              <p14:nvPr/>
            </p14:nvContentPartPr>
            <p14:xfrm>
              <a:off x="1190662" y="6236096"/>
              <a:ext cx="139680" cy="99720"/>
            </p14:xfrm>
          </p:contentPart>
        </mc:Choice>
        <mc:Fallback>
          <p:pic>
            <p:nvPicPr>
              <p:cNvPr id="70" name="Ink 69">
                <a:extLst>
                  <a:ext uri="{FF2B5EF4-FFF2-40B4-BE49-F238E27FC236}">
                    <a16:creationId xmlns:a16="http://schemas.microsoft.com/office/drawing/2014/main" id="{ADFFBE16-CA65-E9A0-E2DF-32C4B0ECA5F1}"/>
                  </a:ext>
                </a:extLst>
              </p:cNvPr>
              <p:cNvPicPr/>
              <p:nvPr/>
            </p:nvPicPr>
            <p:blipFill>
              <a:blip r:embed="rId69"/>
              <a:stretch>
                <a:fillRect/>
              </a:stretch>
            </p:blipFill>
            <p:spPr>
              <a:xfrm>
                <a:off x="1182022" y="6227456"/>
                <a:ext cx="157320" cy="117360"/>
              </a:xfrm>
              <a:prstGeom prst="rect">
                <a:avLst/>
              </a:prstGeom>
            </p:spPr>
          </p:pic>
        </mc:Fallback>
      </mc:AlternateContent>
      <p:grpSp>
        <p:nvGrpSpPr>
          <p:cNvPr id="75" name="Group 74">
            <a:extLst>
              <a:ext uri="{FF2B5EF4-FFF2-40B4-BE49-F238E27FC236}">
                <a16:creationId xmlns:a16="http://schemas.microsoft.com/office/drawing/2014/main" id="{DD0FB27A-0806-DDF9-9FC9-EB3FD703425D}"/>
              </a:ext>
            </a:extLst>
          </p:cNvPr>
          <p:cNvGrpSpPr/>
          <p:nvPr/>
        </p:nvGrpSpPr>
        <p:grpSpPr>
          <a:xfrm>
            <a:off x="1386142" y="6172736"/>
            <a:ext cx="280440" cy="176040"/>
            <a:chOff x="1386142" y="6172736"/>
            <a:chExt cx="280440" cy="176040"/>
          </a:xfrm>
        </p:grpSpPr>
        <mc:AlternateContent xmlns:mc="http://schemas.openxmlformats.org/markup-compatibility/2006">
          <mc:Choice xmlns:p14="http://schemas.microsoft.com/office/powerpoint/2010/main" Requires="p14">
            <p:contentPart p14:bwMode="auto" r:id="rId70">
              <p14:nvContentPartPr>
                <p14:cNvPr id="71" name="Ink 70">
                  <a:extLst>
                    <a:ext uri="{FF2B5EF4-FFF2-40B4-BE49-F238E27FC236}">
                      <a16:creationId xmlns:a16="http://schemas.microsoft.com/office/drawing/2014/main" id="{B738E9C1-C4F5-5C5A-3253-44D9439EF335}"/>
                    </a:ext>
                  </a:extLst>
                </p14:cNvPr>
                <p14:cNvContentPartPr/>
                <p14:nvPr/>
              </p14:nvContentPartPr>
              <p14:xfrm>
                <a:off x="1386142" y="6172736"/>
                <a:ext cx="70560" cy="160560"/>
              </p14:xfrm>
            </p:contentPart>
          </mc:Choice>
          <mc:Fallback>
            <p:pic>
              <p:nvPicPr>
                <p:cNvPr id="71" name="Ink 70">
                  <a:extLst>
                    <a:ext uri="{FF2B5EF4-FFF2-40B4-BE49-F238E27FC236}">
                      <a16:creationId xmlns:a16="http://schemas.microsoft.com/office/drawing/2014/main" id="{B738E9C1-C4F5-5C5A-3253-44D9439EF335}"/>
                    </a:ext>
                  </a:extLst>
                </p:cNvPr>
                <p:cNvPicPr/>
                <p:nvPr/>
              </p:nvPicPr>
              <p:blipFill>
                <a:blip r:embed="rId71"/>
                <a:stretch>
                  <a:fillRect/>
                </a:stretch>
              </p:blipFill>
              <p:spPr>
                <a:xfrm>
                  <a:off x="1377502" y="6164096"/>
                  <a:ext cx="8820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2" name="Ink 71">
                  <a:extLst>
                    <a:ext uri="{FF2B5EF4-FFF2-40B4-BE49-F238E27FC236}">
                      <a16:creationId xmlns:a16="http://schemas.microsoft.com/office/drawing/2014/main" id="{3920A2D5-E40D-FDFF-4CE3-7C043DE7E59A}"/>
                    </a:ext>
                  </a:extLst>
                </p14:cNvPr>
                <p14:cNvContentPartPr/>
                <p14:nvPr/>
              </p14:nvContentPartPr>
              <p14:xfrm>
                <a:off x="1453462" y="6253736"/>
                <a:ext cx="161280" cy="56160"/>
              </p14:xfrm>
            </p:contentPart>
          </mc:Choice>
          <mc:Fallback>
            <p:pic>
              <p:nvPicPr>
                <p:cNvPr id="72" name="Ink 71">
                  <a:extLst>
                    <a:ext uri="{FF2B5EF4-FFF2-40B4-BE49-F238E27FC236}">
                      <a16:creationId xmlns:a16="http://schemas.microsoft.com/office/drawing/2014/main" id="{3920A2D5-E40D-FDFF-4CE3-7C043DE7E59A}"/>
                    </a:ext>
                  </a:extLst>
                </p:cNvPr>
                <p:cNvPicPr/>
                <p:nvPr/>
              </p:nvPicPr>
              <p:blipFill>
                <a:blip r:embed="rId73"/>
                <a:stretch>
                  <a:fillRect/>
                </a:stretch>
              </p:blipFill>
              <p:spPr>
                <a:xfrm>
                  <a:off x="1444822" y="6245096"/>
                  <a:ext cx="17892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4" name="Ink 73">
                  <a:extLst>
                    <a:ext uri="{FF2B5EF4-FFF2-40B4-BE49-F238E27FC236}">
                      <a16:creationId xmlns:a16="http://schemas.microsoft.com/office/drawing/2014/main" id="{56897BD5-7AD1-2D65-89B0-DE3662F55D2B}"/>
                    </a:ext>
                  </a:extLst>
                </p14:cNvPr>
                <p14:cNvContentPartPr/>
                <p14:nvPr/>
              </p14:nvContentPartPr>
              <p14:xfrm>
                <a:off x="1589542" y="6191816"/>
                <a:ext cx="77040" cy="156960"/>
              </p14:xfrm>
            </p:contentPart>
          </mc:Choice>
          <mc:Fallback>
            <p:pic>
              <p:nvPicPr>
                <p:cNvPr id="74" name="Ink 73">
                  <a:extLst>
                    <a:ext uri="{FF2B5EF4-FFF2-40B4-BE49-F238E27FC236}">
                      <a16:creationId xmlns:a16="http://schemas.microsoft.com/office/drawing/2014/main" id="{56897BD5-7AD1-2D65-89B0-DE3662F55D2B}"/>
                    </a:ext>
                  </a:extLst>
                </p:cNvPr>
                <p:cNvPicPr/>
                <p:nvPr/>
              </p:nvPicPr>
              <p:blipFill>
                <a:blip r:embed="rId75"/>
                <a:stretch>
                  <a:fillRect/>
                </a:stretch>
              </p:blipFill>
              <p:spPr>
                <a:xfrm>
                  <a:off x="1580542" y="6183176"/>
                  <a:ext cx="94680" cy="174600"/>
                </a:xfrm>
                <a:prstGeom prst="rect">
                  <a:avLst/>
                </a:prstGeom>
              </p:spPr>
            </p:pic>
          </mc:Fallback>
        </mc:AlternateContent>
      </p:grpSp>
      <p:grpSp>
        <p:nvGrpSpPr>
          <p:cNvPr id="81" name="Group 80">
            <a:extLst>
              <a:ext uri="{FF2B5EF4-FFF2-40B4-BE49-F238E27FC236}">
                <a16:creationId xmlns:a16="http://schemas.microsoft.com/office/drawing/2014/main" id="{8B9A8FE9-BCF7-410D-4BC9-8548B69527ED}"/>
              </a:ext>
            </a:extLst>
          </p:cNvPr>
          <p:cNvGrpSpPr/>
          <p:nvPr/>
        </p:nvGrpSpPr>
        <p:grpSpPr>
          <a:xfrm>
            <a:off x="632302" y="6371456"/>
            <a:ext cx="340560" cy="116280"/>
            <a:chOff x="632302" y="6371456"/>
            <a:chExt cx="340560" cy="116280"/>
          </a:xfrm>
        </p:grpSpPr>
        <mc:AlternateContent xmlns:mc="http://schemas.openxmlformats.org/markup-compatibility/2006">
          <mc:Choice xmlns:p14="http://schemas.microsoft.com/office/powerpoint/2010/main" Requires="p14">
            <p:contentPart p14:bwMode="auto" r:id="rId76">
              <p14:nvContentPartPr>
                <p14:cNvPr id="76" name="Ink 75">
                  <a:extLst>
                    <a:ext uri="{FF2B5EF4-FFF2-40B4-BE49-F238E27FC236}">
                      <a16:creationId xmlns:a16="http://schemas.microsoft.com/office/drawing/2014/main" id="{47D37E83-94DA-4A13-404B-3C709C5FC4D4}"/>
                    </a:ext>
                  </a:extLst>
                </p14:cNvPr>
                <p14:cNvContentPartPr/>
                <p14:nvPr/>
              </p14:nvContentPartPr>
              <p14:xfrm>
                <a:off x="632302" y="6394496"/>
                <a:ext cx="36720" cy="93240"/>
              </p14:xfrm>
            </p:contentPart>
          </mc:Choice>
          <mc:Fallback>
            <p:pic>
              <p:nvPicPr>
                <p:cNvPr id="76" name="Ink 75">
                  <a:extLst>
                    <a:ext uri="{FF2B5EF4-FFF2-40B4-BE49-F238E27FC236}">
                      <a16:creationId xmlns:a16="http://schemas.microsoft.com/office/drawing/2014/main" id="{47D37E83-94DA-4A13-404B-3C709C5FC4D4}"/>
                    </a:ext>
                  </a:extLst>
                </p:cNvPr>
                <p:cNvPicPr/>
                <p:nvPr/>
              </p:nvPicPr>
              <p:blipFill>
                <a:blip r:embed="rId77"/>
                <a:stretch>
                  <a:fillRect/>
                </a:stretch>
              </p:blipFill>
              <p:spPr>
                <a:xfrm>
                  <a:off x="623662" y="6385856"/>
                  <a:ext cx="5436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7" name="Ink 76">
                  <a:extLst>
                    <a:ext uri="{FF2B5EF4-FFF2-40B4-BE49-F238E27FC236}">
                      <a16:creationId xmlns:a16="http://schemas.microsoft.com/office/drawing/2014/main" id="{EF108C97-C637-DA5A-8372-DEFBA7214BA0}"/>
                    </a:ext>
                  </a:extLst>
                </p14:cNvPr>
                <p14:cNvContentPartPr/>
                <p14:nvPr/>
              </p14:nvContentPartPr>
              <p14:xfrm>
                <a:off x="755062" y="6440936"/>
                <a:ext cx="63720" cy="8280"/>
              </p14:xfrm>
            </p:contentPart>
          </mc:Choice>
          <mc:Fallback>
            <p:pic>
              <p:nvPicPr>
                <p:cNvPr id="77" name="Ink 76">
                  <a:extLst>
                    <a:ext uri="{FF2B5EF4-FFF2-40B4-BE49-F238E27FC236}">
                      <a16:creationId xmlns:a16="http://schemas.microsoft.com/office/drawing/2014/main" id="{EF108C97-C637-DA5A-8372-DEFBA7214BA0}"/>
                    </a:ext>
                  </a:extLst>
                </p:cNvPr>
                <p:cNvPicPr/>
                <p:nvPr/>
              </p:nvPicPr>
              <p:blipFill>
                <a:blip r:embed="rId79"/>
                <a:stretch>
                  <a:fillRect/>
                </a:stretch>
              </p:blipFill>
              <p:spPr>
                <a:xfrm>
                  <a:off x="746422" y="6431936"/>
                  <a:ext cx="8136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8" name="Ink 77">
                  <a:extLst>
                    <a:ext uri="{FF2B5EF4-FFF2-40B4-BE49-F238E27FC236}">
                      <a16:creationId xmlns:a16="http://schemas.microsoft.com/office/drawing/2014/main" id="{AEFFA537-3604-DDDA-4B17-1339B80A0919}"/>
                    </a:ext>
                  </a:extLst>
                </p14:cNvPr>
                <p14:cNvContentPartPr/>
                <p14:nvPr/>
              </p14:nvContentPartPr>
              <p14:xfrm>
                <a:off x="750022" y="6384776"/>
                <a:ext cx="52920" cy="10800"/>
              </p14:xfrm>
            </p:contentPart>
          </mc:Choice>
          <mc:Fallback>
            <p:pic>
              <p:nvPicPr>
                <p:cNvPr id="78" name="Ink 77">
                  <a:extLst>
                    <a:ext uri="{FF2B5EF4-FFF2-40B4-BE49-F238E27FC236}">
                      <a16:creationId xmlns:a16="http://schemas.microsoft.com/office/drawing/2014/main" id="{AEFFA537-3604-DDDA-4B17-1339B80A0919}"/>
                    </a:ext>
                  </a:extLst>
                </p:cNvPr>
                <p:cNvPicPr/>
                <p:nvPr/>
              </p:nvPicPr>
              <p:blipFill>
                <a:blip r:embed="rId81"/>
                <a:stretch>
                  <a:fillRect/>
                </a:stretch>
              </p:blipFill>
              <p:spPr>
                <a:xfrm>
                  <a:off x="741022" y="6375776"/>
                  <a:ext cx="7056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0" name="Ink 79">
                  <a:extLst>
                    <a:ext uri="{FF2B5EF4-FFF2-40B4-BE49-F238E27FC236}">
                      <a16:creationId xmlns:a16="http://schemas.microsoft.com/office/drawing/2014/main" id="{E3534180-60FD-A549-3BB3-F93FAB0D8736}"/>
                    </a:ext>
                  </a:extLst>
                </p14:cNvPr>
                <p14:cNvContentPartPr/>
                <p14:nvPr/>
              </p14:nvContentPartPr>
              <p14:xfrm>
                <a:off x="879982" y="6371456"/>
                <a:ext cx="92880" cy="62640"/>
              </p14:xfrm>
            </p:contentPart>
          </mc:Choice>
          <mc:Fallback>
            <p:pic>
              <p:nvPicPr>
                <p:cNvPr id="80" name="Ink 79">
                  <a:extLst>
                    <a:ext uri="{FF2B5EF4-FFF2-40B4-BE49-F238E27FC236}">
                      <a16:creationId xmlns:a16="http://schemas.microsoft.com/office/drawing/2014/main" id="{E3534180-60FD-A549-3BB3-F93FAB0D8736}"/>
                    </a:ext>
                  </a:extLst>
                </p:cNvPr>
                <p:cNvPicPr/>
                <p:nvPr/>
              </p:nvPicPr>
              <p:blipFill>
                <a:blip r:embed="rId83"/>
                <a:stretch>
                  <a:fillRect/>
                </a:stretch>
              </p:blipFill>
              <p:spPr>
                <a:xfrm>
                  <a:off x="870982" y="6362816"/>
                  <a:ext cx="110520" cy="80280"/>
                </a:xfrm>
                <a:prstGeom prst="rect">
                  <a:avLst/>
                </a:prstGeom>
              </p:spPr>
            </p:pic>
          </mc:Fallback>
        </mc:AlternateContent>
      </p:grpSp>
      <p:grpSp>
        <p:nvGrpSpPr>
          <p:cNvPr id="93" name="Group 92">
            <a:extLst>
              <a:ext uri="{FF2B5EF4-FFF2-40B4-BE49-F238E27FC236}">
                <a16:creationId xmlns:a16="http://schemas.microsoft.com/office/drawing/2014/main" id="{C0549820-97E6-0822-4C08-CDA5A303ABF4}"/>
              </a:ext>
            </a:extLst>
          </p:cNvPr>
          <p:cNvGrpSpPr/>
          <p:nvPr/>
        </p:nvGrpSpPr>
        <p:grpSpPr>
          <a:xfrm>
            <a:off x="1663702" y="5982296"/>
            <a:ext cx="1424520" cy="556560"/>
            <a:chOff x="1663702" y="5982296"/>
            <a:chExt cx="1424520" cy="556560"/>
          </a:xfrm>
        </p:grpSpPr>
        <mc:AlternateContent xmlns:mc="http://schemas.openxmlformats.org/markup-compatibility/2006">
          <mc:Choice xmlns:p14="http://schemas.microsoft.com/office/powerpoint/2010/main" Requires="p14">
            <p:contentPart p14:bwMode="auto" r:id="rId84">
              <p14:nvContentPartPr>
                <p14:cNvPr id="82" name="Ink 81">
                  <a:extLst>
                    <a:ext uri="{FF2B5EF4-FFF2-40B4-BE49-F238E27FC236}">
                      <a16:creationId xmlns:a16="http://schemas.microsoft.com/office/drawing/2014/main" id="{CE035AC5-8701-4474-1DC8-118EF8616A17}"/>
                    </a:ext>
                  </a:extLst>
                </p14:cNvPr>
                <p14:cNvContentPartPr/>
                <p14:nvPr/>
              </p14:nvContentPartPr>
              <p14:xfrm>
                <a:off x="1663702" y="5985536"/>
                <a:ext cx="24840" cy="131400"/>
              </p14:xfrm>
            </p:contentPart>
          </mc:Choice>
          <mc:Fallback>
            <p:pic>
              <p:nvPicPr>
                <p:cNvPr id="82" name="Ink 81">
                  <a:extLst>
                    <a:ext uri="{FF2B5EF4-FFF2-40B4-BE49-F238E27FC236}">
                      <a16:creationId xmlns:a16="http://schemas.microsoft.com/office/drawing/2014/main" id="{CE035AC5-8701-4474-1DC8-118EF8616A17}"/>
                    </a:ext>
                  </a:extLst>
                </p:cNvPr>
                <p:cNvPicPr/>
                <p:nvPr/>
              </p:nvPicPr>
              <p:blipFill>
                <a:blip r:embed="rId85"/>
                <a:stretch>
                  <a:fillRect/>
                </a:stretch>
              </p:blipFill>
              <p:spPr>
                <a:xfrm>
                  <a:off x="1655062" y="5976896"/>
                  <a:ext cx="424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3" name="Ink 82">
                  <a:extLst>
                    <a:ext uri="{FF2B5EF4-FFF2-40B4-BE49-F238E27FC236}">
                      <a16:creationId xmlns:a16="http://schemas.microsoft.com/office/drawing/2014/main" id="{9C6833CA-4360-3594-132E-3159FF163860}"/>
                    </a:ext>
                  </a:extLst>
                </p14:cNvPr>
                <p14:cNvContentPartPr/>
                <p14:nvPr/>
              </p14:nvContentPartPr>
              <p14:xfrm>
                <a:off x="1699342" y="5982296"/>
                <a:ext cx="586080" cy="163440"/>
              </p14:xfrm>
            </p:contentPart>
          </mc:Choice>
          <mc:Fallback>
            <p:pic>
              <p:nvPicPr>
                <p:cNvPr id="83" name="Ink 82">
                  <a:extLst>
                    <a:ext uri="{FF2B5EF4-FFF2-40B4-BE49-F238E27FC236}">
                      <a16:creationId xmlns:a16="http://schemas.microsoft.com/office/drawing/2014/main" id="{9C6833CA-4360-3594-132E-3159FF163860}"/>
                    </a:ext>
                  </a:extLst>
                </p:cNvPr>
                <p:cNvPicPr/>
                <p:nvPr/>
              </p:nvPicPr>
              <p:blipFill>
                <a:blip r:embed="rId87"/>
                <a:stretch>
                  <a:fillRect/>
                </a:stretch>
              </p:blipFill>
              <p:spPr>
                <a:xfrm>
                  <a:off x="1690702" y="5973656"/>
                  <a:ext cx="60372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5" name="Ink 84">
                  <a:extLst>
                    <a:ext uri="{FF2B5EF4-FFF2-40B4-BE49-F238E27FC236}">
                      <a16:creationId xmlns:a16="http://schemas.microsoft.com/office/drawing/2014/main" id="{F8548FAD-1FF5-C6E5-24C6-B209E2699B98}"/>
                    </a:ext>
                  </a:extLst>
                </p14:cNvPr>
                <p14:cNvContentPartPr/>
                <p14:nvPr/>
              </p14:nvContentPartPr>
              <p14:xfrm>
                <a:off x="1961782" y="6218816"/>
                <a:ext cx="30240" cy="85680"/>
              </p14:xfrm>
            </p:contentPart>
          </mc:Choice>
          <mc:Fallback>
            <p:pic>
              <p:nvPicPr>
                <p:cNvPr id="85" name="Ink 84">
                  <a:extLst>
                    <a:ext uri="{FF2B5EF4-FFF2-40B4-BE49-F238E27FC236}">
                      <a16:creationId xmlns:a16="http://schemas.microsoft.com/office/drawing/2014/main" id="{F8548FAD-1FF5-C6E5-24C6-B209E2699B98}"/>
                    </a:ext>
                  </a:extLst>
                </p:cNvPr>
                <p:cNvPicPr/>
                <p:nvPr/>
              </p:nvPicPr>
              <p:blipFill>
                <a:blip r:embed="rId89"/>
                <a:stretch>
                  <a:fillRect/>
                </a:stretch>
              </p:blipFill>
              <p:spPr>
                <a:xfrm>
                  <a:off x="1953142" y="6210176"/>
                  <a:ext cx="4788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7" name="Ink 86">
                  <a:extLst>
                    <a:ext uri="{FF2B5EF4-FFF2-40B4-BE49-F238E27FC236}">
                      <a16:creationId xmlns:a16="http://schemas.microsoft.com/office/drawing/2014/main" id="{C70F89F3-AD53-76B5-1533-26CABB5DE8B2}"/>
                    </a:ext>
                  </a:extLst>
                </p14:cNvPr>
                <p14:cNvContentPartPr/>
                <p14:nvPr/>
              </p14:nvContentPartPr>
              <p14:xfrm>
                <a:off x="2152942" y="6399176"/>
                <a:ext cx="150120" cy="103320"/>
              </p14:xfrm>
            </p:contentPart>
          </mc:Choice>
          <mc:Fallback>
            <p:pic>
              <p:nvPicPr>
                <p:cNvPr id="87" name="Ink 86">
                  <a:extLst>
                    <a:ext uri="{FF2B5EF4-FFF2-40B4-BE49-F238E27FC236}">
                      <a16:creationId xmlns:a16="http://schemas.microsoft.com/office/drawing/2014/main" id="{C70F89F3-AD53-76B5-1533-26CABB5DE8B2}"/>
                    </a:ext>
                  </a:extLst>
                </p:cNvPr>
                <p:cNvPicPr/>
                <p:nvPr/>
              </p:nvPicPr>
              <p:blipFill>
                <a:blip r:embed="rId91"/>
                <a:stretch>
                  <a:fillRect/>
                </a:stretch>
              </p:blipFill>
              <p:spPr>
                <a:xfrm>
                  <a:off x="2143942" y="6390176"/>
                  <a:ext cx="16776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8" name="Ink 87">
                  <a:extLst>
                    <a:ext uri="{FF2B5EF4-FFF2-40B4-BE49-F238E27FC236}">
                      <a16:creationId xmlns:a16="http://schemas.microsoft.com/office/drawing/2014/main" id="{DE5A6643-5D1E-9E8C-24EA-B153AF152E7F}"/>
                    </a:ext>
                  </a:extLst>
                </p14:cNvPr>
                <p14:cNvContentPartPr/>
                <p14:nvPr/>
              </p14:nvContentPartPr>
              <p14:xfrm>
                <a:off x="2346262" y="6374336"/>
                <a:ext cx="88560" cy="159480"/>
              </p14:xfrm>
            </p:contentPart>
          </mc:Choice>
          <mc:Fallback>
            <p:pic>
              <p:nvPicPr>
                <p:cNvPr id="88" name="Ink 87">
                  <a:extLst>
                    <a:ext uri="{FF2B5EF4-FFF2-40B4-BE49-F238E27FC236}">
                      <a16:creationId xmlns:a16="http://schemas.microsoft.com/office/drawing/2014/main" id="{DE5A6643-5D1E-9E8C-24EA-B153AF152E7F}"/>
                    </a:ext>
                  </a:extLst>
                </p:cNvPr>
                <p:cNvPicPr/>
                <p:nvPr/>
              </p:nvPicPr>
              <p:blipFill>
                <a:blip r:embed="rId93"/>
                <a:stretch>
                  <a:fillRect/>
                </a:stretch>
              </p:blipFill>
              <p:spPr>
                <a:xfrm>
                  <a:off x="2337622" y="6365336"/>
                  <a:ext cx="10620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89" name="Ink 88">
                  <a:extLst>
                    <a:ext uri="{FF2B5EF4-FFF2-40B4-BE49-F238E27FC236}">
                      <a16:creationId xmlns:a16="http://schemas.microsoft.com/office/drawing/2014/main" id="{D2E851E9-6AD4-68CC-1F7C-7BEE45E2B56F}"/>
                    </a:ext>
                  </a:extLst>
                </p14:cNvPr>
                <p14:cNvContentPartPr/>
                <p14:nvPr/>
              </p14:nvContentPartPr>
              <p14:xfrm>
                <a:off x="2460742" y="6450656"/>
                <a:ext cx="153360" cy="42840"/>
              </p14:xfrm>
            </p:contentPart>
          </mc:Choice>
          <mc:Fallback>
            <p:pic>
              <p:nvPicPr>
                <p:cNvPr id="89" name="Ink 88">
                  <a:extLst>
                    <a:ext uri="{FF2B5EF4-FFF2-40B4-BE49-F238E27FC236}">
                      <a16:creationId xmlns:a16="http://schemas.microsoft.com/office/drawing/2014/main" id="{D2E851E9-6AD4-68CC-1F7C-7BEE45E2B56F}"/>
                    </a:ext>
                  </a:extLst>
                </p:cNvPr>
                <p:cNvPicPr/>
                <p:nvPr/>
              </p:nvPicPr>
              <p:blipFill>
                <a:blip r:embed="rId95"/>
                <a:stretch>
                  <a:fillRect/>
                </a:stretch>
              </p:blipFill>
              <p:spPr>
                <a:xfrm>
                  <a:off x="2451742" y="6441656"/>
                  <a:ext cx="17100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0" name="Ink 89">
                  <a:extLst>
                    <a:ext uri="{FF2B5EF4-FFF2-40B4-BE49-F238E27FC236}">
                      <a16:creationId xmlns:a16="http://schemas.microsoft.com/office/drawing/2014/main" id="{938987EE-2C63-7F13-E008-670851E1A8E4}"/>
                    </a:ext>
                  </a:extLst>
                </p14:cNvPr>
                <p14:cNvContentPartPr/>
                <p14:nvPr/>
              </p14:nvContentPartPr>
              <p14:xfrm>
                <a:off x="2690422" y="6464336"/>
                <a:ext cx="75240" cy="6840"/>
              </p14:xfrm>
            </p:contentPart>
          </mc:Choice>
          <mc:Fallback>
            <p:pic>
              <p:nvPicPr>
                <p:cNvPr id="90" name="Ink 89">
                  <a:extLst>
                    <a:ext uri="{FF2B5EF4-FFF2-40B4-BE49-F238E27FC236}">
                      <a16:creationId xmlns:a16="http://schemas.microsoft.com/office/drawing/2014/main" id="{938987EE-2C63-7F13-E008-670851E1A8E4}"/>
                    </a:ext>
                  </a:extLst>
                </p:cNvPr>
                <p:cNvPicPr/>
                <p:nvPr/>
              </p:nvPicPr>
              <p:blipFill>
                <a:blip r:embed="rId97"/>
                <a:stretch>
                  <a:fillRect/>
                </a:stretch>
              </p:blipFill>
              <p:spPr>
                <a:xfrm>
                  <a:off x="2681422" y="6455336"/>
                  <a:ext cx="928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1" name="Ink 90">
                  <a:extLst>
                    <a:ext uri="{FF2B5EF4-FFF2-40B4-BE49-F238E27FC236}">
                      <a16:creationId xmlns:a16="http://schemas.microsoft.com/office/drawing/2014/main" id="{DB406491-EDA5-B00A-C9AD-DEC034DB4AC0}"/>
                    </a:ext>
                  </a:extLst>
                </p14:cNvPr>
                <p14:cNvContentPartPr/>
                <p14:nvPr/>
              </p14:nvContentPartPr>
              <p14:xfrm>
                <a:off x="2832982" y="6383696"/>
                <a:ext cx="127800" cy="113400"/>
              </p14:xfrm>
            </p:contentPart>
          </mc:Choice>
          <mc:Fallback>
            <p:pic>
              <p:nvPicPr>
                <p:cNvPr id="91" name="Ink 90">
                  <a:extLst>
                    <a:ext uri="{FF2B5EF4-FFF2-40B4-BE49-F238E27FC236}">
                      <a16:creationId xmlns:a16="http://schemas.microsoft.com/office/drawing/2014/main" id="{DB406491-EDA5-B00A-C9AD-DEC034DB4AC0}"/>
                    </a:ext>
                  </a:extLst>
                </p:cNvPr>
                <p:cNvPicPr/>
                <p:nvPr/>
              </p:nvPicPr>
              <p:blipFill>
                <a:blip r:embed="rId99"/>
                <a:stretch>
                  <a:fillRect/>
                </a:stretch>
              </p:blipFill>
              <p:spPr>
                <a:xfrm>
                  <a:off x="2823982" y="6374696"/>
                  <a:ext cx="14544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2" name="Ink 91">
                  <a:extLst>
                    <a:ext uri="{FF2B5EF4-FFF2-40B4-BE49-F238E27FC236}">
                      <a16:creationId xmlns:a16="http://schemas.microsoft.com/office/drawing/2014/main" id="{E8296F38-0957-F750-F0D1-196CA949BA9A}"/>
                    </a:ext>
                  </a:extLst>
                </p14:cNvPr>
                <p14:cNvContentPartPr/>
                <p14:nvPr/>
              </p14:nvContentPartPr>
              <p14:xfrm>
                <a:off x="2987422" y="6380816"/>
                <a:ext cx="100800" cy="158040"/>
              </p14:xfrm>
            </p:contentPart>
          </mc:Choice>
          <mc:Fallback>
            <p:pic>
              <p:nvPicPr>
                <p:cNvPr id="92" name="Ink 91">
                  <a:extLst>
                    <a:ext uri="{FF2B5EF4-FFF2-40B4-BE49-F238E27FC236}">
                      <a16:creationId xmlns:a16="http://schemas.microsoft.com/office/drawing/2014/main" id="{E8296F38-0957-F750-F0D1-196CA949BA9A}"/>
                    </a:ext>
                  </a:extLst>
                </p:cNvPr>
                <p:cNvPicPr/>
                <p:nvPr/>
              </p:nvPicPr>
              <p:blipFill>
                <a:blip r:embed="rId101"/>
                <a:stretch>
                  <a:fillRect/>
                </a:stretch>
              </p:blipFill>
              <p:spPr>
                <a:xfrm>
                  <a:off x="2978782" y="6371816"/>
                  <a:ext cx="118440" cy="175680"/>
                </a:xfrm>
                <a:prstGeom prst="rect">
                  <a:avLst/>
                </a:prstGeom>
              </p:spPr>
            </p:pic>
          </mc:Fallback>
        </mc:AlternateContent>
      </p:grpSp>
      <p:grpSp>
        <p:nvGrpSpPr>
          <p:cNvPr id="108" name="Group 107">
            <a:extLst>
              <a:ext uri="{FF2B5EF4-FFF2-40B4-BE49-F238E27FC236}">
                <a16:creationId xmlns:a16="http://schemas.microsoft.com/office/drawing/2014/main" id="{9382EFB7-7339-F336-A265-FFEA7BDD2EEA}"/>
              </a:ext>
            </a:extLst>
          </p:cNvPr>
          <p:cNvGrpSpPr/>
          <p:nvPr/>
        </p:nvGrpSpPr>
        <p:grpSpPr>
          <a:xfrm>
            <a:off x="2099662" y="5967536"/>
            <a:ext cx="2516760" cy="547560"/>
            <a:chOff x="2099662" y="5967536"/>
            <a:chExt cx="2516760" cy="547560"/>
          </a:xfrm>
        </p:grpSpPr>
        <mc:AlternateContent xmlns:mc="http://schemas.openxmlformats.org/markup-compatibility/2006">
          <mc:Choice xmlns:p14="http://schemas.microsoft.com/office/powerpoint/2010/main" Requires="p14">
            <p:contentPart p14:bwMode="auto" r:id="rId102">
              <p14:nvContentPartPr>
                <p14:cNvPr id="94" name="Ink 93">
                  <a:extLst>
                    <a:ext uri="{FF2B5EF4-FFF2-40B4-BE49-F238E27FC236}">
                      <a16:creationId xmlns:a16="http://schemas.microsoft.com/office/drawing/2014/main" id="{8700F4A6-EE39-0B34-7E7A-9F6A5307BFFC}"/>
                    </a:ext>
                  </a:extLst>
                </p14:cNvPr>
                <p14:cNvContentPartPr/>
                <p14:nvPr/>
              </p14:nvContentPartPr>
              <p14:xfrm>
                <a:off x="2099662" y="5991296"/>
                <a:ext cx="5760" cy="106200"/>
              </p14:xfrm>
            </p:contentPart>
          </mc:Choice>
          <mc:Fallback>
            <p:pic>
              <p:nvPicPr>
                <p:cNvPr id="94" name="Ink 93">
                  <a:extLst>
                    <a:ext uri="{FF2B5EF4-FFF2-40B4-BE49-F238E27FC236}">
                      <a16:creationId xmlns:a16="http://schemas.microsoft.com/office/drawing/2014/main" id="{8700F4A6-EE39-0B34-7E7A-9F6A5307BFFC}"/>
                    </a:ext>
                  </a:extLst>
                </p:cNvPr>
                <p:cNvPicPr/>
                <p:nvPr/>
              </p:nvPicPr>
              <p:blipFill>
                <a:blip r:embed="rId103"/>
                <a:stretch>
                  <a:fillRect/>
                </a:stretch>
              </p:blipFill>
              <p:spPr>
                <a:xfrm>
                  <a:off x="2091022" y="5982296"/>
                  <a:ext cx="2340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95" name="Ink 94">
                  <a:extLst>
                    <a:ext uri="{FF2B5EF4-FFF2-40B4-BE49-F238E27FC236}">
                      <a16:creationId xmlns:a16="http://schemas.microsoft.com/office/drawing/2014/main" id="{CE5416A5-25F2-E68A-83CD-00637A761A6D}"/>
                    </a:ext>
                  </a:extLst>
                </p14:cNvPr>
                <p14:cNvContentPartPr/>
                <p14:nvPr/>
              </p14:nvContentPartPr>
              <p14:xfrm>
                <a:off x="2110462" y="5967536"/>
                <a:ext cx="576000" cy="136440"/>
              </p14:xfrm>
            </p:contentPart>
          </mc:Choice>
          <mc:Fallback>
            <p:pic>
              <p:nvPicPr>
                <p:cNvPr id="95" name="Ink 94">
                  <a:extLst>
                    <a:ext uri="{FF2B5EF4-FFF2-40B4-BE49-F238E27FC236}">
                      <a16:creationId xmlns:a16="http://schemas.microsoft.com/office/drawing/2014/main" id="{CE5416A5-25F2-E68A-83CD-00637A761A6D}"/>
                    </a:ext>
                  </a:extLst>
                </p:cNvPr>
                <p:cNvPicPr/>
                <p:nvPr/>
              </p:nvPicPr>
              <p:blipFill>
                <a:blip r:embed="rId105"/>
                <a:stretch>
                  <a:fillRect/>
                </a:stretch>
              </p:blipFill>
              <p:spPr>
                <a:xfrm>
                  <a:off x="2101462" y="5958536"/>
                  <a:ext cx="5936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97" name="Ink 96">
                  <a:extLst>
                    <a:ext uri="{FF2B5EF4-FFF2-40B4-BE49-F238E27FC236}">
                      <a16:creationId xmlns:a16="http://schemas.microsoft.com/office/drawing/2014/main" id="{D542E3AA-B849-D1B1-B46B-F9ED99433C9A}"/>
                    </a:ext>
                  </a:extLst>
                </p14:cNvPr>
                <p14:cNvContentPartPr/>
                <p14:nvPr/>
              </p14:nvContentPartPr>
              <p14:xfrm>
                <a:off x="2578102" y="6156176"/>
                <a:ext cx="638640" cy="120960"/>
              </p14:xfrm>
            </p:contentPart>
          </mc:Choice>
          <mc:Fallback>
            <p:pic>
              <p:nvPicPr>
                <p:cNvPr id="97" name="Ink 96">
                  <a:extLst>
                    <a:ext uri="{FF2B5EF4-FFF2-40B4-BE49-F238E27FC236}">
                      <a16:creationId xmlns:a16="http://schemas.microsoft.com/office/drawing/2014/main" id="{D542E3AA-B849-D1B1-B46B-F9ED99433C9A}"/>
                    </a:ext>
                  </a:extLst>
                </p:cNvPr>
                <p:cNvPicPr/>
                <p:nvPr/>
              </p:nvPicPr>
              <p:blipFill>
                <a:blip r:embed="rId107"/>
                <a:stretch>
                  <a:fillRect/>
                </a:stretch>
              </p:blipFill>
              <p:spPr>
                <a:xfrm>
                  <a:off x="2569462" y="6147176"/>
                  <a:ext cx="65628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99" name="Ink 98">
                  <a:extLst>
                    <a:ext uri="{FF2B5EF4-FFF2-40B4-BE49-F238E27FC236}">
                      <a16:creationId xmlns:a16="http://schemas.microsoft.com/office/drawing/2014/main" id="{986F9078-DAA7-D4D5-36A8-B486E8CDB59E}"/>
                    </a:ext>
                  </a:extLst>
                </p14:cNvPr>
                <p14:cNvContentPartPr/>
                <p14:nvPr/>
              </p14:nvContentPartPr>
              <p14:xfrm>
                <a:off x="3412942" y="6340496"/>
                <a:ext cx="154080" cy="114480"/>
              </p14:xfrm>
            </p:contentPart>
          </mc:Choice>
          <mc:Fallback>
            <p:pic>
              <p:nvPicPr>
                <p:cNvPr id="99" name="Ink 98">
                  <a:extLst>
                    <a:ext uri="{FF2B5EF4-FFF2-40B4-BE49-F238E27FC236}">
                      <a16:creationId xmlns:a16="http://schemas.microsoft.com/office/drawing/2014/main" id="{986F9078-DAA7-D4D5-36A8-B486E8CDB59E}"/>
                    </a:ext>
                  </a:extLst>
                </p:cNvPr>
                <p:cNvPicPr/>
                <p:nvPr/>
              </p:nvPicPr>
              <p:blipFill>
                <a:blip r:embed="rId109"/>
                <a:stretch>
                  <a:fillRect/>
                </a:stretch>
              </p:blipFill>
              <p:spPr>
                <a:xfrm>
                  <a:off x="3403942" y="6331856"/>
                  <a:ext cx="17172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1" name="Ink 100">
                  <a:extLst>
                    <a:ext uri="{FF2B5EF4-FFF2-40B4-BE49-F238E27FC236}">
                      <a16:creationId xmlns:a16="http://schemas.microsoft.com/office/drawing/2014/main" id="{37897AC7-E659-5D30-5976-6F5548527297}"/>
                    </a:ext>
                  </a:extLst>
                </p14:cNvPr>
                <p14:cNvContentPartPr/>
                <p14:nvPr/>
              </p14:nvContentPartPr>
              <p14:xfrm>
                <a:off x="3603022" y="6279656"/>
                <a:ext cx="103320" cy="212760"/>
              </p14:xfrm>
            </p:contentPart>
          </mc:Choice>
          <mc:Fallback>
            <p:pic>
              <p:nvPicPr>
                <p:cNvPr id="101" name="Ink 100">
                  <a:extLst>
                    <a:ext uri="{FF2B5EF4-FFF2-40B4-BE49-F238E27FC236}">
                      <a16:creationId xmlns:a16="http://schemas.microsoft.com/office/drawing/2014/main" id="{37897AC7-E659-5D30-5976-6F5548527297}"/>
                    </a:ext>
                  </a:extLst>
                </p:cNvPr>
                <p:cNvPicPr/>
                <p:nvPr/>
              </p:nvPicPr>
              <p:blipFill>
                <a:blip r:embed="rId111"/>
                <a:stretch>
                  <a:fillRect/>
                </a:stretch>
              </p:blipFill>
              <p:spPr>
                <a:xfrm>
                  <a:off x="3594022" y="6271016"/>
                  <a:ext cx="1209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2" name="Ink 101">
                  <a:extLst>
                    <a:ext uri="{FF2B5EF4-FFF2-40B4-BE49-F238E27FC236}">
                      <a16:creationId xmlns:a16="http://schemas.microsoft.com/office/drawing/2014/main" id="{75EA2A26-0837-644D-6AC2-EADF6EF707EE}"/>
                    </a:ext>
                  </a:extLst>
                </p14:cNvPr>
                <p14:cNvContentPartPr/>
                <p14:nvPr/>
              </p14:nvContentPartPr>
              <p14:xfrm>
                <a:off x="3716062" y="6397016"/>
                <a:ext cx="182520" cy="54000"/>
              </p14:xfrm>
            </p:contentPart>
          </mc:Choice>
          <mc:Fallback>
            <p:pic>
              <p:nvPicPr>
                <p:cNvPr id="102" name="Ink 101">
                  <a:extLst>
                    <a:ext uri="{FF2B5EF4-FFF2-40B4-BE49-F238E27FC236}">
                      <a16:creationId xmlns:a16="http://schemas.microsoft.com/office/drawing/2014/main" id="{75EA2A26-0837-644D-6AC2-EADF6EF707EE}"/>
                    </a:ext>
                  </a:extLst>
                </p:cNvPr>
                <p:cNvPicPr/>
                <p:nvPr/>
              </p:nvPicPr>
              <p:blipFill>
                <a:blip r:embed="rId113"/>
                <a:stretch>
                  <a:fillRect/>
                </a:stretch>
              </p:blipFill>
              <p:spPr>
                <a:xfrm>
                  <a:off x="3707062" y="6388376"/>
                  <a:ext cx="20016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03" name="Ink 102">
                  <a:extLst>
                    <a:ext uri="{FF2B5EF4-FFF2-40B4-BE49-F238E27FC236}">
                      <a16:creationId xmlns:a16="http://schemas.microsoft.com/office/drawing/2014/main" id="{C2526C91-6A40-4F91-F8AF-1E2A987C22BF}"/>
                    </a:ext>
                  </a:extLst>
                </p14:cNvPr>
                <p14:cNvContentPartPr/>
                <p14:nvPr/>
              </p14:nvContentPartPr>
              <p14:xfrm>
                <a:off x="3960142" y="6405296"/>
                <a:ext cx="117360" cy="11520"/>
              </p14:xfrm>
            </p:contentPart>
          </mc:Choice>
          <mc:Fallback>
            <p:pic>
              <p:nvPicPr>
                <p:cNvPr id="103" name="Ink 102">
                  <a:extLst>
                    <a:ext uri="{FF2B5EF4-FFF2-40B4-BE49-F238E27FC236}">
                      <a16:creationId xmlns:a16="http://schemas.microsoft.com/office/drawing/2014/main" id="{C2526C91-6A40-4F91-F8AF-1E2A987C22BF}"/>
                    </a:ext>
                  </a:extLst>
                </p:cNvPr>
                <p:cNvPicPr/>
                <p:nvPr/>
              </p:nvPicPr>
              <p:blipFill>
                <a:blip r:embed="rId115"/>
                <a:stretch>
                  <a:fillRect/>
                </a:stretch>
              </p:blipFill>
              <p:spPr>
                <a:xfrm>
                  <a:off x="3951502" y="6396656"/>
                  <a:ext cx="13500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05" name="Ink 104">
                  <a:extLst>
                    <a:ext uri="{FF2B5EF4-FFF2-40B4-BE49-F238E27FC236}">
                      <a16:creationId xmlns:a16="http://schemas.microsoft.com/office/drawing/2014/main" id="{3D414609-836F-87D5-813C-87D8C3C43723}"/>
                    </a:ext>
                  </a:extLst>
                </p14:cNvPr>
                <p14:cNvContentPartPr/>
                <p14:nvPr/>
              </p14:nvContentPartPr>
              <p14:xfrm>
                <a:off x="4187662" y="6347336"/>
                <a:ext cx="134640" cy="124200"/>
              </p14:xfrm>
            </p:contentPart>
          </mc:Choice>
          <mc:Fallback>
            <p:pic>
              <p:nvPicPr>
                <p:cNvPr id="105" name="Ink 104">
                  <a:extLst>
                    <a:ext uri="{FF2B5EF4-FFF2-40B4-BE49-F238E27FC236}">
                      <a16:creationId xmlns:a16="http://schemas.microsoft.com/office/drawing/2014/main" id="{3D414609-836F-87D5-813C-87D8C3C43723}"/>
                    </a:ext>
                  </a:extLst>
                </p:cNvPr>
                <p:cNvPicPr/>
                <p:nvPr/>
              </p:nvPicPr>
              <p:blipFill>
                <a:blip r:embed="rId117"/>
                <a:stretch>
                  <a:fillRect/>
                </a:stretch>
              </p:blipFill>
              <p:spPr>
                <a:xfrm>
                  <a:off x="4178662" y="6338696"/>
                  <a:ext cx="1522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6" name="Ink 105">
                  <a:extLst>
                    <a:ext uri="{FF2B5EF4-FFF2-40B4-BE49-F238E27FC236}">
                      <a16:creationId xmlns:a16="http://schemas.microsoft.com/office/drawing/2014/main" id="{DE84E4E4-A5E2-909B-29ED-C016BD236B7B}"/>
                    </a:ext>
                  </a:extLst>
                </p14:cNvPr>
                <p14:cNvContentPartPr/>
                <p14:nvPr/>
              </p14:nvContentPartPr>
              <p14:xfrm>
                <a:off x="4349302" y="6303776"/>
                <a:ext cx="143280" cy="150480"/>
              </p14:xfrm>
            </p:contentPart>
          </mc:Choice>
          <mc:Fallback>
            <p:pic>
              <p:nvPicPr>
                <p:cNvPr id="106" name="Ink 105">
                  <a:extLst>
                    <a:ext uri="{FF2B5EF4-FFF2-40B4-BE49-F238E27FC236}">
                      <a16:creationId xmlns:a16="http://schemas.microsoft.com/office/drawing/2014/main" id="{DE84E4E4-A5E2-909B-29ED-C016BD236B7B}"/>
                    </a:ext>
                  </a:extLst>
                </p:cNvPr>
                <p:cNvPicPr/>
                <p:nvPr/>
              </p:nvPicPr>
              <p:blipFill>
                <a:blip r:embed="rId119"/>
                <a:stretch>
                  <a:fillRect/>
                </a:stretch>
              </p:blipFill>
              <p:spPr>
                <a:xfrm>
                  <a:off x="4340302" y="6294776"/>
                  <a:ext cx="16092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7" name="Ink 106">
                  <a:extLst>
                    <a:ext uri="{FF2B5EF4-FFF2-40B4-BE49-F238E27FC236}">
                      <a16:creationId xmlns:a16="http://schemas.microsoft.com/office/drawing/2014/main" id="{C495F3C6-AEFE-056E-77DA-02D6D46AA6BB}"/>
                    </a:ext>
                  </a:extLst>
                </p14:cNvPr>
                <p14:cNvContentPartPr/>
                <p14:nvPr/>
              </p14:nvContentPartPr>
              <p14:xfrm>
                <a:off x="4523902" y="6297656"/>
                <a:ext cx="92520" cy="217440"/>
              </p14:xfrm>
            </p:contentPart>
          </mc:Choice>
          <mc:Fallback>
            <p:pic>
              <p:nvPicPr>
                <p:cNvPr id="107" name="Ink 106">
                  <a:extLst>
                    <a:ext uri="{FF2B5EF4-FFF2-40B4-BE49-F238E27FC236}">
                      <a16:creationId xmlns:a16="http://schemas.microsoft.com/office/drawing/2014/main" id="{C495F3C6-AEFE-056E-77DA-02D6D46AA6BB}"/>
                    </a:ext>
                  </a:extLst>
                </p:cNvPr>
                <p:cNvPicPr/>
                <p:nvPr/>
              </p:nvPicPr>
              <p:blipFill>
                <a:blip r:embed="rId121"/>
                <a:stretch>
                  <a:fillRect/>
                </a:stretch>
              </p:blipFill>
              <p:spPr>
                <a:xfrm>
                  <a:off x="4515262" y="6289016"/>
                  <a:ext cx="110160" cy="235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2">
            <p14:nvContentPartPr>
              <p14:cNvPr id="109" name="Ink 108">
                <a:extLst>
                  <a:ext uri="{FF2B5EF4-FFF2-40B4-BE49-F238E27FC236}">
                    <a16:creationId xmlns:a16="http://schemas.microsoft.com/office/drawing/2014/main" id="{2461E21F-5014-15D3-C6D3-0B6085D548E8}"/>
                  </a:ext>
                </a:extLst>
              </p14:cNvPr>
              <p14:cNvContentPartPr/>
              <p14:nvPr/>
            </p14:nvContentPartPr>
            <p14:xfrm>
              <a:off x="2078422" y="5682776"/>
              <a:ext cx="5760" cy="186120"/>
            </p14:xfrm>
          </p:contentPart>
        </mc:Choice>
        <mc:Fallback>
          <p:pic>
            <p:nvPicPr>
              <p:cNvPr id="109" name="Ink 108">
                <a:extLst>
                  <a:ext uri="{FF2B5EF4-FFF2-40B4-BE49-F238E27FC236}">
                    <a16:creationId xmlns:a16="http://schemas.microsoft.com/office/drawing/2014/main" id="{2461E21F-5014-15D3-C6D3-0B6085D548E8}"/>
                  </a:ext>
                </a:extLst>
              </p:cNvPr>
              <p:cNvPicPr/>
              <p:nvPr/>
            </p:nvPicPr>
            <p:blipFill>
              <a:blip r:embed="rId123"/>
              <a:stretch>
                <a:fillRect/>
              </a:stretch>
            </p:blipFill>
            <p:spPr>
              <a:xfrm>
                <a:off x="2069782" y="5674136"/>
                <a:ext cx="234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10" name="Ink 109">
                <a:extLst>
                  <a:ext uri="{FF2B5EF4-FFF2-40B4-BE49-F238E27FC236}">
                    <a16:creationId xmlns:a16="http://schemas.microsoft.com/office/drawing/2014/main" id="{8606BAB4-698A-D40C-8C67-FECF431BA2BA}"/>
                  </a:ext>
                </a:extLst>
              </p14:cNvPr>
              <p14:cNvContentPartPr/>
              <p14:nvPr/>
            </p14:nvContentPartPr>
            <p14:xfrm>
              <a:off x="2610142" y="5709416"/>
              <a:ext cx="21960" cy="191520"/>
            </p14:xfrm>
          </p:contentPart>
        </mc:Choice>
        <mc:Fallback>
          <p:pic>
            <p:nvPicPr>
              <p:cNvPr id="110" name="Ink 109">
                <a:extLst>
                  <a:ext uri="{FF2B5EF4-FFF2-40B4-BE49-F238E27FC236}">
                    <a16:creationId xmlns:a16="http://schemas.microsoft.com/office/drawing/2014/main" id="{8606BAB4-698A-D40C-8C67-FECF431BA2BA}"/>
                  </a:ext>
                </a:extLst>
              </p:cNvPr>
              <p:cNvPicPr/>
              <p:nvPr/>
            </p:nvPicPr>
            <p:blipFill>
              <a:blip r:embed="rId125"/>
              <a:stretch>
                <a:fillRect/>
              </a:stretch>
            </p:blipFill>
            <p:spPr>
              <a:xfrm>
                <a:off x="2601142" y="5700776"/>
                <a:ext cx="396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11" name="Ink 110">
                <a:extLst>
                  <a:ext uri="{FF2B5EF4-FFF2-40B4-BE49-F238E27FC236}">
                    <a16:creationId xmlns:a16="http://schemas.microsoft.com/office/drawing/2014/main" id="{A09C6242-79E6-523D-AF41-39D2555A2EE2}"/>
                  </a:ext>
                </a:extLst>
              </p14:cNvPr>
              <p14:cNvContentPartPr/>
              <p14:nvPr/>
            </p14:nvContentPartPr>
            <p14:xfrm>
              <a:off x="2225662" y="5696816"/>
              <a:ext cx="29160" cy="186120"/>
            </p14:xfrm>
          </p:contentPart>
        </mc:Choice>
        <mc:Fallback>
          <p:pic>
            <p:nvPicPr>
              <p:cNvPr id="111" name="Ink 110">
                <a:extLst>
                  <a:ext uri="{FF2B5EF4-FFF2-40B4-BE49-F238E27FC236}">
                    <a16:creationId xmlns:a16="http://schemas.microsoft.com/office/drawing/2014/main" id="{A09C6242-79E6-523D-AF41-39D2555A2EE2}"/>
                  </a:ext>
                </a:extLst>
              </p:cNvPr>
              <p:cNvPicPr/>
              <p:nvPr/>
            </p:nvPicPr>
            <p:blipFill>
              <a:blip r:embed="rId127"/>
              <a:stretch>
                <a:fillRect/>
              </a:stretch>
            </p:blipFill>
            <p:spPr>
              <a:xfrm>
                <a:off x="2216662" y="5688176"/>
                <a:ext cx="468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12" name="Ink 111">
                <a:extLst>
                  <a:ext uri="{FF2B5EF4-FFF2-40B4-BE49-F238E27FC236}">
                    <a16:creationId xmlns:a16="http://schemas.microsoft.com/office/drawing/2014/main" id="{EB1BA15B-A3F5-9A7A-C0D4-C4FC319D701B}"/>
                  </a:ext>
                </a:extLst>
              </p14:cNvPr>
              <p14:cNvContentPartPr/>
              <p14:nvPr/>
            </p14:nvContentPartPr>
            <p14:xfrm>
              <a:off x="1662622" y="5684936"/>
              <a:ext cx="17640" cy="205920"/>
            </p14:xfrm>
          </p:contentPart>
        </mc:Choice>
        <mc:Fallback>
          <p:pic>
            <p:nvPicPr>
              <p:cNvPr id="112" name="Ink 111">
                <a:extLst>
                  <a:ext uri="{FF2B5EF4-FFF2-40B4-BE49-F238E27FC236}">
                    <a16:creationId xmlns:a16="http://schemas.microsoft.com/office/drawing/2014/main" id="{EB1BA15B-A3F5-9A7A-C0D4-C4FC319D701B}"/>
                  </a:ext>
                </a:extLst>
              </p:cNvPr>
              <p:cNvPicPr/>
              <p:nvPr/>
            </p:nvPicPr>
            <p:blipFill>
              <a:blip r:embed="rId129"/>
              <a:stretch>
                <a:fillRect/>
              </a:stretch>
            </p:blipFill>
            <p:spPr>
              <a:xfrm>
                <a:off x="1653982" y="5676296"/>
                <a:ext cx="3528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13" name="Ink 112">
                <a:extLst>
                  <a:ext uri="{FF2B5EF4-FFF2-40B4-BE49-F238E27FC236}">
                    <a16:creationId xmlns:a16="http://schemas.microsoft.com/office/drawing/2014/main" id="{78B4EBD8-9915-0BA6-7BA1-849BC312D6A6}"/>
                  </a:ext>
                </a:extLst>
              </p14:cNvPr>
              <p14:cNvContentPartPr/>
              <p14:nvPr/>
            </p14:nvContentPartPr>
            <p14:xfrm>
              <a:off x="1817782" y="5695376"/>
              <a:ext cx="6120" cy="211320"/>
            </p14:xfrm>
          </p:contentPart>
        </mc:Choice>
        <mc:Fallback>
          <p:pic>
            <p:nvPicPr>
              <p:cNvPr id="113" name="Ink 112">
                <a:extLst>
                  <a:ext uri="{FF2B5EF4-FFF2-40B4-BE49-F238E27FC236}">
                    <a16:creationId xmlns:a16="http://schemas.microsoft.com/office/drawing/2014/main" id="{78B4EBD8-9915-0BA6-7BA1-849BC312D6A6}"/>
                  </a:ext>
                </a:extLst>
              </p:cNvPr>
              <p:cNvPicPr/>
              <p:nvPr/>
            </p:nvPicPr>
            <p:blipFill>
              <a:blip r:embed="rId131"/>
              <a:stretch>
                <a:fillRect/>
              </a:stretch>
            </p:blipFill>
            <p:spPr>
              <a:xfrm>
                <a:off x="1809142" y="5686736"/>
                <a:ext cx="2376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14" name="Ink 113">
                <a:extLst>
                  <a:ext uri="{FF2B5EF4-FFF2-40B4-BE49-F238E27FC236}">
                    <a16:creationId xmlns:a16="http://schemas.microsoft.com/office/drawing/2014/main" id="{0FC4EA76-02BD-9AF1-D9E5-71C3F1AB33C8}"/>
                  </a:ext>
                </a:extLst>
              </p14:cNvPr>
              <p14:cNvContentPartPr/>
              <p14:nvPr/>
            </p14:nvContentPartPr>
            <p14:xfrm>
              <a:off x="1126942" y="5682776"/>
              <a:ext cx="360" cy="194040"/>
            </p14:xfrm>
          </p:contentPart>
        </mc:Choice>
        <mc:Fallback>
          <p:pic>
            <p:nvPicPr>
              <p:cNvPr id="114" name="Ink 113">
                <a:extLst>
                  <a:ext uri="{FF2B5EF4-FFF2-40B4-BE49-F238E27FC236}">
                    <a16:creationId xmlns:a16="http://schemas.microsoft.com/office/drawing/2014/main" id="{0FC4EA76-02BD-9AF1-D9E5-71C3F1AB33C8}"/>
                  </a:ext>
                </a:extLst>
              </p:cNvPr>
              <p:cNvPicPr/>
              <p:nvPr/>
            </p:nvPicPr>
            <p:blipFill>
              <a:blip r:embed="rId133"/>
              <a:stretch>
                <a:fillRect/>
              </a:stretch>
            </p:blipFill>
            <p:spPr>
              <a:xfrm>
                <a:off x="1117942" y="5674136"/>
                <a:ext cx="18000" cy="211680"/>
              </a:xfrm>
              <a:prstGeom prst="rect">
                <a:avLst/>
              </a:prstGeom>
            </p:spPr>
          </p:pic>
        </mc:Fallback>
      </mc:AlternateContent>
      <p:grpSp>
        <p:nvGrpSpPr>
          <p:cNvPr id="130" name="Group 129">
            <a:extLst>
              <a:ext uri="{FF2B5EF4-FFF2-40B4-BE49-F238E27FC236}">
                <a16:creationId xmlns:a16="http://schemas.microsoft.com/office/drawing/2014/main" id="{82BAF194-C397-E6BB-32A5-A8B1D813F412}"/>
              </a:ext>
            </a:extLst>
          </p:cNvPr>
          <p:cNvGrpSpPr/>
          <p:nvPr/>
        </p:nvGrpSpPr>
        <p:grpSpPr>
          <a:xfrm>
            <a:off x="5805142" y="6060416"/>
            <a:ext cx="1812960" cy="368280"/>
            <a:chOff x="5805142" y="6060416"/>
            <a:chExt cx="1812960" cy="368280"/>
          </a:xfrm>
        </p:grpSpPr>
        <mc:AlternateContent xmlns:mc="http://schemas.openxmlformats.org/markup-compatibility/2006">
          <mc:Choice xmlns:p14="http://schemas.microsoft.com/office/powerpoint/2010/main" Requires="p14">
            <p:contentPart p14:bwMode="auto" r:id="rId134">
              <p14:nvContentPartPr>
                <p14:cNvPr id="115" name="Ink 114">
                  <a:extLst>
                    <a:ext uri="{FF2B5EF4-FFF2-40B4-BE49-F238E27FC236}">
                      <a16:creationId xmlns:a16="http://schemas.microsoft.com/office/drawing/2014/main" id="{F3E56463-EFBC-125A-A4F2-EC1BDD407CB7}"/>
                    </a:ext>
                  </a:extLst>
                </p14:cNvPr>
                <p14:cNvContentPartPr/>
                <p14:nvPr/>
              </p14:nvContentPartPr>
              <p14:xfrm>
                <a:off x="5874262" y="6145376"/>
                <a:ext cx="360" cy="153000"/>
              </p14:xfrm>
            </p:contentPart>
          </mc:Choice>
          <mc:Fallback>
            <p:pic>
              <p:nvPicPr>
                <p:cNvPr id="115" name="Ink 114">
                  <a:extLst>
                    <a:ext uri="{FF2B5EF4-FFF2-40B4-BE49-F238E27FC236}">
                      <a16:creationId xmlns:a16="http://schemas.microsoft.com/office/drawing/2014/main" id="{F3E56463-EFBC-125A-A4F2-EC1BDD407CB7}"/>
                    </a:ext>
                  </a:extLst>
                </p:cNvPr>
                <p:cNvPicPr/>
                <p:nvPr/>
              </p:nvPicPr>
              <p:blipFill>
                <a:blip r:embed="rId135"/>
                <a:stretch>
                  <a:fillRect/>
                </a:stretch>
              </p:blipFill>
              <p:spPr>
                <a:xfrm>
                  <a:off x="5865622" y="6136736"/>
                  <a:ext cx="1800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6" name="Ink 115">
                  <a:extLst>
                    <a:ext uri="{FF2B5EF4-FFF2-40B4-BE49-F238E27FC236}">
                      <a16:creationId xmlns:a16="http://schemas.microsoft.com/office/drawing/2014/main" id="{FC6BBE3F-DB66-D16A-C98E-6BD8F271A5F8}"/>
                    </a:ext>
                  </a:extLst>
                </p14:cNvPr>
                <p14:cNvContentPartPr/>
                <p14:nvPr/>
              </p14:nvContentPartPr>
              <p14:xfrm>
                <a:off x="5805142" y="6120176"/>
                <a:ext cx="236520" cy="187920"/>
              </p14:xfrm>
            </p:contentPart>
          </mc:Choice>
          <mc:Fallback>
            <p:pic>
              <p:nvPicPr>
                <p:cNvPr id="116" name="Ink 115">
                  <a:extLst>
                    <a:ext uri="{FF2B5EF4-FFF2-40B4-BE49-F238E27FC236}">
                      <a16:creationId xmlns:a16="http://schemas.microsoft.com/office/drawing/2014/main" id="{FC6BBE3F-DB66-D16A-C98E-6BD8F271A5F8}"/>
                    </a:ext>
                  </a:extLst>
                </p:cNvPr>
                <p:cNvPicPr/>
                <p:nvPr/>
              </p:nvPicPr>
              <p:blipFill>
                <a:blip r:embed="rId137"/>
                <a:stretch>
                  <a:fillRect/>
                </a:stretch>
              </p:blipFill>
              <p:spPr>
                <a:xfrm>
                  <a:off x="5796502" y="6111536"/>
                  <a:ext cx="25416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17" name="Ink 116">
                  <a:extLst>
                    <a:ext uri="{FF2B5EF4-FFF2-40B4-BE49-F238E27FC236}">
                      <a16:creationId xmlns:a16="http://schemas.microsoft.com/office/drawing/2014/main" id="{87883085-E90A-FA91-59E8-0C153AC8508B}"/>
                    </a:ext>
                  </a:extLst>
                </p14:cNvPr>
                <p14:cNvContentPartPr/>
                <p14:nvPr/>
              </p14:nvContentPartPr>
              <p14:xfrm>
                <a:off x="6145342" y="6193256"/>
                <a:ext cx="8280" cy="14760"/>
              </p14:xfrm>
            </p:contentPart>
          </mc:Choice>
          <mc:Fallback>
            <p:pic>
              <p:nvPicPr>
                <p:cNvPr id="117" name="Ink 116">
                  <a:extLst>
                    <a:ext uri="{FF2B5EF4-FFF2-40B4-BE49-F238E27FC236}">
                      <a16:creationId xmlns:a16="http://schemas.microsoft.com/office/drawing/2014/main" id="{87883085-E90A-FA91-59E8-0C153AC8508B}"/>
                    </a:ext>
                  </a:extLst>
                </p:cNvPr>
                <p:cNvPicPr/>
                <p:nvPr/>
              </p:nvPicPr>
              <p:blipFill>
                <a:blip r:embed="rId139"/>
                <a:stretch>
                  <a:fillRect/>
                </a:stretch>
              </p:blipFill>
              <p:spPr>
                <a:xfrm>
                  <a:off x="6136702" y="6184616"/>
                  <a:ext cx="259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18" name="Ink 117">
                  <a:extLst>
                    <a:ext uri="{FF2B5EF4-FFF2-40B4-BE49-F238E27FC236}">
                      <a16:creationId xmlns:a16="http://schemas.microsoft.com/office/drawing/2014/main" id="{36DDA797-D2FA-37E0-F2B3-3382DCA568AE}"/>
                    </a:ext>
                  </a:extLst>
                </p14:cNvPr>
                <p14:cNvContentPartPr/>
                <p14:nvPr/>
              </p14:nvContentPartPr>
              <p14:xfrm>
                <a:off x="6138142" y="6273176"/>
                <a:ext cx="2520" cy="16200"/>
              </p14:xfrm>
            </p:contentPart>
          </mc:Choice>
          <mc:Fallback>
            <p:pic>
              <p:nvPicPr>
                <p:cNvPr id="118" name="Ink 117">
                  <a:extLst>
                    <a:ext uri="{FF2B5EF4-FFF2-40B4-BE49-F238E27FC236}">
                      <a16:creationId xmlns:a16="http://schemas.microsoft.com/office/drawing/2014/main" id="{36DDA797-D2FA-37E0-F2B3-3382DCA568AE}"/>
                    </a:ext>
                  </a:extLst>
                </p:cNvPr>
                <p:cNvPicPr/>
                <p:nvPr/>
              </p:nvPicPr>
              <p:blipFill>
                <a:blip r:embed="rId141"/>
                <a:stretch>
                  <a:fillRect/>
                </a:stretch>
              </p:blipFill>
              <p:spPr>
                <a:xfrm>
                  <a:off x="6129142" y="6264176"/>
                  <a:ext cx="2016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19" name="Ink 118">
                  <a:extLst>
                    <a:ext uri="{FF2B5EF4-FFF2-40B4-BE49-F238E27FC236}">
                      <a16:creationId xmlns:a16="http://schemas.microsoft.com/office/drawing/2014/main" id="{AADC9A9B-6AE0-823A-5FDD-2B425D4523A0}"/>
                    </a:ext>
                  </a:extLst>
                </p14:cNvPr>
                <p14:cNvContentPartPr/>
                <p14:nvPr/>
              </p14:nvContentPartPr>
              <p14:xfrm>
                <a:off x="6267022" y="6118736"/>
                <a:ext cx="139680" cy="192240"/>
              </p14:xfrm>
            </p:contentPart>
          </mc:Choice>
          <mc:Fallback>
            <p:pic>
              <p:nvPicPr>
                <p:cNvPr id="119" name="Ink 118">
                  <a:extLst>
                    <a:ext uri="{FF2B5EF4-FFF2-40B4-BE49-F238E27FC236}">
                      <a16:creationId xmlns:a16="http://schemas.microsoft.com/office/drawing/2014/main" id="{AADC9A9B-6AE0-823A-5FDD-2B425D4523A0}"/>
                    </a:ext>
                  </a:extLst>
                </p:cNvPr>
                <p:cNvPicPr/>
                <p:nvPr/>
              </p:nvPicPr>
              <p:blipFill>
                <a:blip r:embed="rId143"/>
                <a:stretch>
                  <a:fillRect/>
                </a:stretch>
              </p:blipFill>
              <p:spPr>
                <a:xfrm>
                  <a:off x="6258022" y="6110096"/>
                  <a:ext cx="15732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20" name="Ink 119">
                  <a:extLst>
                    <a:ext uri="{FF2B5EF4-FFF2-40B4-BE49-F238E27FC236}">
                      <a16:creationId xmlns:a16="http://schemas.microsoft.com/office/drawing/2014/main" id="{93005C67-F17E-9C42-C7EA-2BD26A3992FA}"/>
                    </a:ext>
                  </a:extLst>
                </p14:cNvPr>
                <p14:cNvContentPartPr/>
                <p14:nvPr/>
              </p14:nvContentPartPr>
              <p14:xfrm>
                <a:off x="6437662" y="6246536"/>
                <a:ext cx="9360" cy="53640"/>
              </p14:xfrm>
            </p:contentPart>
          </mc:Choice>
          <mc:Fallback>
            <p:pic>
              <p:nvPicPr>
                <p:cNvPr id="120" name="Ink 119">
                  <a:extLst>
                    <a:ext uri="{FF2B5EF4-FFF2-40B4-BE49-F238E27FC236}">
                      <a16:creationId xmlns:a16="http://schemas.microsoft.com/office/drawing/2014/main" id="{93005C67-F17E-9C42-C7EA-2BD26A3992FA}"/>
                    </a:ext>
                  </a:extLst>
                </p:cNvPr>
                <p:cNvPicPr/>
                <p:nvPr/>
              </p:nvPicPr>
              <p:blipFill>
                <a:blip r:embed="rId145"/>
                <a:stretch>
                  <a:fillRect/>
                </a:stretch>
              </p:blipFill>
              <p:spPr>
                <a:xfrm>
                  <a:off x="6429022" y="6237536"/>
                  <a:ext cx="2700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1" name="Ink 120">
                  <a:extLst>
                    <a:ext uri="{FF2B5EF4-FFF2-40B4-BE49-F238E27FC236}">
                      <a16:creationId xmlns:a16="http://schemas.microsoft.com/office/drawing/2014/main" id="{AC4F6F7C-90D7-D95E-FDB9-57B7544CCFA5}"/>
                    </a:ext>
                  </a:extLst>
                </p14:cNvPr>
                <p14:cNvContentPartPr/>
                <p14:nvPr/>
              </p14:nvContentPartPr>
              <p14:xfrm>
                <a:off x="6437662" y="6166616"/>
                <a:ext cx="3600" cy="12240"/>
              </p14:xfrm>
            </p:contentPart>
          </mc:Choice>
          <mc:Fallback>
            <p:pic>
              <p:nvPicPr>
                <p:cNvPr id="121" name="Ink 120">
                  <a:extLst>
                    <a:ext uri="{FF2B5EF4-FFF2-40B4-BE49-F238E27FC236}">
                      <a16:creationId xmlns:a16="http://schemas.microsoft.com/office/drawing/2014/main" id="{AC4F6F7C-90D7-D95E-FDB9-57B7544CCFA5}"/>
                    </a:ext>
                  </a:extLst>
                </p:cNvPr>
                <p:cNvPicPr/>
                <p:nvPr/>
              </p:nvPicPr>
              <p:blipFill>
                <a:blip r:embed="rId147"/>
                <a:stretch>
                  <a:fillRect/>
                </a:stretch>
              </p:blipFill>
              <p:spPr>
                <a:xfrm>
                  <a:off x="6429022" y="6157976"/>
                  <a:ext cx="2124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22" name="Ink 121">
                  <a:extLst>
                    <a:ext uri="{FF2B5EF4-FFF2-40B4-BE49-F238E27FC236}">
                      <a16:creationId xmlns:a16="http://schemas.microsoft.com/office/drawing/2014/main" id="{BCFA9720-0B56-19FF-3B55-2312D5792698}"/>
                    </a:ext>
                  </a:extLst>
                </p14:cNvPr>
                <p14:cNvContentPartPr/>
                <p14:nvPr/>
              </p14:nvContentPartPr>
              <p14:xfrm>
                <a:off x="6421822" y="6189296"/>
                <a:ext cx="106560" cy="121680"/>
              </p14:xfrm>
            </p:contentPart>
          </mc:Choice>
          <mc:Fallback>
            <p:pic>
              <p:nvPicPr>
                <p:cNvPr id="122" name="Ink 121">
                  <a:extLst>
                    <a:ext uri="{FF2B5EF4-FFF2-40B4-BE49-F238E27FC236}">
                      <a16:creationId xmlns:a16="http://schemas.microsoft.com/office/drawing/2014/main" id="{BCFA9720-0B56-19FF-3B55-2312D5792698}"/>
                    </a:ext>
                  </a:extLst>
                </p:cNvPr>
                <p:cNvPicPr/>
                <p:nvPr/>
              </p:nvPicPr>
              <p:blipFill>
                <a:blip r:embed="rId149"/>
                <a:stretch>
                  <a:fillRect/>
                </a:stretch>
              </p:blipFill>
              <p:spPr>
                <a:xfrm>
                  <a:off x="6413182" y="6180296"/>
                  <a:ext cx="12420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23" name="Ink 122">
                  <a:extLst>
                    <a:ext uri="{FF2B5EF4-FFF2-40B4-BE49-F238E27FC236}">
                      <a16:creationId xmlns:a16="http://schemas.microsoft.com/office/drawing/2014/main" id="{65BE128E-30F3-6BDD-B8E6-C389A91AF3AC}"/>
                    </a:ext>
                  </a:extLst>
                </p14:cNvPr>
                <p14:cNvContentPartPr/>
                <p14:nvPr/>
              </p14:nvContentPartPr>
              <p14:xfrm>
                <a:off x="6575182" y="6197936"/>
                <a:ext cx="102240" cy="206280"/>
              </p14:xfrm>
            </p:contentPart>
          </mc:Choice>
          <mc:Fallback>
            <p:pic>
              <p:nvPicPr>
                <p:cNvPr id="123" name="Ink 122">
                  <a:extLst>
                    <a:ext uri="{FF2B5EF4-FFF2-40B4-BE49-F238E27FC236}">
                      <a16:creationId xmlns:a16="http://schemas.microsoft.com/office/drawing/2014/main" id="{65BE128E-30F3-6BDD-B8E6-C389A91AF3AC}"/>
                    </a:ext>
                  </a:extLst>
                </p:cNvPr>
                <p:cNvPicPr/>
                <p:nvPr/>
              </p:nvPicPr>
              <p:blipFill>
                <a:blip r:embed="rId151"/>
                <a:stretch>
                  <a:fillRect/>
                </a:stretch>
              </p:blipFill>
              <p:spPr>
                <a:xfrm>
                  <a:off x="6566542" y="6188936"/>
                  <a:ext cx="11988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25" name="Ink 124">
                  <a:extLst>
                    <a:ext uri="{FF2B5EF4-FFF2-40B4-BE49-F238E27FC236}">
                      <a16:creationId xmlns:a16="http://schemas.microsoft.com/office/drawing/2014/main" id="{C89FDEC8-C78B-7EED-B1A6-AE87D522505D}"/>
                    </a:ext>
                  </a:extLst>
                </p14:cNvPr>
                <p14:cNvContentPartPr/>
                <p14:nvPr/>
              </p14:nvContentPartPr>
              <p14:xfrm>
                <a:off x="6815302" y="6084896"/>
                <a:ext cx="379080" cy="210240"/>
              </p14:xfrm>
            </p:contentPart>
          </mc:Choice>
          <mc:Fallback>
            <p:pic>
              <p:nvPicPr>
                <p:cNvPr id="125" name="Ink 124">
                  <a:extLst>
                    <a:ext uri="{FF2B5EF4-FFF2-40B4-BE49-F238E27FC236}">
                      <a16:creationId xmlns:a16="http://schemas.microsoft.com/office/drawing/2014/main" id="{C89FDEC8-C78B-7EED-B1A6-AE87D522505D}"/>
                    </a:ext>
                  </a:extLst>
                </p:cNvPr>
                <p:cNvPicPr/>
                <p:nvPr/>
              </p:nvPicPr>
              <p:blipFill>
                <a:blip r:embed="rId153"/>
                <a:stretch>
                  <a:fillRect/>
                </a:stretch>
              </p:blipFill>
              <p:spPr>
                <a:xfrm>
                  <a:off x="6806662" y="6076256"/>
                  <a:ext cx="3967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26" name="Ink 125">
                  <a:extLst>
                    <a:ext uri="{FF2B5EF4-FFF2-40B4-BE49-F238E27FC236}">
                      <a16:creationId xmlns:a16="http://schemas.microsoft.com/office/drawing/2014/main" id="{A66F9E33-0497-D1ED-4507-FB88D21727DD}"/>
                    </a:ext>
                  </a:extLst>
                </p14:cNvPr>
                <p14:cNvContentPartPr/>
                <p14:nvPr/>
              </p14:nvContentPartPr>
              <p14:xfrm>
                <a:off x="7243342" y="6238616"/>
                <a:ext cx="103680" cy="190080"/>
              </p14:xfrm>
            </p:contentPart>
          </mc:Choice>
          <mc:Fallback>
            <p:pic>
              <p:nvPicPr>
                <p:cNvPr id="126" name="Ink 125">
                  <a:extLst>
                    <a:ext uri="{FF2B5EF4-FFF2-40B4-BE49-F238E27FC236}">
                      <a16:creationId xmlns:a16="http://schemas.microsoft.com/office/drawing/2014/main" id="{A66F9E33-0497-D1ED-4507-FB88D21727DD}"/>
                    </a:ext>
                  </a:extLst>
                </p:cNvPr>
                <p:cNvPicPr/>
                <p:nvPr/>
              </p:nvPicPr>
              <p:blipFill>
                <a:blip r:embed="rId155"/>
                <a:stretch>
                  <a:fillRect/>
                </a:stretch>
              </p:blipFill>
              <p:spPr>
                <a:xfrm>
                  <a:off x="7234702" y="6229616"/>
                  <a:ext cx="12132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27" name="Ink 126">
                  <a:extLst>
                    <a:ext uri="{FF2B5EF4-FFF2-40B4-BE49-F238E27FC236}">
                      <a16:creationId xmlns:a16="http://schemas.microsoft.com/office/drawing/2014/main" id="{69E453B4-7EF2-A1F0-2350-1F10E5C80E8A}"/>
                    </a:ext>
                  </a:extLst>
                </p14:cNvPr>
                <p14:cNvContentPartPr/>
                <p14:nvPr/>
              </p14:nvContentPartPr>
              <p14:xfrm>
                <a:off x="7368262" y="6060416"/>
                <a:ext cx="68760" cy="224280"/>
              </p14:xfrm>
            </p:contentPart>
          </mc:Choice>
          <mc:Fallback>
            <p:pic>
              <p:nvPicPr>
                <p:cNvPr id="127" name="Ink 126">
                  <a:extLst>
                    <a:ext uri="{FF2B5EF4-FFF2-40B4-BE49-F238E27FC236}">
                      <a16:creationId xmlns:a16="http://schemas.microsoft.com/office/drawing/2014/main" id="{69E453B4-7EF2-A1F0-2350-1F10E5C80E8A}"/>
                    </a:ext>
                  </a:extLst>
                </p:cNvPr>
                <p:cNvPicPr/>
                <p:nvPr/>
              </p:nvPicPr>
              <p:blipFill>
                <a:blip r:embed="rId157"/>
                <a:stretch>
                  <a:fillRect/>
                </a:stretch>
              </p:blipFill>
              <p:spPr>
                <a:xfrm>
                  <a:off x="7359262" y="6051416"/>
                  <a:ext cx="864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28" name="Ink 127">
                  <a:extLst>
                    <a:ext uri="{FF2B5EF4-FFF2-40B4-BE49-F238E27FC236}">
                      <a16:creationId xmlns:a16="http://schemas.microsoft.com/office/drawing/2014/main" id="{CEC22607-BDEF-9423-F45C-AE15E8946AC9}"/>
                    </a:ext>
                  </a:extLst>
                </p14:cNvPr>
                <p14:cNvContentPartPr/>
                <p14:nvPr/>
              </p14:nvContentPartPr>
              <p14:xfrm>
                <a:off x="7304902" y="6192896"/>
                <a:ext cx="132840" cy="27360"/>
              </p14:xfrm>
            </p:contentPart>
          </mc:Choice>
          <mc:Fallback>
            <p:pic>
              <p:nvPicPr>
                <p:cNvPr id="128" name="Ink 127">
                  <a:extLst>
                    <a:ext uri="{FF2B5EF4-FFF2-40B4-BE49-F238E27FC236}">
                      <a16:creationId xmlns:a16="http://schemas.microsoft.com/office/drawing/2014/main" id="{CEC22607-BDEF-9423-F45C-AE15E8946AC9}"/>
                    </a:ext>
                  </a:extLst>
                </p:cNvPr>
                <p:cNvPicPr/>
                <p:nvPr/>
              </p:nvPicPr>
              <p:blipFill>
                <a:blip r:embed="rId159"/>
                <a:stretch>
                  <a:fillRect/>
                </a:stretch>
              </p:blipFill>
              <p:spPr>
                <a:xfrm>
                  <a:off x="7295902" y="6183896"/>
                  <a:ext cx="15048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29" name="Ink 128">
                  <a:extLst>
                    <a:ext uri="{FF2B5EF4-FFF2-40B4-BE49-F238E27FC236}">
                      <a16:creationId xmlns:a16="http://schemas.microsoft.com/office/drawing/2014/main" id="{629716F3-7E2A-A677-32F9-120CADABF69A}"/>
                    </a:ext>
                  </a:extLst>
                </p14:cNvPr>
                <p14:cNvContentPartPr/>
                <p14:nvPr/>
              </p14:nvContentPartPr>
              <p14:xfrm>
                <a:off x="7464022" y="6081656"/>
                <a:ext cx="154080" cy="201240"/>
              </p14:xfrm>
            </p:contentPart>
          </mc:Choice>
          <mc:Fallback>
            <p:pic>
              <p:nvPicPr>
                <p:cNvPr id="129" name="Ink 128">
                  <a:extLst>
                    <a:ext uri="{FF2B5EF4-FFF2-40B4-BE49-F238E27FC236}">
                      <a16:creationId xmlns:a16="http://schemas.microsoft.com/office/drawing/2014/main" id="{629716F3-7E2A-A677-32F9-120CADABF69A}"/>
                    </a:ext>
                  </a:extLst>
                </p:cNvPr>
                <p:cNvPicPr/>
                <p:nvPr/>
              </p:nvPicPr>
              <p:blipFill>
                <a:blip r:embed="rId161"/>
                <a:stretch>
                  <a:fillRect/>
                </a:stretch>
              </p:blipFill>
              <p:spPr>
                <a:xfrm>
                  <a:off x="7455022" y="6072656"/>
                  <a:ext cx="171720" cy="218880"/>
                </a:xfrm>
                <a:prstGeom prst="rect">
                  <a:avLst/>
                </a:prstGeom>
              </p:spPr>
            </p:pic>
          </mc:Fallback>
        </mc:AlternateContent>
      </p:grpSp>
      <p:grpSp>
        <p:nvGrpSpPr>
          <p:cNvPr id="139" name="Group 138">
            <a:extLst>
              <a:ext uri="{FF2B5EF4-FFF2-40B4-BE49-F238E27FC236}">
                <a16:creationId xmlns:a16="http://schemas.microsoft.com/office/drawing/2014/main" id="{A45B41E0-715D-4E96-1EA6-C6A0DA233413}"/>
              </a:ext>
            </a:extLst>
          </p:cNvPr>
          <p:cNvGrpSpPr/>
          <p:nvPr/>
        </p:nvGrpSpPr>
        <p:grpSpPr>
          <a:xfrm>
            <a:off x="5140582" y="3040016"/>
            <a:ext cx="1005120" cy="325800"/>
            <a:chOff x="5140582" y="3040016"/>
            <a:chExt cx="1005120" cy="325800"/>
          </a:xfrm>
        </p:grpSpPr>
        <mc:AlternateContent xmlns:mc="http://schemas.openxmlformats.org/markup-compatibility/2006">
          <mc:Choice xmlns:p14="http://schemas.microsoft.com/office/powerpoint/2010/main" Requires="p14">
            <p:contentPart p14:bwMode="auto" r:id="rId162">
              <p14:nvContentPartPr>
                <p14:cNvPr id="131" name="Ink 130">
                  <a:extLst>
                    <a:ext uri="{FF2B5EF4-FFF2-40B4-BE49-F238E27FC236}">
                      <a16:creationId xmlns:a16="http://schemas.microsoft.com/office/drawing/2014/main" id="{2A74C1F7-791E-E83E-AE86-BC42F0B38A02}"/>
                    </a:ext>
                  </a:extLst>
                </p14:cNvPr>
                <p14:cNvContentPartPr/>
                <p14:nvPr/>
              </p14:nvContentPartPr>
              <p14:xfrm>
                <a:off x="5140582" y="3232256"/>
                <a:ext cx="163080" cy="133560"/>
              </p14:xfrm>
            </p:contentPart>
          </mc:Choice>
          <mc:Fallback>
            <p:pic>
              <p:nvPicPr>
                <p:cNvPr id="131" name="Ink 130">
                  <a:extLst>
                    <a:ext uri="{FF2B5EF4-FFF2-40B4-BE49-F238E27FC236}">
                      <a16:creationId xmlns:a16="http://schemas.microsoft.com/office/drawing/2014/main" id="{2A74C1F7-791E-E83E-AE86-BC42F0B38A02}"/>
                    </a:ext>
                  </a:extLst>
                </p:cNvPr>
                <p:cNvPicPr/>
                <p:nvPr/>
              </p:nvPicPr>
              <p:blipFill>
                <a:blip r:embed="rId163"/>
                <a:stretch>
                  <a:fillRect/>
                </a:stretch>
              </p:blipFill>
              <p:spPr>
                <a:xfrm>
                  <a:off x="5131582" y="3223616"/>
                  <a:ext cx="18072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32" name="Ink 131">
                  <a:extLst>
                    <a:ext uri="{FF2B5EF4-FFF2-40B4-BE49-F238E27FC236}">
                      <a16:creationId xmlns:a16="http://schemas.microsoft.com/office/drawing/2014/main" id="{E64EE429-6CBF-0345-F692-8BDA2E07739F}"/>
                    </a:ext>
                  </a:extLst>
                </p14:cNvPr>
                <p14:cNvContentPartPr/>
                <p14:nvPr/>
              </p14:nvContentPartPr>
              <p14:xfrm>
                <a:off x="5316622" y="3151256"/>
                <a:ext cx="93960" cy="24120"/>
              </p14:xfrm>
            </p:contentPart>
          </mc:Choice>
          <mc:Fallback>
            <p:pic>
              <p:nvPicPr>
                <p:cNvPr id="132" name="Ink 131">
                  <a:extLst>
                    <a:ext uri="{FF2B5EF4-FFF2-40B4-BE49-F238E27FC236}">
                      <a16:creationId xmlns:a16="http://schemas.microsoft.com/office/drawing/2014/main" id="{E64EE429-6CBF-0345-F692-8BDA2E07739F}"/>
                    </a:ext>
                  </a:extLst>
                </p:cNvPr>
                <p:cNvPicPr/>
                <p:nvPr/>
              </p:nvPicPr>
              <p:blipFill>
                <a:blip r:embed="rId165"/>
                <a:stretch>
                  <a:fillRect/>
                </a:stretch>
              </p:blipFill>
              <p:spPr>
                <a:xfrm>
                  <a:off x="5307622" y="3142256"/>
                  <a:ext cx="1116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34" name="Ink 133">
                  <a:extLst>
                    <a:ext uri="{FF2B5EF4-FFF2-40B4-BE49-F238E27FC236}">
                      <a16:creationId xmlns:a16="http://schemas.microsoft.com/office/drawing/2014/main" id="{2CD105CB-E6BE-7D28-A0FE-A904CDFB2912}"/>
                    </a:ext>
                  </a:extLst>
                </p14:cNvPr>
                <p14:cNvContentPartPr/>
                <p14:nvPr/>
              </p14:nvContentPartPr>
              <p14:xfrm>
                <a:off x="5544142" y="3119576"/>
                <a:ext cx="81720" cy="209880"/>
              </p14:xfrm>
            </p:contentPart>
          </mc:Choice>
          <mc:Fallback>
            <p:pic>
              <p:nvPicPr>
                <p:cNvPr id="134" name="Ink 133">
                  <a:extLst>
                    <a:ext uri="{FF2B5EF4-FFF2-40B4-BE49-F238E27FC236}">
                      <a16:creationId xmlns:a16="http://schemas.microsoft.com/office/drawing/2014/main" id="{2CD105CB-E6BE-7D28-A0FE-A904CDFB2912}"/>
                    </a:ext>
                  </a:extLst>
                </p:cNvPr>
                <p:cNvPicPr/>
                <p:nvPr/>
              </p:nvPicPr>
              <p:blipFill>
                <a:blip r:embed="rId167"/>
                <a:stretch>
                  <a:fillRect/>
                </a:stretch>
              </p:blipFill>
              <p:spPr>
                <a:xfrm>
                  <a:off x="5535502" y="3110576"/>
                  <a:ext cx="993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35" name="Ink 134">
                  <a:extLst>
                    <a:ext uri="{FF2B5EF4-FFF2-40B4-BE49-F238E27FC236}">
                      <a16:creationId xmlns:a16="http://schemas.microsoft.com/office/drawing/2014/main" id="{CD6353B5-7533-D258-784F-D15593037747}"/>
                    </a:ext>
                  </a:extLst>
                </p14:cNvPr>
                <p14:cNvContentPartPr/>
                <p14:nvPr/>
              </p14:nvContentPartPr>
              <p14:xfrm>
                <a:off x="5486902" y="3040016"/>
                <a:ext cx="42120" cy="14040"/>
              </p14:xfrm>
            </p:contentPart>
          </mc:Choice>
          <mc:Fallback>
            <p:pic>
              <p:nvPicPr>
                <p:cNvPr id="135" name="Ink 134">
                  <a:extLst>
                    <a:ext uri="{FF2B5EF4-FFF2-40B4-BE49-F238E27FC236}">
                      <a16:creationId xmlns:a16="http://schemas.microsoft.com/office/drawing/2014/main" id="{CD6353B5-7533-D258-784F-D15593037747}"/>
                    </a:ext>
                  </a:extLst>
                </p:cNvPr>
                <p:cNvPicPr/>
                <p:nvPr/>
              </p:nvPicPr>
              <p:blipFill>
                <a:blip r:embed="rId169"/>
                <a:stretch>
                  <a:fillRect/>
                </a:stretch>
              </p:blipFill>
              <p:spPr>
                <a:xfrm>
                  <a:off x="5478262" y="3031016"/>
                  <a:ext cx="5976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37" name="Ink 136">
                  <a:extLst>
                    <a:ext uri="{FF2B5EF4-FFF2-40B4-BE49-F238E27FC236}">
                      <a16:creationId xmlns:a16="http://schemas.microsoft.com/office/drawing/2014/main" id="{64A23487-D57B-F136-D03F-EA9C00593731}"/>
                    </a:ext>
                  </a:extLst>
                </p14:cNvPr>
                <p14:cNvContentPartPr/>
                <p14:nvPr/>
              </p14:nvContentPartPr>
              <p14:xfrm>
                <a:off x="5640262" y="3093656"/>
                <a:ext cx="191880" cy="116280"/>
              </p14:xfrm>
            </p:contentPart>
          </mc:Choice>
          <mc:Fallback>
            <p:pic>
              <p:nvPicPr>
                <p:cNvPr id="137" name="Ink 136">
                  <a:extLst>
                    <a:ext uri="{FF2B5EF4-FFF2-40B4-BE49-F238E27FC236}">
                      <a16:creationId xmlns:a16="http://schemas.microsoft.com/office/drawing/2014/main" id="{64A23487-D57B-F136-D03F-EA9C00593731}"/>
                    </a:ext>
                  </a:extLst>
                </p:cNvPr>
                <p:cNvPicPr/>
                <p:nvPr/>
              </p:nvPicPr>
              <p:blipFill>
                <a:blip r:embed="rId171"/>
                <a:stretch>
                  <a:fillRect/>
                </a:stretch>
              </p:blipFill>
              <p:spPr>
                <a:xfrm>
                  <a:off x="5631262" y="3085016"/>
                  <a:ext cx="20952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38" name="Ink 137">
                  <a:extLst>
                    <a:ext uri="{FF2B5EF4-FFF2-40B4-BE49-F238E27FC236}">
                      <a16:creationId xmlns:a16="http://schemas.microsoft.com/office/drawing/2014/main" id="{52B5C2DB-B1D4-A048-5572-14F9C0047FCC}"/>
                    </a:ext>
                  </a:extLst>
                </p14:cNvPr>
                <p14:cNvContentPartPr/>
                <p14:nvPr/>
              </p14:nvContentPartPr>
              <p14:xfrm>
                <a:off x="5897302" y="3086816"/>
                <a:ext cx="248400" cy="97200"/>
              </p14:xfrm>
            </p:contentPart>
          </mc:Choice>
          <mc:Fallback>
            <p:pic>
              <p:nvPicPr>
                <p:cNvPr id="138" name="Ink 137">
                  <a:extLst>
                    <a:ext uri="{FF2B5EF4-FFF2-40B4-BE49-F238E27FC236}">
                      <a16:creationId xmlns:a16="http://schemas.microsoft.com/office/drawing/2014/main" id="{52B5C2DB-B1D4-A048-5572-14F9C0047FCC}"/>
                    </a:ext>
                  </a:extLst>
                </p:cNvPr>
                <p:cNvPicPr/>
                <p:nvPr/>
              </p:nvPicPr>
              <p:blipFill>
                <a:blip r:embed="rId173"/>
                <a:stretch>
                  <a:fillRect/>
                </a:stretch>
              </p:blipFill>
              <p:spPr>
                <a:xfrm>
                  <a:off x="5888302" y="3078176"/>
                  <a:ext cx="266040" cy="114840"/>
                </a:xfrm>
                <a:prstGeom prst="rect">
                  <a:avLst/>
                </a:prstGeom>
              </p:spPr>
            </p:pic>
          </mc:Fallback>
        </mc:AlternateContent>
      </p:grpSp>
      <p:grpSp>
        <p:nvGrpSpPr>
          <p:cNvPr id="141" name="Group 140">
            <a:extLst>
              <a:ext uri="{FF2B5EF4-FFF2-40B4-BE49-F238E27FC236}">
                <a16:creationId xmlns:a16="http://schemas.microsoft.com/office/drawing/2014/main" id="{89E7AB8D-A5A0-6C07-EB23-F40056451D6E}"/>
              </a:ext>
            </a:extLst>
          </p:cNvPr>
          <p:cNvGrpSpPr/>
          <p:nvPr/>
        </p:nvGrpSpPr>
        <p:grpSpPr>
          <a:xfrm>
            <a:off x="3662782" y="3083936"/>
            <a:ext cx="1387800" cy="306360"/>
            <a:chOff x="3662782" y="3083936"/>
            <a:chExt cx="1387800" cy="306360"/>
          </a:xfrm>
        </p:grpSpPr>
        <mc:AlternateContent xmlns:mc="http://schemas.openxmlformats.org/markup-compatibility/2006">
          <mc:Choice xmlns:p14="http://schemas.microsoft.com/office/powerpoint/2010/main" Requires="p14">
            <p:contentPart p14:bwMode="auto" r:id="rId174">
              <p14:nvContentPartPr>
                <p14:cNvPr id="42" name="Ink 41">
                  <a:extLst>
                    <a:ext uri="{FF2B5EF4-FFF2-40B4-BE49-F238E27FC236}">
                      <a16:creationId xmlns:a16="http://schemas.microsoft.com/office/drawing/2014/main" id="{627266C9-7A23-6D63-86D1-AACDDEBEB036}"/>
                    </a:ext>
                  </a:extLst>
                </p14:cNvPr>
                <p14:cNvContentPartPr/>
                <p14:nvPr/>
              </p14:nvContentPartPr>
              <p14:xfrm>
                <a:off x="3662782" y="3166736"/>
                <a:ext cx="177840" cy="134640"/>
              </p14:xfrm>
            </p:contentPart>
          </mc:Choice>
          <mc:Fallback>
            <p:pic>
              <p:nvPicPr>
                <p:cNvPr id="42" name="Ink 41">
                  <a:extLst>
                    <a:ext uri="{FF2B5EF4-FFF2-40B4-BE49-F238E27FC236}">
                      <a16:creationId xmlns:a16="http://schemas.microsoft.com/office/drawing/2014/main" id="{627266C9-7A23-6D63-86D1-AACDDEBEB036}"/>
                    </a:ext>
                  </a:extLst>
                </p:cNvPr>
                <p:cNvPicPr/>
                <p:nvPr/>
              </p:nvPicPr>
              <p:blipFill>
                <a:blip r:embed="rId175"/>
                <a:stretch>
                  <a:fillRect/>
                </a:stretch>
              </p:blipFill>
              <p:spPr>
                <a:xfrm>
                  <a:off x="3653782" y="3158096"/>
                  <a:ext cx="19548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44" name="Ink 43">
                  <a:extLst>
                    <a:ext uri="{FF2B5EF4-FFF2-40B4-BE49-F238E27FC236}">
                      <a16:creationId xmlns:a16="http://schemas.microsoft.com/office/drawing/2014/main" id="{5B454450-CB35-6FA1-8000-BEB8C345DF6F}"/>
                    </a:ext>
                  </a:extLst>
                </p14:cNvPr>
                <p14:cNvContentPartPr/>
                <p14:nvPr/>
              </p14:nvContentPartPr>
              <p14:xfrm>
                <a:off x="3932782" y="3090776"/>
                <a:ext cx="120960" cy="288000"/>
              </p14:xfrm>
            </p:contentPart>
          </mc:Choice>
          <mc:Fallback>
            <p:pic>
              <p:nvPicPr>
                <p:cNvPr id="44" name="Ink 43">
                  <a:extLst>
                    <a:ext uri="{FF2B5EF4-FFF2-40B4-BE49-F238E27FC236}">
                      <a16:creationId xmlns:a16="http://schemas.microsoft.com/office/drawing/2014/main" id="{5B454450-CB35-6FA1-8000-BEB8C345DF6F}"/>
                    </a:ext>
                  </a:extLst>
                </p:cNvPr>
                <p:cNvPicPr/>
                <p:nvPr/>
              </p:nvPicPr>
              <p:blipFill>
                <a:blip r:embed="rId177"/>
                <a:stretch>
                  <a:fillRect/>
                </a:stretch>
              </p:blipFill>
              <p:spPr>
                <a:xfrm>
                  <a:off x="3924142" y="3081776"/>
                  <a:ext cx="13860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45" name="Ink 44">
                  <a:extLst>
                    <a:ext uri="{FF2B5EF4-FFF2-40B4-BE49-F238E27FC236}">
                      <a16:creationId xmlns:a16="http://schemas.microsoft.com/office/drawing/2014/main" id="{5F8F1684-2288-28D6-D4C3-8644F614226D}"/>
                    </a:ext>
                  </a:extLst>
                </p14:cNvPr>
                <p14:cNvContentPartPr/>
                <p14:nvPr/>
              </p14:nvContentPartPr>
              <p14:xfrm>
                <a:off x="4029622" y="3212096"/>
                <a:ext cx="212400" cy="78840"/>
              </p14:xfrm>
            </p:contentPart>
          </mc:Choice>
          <mc:Fallback>
            <p:pic>
              <p:nvPicPr>
                <p:cNvPr id="45" name="Ink 44">
                  <a:extLst>
                    <a:ext uri="{FF2B5EF4-FFF2-40B4-BE49-F238E27FC236}">
                      <a16:creationId xmlns:a16="http://schemas.microsoft.com/office/drawing/2014/main" id="{5F8F1684-2288-28D6-D4C3-8644F614226D}"/>
                    </a:ext>
                  </a:extLst>
                </p:cNvPr>
                <p:cNvPicPr/>
                <p:nvPr/>
              </p:nvPicPr>
              <p:blipFill>
                <a:blip r:embed="rId179"/>
                <a:stretch>
                  <a:fillRect/>
                </a:stretch>
              </p:blipFill>
              <p:spPr>
                <a:xfrm>
                  <a:off x="4020622" y="3203456"/>
                  <a:ext cx="23004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46" name="Ink 45">
                  <a:extLst>
                    <a:ext uri="{FF2B5EF4-FFF2-40B4-BE49-F238E27FC236}">
                      <a16:creationId xmlns:a16="http://schemas.microsoft.com/office/drawing/2014/main" id="{C088297A-8E91-6C05-2F9B-52B0E1A70DAE}"/>
                    </a:ext>
                  </a:extLst>
                </p14:cNvPr>
                <p14:cNvContentPartPr/>
                <p14:nvPr/>
              </p14:nvContentPartPr>
              <p14:xfrm>
                <a:off x="4333102" y="3253136"/>
                <a:ext cx="100440" cy="16560"/>
              </p14:xfrm>
            </p:contentPart>
          </mc:Choice>
          <mc:Fallback>
            <p:pic>
              <p:nvPicPr>
                <p:cNvPr id="46" name="Ink 45">
                  <a:extLst>
                    <a:ext uri="{FF2B5EF4-FFF2-40B4-BE49-F238E27FC236}">
                      <a16:creationId xmlns:a16="http://schemas.microsoft.com/office/drawing/2014/main" id="{C088297A-8E91-6C05-2F9B-52B0E1A70DAE}"/>
                    </a:ext>
                  </a:extLst>
                </p:cNvPr>
                <p:cNvPicPr/>
                <p:nvPr/>
              </p:nvPicPr>
              <p:blipFill>
                <a:blip r:embed="rId181"/>
                <a:stretch>
                  <a:fillRect/>
                </a:stretch>
              </p:blipFill>
              <p:spPr>
                <a:xfrm>
                  <a:off x="4324102" y="3244136"/>
                  <a:ext cx="1180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47" name="Ink 46">
                  <a:extLst>
                    <a:ext uri="{FF2B5EF4-FFF2-40B4-BE49-F238E27FC236}">
                      <a16:creationId xmlns:a16="http://schemas.microsoft.com/office/drawing/2014/main" id="{F942D4B7-6F33-594A-BCFC-929178A146E7}"/>
                    </a:ext>
                  </a:extLst>
                </p14:cNvPr>
                <p14:cNvContentPartPr/>
                <p14:nvPr/>
              </p14:nvContentPartPr>
              <p14:xfrm>
                <a:off x="4540102" y="3200216"/>
                <a:ext cx="118800" cy="114480"/>
              </p14:xfrm>
            </p:contentPart>
          </mc:Choice>
          <mc:Fallback>
            <p:pic>
              <p:nvPicPr>
                <p:cNvPr id="47" name="Ink 46">
                  <a:extLst>
                    <a:ext uri="{FF2B5EF4-FFF2-40B4-BE49-F238E27FC236}">
                      <a16:creationId xmlns:a16="http://schemas.microsoft.com/office/drawing/2014/main" id="{F942D4B7-6F33-594A-BCFC-929178A146E7}"/>
                    </a:ext>
                  </a:extLst>
                </p:cNvPr>
                <p:cNvPicPr/>
                <p:nvPr/>
              </p:nvPicPr>
              <p:blipFill>
                <a:blip r:embed="rId183"/>
                <a:stretch>
                  <a:fillRect/>
                </a:stretch>
              </p:blipFill>
              <p:spPr>
                <a:xfrm>
                  <a:off x="4531102" y="3191216"/>
                  <a:ext cx="13644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48" name="Ink 47">
                  <a:extLst>
                    <a:ext uri="{FF2B5EF4-FFF2-40B4-BE49-F238E27FC236}">
                      <a16:creationId xmlns:a16="http://schemas.microsoft.com/office/drawing/2014/main" id="{7BD8D9AE-CDF4-7E12-8C4B-D910450FD018}"/>
                    </a:ext>
                  </a:extLst>
                </p14:cNvPr>
                <p14:cNvContentPartPr/>
                <p14:nvPr/>
              </p14:nvContentPartPr>
              <p14:xfrm>
                <a:off x="4677622" y="3083936"/>
                <a:ext cx="182520" cy="228600"/>
              </p14:xfrm>
            </p:contentPart>
          </mc:Choice>
          <mc:Fallback>
            <p:pic>
              <p:nvPicPr>
                <p:cNvPr id="48" name="Ink 47">
                  <a:extLst>
                    <a:ext uri="{FF2B5EF4-FFF2-40B4-BE49-F238E27FC236}">
                      <a16:creationId xmlns:a16="http://schemas.microsoft.com/office/drawing/2014/main" id="{7BD8D9AE-CDF4-7E12-8C4B-D910450FD018}"/>
                    </a:ext>
                  </a:extLst>
                </p:cNvPr>
                <p:cNvPicPr/>
                <p:nvPr/>
              </p:nvPicPr>
              <p:blipFill>
                <a:blip r:embed="rId185"/>
                <a:stretch>
                  <a:fillRect/>
                </a:stretch>
              </p:blipFill>
              <p:spPr>
                <a:xfrm>
                  <a:off x="4668982" y="3075296"/>
                  <a:ext cx="20016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49" name="Ink 48">
                  <a:extLst>
                    <a:ext uri="{FF2B5EF4-FFF2-40B4-BE49-F238E27FC236}">
                      <a16:creationId xmlns:a16="http://schemas.microsoft.com/office/drawing/2014/main" id="{2F01500D-0045-7E3D-F4C0-7DE0D14A5A49}"/>
                    </a:ext>
                  </a:extLst>
                </p14:cNvPr>
                <p14:cNvContentPartPr/>
                <p14:nvPr/>
              </p14:nvContentPartPr>
              <p14:xfrm>
                <a:off x="4911982" y="3099056"/>
                <a:ext cx="83160" cy="291240"/>
              </p14:xfrm>
            </p:contentPart>
          </mc:Choice>
          <mc:Fallback>
            <p:pic>
              <p:nvPicPr>
                <p:cNvPr id="49" name="Ink 48">
                  <a:extLst>
                    <a:ext uri="{FF2B5EF4-FFF2-40B4-BE49-F238E27FC236}">
                      <a16:creationId xmlns:a16="http://schemas.microsoft.com/office/drawing/2014/main" id="{2F01500D-0045-7E3D-F4C0-7DE0D14A5A49}"/>
                    </a:ext>
                  </a:extLst>
                </p:cNvPr>
                <p:cNvPicPr/>
                <p:nvPr/>
              </p:nvPicPr>
              <p:blipFill>
                <a:blip r:embed="rId187"/>
                <a:stretch>
                  <a:fillRect/>
                </a:stretch>
              </p:blipFill>
              <p:spPr>
                <a:xfrm>
                  <a:off x="4903342" y="3090416"/>
                  <a:ext cx="10080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40" name="Ink 139">
                  <a:extLst>
                    <a:ext uri="{FF2B5EF4-FFF2-40B4-BE49-F238E27FC236}">
                      <a16:creationId xmlns:a16="http://schemas.microsoft.com/office/drawing/2014/main" id="{46AEE87E-0884-6588-3496-C00398568DC3}"/>
                    </a:ext>
                  </a:extLst>
                </p14:cNvPr>
                <p14:cNvContentPartPr/>
                <p14:nvPr/>
              </p14:nvContentPartPr>
              <p14:xfrm>
                <a:off x="5045542" y="3258536"/>
                <a:ext cx="5040" cy="6480"/>
              </p14:xfrm>
            </p:contentPart>
          </mc:Choice>
          <mc:Fallback>
            <p:pic>
              <p:nvPicPr>
                <p:cNvPr id="140" name="Ink 139">
                  <a:extLst>
                    <a:ext uri="{FF2B5EF4-FFF2-40B4-BE49-F238E27FC236}">
                      <a16:creationId xmlns:a16="http://schemas.microsoft.com/office/drawing/2014/main" id="{46AEE87E-0884-6588-3496-C00398568DC3}"/>
                    </a:ext>
                  </a:extLst>
                </p:cNvPr>
                <p:cNvPicPr/>
                <p:nvPr/>
              </p:nvPicPr>
              <p:blipFill>
                <a:blip r:embed="rId189"/>
                <a:stretch>
                  <a:fillRect/>
                </a:stretch>
              </p:blipFill>
              <p:spPr>
                <a:xfrm>
                  <a:off x="5036902" y="3249896"/>
                  <a:ext cx="22680" cy="24120"/>
                </a:xfrm>
                <a:prstGeom prst="rect">
                  <a:avLst/>
                </a:prstGeom>
              </p:spPr>
            </p:pic>
          </mc:Fallback>
        </mc:AlternateContent>
      </p:grpSp>
      <p:grpSp>
        <p:nvGrpSpPr>
          <p:cNvPr id="153" name="Group 152">
            <a:extLst>
              <a:ext uri="{FF2B5EF4-FFF2-40B4-BE49-F238E27FC236}">
                <a16:creationId xmlns:a16="http://schemas.microsoft.com/office/drawing/2014/main" id="{5975583E-FC5A-A4AF-5E23-63CDCC6E1365}"/>
              </a:ext>
            </a:extLst>
          </p:cNvPr>
          <p:cNvGrpSpPr/>
          <p:nvPr/>
        </p:nvGrpSpPr>
        <p:grpSpPr>
          <a:xfrm>
            <a:off x="6467542" y="2753816"/>
            <a:ext cx="1171800" cy="348120"/>
            <a:chOff x="6467542" y="2753816"/>
            <a:chExt cx="1171800" cy="348120"/>
          </a:xfrm>
        </p:grpSpPr>
        <mc:AlternateContent xmlns:mc="http://schemas.openxmlformats.org/markup-compatibility/2006">
          <mc:Choice xmlns:p14="http://schemas.microsoft.com/office/powerpoint/2010/main" Requires="p14">
            <p:contentPart p14:bwMode="auto" r:id="rId190">
              <p14:nvContentPartPr>
                <p14:cNvPr id="142" name="Ink 141">
                  <a:extLst>
                    <a:ext uri="{FF2B5EF4-FFF2-40B4-BE49-F238E27FC236}">
                      <a16:creationId xmlns:a16="http://schemas.microsoft.com/office/drawing/2014/main" id="{9463EC22-AE2D-5CA1-44FB-76F569ED270D}"/>
                    </a:ext>
                  </a:extLst>
                </p14:cNvPr>
                <p14:cNvContentPartPr/>
                <p14:nvPr/>
              </p14:nvContentPartPr>
              <p14:xfrm>
                <a:off x="6626662" y="2998976"/>
                <a:ext cx="300600" cy="79560"/>
              </p14:xfrm>
            </p:contentPart>
          </mc:Choice>
          <mc:Fallback>
            <p:pic>
              <p:nvPicPr>
                <p:cNvPr id="142" name="Ink 141">
                  <a:extLst>
                    <a:ext uri="{FF2B5EF4-FFF2-40B4-BE49-F238E27FC236}">
                      <a16:creationId xmlns:a16="http://schemas.microsoft.com/office/drawing/2014/main" id="{9463EC22-AE2D-5CA1-44FB-76F569ED270D}"/>
                    </a:ext>
                  </a:extLst>
                </p:cNvPr>
                <p:cNvPicPr/>
                <p:nvPr/>
              </p:nvPicPr>
              <p:blipFill>
                <a:blip r:embed="rId191"/>
                <a:stretch>
                  <a:fillRect/>
                </a:stretch>
              </p:blipFill>
              <p:spPr>
                <a:xfrm>
                  <a:off x="6617662" y="2989976"/>
                  <a:ext cx="31824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43" name="Ink 142">
                  <a:extLst>
                    <a:ext uri="{FF2B5EF4-FFF2-40B4-BE49-F238E27FC236}">
                      <a16:creationId xmlns:a16="http://schemas.microsoft.com/office/drawing/2014/main" id="{AE99AB9B-EBC6-D083-D4E1-5B0FA8496798}"/>
                    </a:ext>
                  </a:extLst>
                </p14:cNvPr>
                <p14:cNvContentPartPr/>
                <p14:nvPr/>
              </p14:nvContentPartPr>
              <p14:xfrm>
                <a:off x="6467542" y="2992496"/>
                <a:ext cx="234720" cy="109440"/>
              </p14:xfrm>
            </p:contentPart>
          </mc:Choice>
          <mc:Fallback>
            <p:pic>
              <p:nvPicPr>
                <p:cNvPr id="143" name="Ink 142">
                  <a:extLst>
                    <a:ext uri="{FF2B5EF4-FFF2-40B4-BE49-F238E27FC236}">
                      <a16:creationId xmlns:a16="http://schemas.microsoft.com/office/drawing/2014/main" id="{AE99AB9B-EBC6-D083-D4E1-5B0FA8496798}"/>
                    </a:ext>
                  </a:extLst>
                </p:cNvPr>
                <p:cNvPicPr/>
                <p:nvPr/>
              </p:nvPicPr>
              <p:blipFill>
                <a:blip r:embed="rId193"/>
                <a:stretch>
                  <a:fillRect/>
                </a:stretch>
              </p:blipFill>
              <p:spPr>
                <a:xfrm>
                  <a:off x="6458542" y="2983856"/>
                  <a:ext cx="25236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44" name="Ink 143">
                  <a:extLst>
                    <a:ext uri="{FF2B5EF4-FFF2-40B4-BE49-F238E27FC236}">
                      <a16:creationId xmlns:a16="http://schemas.microsoft.com/office/drawing/2014/main" id="{D38B6416-20A8-9DC7-F6A2-ABE580442B12}"/>
                    </a:ext>
                  </a:extLst>
                </p14:cNvPr>
                <p14:cNvContentPartPr/>
                <p14:nvPr/>
              </p14:nvContentPartPr>
              <p14:xfrm>
                <a:off x="7043902" y="2913296"/>
                <a:ext cx="39960" cy="108720"/>
              </p14:xfrm>
            </p:contentPart>
          </mc:Choice>
          <mc:Fallback>
            <p:pic>
              <p:nvPicPr>
                <p:cNvPr id="144" name="Ink 143">
                  <a:extLst>
                    <a:ext uri="{FF2B5EF4-FFF2-40B4-BE49-F238E27FC236}">
                      <a16:creationId xmlns:a16="http://schemas.microsoft.com/office/drawing/2014/main" id="{D38B6416-20A8-9DC7-F6A2-ABE580442B12}"/>
                    </a:ext>
                  </a:extLst>
                </p:cNvPr>
                <p:cNvPicPr/>
                <p:nvPr/>
              </p:nvPicPr>
              <p:blipFill>
                <a:blip r:embed="rId195"/>
                <a:stretch>
                  <a:fillRect/>
                </a:stretch>
              </p:blipFill>
              <p:spPr>
                <a:xfrm>
                  <a:off x="7034902" y="2904296"/>
                  <a:ext cx="576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45" name="Ink 144">
                  <a:extLst>
                    <a:ext uri="{FF2B5EF4-FFF2-40B4-BE49-F238E27FC236}">
                      <a16:creationId xmlns:a16="http://schemas.microsoft.com/office/drawing/2014/main" id="{7F083CA1-9F94-28FB-C213-182874DD597F}"/>
                    </a:ext>
                  </a:extLst>
                </p14:cNvPr>
                <p14:cNvContentPartPr/>
                <p14:nvPr/>
              </p14:nvContentPartPr>
              <p14:xfrm>
                <a:off x="7001422" y="2878376"/>
                <a:ext cx="170640" cy="158040"/>
              </p14:xfrm>
            </p:contentPart>
          </mc:Choice>
          <mc:Fallback>
            <p:pic>
              <p:nvPicPr>
                <p:cNvPr id="145" name="Ink 144">
                  <a:extLst>
                    <a:ext uri="{FF2B5EF4-FFF2-40B4-BE49-F238E27FC236}">
                      <a16:creationId xmlns:a16="http://schemas.microsoft.com/office/drawing/2014/main" id="{7F083CA1-9F94-28FB-C213-182874DD597F}"/>
                    </a:ext>
                  </a:extLst>
                </p:cNvPr>
                <p:cNvPicPr/>
                <p:nvPr/>
              </p:nvPicPr>
              <p:blipFill>
                <a:blip r:embed="rId197"/>
                <a:stretch>
                  <a:fillRect/>
                </a:stretch>
              </p:blipFill>
              <p:spPr>
                <a:xfrm>
                  <a:off x="6992422" y="2869376"/>
                  <a:ext cx="18828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46" name="Ink 145">
                  <a:extLst>
                    <a:ext uri="{FF2B5EF4-FFF2-40B4-BE49-F238E27FC236}">
                      <a16:creationId xmlns:a16="http://schemas.microsoft.com/office/drawing/2014/main" id="{84ABAC3E-61A0-A0EC-7B20-17985D7F70CF}"/>
                    </a:ext>
                  </a:extLst>
                </p14:cNvPr>
                <p14:cNvContentPartPr/>
                <p14:nvPr/>
              </p14:nvContentPartPr>
              <p14:xfrm>
                <a:off x="7228582" y="2886656"/>
                <a:ext cx="51840" cy="87840"/>
              </p14:xfrm>
            </p:contentPart>
          </mc:Choice>
          <mc:Fallback>
            <p:pic>
              <p:nvPicPr>
                <p:cNvPr id="146" name="Ink 145">
                  <a:extLst>
                    <a:ext uri="{FF2B5EF4-FFF2-40B4-BE49-F238E27FC236}">
                      <a16:creationId xmlns:a16="http://schemas.microsoft.com/office/drawing/2014/main" id="{84ABAC3E-61A0-A0EC-7B20-17985D7F70CF}"/>
                    </a:ext>
                  </a:extLst>
                </p:cNvPr>
                <p:cNvPicPr/>
                <p:nvPr/>
              </p:nvPicPr>
              <p:blipFill>
                <a:blip r:embed="rId199"/>
                <a:stretch>
                  <a:fillRect/>
                </a:stretch>
              </p:blipFill>
              <p:spPr>
                <a:xfrm>
                  <a:off x="7219942" y="2877656"/>
                  <a:ext cx="6948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47" name="Ink 146">
                  <a:extLst>
                    <a:ext uri="{FF2B5EF4-FFF2-40B4-BE49-F238E27FC236}">
                      <a16:creationId xmlns:a16="http://schemas.microsoft.com/office/drawing/2014/main" id="{8FE700F0-B31D-08A4-0016-52AE2B0F1480}"/>
                    </a:ext>
                  </a:extLst>
                </p14:cNvPr>
                <p14:cNvContentPartPr/>
                <p14:nvPr/>
              </p14:nvContentPartPr>
              <p14:xfrm>
                <a:off x="7110142" y="2847056"/>
                <a:ext cx="178560" cy="35640"/>
              </p14:xfrm>
            </p:contentPart>
          </mc:Choice>
          <mc:Fallback>
            <p:pic>
              <p:nvPicPr>
                <p:cNvPr id="147" name="Ink 146">
                  <a:extLst>
                    <a:ext uri="{FF2B5EF4-FFF2-40B4-BE49-F238E27FC236}">
                      <a16:creationId xmlns:a16="http://schemas.microsoft.com/office/drawing/2014/main" id="{8FE700F0-B31D-08A4-0016-52AE2B0F1480}"/>
                    </a:ext>
                  </a:extLst>
                </p:cNvPr>
                <p:cNvPicPr/>
                <p:nvPr/>
              </p:nvPicPr>
              <p:blipFill>
                <a:blip r:embed="rId201"/>
                <a:stretch>
                  <a:fillRect/>
                </a:stretch>
              </p:blipFill>
              <p:spPr>
                <a:xfrm>
                  <a:off x="7101502" y="2838416"/>
                  <a:ext cx="19620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48" name="Ink 147">
                  <a:extLst>
                    <a:ext uri="{FF2B5EF4-FFF2-40B4-BE49-F238E27FC236}">
                      <a16:creationId xmlns:a16="http://schemas.microsoft.com/office/drawing/2014/main" id="{DC9E3DDC-200B-9BC8-AD33-EB7204086856}"/>
                    </a:ext>
                  </a:extLst>
                </p14:cNvPr>
                <p14:cNvContentPartPr/>
                <p14:nvPr/>
              </p14:nvContentPartPr>
              <p14:xfrm>
                <a:off x="7378702" y="2838776"/>
                <a:ext cx="51120" cy="95040"/>
              </p14:xfrm>
            </p:contentPart>
          </mc:Choice>
          <mc:Fallback>
            <p:pic>
              <p:nvPicPr>
                <p:cNvPr id="148" name="Ink 147">
                  <a:extLst>
                    <a:ext uri="{FF2B5EF4-FFF2-40B4-BE49-F238E27FC236}">
                      <a16:creationId xmlns:a16="http://schemas.microsoft.com/office/drawing/2014/main" id="{DC9E3DDC-200B-9BC8-AD33-EB7204086856}"/>
                    </a:ext>
                  </a:extLst>
                </p:cNvPr>
                <p:cNvPicPr/>
                <p:nvPr/>
              </p:nvPicPr>
              <p:blipFill>
                <a:blip r:embed="rId203"/>
                <a:stretch>
                  <a:fillRect/>
                </a:stretch>
              </p:blipFill>
              <p:spPr>
                <a:xfrm>
                  <a:off x="7370062" y="2829776"/>
                  <a:ext cx="6876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49" name="Ink 148">
                  <a:extLst>
                    <a:ext uri="{FF2B5EF4-FFF2-40B4-BE49-F238E27FC236}">
                      <a16:creationId xmlns:a16="http://schemas.microsoft.com/office/drawing/2014/main" id="{3FE5B163-6A0C-C6F4-98F9-8697EFB33369}"/>
                    </a:ext>
                  </a:extLst>
                </p14:cNvPr>
                <p14:cNvContentPartPr/>
                <p14:nvPr/>
              </p14:nvContentPartPr>
              <p14:xfrm>
                <a:off x="7368262" y="2763536"/>
                <a:ext cx="69840" cy="59760"/>
              </p14:xfrm>
            </p:contentPart>
          </mc:Choice>
          <mc:Fallback>
            <p:pic>
              <p:nvPicPr>
                <p:cNvPr id="149" name="Ink 148">
                  <a:extLst>
                    <a:ext uri="{FF2B5EF4-FFF2-40B4-BE49-F238E27FC236}">
                      <a16:creationId xmlns:a16="http://schemas.microsoft.com/office/drawing/2014/main" id="{3FE5B163-6A0C-C6F4-98F9-8697EFB33369}"/>
                    </a:ext>
                  </a:extLst>
                </p:cNvPr>
                <p:cNvPicPr/>
                <p:nvPr/>
              </p:nvPicPr>
              <p:blipFill>
                <a:blip r:embed="rId205"/>
                <a:stretch>
                  <a:fillRect/>
                </a:stretch>
              </p:blipFill>
              <p:spPr>
                <a:xfrm>
                  <a:off x="7359262" y="2754536"/>
                  <a:ext cx="8748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50" name="Ink 149">
                  <a:extLst>
                    <a:ext uri="{FF2B5EF4-FFF2-40B4-BE49-F238E27FC236}">
                      <a16:creationId xmlns:a16="http://schemas.microsoft.com/office/drawing/2014/main" id="{93C62B46-50F1-6B6F-3925-97F56DFFAB45}"/>
                    </a:ext>
                  </a:extLst>
                </p14:cNvPr>
                <p14:cNvContentPartPr/>
                <p14:nvPr/>
              </p14:nvContentPartPr>
              <p14:xfrm>
                <a:off x="7362862" y="2852096"/>
                <a:ext cx="90360" cy="34920"/>
              </p14:xfrm>
            </p:contentPart>
          </mc:Choice>
          <mc:Fallback>
            <p:pic>
              <p:nvPicPr>
                <p:cNvPr id="150" name="Ink 149">
                  <a:extLst>
                    <a:ext uri="{FF2B5EF4-FFF2-40B4-BE49-F238E27FC236}">
                      <a16:creationId xmlns:a16="http://schemas.microsoft.com/office/drawing/2014/main" id="{93C62B46-50F1-6B6F-3925-97F56DFFAB45}"/>
                    </a:ext>
                  </a:extLst>
                </p:cNvPr>
                <p:cNvPicPr/>
                <p:nvPr/>
              </p:nvPicPr>
              <p:blipFill>
                <a:blip r:embed="rId207"/>
                <a:stretch>
                  <a:fillRect/>
                </a:stretch>
              </p:blipFill>
              <p:spPr>
                <a:xfrm>
                  <a:off x="7354222" y="2843456"/>
                  <a:ext cx="1080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51" name="Ink 150">
                  <a:extLst>
                    <a:ext uri="{FF2B5EF4-FFF2-40B4-BE49-F238E27FC236}">
                      <a16:creationId xmlns:a16="http://schemas.microsoft.com/office/drawing/2014/main" id="{64CD1BF0-E660-8437-2973-7561F47C6FE2}"/>
                    </a:ext>
                  </a:extLst>
                </p14:cNvPr>
                <p14:cNvContentPartPr/>
                <p14:nvPr/>
              </p14:nvContentPartPr>
              <p14:xfrm>
                <a:off x="7575622" y="2801336"/>
                <a:ext cx="63720" cy="91440"/>
              </p14:xfrm>
            </p:contentPart>
          </mc:Choice>
          <mc:Fallback>
            <p:pic>
              <p:nvPicPr>
                <p:cNvPr id="151" name="Ink 150">
                  <a:extLst>
                    <a:ext uri="{FF2B5EF4-FFF2-40B4-BE49-F238E27FC236}">
                      <a16:creationId xmlns:a16="http://schemas.microsoft.com/office/drawing/2014/main" id="{64CD1BF0-E660-8437-2973-7561F47C6FE2}"/>
                    </a:ext>
                  </a:extLst>
                </p:cNvPr>
                <p:cNvPicPr/>
                <p:nvPr/>
              </p:nvPicPr>
              <p:blipFill>
                <a:blip r:embed="rId209"/>
                <a:stretch>
                  <a:fillRect/>
                </a:stretch>
              </p:blipFill>
              <p:spPr>
                <a:xfrm>
                  <a:off x="7566622" y="2792696"/>
                  <a:ext cx="8136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52" name="Ink 151">
                  <a:extLst>
                    <a:ext uri="{FF2B5EF4-FFF2-40B4-BE49-F238E27FC236}">
                      <a16:creationId xmlns:a16="http://schemas.microsoft.com/office/drawing/2014/main" id="{6709B891-ED69-CE69-5B74-E55F5C5423DC}"/>
                    </a:ext>
                  </a:extLst>
                </p14:cNvPr>
                <p14:cNvContentPartPr/>
                <p14:nvPr/>
              </p14:nvContentPartPr>
              <p14:xfrm>
                <a:off x="7493542" y="2753816"/>
                <a:ext cx="135360" cy="39960"/>
              </p14:xfrm>
            </p:contentPart>
          </mc:Choice>
          <mc:Fallback>
            <p:pic>
              <p:nvPicPr>
                <p:cNvPr id="152" name="Ink 151">
                  <a:extLst>
                    <a:ext uri="{FF2B5EF4-FFF2-40B4-BE49-F238E27FC236}">
                      <a16:creationId xmlns:a16="http://schemas.microsoft.com/office/drawing/2014/main" id="{6709B891-ED69-CE69-5B74-E55F5C5423DC}"/>
                    </a:ext>
                  </a:extLst>
                </p:cNvPr>
                <p:cNvPicPr/>
                <p:nvPr/>
              </p:nvPicPr>
              <p:blipFill>
                <a:blip r:embed="rId211"/>
                <a:stretch>
                  <a:fillRect/>
                </a:stretch>
              </p:blipFill>
              <p:spPr>
                <a:xfrm>
                  <a:off x="7484902" y="2744816"/>
                  <a:ext cx="153000" cy="57600"/>
                </a:xfrm>
                <a:prstGeom prst="rect">
                  <a:avLst/>
                </a:prstGeom>
              </p:spPr>
            </p:pic>
          </mc:Fallback>
        </mc:AlternateContent>
      </p:grpSp>
      <p:grpSp>
        <p:nvGrpSpPr>
          <p:cNvPr id="157" name="Group 156">
            <a:extLst>
              <a:ext uri="{FF2B5EF4-FFF2-40B4-BE49-F238E27FC236}">
                <a16:creationId xmlns:a16="http://schemas.microsoft.com/office/drawing/2014/main" id="{D390E062-0AEF-02E7-D086-21B9BE2B26C4}"/>
              </a:ext>
            </a:extLst>
          </p:cNvPr>
          <p:cNvGrpSpPr/>
          <p:nvPr/>
        </p:nvGrpSpPr>
        <p:grpSpPr>
          <a:xfrm>
            <a:off x="7842022" y="2609816"/>
            <a:ext cx="239400" cy="270720"/>
            <a:chOff x="7842022" y="2609816"/>
            <a:chExt cx="239400" cy="270720"/>
          </a:xfrm>
        </p:grpSpPr>
        <mc:AlternateContent xmlns:mc="http://schemas.openxmlformats.org/markup-compatibility/2006">
          <mc:Choice xmlns:p14="http://schemas.microsoft.com/office/powerpoint/2010/main" Requires="p14">
            <p:contentPart p14:bwMode="auto" r:id="rId212">
              <p14:nvContentPartPr>
                <p14:cNvPr id="154" name="Ink 153">
                  <a:extLst>
                    <a:ext uri="{FF2B5EF4-FFF2-40B4-BE49-F238E27FC236}">
                      <a16:creationId xmlns:a16="http://schemas.microsoft.com/office/drawing/2014/main" id="{F0469E29-72E3-B22E-3B14-80EA4D7D878E}"/>
                    </a:ext>
                  </a:extLst>
                </p14:cNvPr>
                <p14:cNvContentPartPr/>
                <p14:nvPr/>
              </p14:nvContentPartPr>
              <p14:xfrm>
                <a:off x="7842022" y="2763176"/>
                <a:ext cx="121320" cy="72000"/>
              </p14:xfrm>
            </p:contentPart>
          </mc:Choice>
          <mc:Fallback>
            <p:pic>
              <p:nvPicPr>
                <p:cNvPr id="154" name="Ink 153">
                  <a:extLst>
                    <a:ext uri="{FF2B5EF4-FFF2-40B4-BE49-F238E27FC236}">
                      <a16:creationId xmlns:a16="http://schemas.microsoft.com/office/drawing/2014/main" id="{F0469E29-72E3-B22E-3B14-80EA4D7D878E}"/>
                    </a:ext>
                  </a:extLst>
                </p:cNvPr>
                <p:cNvPicPr/>
                <p:nvPr/>
              </p:nvPicPr>
              <p:blipFill>
                <a:blip r:embed="rId213"/>
                <a:stretch>
                  <a:fillRect/>
                </a:stretch>
              </p:blipFill>
              <p:spPr>
                <a:xfrm>
                  <a:off x="7833382" y="2754536"/>
                  <a:ext cx="13896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55" name="Ink 154">
                  <a:extLst>
                    <a:ext uri="{FF2B5EF4-FFF2-40B4-BE49-F238E27FC236}">
                      <a16:creationId xmlns:a16="http://schemas.microsoft.com/office/drawing/2014/main" id="{D334FE0F-78B8-170E-2DF4-7F75966CDB9E}"/>
                    </a:ext>
                  </a:extLst>
                </p14:cNvPr>
                <p14:cNvContentPartPr/>
                <p14:nvPr/>
              </p14:nvContentPartPr>
              <p14:xfrm>
                <a:off x="7946782" y="2609816"/>
                <a:ext cx="134640" cy="270720"/>
              </p14:xfrm>
            </p:contentPart>
          </mc:Choice>
          <mc:Fallback>
            <p:pic>
              <p:nvPicPr>
                <p:cNvPr id="155" name="Ink 154">
                  <a:extLst>
                    <a:ext uri="{FF2B5EF4-FFF2-40B4-BE49-F238E27FC236}">
                      <a16:creationId xmlns:a16="http://schemas.microsoft.com/office/drawing/2014/main" id="{D334FE0F-78B8-170E-2DF4-7F75966CDB9E}"/>
                    </a:ext>
                  </a:extLst>
                </p:cNvPr>
                <p:cNvPicPr/>
                <p:nvPr/>
              </p:nvPicPr>
              <p:blipFill>
                <a:blip r:embed="rId215"/>
                <a:stretch>
                  <a:fillRect/>
                </a:stretch>
              </p:blipFill>
              <p:spPr>
                <a:xfrm>
                  <a:off x="7937782" y="2600816"/>
                  <a:ext cx="15228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56" name="Ink 155">
                  <a:extLst>
                    <a:ext uri="{FF2B5EF4-FFF2-40B4-BE49-F238E27FC236}">
                      <a16:creationId xmlns:a16="http://schemas.microsoft.com/office/drawing/2014/main" id="{9C822AB3-2E74-4D6C-9DB6-5DE5E4505228}"/>
                    </a:ext>
                  </a:extLst>
                </p14:cNvPr>
                <p14:cNvContentPartPr/>
                <p14:nvPr/>
              </p14:nvContentPartPr>
              <p14:xfrm>
                <a:off x="7984582" y="2796296"/>
                <a:ext cx="80640" cy="3600"/>
              </p14:xfrm>
            </p:contentPart>
          </mc:Choice>
          <mc:Fallback>
            <p:pic>
              <p:nvPicPr>
                <p:cNvPr id="156" name="Ink 155">
                  <a:extLst>
                    <a:ext uri="{FF2B5EF4-FFF2-40B4-BE49-F238E27FC236}">
                      <a16:creationId xmlns:a16="http://schemas.microsoft.com/office/drawing/2014/main" id="{9C822AB3-2E74-4D6C-9DB6-5DE5E4505228}"/>
                    </a:ext>
                  </a:extLst>
                </p:cNvPr>
                <p:cNvPicPr/>
                <p:nvPr/>
              </p:nvPicPr>
              <p:blipFill>
                <a:blip r:embed="rId217"/>
                <a:stretch>
                  <a:fillRect/>
                </a:stretch>
              </p:blipFill>
              <p:spPr>
                <a:xfrm>
                  <a:off x="7975582" y="2787296"/>
                  <a:ext cx="98280" cy="21240"/>
                </a:xfrm>
                <a:prstGeom prst="rect">
                  <a:avLst/>
                </a:prstGeom>
              </p:spPr>
            </p:pic>
          </mc:Fallback>
        </mc:AlternateContent>
      </p:grpSp>
      <p:grpSp>
        <p:nvGrpSpPr>
          <p:cNvPr id="172" name="Group 171">
            <a:extLst>
              <a:ext uri="{FF2B5EF4-FFF2-40B4-BE49-F238E27FC236}">
                <a16:creationId xmlns:a16="http://schemas.microsoft.com/office/drawing/2014/main" id="{9B28605C-C14F-B368-B2BA-BD67E577001E}"/>
              </a:ext>
            </a:extLst>
          </p:cNvPr>
          <p:cNvGrpSpPr/>
          <p:nvPr/>
        </p:nvGrpSpPr>
        <p:grpSpPr>
          <a:xfrm>
            <a:off x="8307142" y="2466536"/>
            <a:ext cx="804600" cy="277920"/>
            <a:chOff x="8307142" y="2466536"/>
            <a:chExt cx="804600" cy="277920"/>
          </a:xfrm>
        </p:grpSpPr>
        <mc:AlternateContent xmlns:mc="http://schemas.openxmlformats.org/markup-compatibility/2006">
          <mc:Choice xmlns:p14="http://schemas.microsoft.com/office/powerpoint/2010/main" Requires="p14">
            <p:contentPart p14:bwMode="auto" r:id="rId218">
              <p14:nvContentPartPr>
                <p14:cNvPr id="165" name="Ink 164">
                  <a:extLst>
                    <a:ext uri="{FF2B5EF4-FFF2-40B4-BE49-F238E27FC236}">
                      <a16:creationId xmlns:a16="http://schemas.microsoft.com/office/drawing/2014/main" id="{F512190F-0E62-653A-3A07-1273ACC9E00D}"/>
                    </a:ext>
                  </a:extLst>
                </p14:cNvPr>
                <p14:cNvContentPartPr/>
                <p14:nvPr/>
              </p14:nvContentPartPr>
              <p14:xfrm>
                <a:off x="8307142" y="2578136"/>
                <a:ext cx="158040" cy="166320"/>
              </p14:xfrm>
            </p:contentPart>
          </mc:Choice>
          <mc:Fallback>
            <p:pic>
              <p:nvPicPr>
                <p:cNvPr id="165" name="Ink 164">
                  <a:extLst>
                    <a:ext uri="{FF2B5EF4-FFF2-40B4-BE49-F238E27FC236}">
                      <a16:creationId xmlns:a16="http://schemas.microsoft.com/office/drawing/2014/main" id="{F512190F-0E62-653A-3A07-1273ACC9E00D}"/>
                    </a:ext>
                  </a:extLst>
                </p:cNvPr>
                <p:cNvPicPr/>
                <p:nvPr/>
              </p:nvPicPr>
              <p:blipFill>
                <a:blip r:embed="rId219"/>
                <a:stretch>
                  <a:fillRect/>
                </a:stretch>
              </p:blipFill>
              <p:spPr>
                <a:xfrm>
                  <a:off x="8298142" y="2569136"/>
                  <a:ext cx="17568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66" name="Ink 165">
                  <a:extLst>
                    <a:ext uri="{FF2B5EF4-FFF2-40B4-BE49-F238E27FC236}">
                      <a16:creationId xmlns:a16="http://schemas.microsoft.com/office/drawing/2014/main" id="{BDBD43FB-26E4-2B91-307D-A2CC0BFA0042}"/>
                    </a:ext>
                  </a:extLst>
                </p14:cNvPr>
                <p14:cNvContentPartPr/>
                <p14:nvPr/>
              </p14:nvContentPartPr>
              <p14:xfrm>
                <a:off x="8436742" y="2567696"/>
                <a:ext cx="106920" cy="132840"/>
              </p14:xfrm>
            </p:contentPart>
          </mc:Choice>
          <mc:Fallback>
            <p:pic>
              <p:nvPicPr>
                <p:cNvPr id="166" name="Ink 165">
                  <a:extLst>
                    <a:ext uri="{FF2B5EF4-FFF2-40B4-BE49-F238E27FC236}">
                      <a16:creationId xmlns:a16="http://schemas.microsoft.com/office/drawing/2014/main" id="{BDBD43FB-26E4-2B91-307D-A2CC0BFA0042}"/>
                    </a:ext>
                  </a:extLst>
                </p:cNvPr>
                <p:cNvPicPr/>
                <p:nvPr/>
              </p:nvPicPr>
              <p:blipFill>
                <a:blip r:embed="rId221"/>
                <a:stretch>
                  <a:fillRect/>
                </a:stretch>
              </p:blipFill>
              <p:spPr>
                <a:xfrm>
                  <a:off x="8428102" y="2558696"/>
                  <a:ext cx="12456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67" name="Ink 166">
                  <a:extLst>
                    <a:ext uri="{FF2B5EF4-FFF2-40B4-BE49-F238E27FC236}">
                      <a16:creationId xmlns:a16="http://schemas.microsoft.com/office/drawing/2014/main" id="{F9B90126-4505-57E1-4939-C8CFBC53BDB3}"/>
                    </a:ext>
                  </a:extLst>
                </p14:cNvPr>
                <p14:cNvContentPartPr/>
                <p14:nvPr/>
              </p14:nvContentPartPr>
              <p14:xfrm>
                <a:off x="8588662" y="2615216"/>
                <a:ext cx="99000" cy="74520"/>
              </p14:xfrm>
            </p:contentPart>
          </mc:Choice>
          <mc:Fallback>
            <p:pic>
              <p:nvPicPr>
                <p:cNvPr id="167" name="Ink 166">
                  <a:extLst>
                    <a:ext uri="{FF2B5EF4-FFF2-40B4-BE49-F238E27FC236}">
                      <a16:creationId xmlns:a16="http://schemas.microsoft.com/office/drawing/2014/main" id="{F9B90126-4505-57E1-4939-C8CFBC53BDB3}"/>
                    </a:ext>
                  </a:extLst>
                </p:cNvPr>
                <p:cNvPicPr/>
                <p:nvPr/>
              </p:nvPicPr>
              <p:blipFill>
                <a:blip r:embed="rId223"/>
                <a:stretch>
                  <a:fillRect/>
                </a:stretch>
              </p:blipFill>
              <p:spPr>
                <a:xfrm>
                  <a:off x="8579662" y="2606576"/>
                  <a:ext cx="1166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68" name="Ink 167">
                  <a:extLst>
                    <a:ext uri="{FF2B5EF4-FFF2-40B4-BE49-F238E27FC236}">
                      <a16:creationId xmlns:a16="http://schemas.microsoft.com/office/drawing/2014/main" id="{BA520EA2-5E26-F051-3CE9-619486F1C275}"/>
                    </a:ext>
                  </a:extLst>
                </p14:cNvPr>
                <p14:cNvContentPartPr/>
                <p14:nvPr/>
              </p14:nvContentPartPr>
              <p14:xfrm>
                <a:off x="8728702" y="2599376"/>
                <a:ext cx="149760" cy="84960"/>
              </p14:xfrm>
            </p:contentPart>
          </mc:Choice>
          <mc:Fallback>
            <p:pic>
              <p:nvPicPr>
                <p:cNvPr id="168" name="Ink 167">
                  <a:extLst>
                    <a:ext uri="{FF2B5EF4-FFF2-40B4-BE49-F238E27FC236}">
                      <a16:creationId xmlns:a16="http://schemas.microsoft.com/office/drawing/2014/main" id="{BA520EA2-5E26-F051-3CE9-619486F1C275}"/>
                    </a:ext>
                  </a:extLst>
                </p:cNvPr>
                <p:cNvPicPr/>
                <p:nvPr/>
              </p:nvPicPr>
              <p:blipFill>
                <a:blip r:embed="rId225"/>
                <a:stretch>
                  <a:fillRect/>
                </a:stretch>
              </p:blipFill>
              <p:spPr>
                <a:xfrm>
                  <a:off x="8719702" y="2590736"/>
                  <a:ext cx="16740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69" name="Ink 168">
                  <a:extLst>
                    <a:ext uri="{FF2B5EF4-FFF2-40B4-BE49-F238E27FC236}">
                      <a16:creationId xmlns:a16="http://schemas.microsoft.com/office/drawing/2014/main" id="{7387949A-5D9F-0394-8782-08FDE9EBE060}"/>
                    </a:ext>
                  </a:extLst>
                </p14:cNvPr>
                <p14:cNvContentPartPr/>
                <p14:nvPr/>
              </p14:nvContentPartPr>
              <p14:xfrm>
                <a:off x="8792782" y="2466536"/>
                <a:ext cx="113760" cy="174960"/>
              </p14:xfrm>
            </p:contentPart>
          </mc:Choice>
          <mc:Fallback>
            <p:pic>
              <p:nvPicPr>
                <p:cNvPr id="169" name="Ink 168">
                  <a:extLst>
                    <a:ext uri="{FF2B5EF4-FFF2-40B4-BE49-F238E27FC236}">
                      <a16:creationId xmlns:a16="http://schemas.microsoft.com/office/drawing/2014/main" id="{7387949A-5D9F-0394-8782-08FDE9EBE060}"/>
                    </a:ext>
                  </a:extLst>
                </p:cNvPr>
                <p:cNvPicPr/>
                <p:nvPr/>
              </p:nvPicPr>
              <p:blipFill>
                <a:blip r:embed="rId227"/>
                <a:stretch>
                  <a:fillRect/>
                </a:stretch>
              </p:blipFill>
              <p:spPr>
                <a:xfrm>
                  <a:off x="8784142" y="2457896"/>
                  <a:ext cx="13140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70" name="Ink 169">
                  <a:extLst>
                    <a:ext uri="{FF2B5EF4-FFF2-40B4-BE49-F238E27FC236}">
                      <a16:creationId xmlns:a16="http://schemas.microsoft.com/office/drawing/2014/main" id="{EE56ADBD-9176-8482-CAE8-64F8FE4516D6}"/>
                    </a:ext>
                  </a:extLst>
                </p14:cNvPr>
                <p14:cNvContentPartPr/>
                <p14:nvPr/>
              </p14:nvContentPartPr>
              <p14:xfrm>
                <a:off x="8892142" y="2551496"/>
                <a:ext cx="167040" cy="86040"/>
              </p14:xfrm>
            </p:contentPart>
          </mc:Choice>
          <mc:Fallback>
            <p:pic>
              <p:nvPicPr>
                <p:cNvPr id="170" name="Ink 169">
                  <a:extLst>
                    <a:ext uri="{FF2B5EF4-FFF2-40B4-BE49-F238E27FC236}">
                      <a16:creationId xmlns:a16="http://schemas.microsoft.com/office/drawing/2014/main" id="{EE56ADBD-9176-8482-CAE8-64F8FE4516D6}"/>
                    </a:ext>
                  </a:extLst>
                </p:cNvPr>
                <p:cNvPicPr/>
                <p:nvPr/>
              </p:nvPicPr>
              <p:blipFill>
                <a:blip r:embed="rId229"/>
                <a:stretch>
                  <a:fillRect/>
                </a:stretch>
              </p:blipFill>
              <p:spPr>
                <a:xfrm>
                  <a:off x="8883502" y="2542856"/>
                  <a:ext cx="18468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71" name="Ink 170">
                  <a:extLst>
                    <a:ext uri="{FF2B5EF4-FFF2-40B4-BE49-F238E27FC236}">
                      <a16:creationId xmlns:a16="http://schemas.microsoft.com/office/drawing/2014/main" id="{D09F8C4C-DD24-029D-0161-B6AE30D896A3}"/>
                    </a:ext>
                  </a:extLst>
                </p14:cNvPr>
                <p14:cNvContentPartPr/>
                <p14:nvPr/>
              </p14:nvContentPartPr>
              <p14:xfrm>
                <a:off x="9031462" y="2498576"/>
                <a:ext cx="80280" cy="151560"/>
              </p14:xfrm>
            </p:contentPart>
          </mc:Choice>
          <mc:Fallback>
            <p:pic>
              <p:nvPicPr>
                <p:cNvPr id="171" name="Ink 170">
                  <a:extLst>
                    <a:ext uri="{FF2B5EF4-FFF2-40B4-BE49-F238E27FC236}">
                      <a16:creationId xmlns:a16="http://schemas.microsoft.com/office/drawing/2014/main" id="{D09F8C4C-DD24-029D-0161-B6AE30D896A3}"/>
                    </a:ext>
                  </a:extLst>
                </p:cNvPr>
                <p:cNvPicPr/>
                <p:nvPr/>
              </p:nvPicPr>
              <p:blipFill>
                <a:blip r:embed="rId231"/>
                <a:stretch>
                  <a:fillRect/>
                </a:stretch>
              </p:blipFill>
              <p:spPr>
                <a:xfrm>
                  <a:off x="9022822" y="2489576"/>
                  <a:ext cx="97920" cy="169200"/>
                </a:xfrm>
                <a:prstGeom prst="rect">
                  <a:avLst/>
                </a:prstGeom>
              </p:spPr>
            </p:pic>
          </mc:Fallback>
        </mc:AlternateContent>
      </p:grpSp>
      <p:grpSp>
        <p:nvGrpSpPr>
          <p:cNvPr id="204" name="Group 203">
            <a:extLst>
              <a:ext uri="{FF2B5EF4-FFF2-40B4-BE49-F238E27FC236}">
                <a16:creationId xmlns:a16="http://schemas.microsoft.com/office/drawing/2014/main" id="{89A44C6B-FDA4-DF72-3049-36DD5AB09BFE}"/>
              </a:ext>
            </a:extLst>
          </p:cNvPr>
          <p:cNvGrpSpPr/>
          <p:nvPr/>
        </p:nvGrpSpPr>
        <p:grpSpPr>
          <a:xfrm>
            <a:off x="9325222" y="1633136"/>
            <a:ext cx="2546280" cy="1303200"/>
            <a:chOff x="9325222" y="1633136"/>
            <a:chExt cx="2546280" cy="1303200"/>
          </a:xfrm>
        </p:grpSpPr>
        <mc:AlternateContent xmlns:mc="http://schemas.openxmlformats.org/markup-compatibility/2006">
          <mc:Choice xmlns:p14="http://schemas.microsoft.com/office/powerpoint/2010/main" Requires="p14">
            <p:contentPart p14:bwMode="auto" r:id="rId232">
              <p14:nvContentPartPr>
                <p14:cNvPr id="173" name="Ink 172">
                  <a:extLst>
                    <a:ext uri="{FF2B5EF4-FFF2-40B4-BE49-F238E27FC236}">
                      <a16:creationId xmlns:a16="http://schemas.microsoft.com/office/drawing/2014/main" id="{0B87C770-3F9D-1833-0E2F-33683150E246}"/>
                    </a:ext>
                  </a:extLst>
                </p14:cNvPr>
                <p14:cNvContentPartPr/>
                <p14:nvPr/>
              </p14:nvContentPartPr>
              <p14:xfrm>
                <a:off x="9325222" y="2488136"/>
                <a:ext cx="111960" cy="75600"/>
              </p14:xfrm>
            </p:contentPart>
          </mc:Choice>
          <mc:Fallback>
            <p:pic>
              <p:nvPicPr>
                <p:cNvPr id="173" name="Ink 172">
                  <a:extLst>
                    <a:ext uri="{FF2B5EF4-FFF2-40B4-BE49-F238E27FC236}">
                      <a16:creationId xmlns:a16="http://schemas.microsoft.com/office/drawing/2014/main" id="{0B87C770-3F9D-1833-0E2F-33683150E246}"/>
                    </a:ext>
                  </a:extLst>
                </p:cNvPr>
                <p:cNvPicPr/>
                <p:nvPr/>
              </p:nvPicPr>
              <p:blipFill>
                <a:blip r:embed="rId233"/>
                <a:stretch>
                  <a:fillRect/>
                </a:stretch>
              </p:blipFill>
              <p:spPr>
                <a:xfrm>
                  <a:off x="9316582" y="2479136"/>
                  <a:ext cx="12960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74" name="Ink 173">
                  <a:extLst>
                    <a:ext uri="{FF2B5EF4-FFF2-40B4-BE49-F238E27FC236}">
                      <a16:creationId xmlns:a16="http://schemas.microsoft.com/office/drawing/2014/main" id="{4ACC32F5-768B-56EC-8C46-5C9054804734}"/>
                    </a:ext>
                  </a:extLst>
                </p14:cNvPr>
                <p14:cNvContentPartPr/>
                <p14:nvPr/>
              </p14:nvContentPartPr>
              <p14:xfrm>
                <a:off x="9415942" y="2312456"/>
                <a:ext cx="185040" cy="335520"/>
              </p14:xfrm>
            </p:contentPart>
          </mc:Choice>
          <mc:Fallback>
            <p:pic>
              <p:nvPicPr>
                <p:cNvPr id="174" name="Ink 173">
                  <a:extLst>
                    <a:ext uri="{FF2B5EF4-FFF2-40B4-BE49-F238E27FC236}">
                      <a16:creationId xmlns:a16="http://schemas.microsoft.com/office/drawing/2014/main" id="{4ACC32F5-768B-56EC-8C46-5C9054804734}"/>
                    </a:ext>
                  </a:extLst>
                </p:cNvPr>
                <p:cNvPicPr/>
                <p:nvPr/>
              </p:nvPicPr>
              <p:blipFill>
                <a:blip r:embed="rId235"/>
                <a:stretch>
                  <a:fillRect/>
                </a:stretch>
              </p:blipFill>
              <p:spPr>
                <a:xfrm>
                  <a:off x="9407302" y="2303816"/>
                  <a:ext cx="20268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75" name="Ink 174">
                  <a:extLst>
                    <a:ext uri="{FF2B5EF4-FFF2-40B4-BE49-F238E27FC236}">
                      <a16:creationId xmlns:a16="http://schemas.microsoft.com/office/drawing/2014/main" id="{FAAF4C95-E2E6-B7FC-91C0-509EEFC9B363}"/>
                    </a:ext>
                  </a:extLst>
                </p14:cNvPr>
                <p14:cNvContentPartPr/>
                <p14:nvPr/>
              </p14:nvContentPartPr>
              <p14:xfrm>
                <a:off x="9535822" y="2551496"/>
                <a:ext cx="44280" cy="13680"/>
              </p14:xfrm>
            </p:contentPart>
          </mc:Choice>
          <mc:Fallback>
            <p:pic>
              <p:nvPicPr>
                <p:cNvPr id="175" name="Ink 174">
                  <a:extLst>
                    <a:ext uri="{FF2B5EF4-FFF2-40B4-BE49-F238E27FC236}">
                      <a16:creationId xmlns:a16="http://schemas.microsoft.com/office/drawing/2014/main" id="{FAAF4C95-E2E6-B7FC-91C0-509EEFC9B363}"/>
                    </a:ext>
                  </a:extLst>
                </p:cNvPr>
                <p:cNvPicPr/>
                <p:nvPr/>
              </p:nvPicPr>
              <p:blipFill>
                <a:blip r:embed="rId237"/>
                <a:stretch>
                  <a:fillRect/>
                </a:stretch>
              </p:blipFill>
              <p:spPr>
                <a:xfrm>
                  <a:off x="9527182" y="2542856"/>
                  <a:ext cx="619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77" name="Ink 176">
                  <a:extLst>
                    <a:ext uri="{FF2B5EF4-FFF2-40B4-BE49-F238E27FC236}">
                      <a16:creationId xmlns:a16="http://schemas.microsoft.com/office/drawing/2014/main" id="{34FFA4B8-251A-D239-9520-4000E589E408}"/>
                    </a:ext>
                  </a:extLst>
                </p14:cNvPr>
                <p14:cNvContentPartPr/>
                <p14:nvPr/>
              </p14:nvContentPartPr>
              <p14:xfrm>
                <a:off x="9755062" y="2389496"/>
                <a:ext cx="189000" cy="74880"/>
              </p14:xfrm>
            </p:contentPart>
          </mc:Choice>
          <mc:Fallback>
            <p:pic>
              <p:nvPicPr>
                <p:cNvPr id="177" name="Ink 176">
                  <a:extLst>
                    <a:ext uri="{FF2B5EF4-FFF2-40B4-BE49-F238E27FC236}">
                      <a16:creationId xmlns:a16="http://schemas.microsoft.com/office/drawing/2014/main" id="{34FFA4B8-251A-D239-9520-4000E589E408}"/>
                    </a:ext>
                  </a:extLst>
                </p:cNvPr>
                <p:cNvPicPr/>
                <p:nvPr/>
              </p:nvPicPr>
              <p:blipFill>
                <a:blip r:embed="rId239"/>
                <a:stretch>
                  <a:fillRect/>
                </a:stretch>
              </p:blipFill>
              <p:spPr>
                <a:xfrm>
                  <a:off x="9746422" y="2380856"/>
                  <a:ext cx="20664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78" name="Ink 177">
                  <a:extLst>
                    <a:ext uri="{FF2B5EF4-FFF2-40B4-BE49-F238E27FC236}">
                      <a16:creationId xmlns:a16="http://schemas.microsoft.com/office/drawing/2014/main" id="{C562ABFB-BC45-C194-2856-4F0CA4A8A189}"/>
                    </a:ext>
                  </a:extLst>
                </p14:cNvPr>
                <p14:cNvContentPartPr/>
                <p14:nvPr/>
              </p14:nvContentPartPr>
              <p14:xfrm>
                <a:off x="9846862" y="2386976"/>
                <a:ext cx="41400" cy="123120"/>
              </p14:xfrm>
            </p:contentPart>
          </mc:Choice>
          <mc:Fallback>
            <p:pic>
              <p:nvPicPr>
                <p:cNvPr id="178" name="Ink 177">
                  <a:extLst>
                    <a:ext uri="{FF2B5EF4-FFF2-40B4-BE49-F238E27FC236}">
                      <a16:creationId xmlns:a16="http://schemas.microsoft.com/office/drawing/2014/main" id="{C562ABFB-BC45-C194-2856-4F0CA4A8A189}"/>
                    </a:ext>
                  </a:extLst>
                </p:cNvPr>
                <p:cNvPicPr/>
                <p:nvPr/>
              </p:nvPicPr>
              <p:blipFill>
                <a:blip r:embed="rId241"/>
                <a:stretch>
                  <a:fillRect/>
                </a:stretch>
              </p:blipFill>
              <p:spPr>
                <a:xfrm>
                  <a:off x="9838222" y="2377976"/>
                  <a:ext cx="5904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79" name="Ink 178">
                  <a:extLst>
                    <a:ext uri="{FF2B5EF4-FFF2-40B4-BE49-F238E27FC236}">
                      <a16:creationId xmlns:a16="http://schemas.microsoft.com/office/drawing/2014/main" id="{F305A18C-6F76-2DCF-5DA0-4C7A4F3F44F6}"/>
                    </a:ext>
                  </a:extLst>
                </p14:cNvPr>
                <p14:cNvContentPartPr/>
                <p14:nvPr/>
              </p14:nvContentPartPr>
              <p14:xfrm>
                <a:off x="9923542" y="2244776"/>
                <a:ext cx="159480" cy="201600"/>
              </p14:xfrm>
            </p:contentPart>
          </mc:Choice>
          <mc:Fallback>
            <p:pic>
              <p:nvPicPr>
                <p:cNvPr id="179" name="Ink 178">
                  <a:extLst>
                    <a:ext uri="{FF2B5EF4-FFF2-40B4-BE49-F238E27FC236}">
                      <a16:creationId xmlns:a16="http://schemas.microsoft.com/office/drawing/2014/main" id="{F305A18C-6F76-2DCF-5DA0-4C7A4F3F44F6}"/>
                    </a:ext>
                  </a:extLst>
                </p:cNvPr>
                <p:cNvPicPr/>
                <p:nvPr/>
              </p:nvPicPr>
              <p:blipFill>
                <a:blip r:embed="rId243"/>
                <a:stretch>
                  <a:fillRect/>
                </a:stretch>
              </p:blipFill>
              <p:spPr>
                <a:xfrm>
                  <a:off x="9914542" y="2236136"/>
                  <a:ext cx="17712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80" name="Ink 179">
                  <a:extLst>
                    <a:ext uri="{FF2B5EF4-FFF2-40B4-BE49-F238E27FC236}">
                      <a16:creationId xmlns:a16="http://schemas.microsoft.com/office/drawing/2014/main" id="{F4D6E6D3-119A-17E1-85F8-86DDA709271A}"/>
                    </a:ext>
                  </a:extLst>
                </p14:cNvPr>
                <p14:cNvContentPartPr/>
                <p14:nvPr/>
              </p14:nvContentPartPr>
              <p14:xfrm>
                <a:off x="10047742" y="2295536"/>
                <a:ext cx="244800" cy="71280"/>
              </p14:xfrm>
            </p:contentPart>
          </mc:Choice>
          <mc:Fallback>
            <p:pic>
              <p:nvPicPr>
                <p:cNvPr id="180" name="Ink 179">
                  <a:extLst>
                    <a:ext uri="{FF2B5EF4-FFF2-40B4-BE49-F238E27FC236}">
                      <a16:creationId xmlns:a16="http://schemas.microsoft.com/office/drawing/2014/main" id="{F4D6E6D3-119A-17E1-85F8-86DDA709271A}"/>
                    </a:ext>
                  </a:extLst>
                </p:cNvPr>
                <p:cNvPicPr/>
                <p:nvPr/>
              </p:nvPicPr>
              <p:blipFill>
                <a:blip r:embed="rId245"/>
                <a:stretch>
                  <a:fillRect/>
                </a:stretch>
              </p:blipFill>
              <p:spPr>
                <a:xfrm>
                  <a:off x="10038742" y="2286536"/>
                  <a:ext cx="2624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82" name="Ink 181">
                  <a:extLst>
                    <a:ext uri="{FF2B5EF4-FFF2-40B4-BE49-F238E27FC236}">
                      <a16:creationId xmlns:a16="http://schemas.microsoft.com/office/drawing/2014/main" id="{0B76DFC8-C7E6-4276-A15A-F21AF9F41F12}"/>
                    </a:ext>
                  </a:extLst>
                </p14:cNvPr>
                <p14:cNvContentPartPr/>
                <p14:nvPr/>
              </p14:nvContentPartPr>
              <p14:xfrm>
                <a:off x="10238902" y="2139656"/>
                <a:ext cx="192600" cy="224280"/>
              </p14:xfrm>
            </p:contentPart>
          </mc:Choice>
          <mc:Fallback>
            <p:pic>
              <p:nvPicPr>
                <p:cNvPr id="182" name="Ink 181">
                  <a:extLst>
                    <a:ext uri="{FF2B5EF4-FFF2-40B4-BE49-F238E27FC236}">
                      <a16:creationId xmlns:a16="http://schemas.microsoft.com/office/drawing/2014/main" id="{0B76DFC8-C7E6-4276-A15A-F21AF9F41F12}"/>
                    </a:ext>
                  </a:extLst>
                </p:cNvPr>
                <p:cNvPicPr/>
                <p:nvPr/>
              </p:nvPicPr>
              <p:blipFill>
                <a:blip r:embed="rId247"/>
                <a:stretch>
                  <a:fillRect/>
                </a:stretch>
              </p:blipFill>
              <p:spPr>
                <a:xfrm>
                  <a:off x="10230262" y="2131016"/>
                  <a:ext cx="2102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83" name="Ink 182">
                  <a:extLst>
                    <a:ext uri="{FF2B5EF4-FFF2-40B4-BE49-F238E27FC236}">
                      <a16:creationId xmlns:a16="http://schemas.microsoft.com/office/drawing/2014/main" id="{A293E771-D119-413F-0C64-01E3F9DF49EC}"/>
                    </a:ext>
                  </a:extLst>
                </p14:cNvPr>
                <p14:cNvContentPartPr/>
                <p14:nvPr/>
              </p14:nvContentPartPr>
              <p14:xfrm>
                <a:off x="10138102" y="2339096"/>
                <a:ext cx="38880" cy="9000"/>
              </p14:xfrm>
            </p:contentPart>
          </mc:Choice>
          <mc:Fallback>
            <p:pic>
              <p:nvPicPr>
                <p:cNvPr id="183" name="Ink 182">
                  <a:extLst>
                    <a:ext uri="{FF2B5EF4-FFF2-40B4-BE49-F238E27FC236}">
                      <a16:creationId xmlns:a16="http://schemas.microsoft.com/office/drawing/2014/main" id="{A293E771-D119-413F-0C64-01E3F9DF49EC}"/>
                    </a:ext>
                  </a:extLst>
                </p:cNvPr>
                <p:cNvPicPr/>
                <p:nvPr/>
              </p:nvPicPr>
              <p:blipFill>
                <a:blip r:embed="rId249"/>
                <a:stretch>
                  <a:fillRect/>
                </a:stretch>
              </p:blipFill>
              <p:spPr>
                <a:xfrm>
                  <a:off x="10129102" y="2330096"/>
                  <a:ext cx="565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85" name="Ink 184">
                  <a:extLst>
                    <a:ext uri="{FF2B5EF4-FFF2-40B4-BE49-F238E27FC236}">
                      <a16:creationId xmlns:a16="http://schemas.microsoft.com/office/drawing/2014/main" id="{DD2E68FC-A8C9-F801-A70C-F497075494D6}"/>
                    </a:ext>
                  </a:extLst>
                </p14:cNvPr>
                <p14:cNvContentPartPr/>
                <p14:nvPr/>
              </p14:nvContentPartPr>
              <p14:xfrm>
                <a:off x="10579102" y="2167016"/>
                <a:ext cx="271080" cy="83520"/>
              </p14:xfrm>
            </p:contentPart>
          </mc:Choice>
          <mc:Fallback>
            <p:pic>
              <p:nvPicPr>
                <p:cNvPr id="185" name="Ink 184">
                  <a:extLst>
                    <a:ext uri="{FF2B5EF4-FFF2-40B4-BE49-F238E27FC236}">
                      <a16:creationId xmlns:a16="http://schemas.microsoft.com/office/drawing/2014/main" id="{DD2E68FC-A8C9-F801-A70C-F497075494D6}"/>
                    </a:ext>
                  </a:extLst>
                </p:cNvPr>
                <p:cNvPicPr/>
                <p:nvPr/>
              </p:nvPicPr>
              <p:blipFill>
                <a:blip r:embed="rId251"/>
                <a:stretch>
                  <a:fillRect/>
                </a:stretch>
              </p:blipFill>
              <p:spPr>
                <a:xfrm>
                  <a:off x="10570462" y="2158016"/>
                  <a:ext cx="2887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86" name="Ink 185">
                  <a:extLst>
                    <a:ext uri="{FF2B5EF4-FFF2-40B4-BE49-F238E27FC236}">
                      <a16:creationId xmlns:a16="http://schemas.microsoft.com/office/drawing/2014/main" id="{59599988-359F-F210-EB6B-53B6CD3F22B2}"/>
                    </a:ext>
                  </a:extLst>
                </p14:cNvPr>
                <p14:cNvContentPartPr/>
                <p14:nvPr/>
              </p14:nvContentPartPr>
              <p14:xfrm>
                <a:off x="10870342" y="1931936"/>
                <a:ext cx="292680" cy="235800"/>
              </p14:xfrm>
            </p:contentPart>
          </mc:Choice>
          <mc:Fallback>
            <p:pic>
              <p:nvPicPr>
                <p:cNvPr id="186" name="Ink 185">
                  <a:extLst>
                    <a:ext uri="{FF2B5EF4-FFF2-40B4-BE49-F238E27FC236}">
                      <a16:creationId xmlns:a16="http://schemas.microsoft.com/office/drawing/2014/main" id="{59599988-359F-F210-EB6B-53B6CD3F22B2}"/>
                    </a:ext>
                  </a:extLst>
                </p:cNvPr>
                <p:cNvPicPr/>
                <p:nvPr/>
              </p:nvPicPr>
              <p:blipFill>
                <a:blip r:embed="rId253"/>
                <a:stretch>
                  <a:fillRect/>
                </a:stretch>
              </p:blipFill>
              <p:spPr>
                <a:xfrm>
                  <a:off x="10861342" y="1922936"/>
                  <a:ext cx="31032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87" name="Ink 186">
                  <a:extLst>
                    <a:ext uri="{FF2B5EF4-FFF2-40B4-BE49-F238E27FC236}">
                      <a16:creationId xmlns:a16="http://schemas.microsoft.com/office/drawing/2014/main" id="{6150A7F1-DFAA-BE3E-6C2F-FBAFA4EDF71C}"/>
                    </a:ext>
                  </a:extLst>
                </p14:cNvPr>
                <p14:cNvContentPartPr/>
                <p14:nvPr/>
              </p14:nvContentPartPr>
              <p14:xfrm>
                <a:off x="11094982" y="1881896"/>
                <a:ext cx="217800" cy="187920"/>
              </p14:xfrm>
            </p:contentPart>
          </mc:Choice>
          <mc:Fallback>
            <p:pic>
              <p:nvPicPr>
                <p:cNvPr id="187" name="Ink 186">
                  <a:extLst>
                    <a:ext uri="{FF2B5EF4-FFF2-40B4-BE49-F238E27FC236}">
                      <a16:creationId xmlns:a16="http://schemas.microsoft.com/office/drawing/2014/main" id="{6150A7F1-DFAA-BE3E-6C2F-FBAFA4EDF71C}"/>
                    </a:ext>
                  </a:extLst>
                </p:cNvPr>
                <p:cNvPicPr/>
                <p:nvPr/>
              </p:nvPicPr>
              <p:blipFill>
                <a:blip r:embed="rId255"/>
                <a:stretch>
                  <a:fillRect/>
                </a:stretch>
              </p:blipFill>
              <p:spPr>
                <a:xfrm>
                  <a:off x="11085982" y="1872896"/>
                  <a:ext cx="2354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88" name="Ink 187">
                  <a:extLst>
                    <a:ext uri="{FF2B5EF4-FFF2-40B4-BE49-F238E27FC236}">
                      <a16:creationId xmlns:a16="http://schemas.microsoft.com/office/drawing/2014/main" id="{B2939DA9-39EA-DBA6-D9ED-78CBA2035037}"/>
                    </a:ext>
                  </a:extLst>
                </p14:cNvPr>
                <p14:cNvContentPartPr/>
                <p14:nvPr/>
              </p14:nvContentPartPr>
              <p14:xfrm>
                <a:off x="11206582" y="1855256"/>
                <a:ext cx="2520" cy="10800"/>
              </p14:xfrm>
            </p:contentPart>
          </mc:Choice>
          <mc:Fallback>
            <p:pic>
              <p:nvPicPr>
                <p:cNvPr id="188" name="Ink 187">
                  <a:extLst>
                    <a:ext uri="{FF2B5EF4-FFF2-40B4-BE49-F238E27FC236}">
                      <a16:creationId xmlns:a16="http://schemas.microsoft.com/office/drawing/2014/main" id="{B2939DA9-39EA-DBA6-D9ED-78CBA2035037}"/>
                    </a:ext>
                  </a:extLst>
                </p:cNvPr>
                <p:cNvPicPr/>
                <p:nvPr/>
              </p:nvPicPr>
              <p:blipFill>
                <a:blip r:embed="rId141"/>
                <a:stretch>
                  <a:fillRect/>
                </a:stretch>
              </p:blipFill>
              <p:spPr>
                <a:xfrm>
                  <a:off x="11197582" y="1846616"/>
                  <a:ext cx="2016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89" name="Ink 188">
                  <a:extLst>
                    <a:ext uri="{FF2B5EF4-FFF2-40B4-BE49-F238E27FC236}">
                      <a16:creationId xmlns:a16="http://schemas.microsoft.com/office/drawing/2014/main" id="{E62ADA6B-8EE1-5EE8-A9A3-71327E979FA4}"/>
                    </a:ext>
                  </a:extLst>
                </p14:cNvPr>
                <p14:cNvContentPartPr/>
                <p14:nvPr/>
              </p14:nvContentPartPr>
              <p14:xfrm>
                <a:off x="11376502" y="1929056"/>
                <a:ext cx="81720" cy="160920"/>
              </p14:xfrm>
            </p:contentPart>
          </mc:Choice>
          <mc:Fallback>
            <p:pic>
              <p:nvPicPr>
                <p:cNvPr id="189" name="Ink 188">
                  <a:extLst>
                    <a:ext uri="{FF2B5EF4-FFF2-40B4-BE49-F238E27FC236}">
                      <a16:creationId xmlns:a16="http://schemas.microsoft.com/office/drawing/2014/main" id="{E62ADA6B-8EE1-5EE8-A9A3-71327E979FA4}"/>
                    </a:ext>
                  </a:extLst>
                </p:cNvPr>
                <p:cNvPicPr/>
                <p:nvPr/>
              </p:nvPicPr>
              <p:blipFill>
                <a:blip r:embed="rId258"/>
                <a:stretch>
                  <a:fillRect/>
                </a:stretch>
              </p:blipFill>
              <p:spPr>
                <a:xfrm>
                  <a:off x="11367862" y="1920416"/>
                  <a:ext cx="9936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90" name="Ink 189">
                  <a:extLst>
                    <a:ext uri="{FF2B5EF4-FFF2-40B4-BE49-F238E27FC236}">
                      <a16:creationId xmlns:a16="http://schemas.microsoft.com/office/drawing/2014/main" id="{8EA273CB-44B6-412D-8787-6767A4F19A2C}"/>
                    </a:ext>
                  </a:extLst>
                </p14:cNvPr>
                <p14:cNvContentPartPr/>
                <p14:nvPr/>
              </p14:nvContentPartPr>
              <p14:xfrm>
                <a:off x="11404582" y="1744016"/>
                <a:ext cx="203760" cy="219240"/>
              </p14:xfrm>
            </p:contentPart>
          </mc:Choice>
          <mc:Fallback>
            <p:pic>
              <p:nvPicPr>
                <p:cNvPr id="190" name="Ink 189">
                  <a:extLst>
                    <a:ext uri="{FF2B5EF4-FFF2-40B4-BE49-F238E27FC236}">
                      <a16:creationId xmlns:a16="http://schemas.microsoft.com/office/drawing/2014/main" id="{8EA273CB-44B6-412D-8787-6767A4F19A2C}"/>
                    </a:ext>
                  </a:extLst>
                </p:cNvPr>
                <p:cNvPicPr/>
                <p:nvPr/>
              </p:nvPicPr>
              <p:blipFill>
                <a:blip r:embed="rId260"/>
                <a:stretch>
                  <a:fillRect/>
                </a:stretch>
              </p:blipFill>
              <p:spPr>
                <a:xfrm>
                  <a:off x="11395942" y="1735016"/>
                  <a:ext cx="22140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91" name="Ink 190">
                  <a:extLst>
                    <a:ext uri="{FF2B5EF4-FFF2-40B4-BE49-F238E27FC236}">
                      <a16:creationId xmlns:a16="http://schemas.microsoft.com/office/drawing/2014/main" id="{C36E2E0D-5DE9-2024-36AA-0C17B69CF1AD}"/>
                    </a:ext>
                  </a:extLst>
                </p14:cNvPr>
                <p14:cNvContentPartPr/>
                <p14:nvPr/>
              </p14:nvContentPartPr>
              <p14:xfrm>
                <a:off x="11488462" y="1749056"/>
                <a:ext cx="254880" cy="165600"/>
              </p14:xfrm>
            </p:contentPart>
          </mc:Choice>
          <mc:Fallback>
            <p:pic>
              <p:nvPicPr>
                <p:cNvPr id="191" name="Ink 190">
                  <a:extLst>
                    <a:ext uri="{FF2B5EF4-FFF2-40B4-BE49-F238E27FC236}">
                      <a16:creationId xmlns:a16="http://schemas.microsoft.com/office/drawing/2014/main" id="{C36E2E0D-5DE9-2024-36AA-0C17B69CF1AD}"/>
                    </a:ext>
                  </a:extLst>
                </p:cNvPr>
                <p:cNvPicPr/>
                <p:nvPr/>
              </p:nvPicPr>
              <p:blipFill>
                <a:blip r:embed="rId262"/>
                <a:stretch>
                  <a:fillRect/>
                </a:stretch>
              </p:blipFill>
              <p:spPr>
                <a:xfrm>
                  <a:off x="11479462" y="1740056"/>
                  <a:ext cx="27252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92" name="Ink 191">
                  <a:extLst>
                    <a:ext uri="{FF2B5EF4-FFF2-40B4-BE49-F238E27FC236}">
                      <a16:creationId xmlns:a16="http://schemas.microsoft.com/office/drawing/2014/main" id="{8C2473AD-BC76-9EF6-42E7-EBD8F0992490}"/>
                    </a:ext>
                  </a:extLst>
                </p14:cNvPr>
                <p14:cNvContentPartPr/>
                <p14:nvPr/>
              </p14:nvContentPartPr>
              <p14:xfrm>
                <a:off x="11759542" y="1633136"/>
                <a:ext cx="111960" cy="254160"/>
              </p14:xfrm>
            </p:contentPart>
          </mc:Choice>
          <mc:Fallback>
            <p:pic>
              <p:nvPicPr>
                <p:cNvPr id="192" name="Ink 191">
                  <a:extLst>
                    <a:ext uri="{FF2B5EF4-FFF2-40B4-BE49-F238E27FC236}">
                      <a16:creationId xmlns:a16="http://schemas.microsoft.com/office/drawing/2014/main" id="{8C2473AD-BC76-9EF6-42E7-EBD8F0992490}"/>
                    </a:ext>
                  </a:extLst>
                </p:cNvPr>
                <p:cNvPicPr/>
                <p:nvPr/>
              </p:nvPicPr>
              <p:blipFill>
                <a:blip r:embed="rId264"/>
                <a:stretch>
                  <a:fillRect/>
                </a:stretch>
              </p:blipFill>
              <p:spPr>
                <a:xfrm>
                  <a:off x="11750542" y="1624496"/>
                  <a:ext cx="12960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94" name="Ink 193">
                  <a:extLst>
                    <a:ext uri="{FF2B5EF4-FFF2-40B4-BE49-F238E27FC236}">
                      <a16:creationId xmlns:a16="http://schemas.microsoft.com/office/drawing/2014/main" id="{88234857-BA3C-01A6-46E2-2F714741A713}"/>
                    </a:ext>
                  </a:extLst>
                </p14:cNvPr>
                <p14:cNvContentPartPr/>
                <p14:nvPr/>
              </p14:nvContentPartPr>
              <p14:xfrm>
                <a:off x="9845422" y="2681816"/>
                <a:ext cx="176400" cy="169200"/>
              </p14:xfrm>
            </p:contentPart>
          </mc:Choice>
          <mc:Fallback>
            <p:pic>
              <p:nvPicPr>
                <p:cNvPr id="194" name="Ink 193">
                  <a:extLst>
                    <a:ext uri="{FF2B5EF4-FFF2-40B4-BE49-F238E27FC236}">
                      <a16:creationId xmlns:a16="http://schemas.microsoft.com/office/drawing/2014/main" id="{88234857-BA3C-01A6-46E2-2F714741A713}"/>
                    </a:ext>
                  </a:extLst>
                </p:cNvPr>
                <p:cNvPicPr/>
                <p:nvPr/>
              </p:nvPicPr>
              <p:blipFill>
                <a:blip r:embed="rId266"/>
                <a:stretch>
                  <a:fillRect/>
                </a:stretch>
              </p:blipFill>
              <p:spPr>
                <a:xfrm>
                  <a:off x="9836782" y="2673176"/>
                  <a:ext cx="19404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95" name="Ink 194">
                  <a:extLst>
                    <a:ext uri="{FF2B5EF4-FFF2-40B4-BE49-F238E27FC236}">
                      <a16:creationId xmlns:a16="http://schemas.microsoft.com/office/drawing/2014/main" id="{ABAEB046-5F8E-DF7B-4827-33D809216A6D}"/>
                    </a:ext>
                  </a:extLst>
                </p14:cNvPr>
                <p14:cNvContentPartPr/>
                <p14:nvPr/>
              </p14:nvContentPartPr>
              <p14:xfrm>
                <a:off x="10041622" y="2696936"/>
                <a:ext cx="224640" cy="239400"/>
              </p14:xfrm>
            </p:contentPart>
          </mc:Choice>
          <mc:Fallback>
            <p:pic>
              <p:nvPicPr>
                <p:cNvPr id="195" name="Ink 194">
                  <a:extLst>
                    <a:ext uri="{FF2B5EF4-FFF2-40B4-BE49-F238E27FC236}">
                      <a16:creationId xmlns:a16="http://schemas.microsoft.com/office/drawing/2014/main" id="{ABAEB046-5F8E-DF7B-4827-33D809216A6D}"/>
                    </a:ext>
                  </a:extLst>
                </p:cNvPr>
                <p:cNvPicPr/>
                <p:nvPr/>
              </p:nvPicPr>
              <p:blipFill>
                <a:blip r:embed="rId268"/>
                <a:stretch>
                  <a:fillRect/>
                </a:stretch>
              </p:blipFill>
              <p:spPr>
                <a:xfrm>
                  <a:off x="10032622" y="2687936"/>
                  <a:ext cx="24228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96" name="Ink 195">
                  <a:extLst>
                    <a:ext uri="{FF2B5EF4-FFF2-40B4-BE49-F238E27FC236}">
                      <a16:creationId xmlns:a16="http://schemas.microsoft.com/office/drawing/2014/main" id="{A8F5591B-8079-B9E3-0482-A73A25432269}"/>
                    </a:ext>
                  </a:extLst>
                </p14:cNvPr>
                <p14:cNvContentPartPr/>
                <p14:nvPr/>
              </p14:nvContentPartPr>
              <p14:xfrm>
                <a:off x="10409182" y="2578496"/>
                <a:ext cx="182160" cy="133920"/>
              </p14:xfrm>
            </p:contentPart>
          </mc:Choice>
          <mc:Fallback>
            <p:pic>
              <p:nvPicPr>
                <p:cNvPr id="196" name="Ink 195">
                  <a:extLst>
                    <a:ext uri="{FF2B5EF4-FFF2-40B4-BE49-F238E27FC236}">
                      <a16:creationId xmlns:a16="http://schemas.microsoft.com/office/drawing/2014/main" id="{A8F5591B-8079-B9E3-0482-A73A25432269}"/>
                    </a:ext>
                  </a:extLst>
                </p:cNvPr>
                <p:cNvPicPr/>
                <p:nvPr/>
              </p:nvPicPr>
              <p:blipFill>
                <a:blip r:embed="rId270"/>
                <a:stretch>
                  <a:fillRect/>
                </a:stretch>
              </p:blipFill>
              <p:spPr>
                <a:xfrm>
                  <a:off x="10400182" y="2569496"/>
                  <a:ext cx="19980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97" name="Ink 196">
                  <a:extLst>
                    <a:ext uri="{FF2B5EF4-FFF2-40B4-BE49-F238E27FC236}">
                      <a16:creationId xmlns:a16="http://schemas.microsoft.com/office/drawing/2014/main" id="{D36A5954-B94E-82D6-D059-F90456A31791}"/>
                    </a:ext>
                  </a:extLst>
                </p14:cNvPr>
                <p14:cNvContentPartPr/>
                <p14:nvPr/>
              </p14:nvContentPartPr>
              <p14:xfrm>
                <a:off x="10648222" y="2604776"/>
                <a:ext cx="30240" cy="47880"/>
              </p14:xfrm>
            </p:contentPart>
          </mc:Choice>
          <mc:Fallback>
            <p:pic>
              <p:nvPicPr>
                <p:cNvPr id="197" name="Ink 196">
                  <a:extLst>
                    <a:ext uri="{FF2B5EF4-FFF2-40B4-BE49-F238E27FC236}">
                      <a16:creationId xmlns:a16="http://schemas.microsoft.com/office/drawing/2014/main" id="{D36A5954-B94E-82D6-D059-F90456A31791}"/>
                    </a:ext>
                  </a:extLst>
                </p:cNvPr>
                <p:cNvPicPr/>
                <p:nvPr/>
              </p:nvPicPr>
              <p:blipFill>
                <a:blip r:embed="rId272"/>
                <a:stretch>
                  <a:fillRect/>
                </a:stretch>
              </p:blipFill>
              <p:spPr>
                <a:xfrm>
                  <a:off x="10639582" y="2596136"/>
                  <a:ext cx="4788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98" name="Ink 197">
                  <a:extLst>
                    <a:ext uri="{FF2B5EF4-FFF2-40B4-BE49-F238E27FC236}">
                      <a16:creationId xmlns:a16="http://schemas.microsoft.com/office/drawing/2014/main" id="{B2D90BDE-59FC-13F8-8761-7C7F62338F29}"/>
                    </a:ext>
                  </a:extLst>
                </p14:cNvPr>
                <p14:cNvContentPartPr/>
                <p14:nvPr/>
              </p14:nvContentPartPr>
              <p14:xfrm>
                <a:off x="10574062" y="2471936"/>
                <a:ext cx="360" cy="9000"/>
              </p14:xfrm>
            </p:contentPart>
          </mc:Choice>
          <mc:Fallback>
            <p:pic>
              <p:nvPicPr>
                <p:cNvPr id="198" name="Ink 197">
                  <a:extLst>
                    <a:ext uri="{FF2B5EF4-FFF2-40B4-BE49-F238E27FC236}">
                      <a16:creationId xmlns:a16="http://schemas.microsoft.com/office/drawing/2014/main" id="{B2D90BDE-59FC-13F8-8761-7C7F62338F29}"/>
                    </a:ext>
                  </a:extLst>
                </p:cNvPr>
                <p:cNvPicPr/>
                <p:nvPr/>
              </p:nvPicPr>
              <p:blipFill>
                <a:blip r:embed="rId189"/>
                <a:stretch>
                  <a:fillRect/>
                </a:stretch>
              </p:blipFill>
              <p:spPr>
                <a:xfrm>
                  <a:off x="10565062" y="2462936"/>
                  <a:ext cx="1800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99" name="Ink 198">
                  <a:extLst>
                    <a:ext uri="{FF2B5EF4-FFF2-40B4-BE49-F238E27FC236}">
                      <a16:creationId xmlns:a16="http://schemas.microsoft.com/office/drawing/2014/main" id="{7A9C7891-A470-1E53-2BE8-C19607132A4D}"/>
                    </a:ext>
                  </a:extLst>
                </p14:cNvPr>
                <p14:cNvContentPartPr/>
                <p14:nvPr/>
              </p14:nvContentPartPr>
              <p14:xfrm>
                <a:off x="10690702" y="2561576"/>
                <a:ext cx="141120" cy="48600"/>
              </p14:xfrm>
            </p:contentPart>
          </mc:Choice>
          <mc:Fallback>
            <p:pic>
              <p:nvPicPr>
                <p:cNvPr id="199" name="Ink 198">
                  <a:extLst>
                    <a:ext uri="{FF2B5EF4-FFF2-40B4-BE49-F238E27FC236}">
                      <a16:creationId xmlns:a16="http://schemas.microsoft.com/office/drawing/2014/main" id="{7A9C7891-A470-1E53-2BE8-C19607132A4D}"/>
                    </a:ext>
                  </a:extLst>
                </p:cNvPr>
                <p:cNvPicPr/>
                <p:nvPr/>
              </p:nvPicPr>
              <p:blipFill>
                <a:blip r:embed="rId275"/>
                <a:stretch>
                  <a:fillRect/>
                </a:stretch>
              </p:blipFill>
              <p:spPr>
                <a:xfrm>
                  <a:off x="10682062" y="2552576"/>
                  <a:ext cx="15876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200" name="Ink 199">
                  <a:extLst>
                    <a:ext uri="{FF2B5EF4-FFF2-40B4-BE49-F238E27FC236}">
                      <a16:creationId xmlns:a16="http://schemas.microsoft.com/office/drawing/2014/main" id="{4CA242A2-D09D-C8CF-87F1-6CDF979E4D29}"/>
                    </a:ext>
                  </a:extLst>
                </p14:cNvPr>
                <p14:cNvContentPartPr/>
                <p14:nvPr/>
              </p14:nvContentPartPr>
              <p14:xfrm>
                <a:off x="10829662" y="2367176"/>
                <a:ext cx="98280" cy="198360"/>
              </p14:xfrm>
            </p:contentPart>
          </mc:Choice>
          <mc:Fallback>
            <p:pic>
              <p:nvPicPr>
                <p:cNvPr id="200" name="Ink 199">
                  <a:extLst>
                    <a:ext uri="{FF2B5EF4-FFF2-40B4-BE49-F238E27FC236}">
                      <a16:creationId xmlns:a16="http://schemas.microsoft.com/office/drawing/2014/main" id="{4CA242A2-D09D-C8CF-87F1-6CDF979E4D29}"/>
                    </a:ext>
                  </a:extLst>
                </p:cNvPr>
                <p:cNvPicPr/>
                <p:nvPr/>
              </p:nvPicPr>
              <p:blipFill>
                <a:blip r:embed="rId277"/>
                <a:stretch>
                  <a:fillRect/>
                </a:stretch>
              </p:blipFill>
              <p:spPr>
                <a:xfrm>
                  <a:off x="10820662" y="2358536"/>
                  <a:ext cx="115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201" name="Ink 200">
                  <a:extLst>
                    <a:ext uri="{FF2B5EF4-FFF2-40B4-BE49-F238E27FC236}">
                      <a16:creationId xmlns:a16="http://schemas.microsoft.com/office/drawing/2014/main" id="{473C06C7-1C69-E1AF-5539-0D185F53298A}"/>
                    </a:ext>
                  </a:extLst>
                </p14:cNvPr>
                <p14:cNvContentPartPr/>
                <p14:nvPr/>
              </p14:nvContentPartPr>
              <p14:xfrm>
                <a:off x="10979782" y="2439176"/>
                <a:ext cx="62280" cy="75240"/>
              </p14:xfrm>
            </p:contentPart>
          </mc:Choice>
          <mc:Fallback>
            <p:pic>
              <p:nvPicPr>
                <p:cNvPr id="201" name="Ink 200">
                  <a:extLst>
                    <a:ext uri="{FF2B5EF4-FFF2-40B4-BE49-F238E27FC236}">
                      <a16:creationId xmlns:a16="http://schemas.microsoft.com/office/drawing/2014/main" id="{473C06C7-1C69-E1AF-5539-0D185F53298A}"/>
                    </a:ext>
                  </a:extLst>
                </p:cNvPr>
                <p:cNvPicPr/>
                <p:nvPr/>
              </p:nvPicPr>
              <p:blipFill>
                <a:blip r:embed="rId279"/>
                <a:stretch>
                  <a:fillRect/>
                </a:stretch>
              </p:blipFill>
              <p:spPr>
                <a:xfrm>
                  <a:off x="10971142" y="2430536"/>
                  <a:ext cx="7992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202" name="Ink 201">
                  <a:extLst>
                    <a:ext uri="{FF2B5EF4-FFF2-40B4-BE49-F238E27FC236}">
                      <a16:creationId xmlns:a16="http://schemas.microsoft.com/office/drawing/2014/main" id="{0CCA183C-589B-EE25-2897-70D09DA70192}"/>
                    </a:ext>
                  </a:extLst>
                </p14:cNvPr>
                <p14:cNvContentPartPr/>
                <p14:nvPr/>
              </p14:nvContentPartPr>
              <p14:xfrm>
                <a:off x="11205502" y="2344136"/>
                <a:ext cx="1440" cy="2520"/>
              </p14:xfrm>
            </p:contentPart>
          </mc:Choice>
          <mc:Fallback>
            <p:pic>
              <p:nvPicPr>
                <p:cNvPr id="202" name="Ink 201">
                  <a:extLst>
                    <a:ext uri="{FF2B5EF4-FFF2-40B4-BE49-F238E27FC236}">
                      <a16:creationId xmlns:a16="http://schemas.microsoft.com/office/drawing/2014/main" id="{0CCA183C-589B-EE25-2897-70D09DA70192}"/>
                    </a:ext>
                  </a:extLst>
                </p:cNvPr>
                <p:cNvPicPr/>
                <p:nvPr/>
              </p:nvPicPr>
              <p:blipFill>
                <a:blip r:embed="rId281"/>
                <a:stretch>
                  <a:fillRect/>
                </a:stretch>
              </p:blipFill>
              <p:spPr>
                <a:xfrm>
                  <a:off x="11196502" y="2335496"/>
                  <a:ext cx="1908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203" name="Ink 202">
                  <a:extLst>
                    <a:ext uri="{FF2B5EF4-FFF2-40B4-BE49-F238E27FC236}">
                      <a16:creationId xmlns:a16="http://schemas.microsoft.com/office/drawing/2014/main" id="{8B46A094-B874-006C-EB4F-90DE2A350776}"/>
                    </a:ext>
                  </a:extLst>
                </p14:cNvPr>
                <p14:cNvContentPartPr/>
                <p14:nvPr/>
              </p14:nvContentPartPr>
              <p14:xfrm>
                <a:off x="11057542" y="2318576"/>
                <a:ext cx="192240" cy="127800"/>
              </p14:xfrm>
            </p:contentPart>
          </mc:Choice>
          <mc:Fallback>
            <p:pic>
              <p:nvPicPr>
                <p:cNvPr id="203" name="Ink 202">
                  <a:extLst>
                    <a:ext uri="{FF2B5EF4-FFF2-40B4-BE49-F238E27FC236}">
                      <a16:creationId xmlns:a16="http://schemas.microsoft.com/office/drawing/2014/main" id="{8B46A094-B874-006C-EB4F-90DE2A350776}"/>
                    </a:ext>
                  </a:extLst>
                </p:cNvPr>
                <p:cNvPicPr/>
                <p:nvPr/>
              </p:nvPicPr>
              <p:blipFill>
                <a:blip r:embed="rId283"/>
                <a:stretch>
                  <a:fillRect/>
                </a:stretch>
              </p:blipFill>
              <p:spPr>
                <a:xfrm>
                  <a:off x="11048902" y="2309576"/>
                  <a:ext cx="209880" cy="145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4">
            <p14:nvContentPartPr>
              <p14:cNvPr id="205" name="Ink 204">
                <a:extLst>
                  <a:ext uri="{FF2B5EF4-FFF2-40B4-BE49-F238E27FC236}">
                    <a16:creationId xmlns:a16="http://schemas.microsoft.com/office/drawing/2014/main" id="{BC07C32D-825D-E6AF-61E5-73789BD64988}"/>
                  </a:ext>
                </a:extLst>
              </p14:cNvPr>
              <p14:cNvContentPartPr/>
              <p14:nvPr/>
            </p14:nvContentPartPr>
            <p14:xfrm>
              <a:off x="11429782" y="2183216"/>
              <a:ext cx="166320" cy="168480"/>
            </p14:xfrm>
          </p:contentPart>
        </mc:Choice>
        <mc:Fallback>
          <p:pic>
            <p:nvPicPr>
              <p:cNvPr id="205" name="Ink 204">
                <a:extLst>
                  <a:ext uri="{FF2B5EF4-FFF2-40B4-BE49-F238E27FC236}">
                    <a16:creationId xmlns:a16="http://schemas.microsoft.com/office/drawing/2014/main" id="{BC07C32D-825D-E6AF-61E5-73789BD64988}"/>
                  </a:ext>
                </a:extLst>
              </p:cNvPr>
              <p:cNvPicPr/>
              <p:nvPr/>
            </p:nvPicPr>
            <p:blipFill>
              <a:blip r:embed="rId285"/>
              <a:stretch>
                <a:fillRect/>
              </a:stretch>
            </p:blipFill>
            <p:spPr>
              <a:xfrm>
                <a:off x="11421142" y="2174576"/>
                <a:ext cx="183960" cy="1861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6E37BA-7C20-ACCB-BF2C-150A465CAC90}"/>
              </a:ext>
            </a:extLst>
          </p:cNvPr>
          <p:cNvSpPr txBox="1"/>
          <p:nvPr/>
        </p:nvSpPr>
        <p:spPr>
          <a:xfrm>
            <a:off x="675168" y="579474"/>
            <a:ext cx="3667158" cy="523220"/>
          </a:xfrm>
          <a:prstGeom prst="rect">
            <a:avLst/>
          </a:prstGeom>
          <a:noFill/>
        </p:spPr>
        <p:txBody>
          <a:bodyPr wrap="none" rtlCol="0">
            <a:spAutoFit/>
          </a:bodyPr>
          <a:lstStyle/>
          <a:p>
            <a:r>
              <a:rPr lang="en-US" sz="2800" b="1" dirty="0"/>
              <a:t>Example: Speech Signal</a:t>
            </a:r>
          </a:p>
        </p:txBody>
      </p:sp>
      <p:pic>
        <p:nvPicPr>
          <p:cNvPr id="4" name="Picture 3" descr="The image displays a signal's amplitude in both time and frequency domains, with a normalized frequency scale and a sample rate of 8000 Hz.&#10;&#10;AI-generated content may be incorrect.">
            <a:extLst>
              <a:ext uri="{FF2B5EF4-FFF2-40B4-BE49-F238E27FC236}">
                <a16:creationId xmlns:a16="http://schemas.microsoft.com/office/drawing/2014/main" id="{74EDFF92-1B50-1D69-2A2B-D191A343C03B}"/>
              </a:ext>
            </a:extLst>
          </p:cNvPr>
          <p:cNvPicPr>
            <a:picLocks noChangeAspect="1"/>
          </p:cNvPicPr>
          <p:nvPr/>
        </p:nvPicPr>
        <p:blipFill>
          <a:blip r:embed="rId2"/>
          <a:stretch>
            <a:fillRect/>
          </a:stretch>
        </p:blipFill>
        <p:spPr>
          <a:xfrm>
            <a:off x="675168" y="1314947"/>
            <a:ext cx="7438115" cy="5255973"/>
          </a:xfrm>
          <a:prstGeom prst="rect">
            <a:avLst/>
          </a:prstGeom>
        </p:spPr>
      </p:pic>
      <p:sp>
        <p:nvSpPr>
          <p:cNvPr id="5" name="TextBox 4">
            <a:extLst>
              <a:ext uri="{FF2B5EF4-FFF2-40B4-BE49-F238E27FC236}">
                <a16:creationId xmlns:a16="http://schemas.microsoft.com/office/drawing/2014/main" id="{649C517D-E80A-F797-D629-7749CFF5204F}"/>
              </a:ext>
            </a:extLst>
          </p:cNvPr>
          <p:cNvSpPr txBox="1"/>
          <p:nvPr/>
        </p:nvSpPr>
        <p:spPr>
          <a:xfrm>
            <a:off x="8527314" y="1589567"/>
            <a:ext cx="2915092" cy="4524315"/>
          </a:xfrm>
          <a:prstGeom prst="rect">
            <a:avLst/>
          </a:prstGeom>
          <a:noFill/>
        </p:spPr>
        <p:txBody>
          <a:bodyPr wrap="square" rtlCol="0">
            <a:spAutoFit/>
          </a:bodyPr>
          <a:lstStyle/>
          <a:p>
            <a:r>
              <a:rPr lang="en-US" dirty="0"/>
              <a:t>Looking only at time domain, frequency content is not visible.</a:t>
            </a:r>
          </a:p>
          <a:p>
            <a:endParaRPr lang="en-US" dirty="0"/>
          </a:p>
          <a:p>
            <a:endParaRPr lang="en-US" dirty="0"/>
          </a:p>
          <a:p>
            <a:endParaRPr lang="en-US" dirty="0"/>
          </a:p>
          <a:p>
            <a:r>
              <a:rPr lang="en-US" dirty="0"/>
              <a:t>Looking at magnitude in the frequency domain, time domain information is not visible.</a:t>
            </a:r>
          </a:p>
          <a:p>
            <a:endParaRPr lang="en-US" dirty="0"/>
          </a:p>
          <a:p>
            <a:endParaRPr lang="en-US" dirty="0"/>
          </a:p>
          <a:p>
            <a:r>
              <a:rPr lang="en-US" dirty="0"/>
              <a:t>Looking at the phase in the frequency domain does not reveal any interesting information.</a:t>
            </a:r>
          </a:p>
        </p:txBody>
      </p:sp>
    </p:spTree>
    <p:extLst>
      <p:ext uri="{BB962C8B-B14F-4D97-AF65-F5344CB8AC3E}">
        <p14:creationId xmlns:p14="http://schemas.microsoft.com/office/powerpoint/2010/main" val="482575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4F5FB-78F2-A4C6-7D30-8C965EC35F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2C1EB1-F3D1-3B77-71A6-7805B1978B43}"/>
              </a:ext>
            </a:extLst>
          </p:cNvPr>
          <p:cNvSpPr txBox="1"/>
          <p:nvPr/>
        </p:nvSpPr>
        <p:spPr>
          <a:xfrm>
            <a:off x="675168" y="579474"/>
            <a:ext cx="3667158" cy="523220"/>
          </a:xfrm>
          <a:prstGeom prst="rect">
            <a:avLst/>
          </a:prstGeom>
          <a:noFill/>
        </p:spPr>
        <p:txBody>
          <a:bodyPr wrap="none" rtlCol="0">
            <a:spAutoFit/>
          </a:bodyPr>
          <a:lstStyle/>
          <a:p>
            <a:r>
              <a:rPr lang="en-US" sz="2800" b="1" dirty="0"/>
              <a:t>Example: Speech Signal</a:t>
            </a:r>
          </a:p>
        </p:txBody>
      </p:sp>
      <p:pic>
        <p:nvPicPr>
          <p:cNvPr id="4" name="Picture 3" descr="The image displays a time-domain signal with amplitude values ranging from -0.5 to 0.5, sampled at a frequency of 8000 Hz.&#10;&#10;AI-generated content may be incorrect.">
            <a:extLst>
              <a:ext uri="{FF2B5EF4-FFF2-40B4-BE49-F238E27FC236}">
                <a16:creationId xmlns:a16="http://schemas.microsoft.com/office/drawing/2014/main" id="{E542AE0A-59B9-0F1A-395A-119466A1B539}"/>
              </a:ext>
            </a:extLst>
          </p:cNvPr>
          <p:cNvPicPr>
            <a:picLocks noChangeAspect="1"/>
          </p:cNvPicPr>
          <p:nvPr/>
        </p:nvPicPr>
        <p:blipFill>
          <a:blip r:embed="rId2"/>
          <a:stretch>
            <a:fillRect/>
          </a:stretch>
        </p:blipFill>
        <p:spPr>
          <a:xfrm>
            <a:off x="352647" y="1252986"/>
            <a:ext cx="7189502" cy="1782610"/>
          </a:xfrm>
          <a:prstGeom prst="rect">
            <a:avLst/>
          </a:prstGeom>
        </p:spPr>
      </p:pic>
      <p:pic>
        <p:nvPicPr>
          <p:cNvPr id="6" name="Picture 5" descr="The image displays a spectrogram or spectrotemporal frequency (STFT) visualization, showing a time-frequency analysis with specific intensity levels (dB) at various frequencies (Hz) over time (s).&#10;&#10;AI-generated content may be incorrect.">
            <a:extLst>
              <a:ext uri="{FF2B5EF4-FFF2-40B4-BE49-F238E27FC236}">
                <a16:creationId xmlns:a16="http://schemas.microsoft.com/office/drawing/2014/main" id="{C8444077-3363-6980-CEA7-CA963E266CE9}"/>
              </a:ext>
            </a:extLst>
          </p:cNvPr>
          <p:cNvPicPr>
            <a:picLocks noChangeAspect="1"/>
          </p:cNvPicPr>
          <p:nvPr/>
        </p:nvPicPr>
        <p:blipFill>
          <a:blip r:embed="rId3"/>
          <a:stretch>
            <a:fillRect/>
          </a:stretch>
        </p:blipFill>
        <p:spPr>
          <a:xfrm>
            <a:off x="809827" y="3185888"/>
            <a:ext cx="7547445" cy="2533914"/>
          </a:xfrm>
          <a:prstGeom prst="rect">
            <a:avLst/>
          </a:prstGeom>
        </p:spPr>
      </p:pic>
      <p:sp>
        <p:nvSpPr>
          <p:cNvPr id="7" name="TextBox 6">
            <a:extLst>
              <a:ext uri="{FF2B5EF4-FFF2-40B4-BE49-F238E27FC236}">
                <a16:creationId xmlns:a16="http://schemas.microsoft.com/office/drawing/2014/main" id="{028FB2CD-B679-5375-4281-D55E6B8CD009}"/>
              </a:ext>
            </a:extLst>
          </p:cNvPr>
          <p:cNvSpPr txBox="1"/>
          <p:nvPr/>
        </p:nvSpPr>
        <p:spPr>
          <a:xfrm>
            <a:off x="8628320" y="3333307"/>
            <a:ext cx="3125972" cy="2308324"/>
          </a:xfrm>
          <a:prstGeom prst="rect">
            <a:avLst/>
          </a:prstGeom>
          <a:noFill/>
        </p:spPr>
        <p:txBody>
          <a:bodyPr wrap="square" rtlCol="0">
            <a:spAutoFit/>
          </a:bodyPr>
          <a:lstStyle/>
          <a:p>
            <a:r>
              <a:rPr lang="en-US" dirty="0"/>
              <a:t>A spectrogram visualizes both time and frequency by dividing up an audio signal into overlapping blocks and taking Short Time Fourier Transforms (STFTs) of each block that are then displayed as two dimensional images.</a:t>
            </a:r>
          </a:p>
        </p:txBody>
      </p:sp>
      <p:sp>
        <p:nvSpPr>
          <p:cNvPr id="8" name="TextBox 7">
            <a:extLst>
              <a:ext uri="{FF2B5EF4-FFF2-40B4-BE49-F238E27FC236}">
                <a16:creationId xmlns:a16="http://schemas.microsoft.com/office/drawing/2014/main" id="{2E65DC1E-82EC-8D6D-E0E5-6A7EF9391CC6}"/>
              </a:ext>
            </a:extLst>
          </p:cNvPr>
          <p:cNvSpPr txBox="1"/>
          <p:nvPr/>
        </p:nvSpPr>
        <p:spPr>
          <a:xfrm>
            <a:off x="1653363" y="5970749"/>
            <a:ext cx="5344284" cy="307777"/>
          </a:xfrm>
          <a:prstGeom prst="rect">
            <a:avLst/>
          </a:prstGeom>
          <a:noFill/>
        </p:spPr>
        <p:txBody>
          <a:bodyPr wrap="none" rtlCol="0">
            <a:spAutoFit/>
          </a:bodyPr>
          <a:lstStyle/>
          <a:p>
            <a:r>
              <a:rPr lang="en-US" sz="1400" dirty="0"/>
              <a:t>“A cold dip restores health and zest, a zestful food is the hot cross bun”</a:t>
            </a:r>
          </a:p>
        </p:txBody>
      </p:sp>
    </p:spTree>
    <p:extLst>
      <p:ext uri="{BB962C8B-B14F-4D97-AF65-F5344CB8AC3E}">
        <p14:creationId xmlns:p14="http://schemas.microsoft.com/office/powerpoint/2010/main" val="1395458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From frames to a time–frequency matrix</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0:15–0:22</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5852160" cy="2468880"/>
          </a:xfrm>
          <a:prstGeom prst="rect">
            <a:avLst/>
          </a:prstGeom>
          <a:noFill/>
        </p:spPr>
        <p:txBody>
          <a:bodyPr wrap="square">
            <a:spAutoFit/>
          </a:bodyPr>
          <a:lstStyle/>
          <a:p>
            <a:pPr>
              <a:spcAft>
                <a:spcPts val="700"/>
              </a:spcAft>
              <a:defRPr sz="2000">
                <a:solidFill>
                  <a:srgbClr val="191E26"/>
                </a:solidFill>
                <a:latin typeface="Aptos"/>
              </a:defRPr>
            </a:pPr>
            <a:r>
              <a:t>• Frame the signal into overlapping segments.</a:t>
            </a:r>
          </a:p>
          <a:p>
            <a:pPr>
              <a:spcAft>
                <a:spcPts val="700"/>
              </a:spcAft>
              <a:defRPr sz="2000">
                <a:solidFill>
                  <a:srgbClr val="191E26"/>
                </a:solidFill>
                <a:latin typeface="Aptos"/>
              </a:defRPr>
            </a:pPr>
            <a:r>
              <a:t>• Multiply each segment by a window.</a:t>
            </a:r>
          </a:p>
          <a:p>
            <a:pPr>
              <a:spcAft>
                <a:spcPts val="700"/>
              </a:spcAft>
              <a:defRPr sz="2000">
                <a:solidFill>
                  <a:srgbClr val="191E26"/>
                </a:solidFill>
                <a:latin typeface="Aptos"/>
              </a:defRPr>
            </a:pPr>
            <a:r>
              <a:t>• Take an FFT along the sample dimension.</a:t>
            </a:r>
          </a:p>
          <a:p>
            <a:pPr>
              <a:spcAft>
                <a:spcPts val="700"/>
              </a:spcAft>
              <a:defRPr sz="2000">
                <a:solidFill>
                  <a:srgbClr val="191E26"/>
                </a:solidFill>
                <a:latin typeface="Aptos"/>
              </a:defRPr>
            </a:pPr>
            <a:r>
              <a:t>• Stack the spectra as columns (or rows).</a:t>
            </a:r>
          </a:p>
        </p:txBody>
      </p:sp>
      <p:sp>
        <p:nvSpPr>
          <p:cNvPr id="8" name="TextBox 7"/>
          <p:cNvSpPr txBox="1"/>
          <p:nvPr/>
        </p:nvSpPr>
        <p:spPr>
          <a:xfrm>
            <a:off x="777240" y="4069080"/>
            <a:ext cx="6035040" cy="502920"/>
          </a:xfrm>
          <a:prstGeom prst="rect">
            <a:avLst/>
          </a:prstGeom>
          <a:noFill/>
        </p:spPr>
        <p:txBody>
          <a:bodyPr wrap="square">
            <a:spAutoFit/>
          </a:bodyPr>
          <a:lstStyle/>
          <a:p>
            <a:pPr algn="l"/>
            <a:r>
              <a:rPr sz="2400" b="1">
                <a:solidFill>
                  <a:srgbClr val="24888E"/>
                </a:solidFill>
                <a:latin typeface="Aptos"/>
              </a:rPr>
              <a:t>STFT output shape ≈ frequency bins × time frames</a:t>
            </a:r>
          </a:p>
        </p:txBody>
      </p:sp>
      <p:sp>
        <p:nvSpPr>
          <p:cNvPr id="9" name="Rounded Rectangle 8"/>
          <p:cNvSpPr/>
          <p:nvPr/>
        </p:nvSpPr>
        <p:spPr>
          <a:xfrm>
            <a:off x="7086600" y="1554480"/>
            <a:ext cx="4160520" cy="2057400"/>
          </a:xfrm>
          <a:prstGeom prst="roundRect">
            <a:avLst/>
          </a:prstGeom>
          <a:solidFill>
            <a:srgbClr val="F1F5F9"/>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32904" y="1645920"/>
            <a:ext cx="3867911" cy="219456"/>
          </a:xfrm>
          <a:prstGeom prst="rect">
            <a:avLst/>
          </a:prstGeom>
          <a:noFill/>
        </p:spPr>
        <p:txBody>
          <a:bodyPr wrap="square">
            <a:spAutoFit/>
          </a:bodyPr>
          <a:lstStyle/>
          <a:p>
            <a:pPr algn="l"/>
            <a:r>
              <a:rPr sz="1100" b="1">
                <a:solidFill>
                  <a:srgbClr val="2463A0"/>
                </a:solidFill>
                <a:latin typeface="Aptos"/>
              </a:rPr>
              <a:t>PyTorch viewpoint</a:t>
            </a:r>
          </a:p>
        </p:txBody>
      </p:sp>
      <p:sp>
        <p:nvSpPr>
          <p:cNvPr id="11" name="TextBox 10"/>
          <p:cNvSpPr txBox="1"/>
          <p:nvPr/>
        </p:nvSpPr>
        <p:spPr>
          <a:xfrm>
            <a:off x="7232904" y="1911095"/>
            <a:ext cx="3867911" cy="1609344"/>
          </a:xfrm>
          <a:prstGeom prst="rect">
            <a:avLst/>
          </a:prstGeom>
          <a:noFill/>
        </p:spPr>
        <p:txBody>
          <a:bodyPr wrap="square">
            <a:spAutoFit/>
          </a:bodyPr>
          <a:lstStyle/>
          <a:p>
            <a:pPr algn="l"/>
            <a:r>
              <a:rPr sz="1700" b="0">
                <a:solidFill>
                  <a:srgbClr val="191E26"/>
                </a:solidFill>
                <a:latin typeface="Aptos"/>
              </a:rPr>
              <a:t>That matrix is already a structured tensor. Add batch and channel dimensions and it looks like an image input to a CNN.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The STFT reveals the chirp trajectory</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0:22–0:28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chirp_spectrogram.png"/>
          <p:cNvPicPr>
            <a:picLocks noChangeAspect="1"/>
          </p:cNvPicPr>
          <p:nvPr/>
        </p:nvPicPr>
        <p:blipFill>
          <a:blip r:embed="rId2"/>
          <a:stretch>
            <a:fillRect/>
          </a:stretch>
        </p:blipFill>
        <p:spPr>
          <a:xfrm>
            <a:off x="594360" y="1188720"/>
            <a:ext cx="6858000" cy="3520440"/>
          </a:xfrm>
          <a:prstGeom prst="rect">
            <a:avLst/>
          </a:prstGeom>
        </p:spPr>
      </p:pic>
      <p:sp>
        <p:nvSpPr>
          <p:cNvPr id="8" name="Rounded Rectangle 7"/>
          <p:cNvSpPr/>
          <p:nvPr/>
        </p:nvSpPr>
        <p:spPr>
          <a:xfrm>
            <a:off x="7726679" y="1508760"/>
            <a:ext cx="3566160" cy="18288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2983" y="1600200"/>
            <a:ext cx="3273552" cy="219456"/>
          </a:xfrm>
          <a:prstGeom prst="rect">
            <a:avLst/>
          </a:prstGeom>
          <a:noFill/>
        </p:spPr>
        <p:txBody>
          <a:bodyPr wrap="square">
            <a:spAutoFit/>
          </a:bodyPr>
          <a:lstStyle/>
          <a:p>
            <a:pPr algn="l"/>
            <a:r>
              <a:rPr sz="1100" b="1">
                <a:solidFill>
                  <a:srgbClr val="24888E"/>
                </a:solidFill>
                <a:latin typeface="Aptos"/>
              </a:rPr>
              <a:t>Read it</a:t>
            </a:r>
          </a:p>
        </p:txBody>
      </p:sp>
      <p:sp>
        <p:nvSpPr>
          <p:cNvPr id="10" name="TextBox 9"/>
          <p:cNvSpPr txBox="1"/>
          <p:nvPr/>
        </p:nvSpPr>
        <p:spPr>
          <a:xfrm>
            <a:off x="7872983" y="1865376"/>
            <a:ext cx="3273552" cy="1380744"/>
          </a:xfrm>
          <a:prstGeom prst="rect">
            <a:avLst/>
          </a:prstGeom>
          <a:noFill/>
        </p:spPr>
        <p:txBody>
          <a:bodyPr wrap="square">
            <a:spAutoFit/>
          </a:bodyPr>
          <a:lstStyle/>
          <a:p>
            <a:pPr algn="l"/>
            <a:r>
              <a:rPr sz="1700" b="0">
                <a:solidFill>
                  <a:srgbClr val="191E26"/>
                </a:solidFill>
                <a:latin typeface="Aptos"/>
              </a:rPr>
              <a:t>Horizontal position = time. Vertical position = frequency. Brightness/color = local magnitude or power.</a:t>
            </a:r>
          </a:p>
        </p:txBody>
      </p:sp>
      <p:sp>
        <p:nvSpPr>
          <p:cNvPr id="11" name="TextBox 10"/>
          <p:cNvSpPr txBox="1"/>
          <p:nvPr/>
        </p:nvSpPr>
        <p:spPr>
          <a:xfrm>
            <a:off x="7726679" y="3840480"/>
            <a:ext cx="3383280" cy="822960"/>
          </a:xfrm>
          <a:prstGeom prst="rect">
            <a:avLst/>
          </a:prstGeom>
          <a:noFill/>
        </p:spPr>
        <p:txBody>
          <a:bodyPr wrap="square">
            <a:spAutoFit/>
          </a:bodyPr>
          <a:lstStyle/>
          <a:p>
            <a:pPr algn="l"/>
            <a:r>
              <a:rPr sz="2000" b="1">
                <a:solidFill>
                  <a:srgbClr val="16253E"/>
                </a:solidFill>
                <a:latin typeface="Aptos"/>
              </a:rPr>
              <a:t>The upward ridge is the time-varying instantaneous frequency.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Window length sets the central trade-off</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RESOLUTION</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0:28–0:34</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822960" y="1325880"/>
            <a:ext cx="2926080" cy="365760"/>
          </a:xfrm>
          <a:prstGeom prst="rect">
            <a:avLst/>
          </a:prstGeom>
          <a:noFill/>
        </p:spPr>
        <p:txBody>
          <a:bodyPr wrap="square">
            <a:spAutoFit/>
          </a:bodyPr>
          <a:lstStyle/>
          <a:p>
            <a:pPr algn="l"/>
            <a:r>
              <a:rPr sz="2400" b="1">
                <a:solidFill>
                  <a:srgbClr val="D67D35"/>
                </a:solidFill>
                <a:latin typeface="Aptos"/>
              </a:rPr>
              <a:t>Short window</a:t>
            </a:r>
          </a:p>
        </p:txBody>
      </p:sp>
      <p:sp>
        <p:nvSpPr>
          <p:cNvPr id="8" name="TextBox 7"/>
          <p:cNvSpPr txBox="1"/>
          <p:nvPr/>
        </p:nvSpPr>
        <p:spPr>
          <a:xfrm>
            <a:off x="822960" y="1828800"/>
            <a:ext cx="4114800" cy="2011680"/>
          </a:xfrm>
          <a:prstGeom prst="rect">
            <a:avLst/>
          </a:prstGeom>
          <a:noFill/>
        </p:spPr>
        <p:txBody>
          <a:bodyPr wrap="square">
            <a:spAutoFit/>
          </a:bodyPr>
          <a:lstStyle/>
          <a:p>
            <a:pPr>
              <a:spcAft>
                <a:spcPts val="700"/>
              </a:spcAft>
              <a:defRPr sz="1900">
                <a:solidFill>
                  <a:srgbClr val="191E26"/>
                </a:solidFill>
                <a:latin typeface="Aptos"/>
              </a:defRPr>
            </a:pPr>
            <a:r>
              <a:t>• Good time localization.</a:t>
            </a:r>
          </a:p>
          <a:p>
            <a:pPr>
              <a:spcAft>
                <a:spcPts val="700"/>
              </a:spcAft>
              <a:defRPr sz="1900">
                <a:solidFill>
                  <a:srgbClr val="191E26"/>
                </a:solidFill>
                <a:latin typeface="Aptos"/>
              </a:defRPr>
            </a:pPr>
            <a:r>
              <a:t>• Few samples → broad spectral main lobe.</a:t>
            </a:r>
          </a:p>
          <a:p>
            <a:pPr>
              <a:spcAft>
                <a:spcPts val="700"/>
              </a:spcAft>
              <a:defRPr sz="1900">
                <a:solidFill>
                  <a:srgbClr val="191E26"/>
                </a:solidFill>
                <a:latin typeface="Aptos"/>
              </a:defRPr>
            </a:pPr>
            <a:r>
              <a:t>• Fast events are separated more clearly.</a:t>
            </a:r>
          </a:p>
        </p:txBody>
      </p:sp>
      <p:sp>
        <p:nvSpPr>
          <p:cNvPr id="9" name="TextBox 8"/>
          <p:cNvSpPr txBox="1"/>
          <p:nvPr/>
        </p:nvSpPr>
        <p:spPr>
          <a:xfrm>
            <a:off x="6309360" y="1325880"/>
            <a:ext cx="2926080" cy="365760"/>
          </a:xfrm>
          <a:prstGeom prst="rect">
            <a:avLst/>
          </a:prstGeom>
          <a:noFill/>
        </p:spPr>
        <p:txBody>
          <a:bodyPr wrap="square">
            <a:spAutoFit/>
          </a:bodyPr>
          <a:lstStyle/>
          <a:p>
            <a:pPr algn="l"/>
            <a:r>
              <a:rPr sz="2400" b="1">
                <a:solidFill>
                  <a:srgbClr val="24888E"/>
                </a:solidFill>
                <a:latin typeface="Aptos"/>
              </a:rPr>
              <a:t>Long window</a:t>
            </a:r>
          </a:p>
        </p:txBody>
      </p:sp>
      <p:sp>
        <p:nvSpPr>
          <p:cNvPr id="10" name="TextBox 9"/>
          <p:cNvSpPr txBox="1"/>
          <p:nvPr/>
        </p:nvSpPr>
        <p:spPr>
          <a:xfrm>
            <a:off x="6309360" y="1828800"/>
            <a:ext cx="4297680" cy="2011680"/>
          </a:xfrm>
          <a:prstGeom prst="rect">
            <a:avLst/>
          </a:prstGeom>
          <a:noFill/>
        </p:spPr>
        <p:txBody>
          <a:bodyPr wrap="square">
            <a:spAutoFit/>
          </a:bodyPr>
          <a:lstStyle/>
          <a:p>
            <a:pPr>
              <a:spcAft>
                <a:spcPts val="700"/>
              </a:spcAft>
              <a:defRPr sz="1900">
                <a:solidFill>
                  <a:srgbClr val="191E26"/>
                </a:solidFill>
                <a:latin typeface="Aptos"/>
              </a:defRPr>
            </a:pPr>
            <a:r>
              <a:t>• Good frequency localization.</a:t>
            </a:r>
          </a:p>
          <a:p>
            <a:pPr>
              <a:spcAft>
                <a:spcPts val="700"/>
              </a:spcAft>
              <a:defRPr sz="1900">
                <a:solidFill>
                  <a:srgbClr val="191E26"/>
                </a:solidFill>
                <a:latin typeface="Aptos"/>
              </a:defRPr>
            </a:pPr>
            <a:r>
              <a:t>• Many samples → narrower spectral features.</a:t>
            </a:r>
          </a:p>
          <a:p>
            <a:pPr>
              <a:spcAft>
                <a:spcPts val="700"/>
              </a:spcAft>
              <a:defRPr sz="1900">
                <a:solidFill>
                  <a:srgbClr val="191E26"/>
                </a:solidFill>
                <a:latin typeface="Aptos"/>
              </a:defRPr>
            </a:pPr>
            <a:r>
              <a:t>• Rapid changes are smeared over time.</a:t>
            </a:r>
          </a:p>
        </p:txBody>
      </p:sp>
      <p:sp>
        <p:nvSpPr>
          <p:cNvPr id="11" name="Rounded Rectangle 10"/>
          <p:cNvSpPr/>
          <p:nvPr/>
        </p:nvSpPr>
        <p:spPr>
          <a:xfrm>
            <a:off x="1828800" y="4572000"/>
            <a:ext cx="8412480" cy="1036674"/>
          </a:xfrm>
          <a:prstGeom prst="roundRect">
            <a:avLst/>
          </a:prstGeom>
          <a:solidFill>
            <a:srgbClr val="F1F5F9"/>
          </a:solidFill>
          <a:ln>
            <a:solidFill>
              <a:srgbClr val="246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75104" y="4663440"/>
            <a:ext cx="8119871" cy="219456"/>
          </a:xfrm>
          <a:prstGeom prst="rect">
            <a:avLst/>
          </a:prstGeom>
          <a:noFill/>
        </p:spPr>
        <p:txBody>
          <a:bodyPr wrap="square">
            <a:spAutoFit/>
          </a:bodyPr>
          <a:lstStyle/>
          <a:p>
            <a:pPr algn="l"/>
            <a:r>
              <a:rPr sz="1100" b="1">
                <a:solidFill>
                  <a:srgbClr val="2463A0"/>
                </a:solidFill>
                <a:latin typeface="Aptos"/>
              </a:rPr>
              <a:t>No free lunch</a:t>
            </a:r>
          </a:p>
        </p:txBody>
      </p:sp>
      <p:sp>
        <p:nvSpPr>
          <p:cNvPr id="13" name="TextBox 12"/>
          <p:cNvSpPr txBox="1"/>
          <p:nvPr/>
        </p:nvSpPr>
        <p:spPr>
          <a:xfrm>
            <a:off x="1975104" y="4928616"/>
            <a:ext cx="8119871" cy="512064"/>
          </a:xfrm>
          <a:prstGeom prst="rect">
            <a:avLst/>
          </a:prstGeom>
          <a:noFill/>
        </p:spPr>
        <p:txBody>
          <a:bodyPr wrap="square">
            <a:spAutoFit/>
          </a:bodyPr>
          <a:lstStyle/>
          <a:p>
            <a:pPr algn="l"/>
            <a:r>
              <a:rPr sz="1700" b="0">
                <a:solidFill>
                  <a:srgbClr val="191E26"/>
                </a:solidFill>
                <a:latin typeface="Aptos"/>
              </a:rPr>
              <a:t>You cannot make a window arbitrarily narrow in time and simultaneously arbitrarily narrow in frequency.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Frequency view of the window trade-off</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RESOLUTION</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0:34–0:39</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stft_window_tradeoff.png"/>
          <p:cNvPicPr>
            <a:picLocks noChangeAspect="1"/>
          </p:cNvPicPr>
          <p:nvPr/>
        </p:nvPicPr>
        <p:blipFill>
          <a:blip r:embed="rId2"/>
          <a:stretch>
            <a:fillRect/>
          </a:stretch>
        </p:blipFill>
        <p:spPr>
          <a:xfrm>
            <a:off x="640080" y="1234440"/>
            <a:ext cx="6766560" cy="3246120"/>
          </a:xfrm>
          <a:prstGeom prst="rect">
            <a:avLst/>
          </a:prstGeom>
        </p:spPr>
      </p:pic>
      <p:sp>
        <p:nvSpPr>
          <p:cNvPr id="8" name="Rounded Rectangle 7"/>
          <p:cNvSpPr/>
          <p:nvPr/>
        </p:nvSpPr>
        <p:spPr>
          <a:xfrm>
            <a:off x="7635240" y="1508760"/>
            <a:ext cx="3657600" cy="201168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81544" y="1600200"/>
            <a:ext cx="3364992" cy="219456"/>
          </a:xfrm>
          <a:prstGeom prst="rect">
            <a:avLst/>
          </a:prstGeom>
          <a:noFill/>
        </p:spPr>
        <p:txBody>
          <a:bodyPr wrap="square">
            <a:spAutoFit/>
          </a:bodyPr>
          <a:lstStyle/>
          <a:p>
            <a:pPr algn="l"/>
            <a:r>
              <a:rPr sz="1100" b="1">
                <a:solidFill>
                  <a:srgbClr val="24888E"/>
                </a:solidFill>
                <a:latin typeface="Aptos"/>
              </a:rPr>
              <a:t>Interpretation</a:t>
            </a:r>
          </a:p>
        </p:txBody>
      </p:sp>
      <p:sp>
        <p:nvSpPr>
          <p:cNvPr id="10" name="TextBox 9"/>
          <p:cNvSpPr txBox="1"/>
          <p:nvPr/>
        </p:nvSpPr>
        <p:spPr>
          <a:xfrm>
            <a:off x="7781544" y="1865376"/>
            <a:ext cx="3364992" cy="1563624"/>
          </a:xfrm>
          <a:prstGeom prst="rect">
            <a:avLst/>
          </a:prstGeom>
          <a:noFill/>
        </p:spPr>
        <p:txBody>
          <a:bodyPr wrap="square">
            <a:spAutoFit/>
          </a:bodyPr>
          <a:lstStyle/>
          <a:p>
            <a:pPr algn="l"/>
            <a:r>
              <a:rPr sz="1700" b="0">
                <a:solidFill>
                  <a:srgbClr val="191E26"/>
                </a:solidFill>
                <a:latin typeface="Aptos"/>
              </a:rPr>
              <a:t>At one time frame, longer windows produce sharper frequency localization. But they average over a longer interval of the chirp.</a:t>
            </a:r>
          </a:p>
        </p:txBody>
      </p:sp>
      <p:sp>
        <p:nvSpPr>
          <p:cNvPr id="11" name="TextBox 10"/>
          <p:cNvSpPr txBox="1"/>
          <p:nvPr/>
        </p:nvSpPr>
        <p:spPr>
          <a:xfrm>
            <a:off x="7726679" y="4069080"/>
            <a:ext cx="3383280" cy="548640"/>
          </a:xfrm>
          <a:prstGeom prst="rect">
            <a:avLst/>
          </a:prstGeom>
          <a:noFill/>
        </p:spPr>
        <p:txBody>
          <a:bodyPr wrap="square">
            <a:spAutoFit/>
          </a:bodyPr>
          <a:lstStyle/>
          <a:p>
            <a:pPr algn="l"/>
            <a:r>
              <a:rPr sz="1900" b="1">
                <a:solidFill>
                  <a:srgbClr val="D67D35"/>
                </a:solidFill>
                <a:latin typeface="Aptos"/>
              </a:rPr>
              <a:t>Resolution is not the same as FFT display density.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Hop size and overlap</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STFT</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0:39–0:43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25880"/>
            <a:ext cx="8229600" cy="457200"/>
          </a:xfrm>
          <a:prstGeom prst="rect">
            <a:avLst/>
          </a:prstGeom>
          <a:noFill/>
        </p:spPr>
        <p:txBody>
          <a:bodyPr wrap="square">
            <a:spAutoFit/>
          </a:bodyPr>
          <a:lstStyle/>
          <a:p>
            <a:pPr algn="l"/>
            <a:r>
              <a:rPr sz="2300" b="1">
                <a:solidFill>
                  <a:srgbClr val="16253E"/>
                </a:solidFill>
                <a:latin typeface="Aptos"/>
              </a:rPr>
              <a:t>Hop R = number of new samples between adjacent frames</a:t>
            </a:r>
          </a:p>
        </p:txBody>
      </p:sp>
      <p:sp>
        <p:nvSpPr>
          <p:cNvPr id="8" name="TextBox 7"/>
          <p:cNvSpPr txBox="1"/>
          <p:nvPr/>
        </p:nvSpPr>
        <p:spPr>
          <a:xfrm>
            <a:off x="777240" y="2194560"/>
            <a:ext cx="10241280" cy="2560320"/>
          </a:xfrm>
          <a:prstGeom prst="rect">
            <a:avLst/>
          </a:prstGeom>
          <a:noFill/>
        </p:spPr>
        <p:txBody>
          <a:bodyPr wrap="square">
            <a:spAutoFit/>
          </a:bodyPr>
          <a:lstStyle/>
          <a:p>
            <a:pPr>
              <a:spcAft>
                <a:spcPts val="700"/>
              </a:spcAft>
              <a:defRPr sz="2000">
                <a:solidFill>
                  <a:srgbClr val="191E26"/>
                </a:solidFill>
                <a:latin typeface="Aptos"/>
              </a:defRPr>
            </a:pPr>
            <a:r>
              <a:t>• Small R → many overlapping frames and a dense time grid.</a:t>
            </a:r>
          </a:p>
          <a:p>
            <a:pPr>
              <a:spcAft>
                <a:spcPts val="700"/>
              </a:spcAft>
              <a:defRPr sz="2000">
                <a:solidFill>
                  <a:srgbClr val="191E26"/>
                </a:solidFill>
                <a:latin typeface="Aptos"/>
              </a:defRPr>
            </a:pPr>
            <a:r>
              <a:t>• Large R → fewer frames, less computation, coarser time sampling.</a:t>
            </a:r>
          </a:p>
          <a:p>
            <a:pPr>
              <a:spcAft>
                <a:spcPts val="700"/>
              </a:spcAft>
              <a:defRPr sz="2000">
                <a:solidFill>
                  <a:srgbClr val="191E26"/>
                </a:solidFill>
                <a:latin typeface="Aptos"/>
              </a:defRPr>
            </a:pPr>
            <a:r>
              <a:t>• Overlap does not undo the fundamental window resolution trade-off.</a:t>
            </a:r>
          </a:p>
          <a:p>
            <a:pPr>
              <a:spcAft>
                <a:spcPts val="700"/>
              </a:spcAft>
              <a:defRPr sz="2000">
                <a:solidFill>
                  <a:srgbClr val="191E26"/>
                </a:solidFill>
                <a:latin typeface="Aptos"/>
              </a:defRPr>
            </a:pPr>
            <a:r>
              <a:t>• For reconstruction, window/hop choices must also satisfy overlap-add conditions.</a:t>
            </a:r>
          </a:p>
        </p:txBody>
      </p:sp>
      <p:sp>
        <p:nvSpPr>
          <p:cNvPr id="9" name="Rounded Rectangle 8"/>
          <p:cNvSpPr/>
          <p:nvPr/>
        </p:nvSpPr>
        <p:spPr>
          <a:xfrm>
            <a:off x="1920240" y="5074920"/>
            <a:ext cx="8229600" cy="990954"/>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66544" y="5166359"/>
            <a:ext cx="7936992" cy="219456"/>
          </a:xfrm>
          <a:prstGeom prst="rect">
            <a:avLst/>
          </a:prstGeom>
          <a:noFill/>
        </p:spPr>
        <p:txBody>
          <a:bodyPr wrap="square">
            <a:spAutoFit/>
          </a:bodyPr>
          <a:lstStyle/>
          <a:p>
            <a:pPr algn="l"/>
            <a:r>
              <a:rPr sz="1100" b="1">
                <a:solidFill>
                  <a:srgbClr val="24888E"/>
                </a:solidFill>
                <a:latin typeface="Aptos"/>
              </a:rPr>
              <a:t>Common choice</a:t>
            </a:r>
          </a:p>
        </p:txBody>
      </p:sp>
      <p:sp>
        <p:nvSpPr>
          <p:cNvPr id="11" name="TextBox 10"/>
          <p:cNvSpPr txBox="1"/>
          <p:nvPr/>
        </p:nvSpPr>
        <p:spPr>
          <a:xfrm>
            <a:off x="2066544" y="5431536"/>
            <a:ext cx="7936992" cy="283464"/>
          </a:xfrm>
          <a:prstGeom prst="rect">
            <a:avLst/>
          </a:prstGeom>
          <a:noFill/>
        </p:spPr>
        <p:txBody>
          <a:bodyPr wrap="square">
            <a:spAutoFit/>
          </a:bodyPr>
          <a:lstStyle/>
          <a:p>
            <a:pPr algn="l"/>
            <a:r>
              <a:rPr sz="1700" b="0">
                <a:solidFill>
                  <a:srgbClr val="191E26"/>
                </a:solidFill>
                <a:latin typeface="Aptos"/>
              </a:rPr>
              <a:t>For analysis with Hann windows, 50–75% overlap is common, but the application should set the hop.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Spectrogram = squared STFT magnitude</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SPECTROGRAM</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0:43–0:49</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868680" y="1463040"/>
            <a:ext cx="7772400" cy="594360"/>
          </a:xfrm>
          <a:prstGeom prst="rect">
            <a:avLst/>
          </a:prstGeom>
          <a:noFill/>
        </p:spPr>
        <p:txBody>
          <a:bodyPr wrap="square">
            <a:spAutoFit/>
          </a:bodyPr>
          <a:lstStyle/>
          <a:p>
            <a:pPr algn="l"/>
            <a:r>
              <a:rPr sz="3000" b="1">
                <a:solidFill>
                  <a:srgbClr val="2463A0"/>
                </a:solidFill>
                <a:latin typeface="Aptos"/>
              </a:rPr>
              <a:t>Spectrogram(r,ω) = |X(r,ω)|²</a:t>
            </a:r>
          </a:p>
        </p:txBody>
      </p:sp>
      <p:sp>
        <p:nvSpPr>
          <p:cNvPr id="8" name="TextBox 7"/>
          <p:cNvSpPr txBox="1"/>
          <p:nvPr/>
        </p:nvSpPr>
        <p:spPr>
          <a:xfrm>
            <a:off x="822960" y="2560320"/>
            <a:ext cx="6583680" cy="2194560"/>
          </a:xfrm>
          <a:prstGeom prst="rect">
            <a:avLst/>
          </a:prstGeom>
          <a:noFill/>
        </p:spPr>
        <p:txBody>
          <a:bodyPr wrap="square">
            <a:spAutoFit/>
          </a:bodyPr>
          <a:lstStyle/>
          <a:p>
            <a:pPr>
              <a:spcAft>
                <a:spcPts val="700"/>
              </a:spcAft>
              <a:defRPr sz="2000">
                <a:solidFill>
                  <a:srgbClr val="191E26"/>
                </a:solidFill>
                <a:latin typeface="Aptos"/>
              </a:defRPr>
            </a:pPr>
            <a:r>
              <a:t>• Discard phase and visualize local energy/power-like content.</a:t>
            </a:r>
          </a:p>
          <a:p>
            <a:pPr>
              <a:spcAft>
                <a:spcPts val="700"/>
              </a:spcAft>
              <a:defRPr sz="2000">
                <a:solidFill>
                  <a:srgbClr val="191E26"/>
                </a:solidFill>
                <a:latin typeface="Aptos"/>
              </a:defRPr>
            </a:pPr>
            <a:r>
              <a:t>• Often displayed in decibels: 10 log₁₀(power + ε).</a:t>
            </a:r>
          </a:p>
          <a:p>
            <a:pPr>
              <a:spcAft>
                <a:spcPts val="700"/>
              </a:spcAft>
              <a:defRPr sz="2000">
                <a:solidFill>
                  <a:srgbClr val="191E26"/>
                </a:solidFill>
                <a:latin typeface="Aptos"/>
              </a:defRPr>
            </a:pPr>
            <a:r>
              <a:t>• Color scaling strongly affects what patterns are visible.</a:t>
            </a:r>
          </a:p>
          <a:p>
            <a:pPr>
              <a:spcAft>
                <a:spcPts val="700"/>
              </a:spcAft>
              <a:defRPr sz="2000">
                <a:solidFill>
                  <a:srgbClr val="191E26"/>
                </a:solidFill>
                <a:latin typeface="Aptos"/>
              </a:defRPr>
            </a:pPr>
            <a:r>
              <a:t>• One-sided display is common for real-valued signals.</a:t>
            </a:r>
          </a:p>
        </p:txBody>
      </p:sp>
      <p:sp>
        <p:nvSpPr>
          <p:cNvPr id="9" name="Rounded Rectangle 8"/>
          <p:cNvSpPr/>
          <p:nvPr/>
        </p:nvSpPr>
        <p:spPr>
          <a:xfrm>
            <a:off x="7726679" y="1645920"/>
            <a:ext cx="3566160" cy="182880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72983" y="1737360"/>
            <a:ext cx="3273552" cy="219456"/>
          </a:xfrm>
          <a:prstGeom prst="rect">
            <a:avLst/>
          </a:prstGeom>
          <a:noFill/>
        </p:spPr>
        <p:txBody>
          <a:bodyPr wrap="square">
            <a:spAutoFit/>
          </a:bodyPr>
          <a:lstStyle/>
          <a:p>
            <a:pPr algn="l"/>
            <a:r>
              <a:rPr sz="1100" b="1">
                <a:solidFill>
                  <a:srgbClr val="D67D35"/>
                </a:solidFill>
                <a:latin typeface="Aptos"/>
              </a:rPr>
              <a:t>Important</a:t>
            </a:r>
          </a:p>
        </p:txBody>
      </p:sp>
      <p:sp>
        <p:nvSpPr>
          <p:cNvPr id="11" name="TextBox 10"/>
          <p:cNvSpPr txBox="1"/>
          <p:nvPr/>
        </p:nvSpPr>
        <p:spPr>
          <a:xfrm>
            <a:off x="7872983" y="2002536"/>
            <a:ext cx="3273552" cy="1380744"/>
          </a:xfrm>
          <a:prstGeom prst="rect">
            <a:avLst/>
          </a:prstGeom>
          <a:noFill/>
        </p:spPr>
        <p:txBody>
          <a:bodyPr wrap="square">
            <a:spAutoFit/>
          </a:bodyPr>
          <a:lstStyle/>
          <a:p>
            <a:pPr algn="l"/>
            <a:r>
              <a:rPr sz="1700" b="0">
                <a:solidFill>
                  <a:srgbClr val="191E26"/>
                </a:solidFill>
                <a:latin typeface="Aptos"/>
              </a:rPr>
              <a:t>A spectrogram is not just a pretty picture—it is a numerical matrix whose axes and normalization matter.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How to read a spectrogram</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SPECTROGRAM</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0:49–0:55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chirp_spectrogram.png"/>
          <p:cNvPicPr>
            <a:picLocks noChangeAspect="1"/>
          </p:cNvPicPr>
          <p:nvPr/>
        </p:nvPicPr>
        <p:blipFill>
          <a:blip r:embed="rId2"/>
          <a:stretch>
            <a:fillRect/>
          </a:stretch>
        </p:blipFill>
        <p:spPr>
          <a:xfrm>
            <a:off x="594360" y="1234440"/>
            <a:ext cx="6858000" cy="3520440"/>
          </a:xfrm>
          <a:prstGeom prst="rect">
            <a:avLst/>
          </a:prstGeom>
        </p:spPr>
      </p:pic>
      <p:sp>
        <p:nvSpPr>
          <p:cNvPr id="8" name="TextBox 7"/>
          <p:cNvSpPr txBox="1"/>
          <p:nvPr/>
        </p:nvSpPr>
        <p:spPr>
          <a:xfrm>
            <a:off x="7726679" y="1325880"/>
            <a:ext cx="3429000" cy="3291840"/>
          </a:xfrm>
          <a:prstGeom prst="rect">
            <a:avLst/>
          </a:prstGeom>
          <a:noFill/>
        </p:spPr>
        <p:txBody>
          <a:bodyPr wrap="square">
            <a:spAutoFit/>
          </a:bodyPr>
          <a:lstStyle/>
          <a:p>
            <a:pPr>
              <a:spcAft>
                <a:spcPts val="700"/>
              </a:spcAft>
              <a:defRPr sz="1800">
                <a:solidFill>
                  <a:srgbClr val="191E26"/>
                </a:solidFill>
                <a:latin typeface="Aptos"/>
              </a:defRPr>
            </a:pPr>
            <a:r>
              <a:t>• Horizontal ridge → sustained tone.</a:t>
            </a:r>
          </a:p>
          <a:p>
            <a:pPr>
              <a:spcAft>
                <a:spcPts val="700"/>
              </a:spcAft>
              <a:defRPr sz="1800">
                <a:solidFill>
                  <a:srgbClr val="191E26"/>
                </a:solidFill>
                <a:latin typeface="Aptos"/>
              </a:defRPr>
            </a:pPr>
            <a:r>
              <a:t>• Vertical stripe → broadband transient.</a:t>
            </a:r>
          </a:p>
          <a:p>
            <a:pPr>
              <a:spcAft>
                <a:spcPts val="700"/>
              </a:spcAft>
              <a:defRPr sz="1800">
                <a:solidFill>
                  <a:srgbClr val="191E26"/>
                </a:solidFill>
                <a:latin typeface="Aptos"/>
              </a:defRPr>
            </a:pPr>
            <a:r>
              <a:t>• Sloped ridge → chirp or changing pitch.</a:t>
            </a:r>
          </a:p>
          <a:p>
            <a:pPr>
              <a:spcAft>
                <a:spcPts val="700"/>
              </a:spcAft>
              <a:defRPr sz="1800">
                <a:solidFill>
                  <a:srgbClr val="191E26"/>
                </a:solidFill>
                <a:latin typeface="Aptos"/>
              </a:defRPr>
            </a:pPr>
            <a:r>
              <a:t>• Harmonic stacks → periodic voiced or rotating behavior.</a:t>
            </a:r>
          </a:p>
          <a:p>
            <a:pPr>
              <a:spcAft>
                <a:spcPts val="700"/>
              </a:spcAft>
              <a:defRPr sz="1800">
                <a:solidFill>
                  <a:srgbClr val="191E26"/>
                </a:solidFill>
                <a:latin typeface="Aptos"/>
              </a:defRPr>
            </a:pPr>
            <a:r>
              <a:t>• Diffuse background → broadband noise.</a:t>
            </a:r>
          </a:p>
        </p:txBody>
      </p:sp>
      <p:sp>
        <p:nvSpPr>
          <p:cNvPr id="9" name="Rounded Rectangle 8"/>
          <p:cNvSpPr/>
          <p:nvPr/>
        </p:nvSpPr>
        <p:spPr>
          <a:xfrm>
            <a:off x="1828799" y="5029200"/>
            <a:ext cx="8702749" cy="768096"/>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75104" y="5120640"/>
            <a:ext cx="7936992" cy="219456"/>
          </a:xfrm>
          <a:prstGeom prst="rect">
            <a:avLst/>
          </a:prstGeom>
          <a:noFill/>
        </p:spPr>
        <p:txBody>
          <a:bodyPr wrap="square">
            <a:spAutoFit/>
          </a:bodyPr>
          <a:lstStyle/>
          <a:p>
            <a:pPr algn="l"/>
            <a:r>
              <a:rPr sz="1100" b="1">
                <a:solidFill>
                  <a:srgbClr val="24888E"/>
                </a:solidFill>
                <a:latin typeface="Aptos"/>
              </a:rPr>
              <a:t>Ask students</a:t>
            </a:r>
          </a:p>
        </p:txBody>
      </p:sp>
      <p:sp>
        <p:nvSpPr>
          <p:cNvPr id="11" name="TextBox 10"/>
          <p:cNvSpPr txBox="1"/>
          <p:nvPr/>
        </p:nvSpPr>
        <p:spPr>
          <a:xfrm>
            <a:off x="2016642" y="5373767"/>
            <a:ext cx="8623997" cy="353943"/>
          </a:xfrm>
          <a:prstGeom prst="rect">
            <a:avLst/>
          </a:prstGeom>
          <a:noFill/>
        </p:spPr>
        <p:txBody>
          <a:bodyPr wrap="square">
            <a:spAutoFit/>
          </a:bodyPr>
          <a:lstStyle/>
          <a:p>
            <a:pPr algn="l"/>
            <a:r>
              <a:rPr sz="1700" b="0" dirty="0">
                <a:solidFill>
                  <a:srgbClr val="191E26"/>
                </a:solidFill>
                <a:latin typeface="Aptos"/>
              </a:rPr>
              <a:t>What time-domain event would create a narrow vertical stripe across many frequencies?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Concept check: two close tones that switch</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CONCEPT CHECK</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0:55–0:58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77240" y="1371600"/>
            <a:ext cx="10424160" cy="502920"/>
          </a:xfrm>
          <a:prstGeom prst="rect">
            <a:avLst/>
          </a:prstGeom>
          <a:noFill/>
        </p:spPr>
        <p:txBody>
          <a:bodyPr wrap="square">
            <a:spAutoFit/>
          </a:bodyPr>
          <a:lstStyle/>
          <a:p>
            <a:pPr algn="l"/>
            <a:r>
              <a:rPr sz="2300" b="1">
                <a:solidFill>
                  <a:srgbClr val="16253E"/>
                </a:solidFill>
                <a:latin typeface="Aptos"/>
              </a:rPr>
              <a:t>A signal contains 500 Hz for the first 50 ms and 550 Hz for the next 50 ms.</a:t>
            </a:r>
          </a:p>
        </p:txBody>
      </p:sp>
      <p:sp>
        <p:nvSpPr>
          <p:cNvPr id="8" name="TextBox 7"/>
          <p:cNvSpPr txBox="1"/>
          <p:nvPr/>
        </p:nvSpPr>
        <p:spPr>
          <a:xfrm>
            <a:off x="777240" y="2240280"/>
            <a:ext cx="10424160" cy="502920"/>
          </a:xfrm>
          <a:prstGeom prst="rect">
            <a:avLst/>
          </a:prstGeom>
          <a:noFill/>
        </p:spPr>
        <p:txBody>
          <a:bodyPr wrap="square">
            <a:spAutoFit/>
          </a:bodyPr>
          <a:lstStyle/>
          <a:p>
            <a:pPr algn="l"/>
            <a:r>
              <a:rPr sz="2300" b="1">
                <a:solidFill>
                  <a:srgbClr val="2463A0"/>
                </a:solidFill>
                <a:latin typeface="Aptos"/>
              </a:rPr>
              <a:t>Would you begin with a very short or very long STFT window?</a:t>
            </a:r>
          </a:p>
        </p:txBody>
      </p:sp>
      <p:sp>
        <p:nvSpPr>
          <p:cNvPr id="9" name="Rounded Rectangle 8"/>
          <p:cNvSpPr/>
          <p:nvPr/>
        </p:nvSpPr>
        <p:spPr>
          <a:xfrm>
            <a:off x="1280160" y="3291840"/>
            <a:ext cx="9601200" cy="146304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26463" y="3383280"/>
            <a:ext cx="9308592" cy="219456"/>
          </a:xfrm>
          <a:prstGeom prst="rect">
            <a:avLst/>
          </a:prstGeom>
          <a:noFill/>
        </p:spPr>
        <p:txBody>
          <a:bodyPr wrap="square">
            <a:spAutoFit/>
          </a:bodyPr>
          <a:lstStyle/>
          <a:p>
            <a:pPr algn="l"/>
            <a:r>
              <a:rPr sz="1100" b="1">
                <a:solidFill>
                  <a:srgbClr val="24888E"/>
                </a:solidFill>
                <a:latin typeface="Aptos"/>
              </a:rPr>
              <a:t>Good answer</a:t>
            </a:r>
          </a:p>
        </p:txBody>
      </p:sp>
      <p:sp>
        <p:nvSpPr>
          <p:cNvPr id="11" name="TextBox 10"/>
          <p:cNvSpPr txBox="1"/>
          <p:nvPr/>
        </p:nvSpPr>
        <p:spPr>
          <a:xfrm>
            <a:off x="1426463" y="3648456"/>
            <a:ext cx="9308592" cy="1014984"/>
          </a:xfrm>
          <a:prstGeom prst="rect">
            <a:avLst/>
          </a:prstGeom>
          <a:noFill/>
        </p:spPr>
        <p:txBody>
          <a:bodyPr wrap="square">
            <a:spAutoFit/>
          </a:bodyPr>
          <a:lstStyle/>
          <a:p>
            <a:pPr algn="l"/>
            <a:r>
              <a:rPr sz="1700" b="0">
                <a:solidFill>
                  <a:srgbClr val="191E26"/>
                </a:solidFill>
                <a:latin typeface="Aptos"/>
              </a:rPr>
              <a:t>Neither extreme. The window must be long enough to distinguish 50-Hz-separated tones but short enough not to smear the 50-ms transition. The problem is inherently a time–frequency trade-off.</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Spectrograms as CNN inputs</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0:58–1:04</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pic>
        <p:nvPicPr>
          <p:cNvPr id="7" name="Picture 6" descr="spectrogram_ml_examples.png"/>
          <p:cNvPicPr>
            <a:picLocks noChangeAspect="1"/>
          </p:cNvPicPr>
          <p:nvPr/>
        </p:nvPicPr>
        <p:blipFill>
          <a:blip r:embed="rId2"/>
          <a:stretch>
            <a:fillRect/>
          </a:stretch>
        </p:blipFill>
        <p:spPr>
          <a:xfrm>
            <a:off x="548640" y="1371600"/>
            <a:ext cx="6766560" cy="2560320"/>
          </a:xfrm>
          <a:prstGeom prst="rect">
            <a:avLst/>
          </a:prstGeom>
        </p:spPr>
      </p:pic>
      <p:sp>
        <p:nvSpPr>
          <p:cNvPr id="8" name="TextBox 7"/>
          <p:cNvSpPr txBox="1"/>
          <p:nvPr/>
        </p:nvSpPr>
        <p:spPr>
          <a:xfrm>
            <a:off x="7498079" y="1280160"/>
            <a:ext cx="3840480" cy="3017520"/>
          </a:xfrm>
          <a:prstGeom prst="rect">
            <a:avLst/>
          </a:prstGeom>
          <a:noFill/>
        </p:spPr>
        <p:txBody>
          <a:bodyPr wrap="square">
            <a:spAutoFit/>
          </a:bodyPr>
          <a:lstStyle/>
          <a:p>
            <a:pPr>
              <a:spcAft>
                <a:spcPts val="700"/>
              </a:spcAft>
              <a:defRPr sz="1800">
                <a:solidFill>
                  <a:srgbClr val="191E26"/>
                </a:solidFill>
                <a:latin typeface="Aptos"/>
              </a:defRPr>
            </a:pPr>
            <a:r>
              <a:t>• Frequency bins behave like a vertical spatial axis.</a:t>
            </a:r>
          </a:p>
          <a:p>
            <a:pPr>
              <a:spcAft>
                <a:spcPts val="700"/>
              </a:spcAft>
              <a:defRPr sz="1800">
                <a:solidFill>
                  <a:srgbClr val="191E26"/>
                </a:solidFill>
                <a:latin typeface="Aptos"/>
              </a:defRPr>
            </a:pPr>
            <a:r>
              <a:t>• Time frames behave like a horizontal spatial axis.</a:t>
            </a:r>
          </a:p>
          <a:p>
            <a:pPr>
              <a:spcAft>
                <a:spcPts val="700"/>
              </a:spcAft>
              <a:defRPr sz="1800">
                <a:solidFill>
                  <a:srgbClr val="191E26"/>
                </a:solidFill>
                <a:latin typeface="Aptos"/>
              </a:defRPr>
            </a:pPr>
            <a:r>
              <a:t>• Local 2-D filters can learn ridges, transients, harmonic patterns, and modulations.</a:t>
            </a:r>
          </a:p>
          <a:p>
            <a:pPr>
              <a:spcAft>
                <a:spcPts val="700"/>
              </a:spcAft>
              <a:defRPr sz="1800">
                <a:solidFill>
                  <a:srgbClr val="191E26"/>
                </a:solidFill>
                <a:latin typeface="Aptos"/>
              </a:defRPr>
            </a:pPr>
            <a:r>
              <a:t>• Typical tensor shape: [batch, channel, frequency, time].</a:t>
            </a:r>
          </a:p>
        </p:txBody>
      </p:sp>
      <p:sp>
        <p:nvSpPr>
          <p:cNvPr id="9" name="TextBox 8"/>
          <p:cNvSpPr txBox="1"/>
          <p:nvPr/>
        </p:nvSpPr>
        <p:spPr>
          <a:xfrm>
            <a:off x="7635240" y="4572000"/>
            <a:ext cx="3486416" cy="430887"/>
          </a:xfrm>
          <a:prstGeom prst="rect">
            <a:avLst/>
          </a:prstGeom>
          <a:noFill/>
        </p:spPr>
        <p:txBody>
          <a:bodyPr wrap="square">
            <a:spAutoFit/>
          </a:bodyPr>
          <a:lstStyle/>
          <a:p>
            <a:pPr algn="l"/>
            <a:r>
              <a:rPr sz="2200" b="1" dirty="0">
                <a:solidFill>
                  <a:srgbClr val="24888E"/>
                </a:solidFill>
                <a:latin typeface="Aptos"/>
              </a:rPr>
              <a:t>Example: [32, 1, 257, 101]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Magnitude scaling and normalization before ML</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1:04–1:08</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6858000" cy="3474720"/>
          </a:xfrm>
          <a:prstGeom prst="rect">
            <a:avLst/>
          </a:prstGeom>
          <a:noFill/>
        </p:spPr>
        <p:txBody>
          <a:bodyPr wrap="square">
            <a:spAutoFit/>
          </a:bodyPr>
          <a:lstStyle/>
          <a:p>
            <a:pPr>
              <a:spcAft>
                <a:spcPts val="700"/>
              </a:spcAft>
              <a:defRPr sz="2000">
                <a:solidFill>
                  <a:srgbClr val="191E26"/>
                </a:solidFill>
                <a:latin typeface="Aptos"/>
              </a:defRPr>
            </a:pPr>
            <a:r>
              <a:t>• Use magnitude or power consistently.</a:t>
            </a:r>
          </a:p>
          <a:p>
            <a:pPr>
              <a:spcAft>
                <a:spcPts val="700"/>
              </a:spcAft>
              <a:defRPr sz="2000">
                <a:solidFill>
                  <a:srgbClr val="191E26"/>
                </a:solidFill>
                <a:latin typeface="Aptos"/>
              </a:defRPr>
            </a:pPr>
            <a:r>
              <a:t>• Log compression reduces extreme dynamic range and often makes weak structure more visible.</a:t>
            </a:r>
          </a:p>
          <a:p>
            <a:pPr>
              <a:spcAft>
                <a:spcPts val="700"/>
              </a:spcAft>
              <a:defRPr sz="2000">
                <a:solidFill>
                  <a:srgbClr val="191E26"/>
                </a:solidFill>
                <a:latin typeface="Aptos"/>
              </a:defRPr>
            </a:pPr>
            <a:r>
              <a:t>• Normalize using training-set statistics, not statistics from the test set.</a:t>
            </a:r>
          </a:p>
          <a:p>
            <a:pPr>
              <a:spcAft>
                <a:spcPts val="700"/>
              </a:spcAft>
              <a:defRPr sz="2000">
                <a:solidFill>
                  <a:srgbClr val="191E26"/>
                </a:solidFill>
                <a:latin typeface="Aptos"/>
              </a:defRPr>
            </a:pPr>
            <a:r>
              <a:t>• Keep sample rate, STFT parameters, and frequency range fixed across examples.</a:t>
            </a:r>
          </a:p>
          <a:p>
            <a:pPr>
              <a:spcAft>
                <a:spcPts val="700"/>
              </a:spcAft>
              <a:defRPr sz="2000">
                <a:solidFill>
                  <a:srgbClr val="191E26"/>
                </a:solidFill>
                <a:latin typeface="Aptos"/>
              </a:defRPr>
            </a:pPr>
            <a:r>
              <a:t>• Avoid data leakage when computing normalization or augmentations.</a:t>
            </a:r>
          </a:p>
        </p:txBody>
      </p:sp>
      <p:sp>
        <p:nvSpPr>
          <p:cNvPr id="8" name="Rounded Rectangle 7"/>
          <p:cNvSpPr/>
          <p:nvPr/>
        </p:nvSpPr>
        <p:spPr>
          <a:xfrm>
            <a:off x="7818120" y="1554480"/>
            <a:ext cx="3474720" cy="201168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64424" y="1645920"/>
            <a:ext cx="3182112" cy="219456"/>
          </a:xfrm>
          <a:prstGeom prst="rect">
            <a:avLst/>
          </a:prstGeom>
          <a:noFill/>
        </p:spPr>
        <p:txBody>
          <a:bodyPr wrap="square">
            <a:spAutoFit/>
          </a:bodyPr>
          <a:lstStyle/>
          <a:p>
            <a:pPr algn="l"/>
            <a:r>
              <a:rPr sz="1100" b="1">
                <a:solidFill>
                  <a:srgbClr val="D67D35"/>
                </a:solidFill>
                <a:latin typeface="Aptos"/>
              </a:rPr>
              <a:t>Pipeline reproducibility</a:t>
            </a:r>
          </a:p>
        </p:txBody>
      </p:sp>
      <p:sp>
        <p:nvSpPr>
          <p:cNvPr id="10" name="TextBox 9"/>
          <p:cNvSpPr txBox="1"/>
          <p:nvPr/>
        </p:nvSpPr>
        <p:spPr>
          <a:xfrm>
            <a:off x="7964424" y="1911095"/>
            <a:ext cx="3182112" cy="1563624"/>
          </a:xfrm>
          <a:prstGeom prst="rect">
            <a:avLst/>
          </a:prstGeom>
          <a:noFill/>
        </p:spPr>
        <p:txBody>
          <a:bodyPr wrap="square">
            <a:spAutoFit/>
          </a:bodyPr>
          <a:lstStyle/>
          <a:p>
            <a:pPr algn="l"/>
            <a:r>
              <a:rPr sz="1700" b="0">
                <a:solidFill>
                  <a:srgbClr val="191E26"/>
                </a:solidFill>
                <a:latin typeface="Aptos"/>
              </a:rPr>
              <a:t>The STFT is part of the model input definition. Changing window length or hop changes the feature space just like changing a network layer.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PyTorch: from waveform to image tensor</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1:08–1:11</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71600"/>
            <a:ext cx="10698480" cy="548640"/>
          </a:xfrm>
          <a:prstGeom prst="rect">
            <a:avLst/>
          </a:prstGeom>
          <a:noFill/>
        </p:spPr>
        <p:txBody>
          <a:bodyPr wrap="square">
            <a:spAutoFit/>
          </a:bodyPr>
          <a:lstStyle/>
          <a:p>
            <a:pPr algn="l"/>
            <a:r>
              <a:rPr sz="2400" b="1">
                <a:solidFill>
                  <a:srgbClr val="16253E"/>
                </a:solidFill>
                <a:latin typeface="Aptos"/>
              </a:rPr>
              <a:t>waveform [B,N] → STFT → magnitude → log → [B,1,F,T] → Conv2d</a:t>
            </a:r>
          </a:p>
        </p:txBody>
      </p:sp>
      <p:sp>
        <p:nvSpPr>
          <p:cNvPr id="8" name="TextBox 7"/>
          <p:cNvSpPr txBox="1"/>
          <p:nvPr/>
        </p:nvSpPr>
        <p:spPr>
          <a:xfrm>
            <a:off x="731520" y="2331720"/>
            <a:ext cx="10698480" cy="457200"/>
          </a:xfrm>
          <a:prstGeom prst="rect">
            <a:avLst/>
          </a:prstGeom>
          <a:noFill/>
        </p:spPr>
        <p:txBody>
          <a:bodyPr wrap="square">
            <a:spAutoFit/>
          </a:bodyPr>
          <a:lstStyle/>
          <a:p>
            <a:pPr algn="l"/>
            <a:r>
              <a:rPr sz="1800" b="1">
                <a:solidFill>
                  <a:srgbClr val="2463A0"/>
                </a:solidFill>
                <a:latin typeface="Aptos"/>
              </a:rPr>
              <a:t>Z = torch.stft(x, n_fft=512, hop_length=128, window=win, return_complex=True)</a:t>
            </a:r>
          </a:p>
        </p:txBody>
      </p:sp>
      <p:sp>
        <p:nvSpPr>
          <p:cNvPr id="9" name="TextBox 8"/>
          <p:cNvSpPr txBox="1"/>
          <p:nvPr/>
        </p:nvSpPr>
        <p:spPr>
          <a:xfrm>
            <a:off x="731520" y="3017520"/>
            <a:ext cx="10698480" cy="457200"/>
          </a:xfrm>
          <a:prstGeom prst="rect">
            <a:avLst/>
          </a:prstGeom>
          <a:noFill/>
        </p:spPr>
        <p:txBody>
          <a:bodyPr wrap="square">
            <a:spAutoFit/>
          </a:bodyPr>
          <a:lstStyle/>
          <a:p>
            <a:pPr algn="l"/>
            <a:r>
              <a:rPr sz="1800" b="1">
                <a:solidFill>
                  <a:srgbClr val="24888E"/>
                </a:solidFill>
                <a:latin typeface="Aptos"/>
              </a:rPr>
              <a:t>S = torch.log1p(torch.abs(Z)**2).unsqueeze(1)</a:t>
            </a:r>
          </a:p>
        </p:txBody>
      </p:sp>
      <p:sp>
        <p:nvSpPr>
          <p:cNvPr id="10" name="Rounded Rectangle 9"/>
          <p:cNvSpPr/>
          <p:nvPr/>
        </p:nvSpPr>
        <p:spPr>
          <a:xfrm>
            <a:off x="1920240" y="4251960"/>
            <a:ext cx="8229600" cy="1143000"/>
          </a:xfrm>
          <a:prstGeom prst="roundRect">
            <a:avLst/>
          </a:prstGeom>
          <a:solidFill>
            <a:srgbClr val="F1F5F9"/>
          </a:solidFill>
          <a:ln>
            <a:solidFill>
              <a:srgbClr val="2488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66544" y="4343400"/>
            <a:ext cx="7936992" cy="219456"/>
          </a:xfrm>
          <a:prstGeom prst="rect">
            <a:avLst/>
          </a:prstGeom>
          <a:noFill/>
        </p:spPr>
        <p:txBody>
          <a:bodyPr wrap="square">
            <a:spAutoFit/>
          </a:bodyPr>
          <a:lstStyle/>
          <a:p>
            <a:pPr algn="l"/>
            <a:r>
              <a:rPr sz="1100" b="1">
                <a:solidFill>
                  <a:srgbClr val="24888E"/>
                </a:solidFill>
                <a:latin typeface="Aptos"/>
              </a:rPr>
              <a:t>Why Conv2d?</a:t>
            </a:r>
          </a:p>
        </p:txBody>
      </p:sp>
      <p:sp>
        <p:nvSpPr>
          <p:cNvPr id="12" name="TextBox 11"/>
          <p:cNvSpPr txBox="1"/>
          <p:nvPr/>
        </p:nvSpPr>
        <p:spPr>
          <a:xfrm>
            <a:off x="2066544" y="4608576"/>
            <a:ext cx="7936992" cy="694944"/>
          </a:xfrm>
          <a:prstGeom prst="rect">
            <a:avLst/>
          </a:prstGeom>
          <a:noFill/>
        </p:spPr>
        <p:txBody>
          <a:bodyPr wrap="square">
            <a:spAutoFit/>
          </a:bodyPr>
          <a:lstStyle/>
          <a:p>
            <a:pPr algn="l"/>
            <a:r>
              <a:rPr sz="1700" b="0">
                <a:solidFill>
                  <a:srgbClr val="191E26"/>
                </a:solidFill>
                <a:latin typeface="Aptos"/>
              </a:rPr>
              <a:t>The model can exploit local patterns jointly across neighboring times and neighboring frequencies.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02920"/>
          </a:xfrm>
          <a:prstGeom prst="rect">
            <a:avLst/>
          </a:prstGeom>
          <a:noFill/>
        </p:spPr>
        <p:txBody>
          <a:bodyPr wrap="square">
            <a:spAutoFit/>
          </a:bodyPr>
          <a:lstStyle/>
          <a:p>
            <a:pPr algn="l"/>
            <a:r>
              <a:rPr sz="2900" b="1">
                <a:solidFill>
                  <a:srgbClr val="16253E"/>
                </a:solidFill>
                <a:latin typeface="Aptos"/>
              </a:rPr>
              <a:t>When not to treat the spectrogram as a generic image</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ML BRIDGE</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1:11–1:13</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325880"/>
            <a:ext cx="6675120" cy="3017520"/>
          </a:xfrm>
          <a:prstGeom prst="rect">
            <a:avLst/>
          </a:prstGeom>
          <a:noFill/>
        </p:spPr>
        <p:txBody>
          <a:bodyPr wrap="square">
            <a:spAutoFit/>
          </a:bodyPr>
          <a:lstStyle/>
          <a:p>
            <a:pPr>
              <a:spcAft>
                <a:spcPts val="700"/>
              </a:spcAft>
              <a:defRPr sz="2000">
                <a:solidFill>
                  <a:srgbClr val="191E26"/>
                </a:solidFill>
                <a:latin typeface="Aptos"/>
              </a:defRPr>
            </a:pPr>
            <a:r>
              <a:t>• Time and frequency axes are not interchangeable.</a:t>
            </a:r>
          </a:p>
          <a:p>
            <a:pPr>
              <a:spcAft>
                <a:spcPts val="700"/>
              </a:spcAft>
              <a:defRPr sz="2000">
                <a:solidFill>
                  <a:srgbClr val="191E26"/>
                </a:solidFill>
                <a:latin typeface="Aptos"/>
              </a:defRPr>
            </a:pPr>
            <a:r>
              <a:t>• A one-bin translation in frequency may have a different physical meaning at different scales.</a:t>
            </a:r>
          </a:p>
          <a:p>
            <a:pPr>
              <a:spcAft>
                <a:spcPts val="700"/>
              </a:spcAft>
              <a:defRPr sz="2000">
                <a:solidFill>
                  <a:srgbClr val="191E26"/>
                </a:solidFill>
                <a:latin typeface="Aptos"/>
              </a:defRPr>
            </a:pPr>
            <a:r>
              <a:t>• Image augmentations such as arbitrary rotation or vertical flipping are usually physically nonsensical.</a:t>
            </a:r>
          </a:p>
          <a:p>
            <a:pPr>
              <a:spcAft>
                <a:spcPts val="700"/>
              </a:spcAft>
              <a:defRPr sz="2000">
                <a:solidFill>
                  <a:srgbClr val="191E26"/>
                </a:solidFill>
                <a:latin typeface="Aptos"/>
              </a:defRPr>
            </a:pPr>
            <a:r>
              <a:t>• DSP-informed augmentations should preserve plausible signal behavior.</a:t>
            </a:r>
          </a:p>
        </p:txBody>
      </p:sp>
      <p:sp>
        <p:nvSpPr>
          <p:cNvPr id="8" name="Rounded Rectangle 7"/>
          <p:cNvSpPr/>
          <p:nvPr/>
        </p:nvSpPr>
        <p:spPr>
          <a:xfrm>
            <a:off x="7726679" y="1600200"/>
            <a:ext cx="3566160" cy="205740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72983" y="1691640"/>
            <a:ext cx="3273552" cy="219456"/>
          </a:xfrm>
          <a:prstGeom prst="rect">
            <a:avLst/>
          </a:prstGeom>
          <a:noFill/>
        </p:spPr>
        <p:txBody>
          <a:bodyPr wrap="square">
            <a:spAutoFit/>
          </a:bodyPr>
          <a:lstStyle/>
          <a:p>
            <a:pPr algn="l"/>
            <a:r>
              <a:rPr sz="1100" b="1">
                <a:solidFill>
                  <a:srgbClr val="D67D35"/>
                </a:solidFill>
                <a:latin typeface="Aptos"/>
              </a:rPr>
              <a:t>Good ML habit</a:t>
            </a:r>
          </a:p>
        </p:txBody>
      </p:sp>
      <p:sp>
        <p:nvSpPr>
          <p:cNvPr id="10" name="TextBox 9"/>
          <p:cNvSpPr txBox="1"/>
          <p:nvPr/>
        </p:nvSpPr>
        <p:spPr>
          <a:xfrm>
            <a:off x="7872983" y="1956816"/>
            <a:ext cx="3273552" cy="1609344"/>
          </a:xfrm>
          <a:prstGeom prst="rect">
            <a:avLst/>
          </a:prstGeom>
          <a:noFill/>
        </p:spPr>
        <p:txBody>
          <a:bodyPr wrap="square">
            <a:spAutoFit/>
          </a:bodyPr>
          <a:lstStyle/>
          <a:p>
            <a:pPr algn="l"/>
            <a:r>
              <a:rPr sz="1700" b="0">
                <a:solidFill>
                  <a:srgbClr val="191E26"/>
                </a:solidFill>
                <a:latin typeface="Aptos"/>
              </a:rPr>
              <a:t>Use domain knowledge to decide which invariances the model should learn rather than importing image tricks blindly.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488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20040"/>
            <a:ext cx="10972800" cy="538609"/>
          </a:xfrm>
          <a:prstGeom prst="rect">
            <a:avLst/>
          </a:prstGeom>
          <a:noFill/>
        </p:spPr>
        <p:txBody>
          <a:bodyPr wrap="square">
            <a:spAutoFit/>
          </a:bodyPr>
          <a:lstStyle/>
          <a:p>
            <a:pPr algn="l"/>
            <a:r>
              <a:rPr sz="2900" b="1" dirty="0">
                <a:solidFill>
                  <a:srgbClr val="16253E"/>
                </a:solidFill>
                <a:latin typeface="Aptos"/>
              </a:rPr>
              <a:t>Lecture </a:t>
            </a:r>
            <a:r>
              <a:rPr lang="en-US" sz="2900" b="1" dirty="0">
                <a:solidFill>
                  <a:srgbClr val="16253E"/>
                </a:solidFill>
                <a:latin typeface="Aptos"/>
              </a:rPr>
              <a:t>1</a:t>
            </a:r>
            <a:r>
              <a:rPr sz="2900" b="1" dirty="0">
                <a:solidFill>
                  <a:srgbClr val="16253E"/>
                </a:solidFill>
                <a:latin typeface="Aptos"/>
              </a:rPr>
              <a:t>2 wrap-up</a:t>
            </a:r>
          </a:p>
        </p:txBody>
      </p:sp>
      <p:sp>
        <p:nvSpPr>
          <p:cNvPr id="4" name="TextBox 3"/>
          <p:cNvSpPr txBox="1"/>
          <p:nvPr/>
        </p:nvSpPr>
        <p:spPr>
          <a:xfrm>
            <a:off x="530352" y="877824"/>
            <a:ext cx="7315200" cy="256032"/>
          </a:xfrm>
          <a:prstGeom prst="rect">
            <a:avLst/>
          </a:prstGeom>
          <a:noFill/>
        </p:spPr>
        <p:txBody>
          <a:bodyPr wrap="square">
            <a:spAutoFit/>
          </a:bodyPr>
          <a:lstStyle/>
          <a:p>
            <a:pPr algn="l"/>
            <a:r>
              <a:rPr sz="1100" b="1">
                <a:solidFill>
                  <a:srgbClr val="24888E"/>
                </a:solidFill>
                <a:latin typeface="Aptos"/>
              </a:rPr>
              <a:t>WRAP-UP</a:t>
            </a:r>
          </a:p>
        </p:txBody>
      </p:sp>
      <p:sp>
        <p:nvSpPr>
          <p:cNvPr id="5" name="TextBox 4"/>
          <p:cNvSpPr txBox="1"/>
          <p:nvPr/>
        </p:nvSpPr>
        <p:spPr>
          <a:xfrm>
            <a:off x="10241280" y="877824"/>
            <a:ext cx="1463040" cy="256032"/>
          </a:xfrm>
          <a:prstGeom prst="rect">
            <a:avLst/>
          </a:prstGeom>
          <a:noFill/>
        </p:spPr>
        <p:txBody>
          <a:bodyPr wrap="square">
            <a:spAutoFit/>
          </a:bodyPr>
          <a:lstStyle/>
          <a:p>
            <a:pPr algn="r"/>
            <a:r>
              <a:rPr sz="1100" b="0">
                <a:solidFill>
                  <a:srgbClr val="5A6676"/>
                </a:solidFill>
                <a:latin typeface="Aptos"/>
              </a:rPr>
              <a:t>1:13–1:15</a:t>
            </a:r>
          </a:p>
        </p:txBody>
      </p:sp>
      <p:sp>
        <p:nvSpPr>
          <p:cNvPr id="6" name="TextBox 5"/>
          <p:cNvSpPr txBox="1"/>
          <p:nvPr/>
        </p:nvSpPr>
        <p:spPr>
          <a:xfrm>
            <a:off x="530352" y="6519672"/>
            <a:ext cx="3931920" cy="182880"/>
          </a:xfrm>
          <a:prstGeom prst="rect">
            <a:avLst/>
          </a:prstGeom>
          <a:noFill/>
        </p:spPr>
        <p:txBody>
          <a:bodyPr wrap="square">
            <a:spAutoFit/>
          </a:bodyPr>
          <a:lstStyle/>
          <a:p>
            <a:pPr algn="l"/>
            <a:r>
              <a:rPr sz="900" b="1">
                <a:solidFill>
                  <a:srgbClr val="5A6676"/>
                </a:solidFill>
                <a:latin typeface="Aptos"/>
              </a:rPr>
              <a:t>WEEK 10 • TIME-FREQUENCY ANALYSIS</a:t>
            </a:r>
          </a:p>
        </p:txBody>
      </p:sp>
      <p:sp>
        <p:nvSpPr>
          <p:cNvPr id="7" name="TextBox 6"/>
          <p:cNvSpPr txBox="1"/>
          <p:nvPr/>
        </p:nvSpPr>
        <p:spPr>
          <a:xfrm>
            <a:off x="731520" y="1280160"/>
            <a:ext cx="7406640" cy="3200400"/>
          </a:xfrm>
          <a:prstGeom prst="rect">
            <a:avLst/>
          </a:prstGeom>
          <a:noFill/>
        </p:spPr>
        <p:txBody>
          <a:bodyPr wrap="square">
            <a:spAutoFit/>
          </a:bodyPr>
          <a:lstStyle/>
          <a:p>
            <a:pPr>
              <a:spcAft>
                <a:spcPts val="700"/>
              </a:spcAft>
              <a:defRPr sz="2000">
                <a:solidFill>
                  <a:srgbClr val="191E26"/>
                </a:solidFill>
                <a:latin typeface="Aptos"/>
              </a:defRPr>
            </a:pPr>
            <a:r>
              <a:t>• A global transform loses when frequency content occurs.</a:t>
            </a:r>
          </a:p>
          <a:p>
            <a:pPr>
              <a:spcAft>
                <a:spcPts val="700"/>
              </a:spcAft>
              <a:defRPr sz="2000">
                <a:solidFill>
                  <a:srgbClr val="191E26"/>
                </a:solidFill>
                <a:latin typeface="Aptos"/>
              </a:defRPr>
            </a:pPr>
            <a:r>
              <a:t>• The STFT computes local windowed spectra over time.</a:t>
            </a:r>
          </a:p>
          <a:p>
            <a:pPr>
              <a:spcAft>
                <a:spcPts val="700"/>
              </a:spcAft>
              <a:defRPr sz="2000">
                <a:solidFill>
                  <a:srgbClr val="191E26"/>
                </a:solidFill>
                <a:latin typeface="Aptos"/>
              </a:defRPr>
            </a:pPr>
            <a:r>
              <a:t>• Window duration trades time resolution against frequency resolution.</a:t>
            </a:r>
          </a:p>
          <a:p>
            <a:pPr>
              <a:spcAft>
                <a:spcPts val="700"/>
              </a:spcAft>
              <a:defRPr sz="2000">
                <a:solidFill>
                  <a:srgbClr val="191E26"/>
                </a:solidFill>
                <a:latin typeface="Aptos"/>
              </a:defRPr>
            </a:pPr>
            <a:r>
              <a:t>• The spectrogram is |STFT|² and is a structured time–frequency matrix.</a:t>
            </a:r>
          </a:p>
          <a:p>
            <a:pPr>
              <a:spcAft>
                <a:spcPts val="700"/>
              </a:spcAft>
              <a:defRPr sz="2000">
                <a:solidFill>
                  <a:srgbClr val="191E26"/>
                </a:solidFill>
                <a:latin typeface="Aptos"/>
              </a:defRPr>
            </a:pPr>
            <a:r>
              <a:t>• Spectrograms create a direct bridge from DSP to 2-D CNNs.</a:t>
            </a:r>
          </a:p>
        </p:txBody>
      </p:sp>
      <p:sp>
        <p:nvSpPr>
          <p:cNvPr id="8" name="Rounded Rectangle 7"/>
          <p:cNvSpPr/>
          <p:nvPr/>
        </p:nvSpPr>
        <p:spPr>
          <a:xfrm>
            <a:off x="8321040" y="1554480"/>
            <a:ext cx="3063240" cy="2011680"/>
          </a:xfrm>
          <a:prstGeom prst="roundRect">
            <a:avLst/>
          </a:prstGeom>
          <a:solidFill>
            <a:srgbClr val="F1F5F9"/>
          </a:solidFill>
          <a:ln>
            <a:solidFill>
              <a:srgbClr val="D67D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67344" y="1645920"/>
            <a:ext cx="2770632" cy="219456"/>
          </a:xfrm>
          <a:prstGeom prst="rect">
            <a:avLst/>
          </a:prstGeom>
          <a:noFill/>
        </p:spPr>
        <p:txBody>
          <a:bodyPr wrap="square">
            <a:spAutoFit/>
          </a:bodyPr>
          <a:lstStyle/>
          <a:p>
            <a:pPr algn="l"/>
            <a:r>
              <a:rPr sz="1100" b="1">
                <a:solidFill>
                  <a:srgbClr val="D67D35"/>
                </a:solidFill>
                <a:latin typeface="Aptos"/>
              </a:rPr>
              <a:t>Exit ticket</a:t>
            </a:r>
          </a:p>
        </p:txBody>
      </p:sp>
      <p:sp>
        <p:nvSpPr>
          <p:cNvPr id="10" name="TextBox 9"/>
          <p:cNvSpPr txBox="1"/>
          <p:nvPr/>
        </p:nvSpPr>
        <p:spPr>
          <a:xfrm>
            <a:off x="8467344" y="1911095"/>
            <a:ext cx="2770632" cy="1563624"/>
          </a:xfrm>
          <a:prstGeom prst="rect">
            <a:avLst/>
          </a:prstGeom>
          <a:noFill/>
        </p:spPr>
        <p:txBody>
          <a:bodyPr wrap="square">
            <a:spAutoFit/>
          </a:bodyPr>
          <a:lstStyle/>
          <a:p>
            <a:pPr algn="l"/>
            <a:r>
              <a:rPr sz="1700" b="0">
                <a:solidFill>
                  <a:srgbClr val="191E26"/>
                </a:solidFill>
                <a:latin typeface="Aptos"/>
              </a:rPr>
              <a:t>A transient lasts 8 ms. Why might a 200-ms STFT window be a poor choice even if it gives excellent frequency resolution?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1295</TotalTime>
  <Words>1484</Words>
  <Application>Microsoft Office PowerPoint</Application>
  <PresentationFormat>Widescreen</PresentationFormat>
  <Paragraphs>182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viby</dc:creator>
  <cp:keywords/>
  <dc:description>generated using python-pptx</dc:description>
  <cp:lastModifiedBy>Peter Mathys</cp:lastModifiedBy>
  <cp:revision>11</cp:revision>
  <cp:lastPrinted>2026-09-30T19:49:56Z</cp:lastPrinted>
  <dcterms:created xsi:type="dcterms:W3CDTF">2013-01-27T09:14:16Z</dcterms:created>
  <dcterms:modified xsi:type="dcterms:W3CDTF">2026-10-14T02:17:57Z</dcterms:modified>
  <cp:category/>
</cp:coreProperties>
</file>